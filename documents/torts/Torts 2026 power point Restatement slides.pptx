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4"/>
  </p:sldMasterIdLst>
  <p:notesMasterIdLst>
    <p:notesMasterId r:id="rId10"/>
  </p:notesMasterIdLst>
  <p:sldIdLst>
    <p:sldId id="258" r:id="rId5"/>
    <p:sldId id="2024" r:id="rId6"/>
    <p:sldId id="2025" r:id="rId7"/>
    <p:sldId id="2026" r:id="rId8"/>
    <p:sldId id="2027" r:id="rId9"/>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6465EA-876B-47FC-9FBE-C036E7171D65}" v="4" dt="2026-09-14T17:13:16.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804"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rs, Joseph" userId="84722137-53ac-4b51-b5a6-19ec507437d1" providerId="ADAL" clId="{38EDA9BC-C33A-430F-8AE7-B71E58BAEA9A}"/>
    <pc:docChg chg="addSld delSld modSld">
      <pc:chgData name="Sanders, Joseph" userId="84722137-53ac-4b51-b5a6-19ec507437d1" providerId="ADAL" clId="{38EDA9BC-C33A-430F-8AE7-B71E58BAEA9A}" dt="2026-09-14T17:18:01.821" v="5" actId="47"/>
      <pc:docMkLst>
        <pc:docMk/>
      </pc:docMkLst>
      <pc:sldChg chg="del">
        <pc:chgData name="Sanders, Joseph" userId="84722137-53ac-4b51-b5a6-19ec507437d1" providerId="ADAL" clId="{38EDA9BC-C33A-430F-8AE7-B71E58BAEA9A}" dt="2026-09-14T17:17:03.458" v="4" actId="47"/>
        <pc:sldMkLst>
          <pc:docMk/>
          <pc:sldMk cId="2116297423" sldId="603"/>
        </pc:sldMkLst>
      </pc:sldChg>
      <pc:sldChg chg="del">
        <pc:chgData name="Sanders, Joseph" userId="84722137-53ac-4b51-b5a6-19ec507437d1" providerId="ADAL" clId="{38EDA9BC-C33A-430F-8AE7-B71E58BAEA9A}" dt="2026-09-14T17:18:01.821" v="5" actId="47"/>
        <pc:sldMkLst>
          <pc:docMk/>
          <pc:sldMk cId="3472863684" sldId="608"/>
        </pc:sldMkLst>
      </pc:sldChg>
      <pc:sldChg chg="del">
        <pc:chgData name="Sanders, Joseph" userId="84722137-53ac-4b51-b5a6-19ec507437d1" providerId="ADAL" clId="{38EDA9BC-C33A-430F-8AE7-B71E58BAEA9A}" dt="2026-09-14T17:18:01.821" v="5" actId="47"/>
        <pc:sldMkLst>
          <pc:docMk/>
          <pc:sldMk cId="191257947" sldId="612"/>
        </pc:sldMkLst>
      </pc:sldChg>
      <pc:sldChg chg="del">
        <pc:chgData name="Sanders, Joseph" userId="84722137-53ac-4b51-b5a6-19ec507437d1" providerId="ADAL" clId="{38EDA9BC-C33A-430F-8AE7-B71E58BAEA9A}" dt="2026-09-14T17:18:01.821" v="5" actId="47"/>
        <pc:sldMkLst>
          <pc:docMk/>
          <pc:sldMk cId="179590905" sldId="615"/>
        </pc:sldMkLst>
      </pc:sldChg>
      <pc:sldChg chg="del">
        <pc:chgData name="Sanders, Joseph" userId="84722137-53ac-4b51-b5a6-19ec507437d1" providerId="ADAL" clId="{38EDA9BC-C33A-430F-8AE7-B71E58BAEA9A}" dt="2026-09-14T17:18:01.821" v="5" actId="47"/>
        <pc:sldMkLst>
          <pc:docMk/>
          <pc:sldMk cId="2480564879" sldId="616"/>
        </pc:sldMkLst>
      </pc:sldChg>
      <pc:sldChg chg="del">
        <pc:chgData name="Sanders, Joseph" userId="84722137-53ac-4b51-b5a6-19ec507437d1" providerId="ADAL" clId="{38EDA9BC-C33A-430F-8AE7-B71E58BAEA9A}" dt="2026-09-14T17:18:01.821" v="5" actId="47"/>
        <pc:sldMkLst>
          <pc:docMk/>
          <pc:sldMk cId="4223824882" sldId="617"/>
        </pc:sldMkLst>
      </pc:sldChg>
      <pc:sldChg chg="del">
        <pc:chgData name="Sanders, Joseph" userId="84722137-53ac-4b51-b5a6-19ec507437d1" providerId="ADAL" clId="{38EDA9BC-C33A-430F-8AE7-B71E58BAEA9A}" dt="2026-09-14T17:18:01.821" v="5" actId="47"/>
        <pc:sldMkLst>
          <pc:docMk/>
          <pc:sldMk cId="1570569886" sldId="619"/>
        </pc:sldMkLst>
      </pc:sldChg>
      <pc:sldChg chg="del">
        <pc:chgData name="Sanders, Joseph" userId="84722137-53ac-4b51-b5a6-19ec507437d1" providerId="ADAL" clId="{38EDA9BC-C33A-430F-8AE7-B71E58BAEA9A}" dt="2026-09-14T17:18:01.821" v="5" actId="47"/>
        <pc:sldMkLst>
          <pc:docMk/>
          <pc:sldMk cId="1380794661" sldId="621"/>
        </pc:sldMkLst>
      </pc:sldChg>
      <pc:sldChg chg="del">
        <pc:chgData name="Sanders, Joseph" userId="84722137-53ac-4b51-b5a6-19ec507437d1" providerId="ADAL" clId="{38EDA9BC-C33A-430F-8AE7-B71E58BAEA9A}" dt="2026-09-14T17:18:01.821" v="5" actId="47"/>
        <pc:sldMkLst>
          <pc:docMk/>
          <pc:sldMk cId="1884680950" sldId="622"/>
        </pc:sldMkLst>
      </pc:sldChg>
      <pc:sldChg chg="del">
        <pc:chgData name="Sanders, Joseph" userId="84722137-53ac-4b51-b5a6-19ec507437d1" providerId="ADAL" clId="{38EDA9BC-C33A-430F-8AE7-B71E58BAEA9A}" dt="2026-09-14T17:18:01.821" v="5" actId="47"/>
        <pc:sldMkLst>
          <pc:docMk/>
          <pc:sldMk cId="1118908820" sldId="623"/>
        </pc:sldMkLst>
      </pc:sldChg>
      <pc:sldChg chg="del">
        <pc:chgData name="Sanders, Joseph" userId="84722137-53ac-4b51-b5a6-19ec507437d1" providerId="ADAL" clId="{38EDA9BC-C33A-430F-8AE7-B71E58BAEA9A}" dt="2026-09-14T17:18:01.821" v="5" actId="47"/>
        <pc:sldMkLst>
          <pc:docMk/>
          <pc:sldMk cId="4117541147" sldId="626"/>
        </pc:sldMkLst>
      </pc:sldChg>
      <pc:sldChg chg="del">
        <pc:chgData name="Sanders, Joseph" userId="84722137-53ac-4b51-b5a6-19ec507437d1" providerId="ADAL" clId="{38EDA9BC-C33A-430F-8AE7-B71E58BAEA9A}" dt="2026-09-14T17:18:01.821" v="5" actId="47"/>
        <pc:sldMkLst>
          <pc:docMk/>
          <pc:sldMk cId="3856029661" sldId="627"/>
        </pc:sldMkLst>
      </pc:sldChg>
      <pc:sldChg chg="del">
        <pc:chgData name="Sanders, Joseph" userId="84722137-53ac-4b51-b5a6-19ec507437d1" providerId="ADAL" clId="{38EDA9BC-C33A-430F-8AE7-B71E58BAEA9A}" dt="2026-09-14T17:18:01.821" v="5" actId="47"/>
        <pc:sldMkLst>
          <pc:docMk/>
          <pc:sldMk cId="3236686606" sldId="628"/>
        </pc:sldMkLst>
      </pc:sldChg>
      <pc:sldChg chg="del">
        <pc:chgData name="Sanders, Joseph" userId="84722137-53ac-4b51-b5a6-19ec507437d1" providerId="ADAL" clId="{38EDA9BC-C33A-430F-8AE7-B71E58BAEA9A}" dt="2026-09-14T17:18:01.821" v="5" actId="47"/>
        <pc:sldMkLst>
          <pc:docMk/>
          <pc:sldMk cId="3801917411" sldId="629"/>
        </pc:sldMkLst>
      </pc:sldChg>
      <pc:sldChg chg="del">
        <pc:chgData name="Sanders, Joseph" userId="84722137-53ac-4b51-b5a6-19ec507437d1" providerId="ADAL" clId="{38EDA9BC-C33A-430F-8AE7-B71E58BAEA9A}" dt="2026-09-14T17:18:01.821" v="5" actId="47"/>
        <pc:sldMkLst>
          <pc:docMk/>
          <pc:sldMk cId="2619318782" sldId="630"/>
        </pc:sldMkLst>
      </pc:sldChg>
      <pc:sldChg chg="del">
        <pc:chgData name="Sanders, Joseph" userId="84722137-53ac-4b51-b5a6-19ec507437d1" providerId="ADAL" clId="{38EDA9BC-C33A-430F-8AE7-B71E58BAEA9A}" dt="2026-09-14T17:18:01.821" v="5" actId="47"/>
        <pc:sldMkLst>
          <pc:docMk/>
          <pc:sldMk cId="2639368920" sldId="632"/>
        </pc:sldMkLst>
      </pc:sldChg>
      <pc:sldChg chg="del">
        <pc:chgData name="Sanders, Joseph" userId="84722137-53ac-4b51-b5a6-19ec507437d1" providerId="ADAL" clId="{38EDA9BC-C33A-430F-8AE7-B71E58BAEA9A}" dt="2026-09-14T17:18:01.821" v="5" actId="47"/>
        <pc:sldMkLst>
          <pc:docMk/>
          <pc:sldMk cId="456125127" sldId="633"/>
        </pc:sldMkLst>
      </pc:sldChg>
      <pc:sldChg chg="del">
        <pc:chgData name="Sanders, Joseph" userId="84722137-53ac-4b51-b5a6-19ec507437d1" providerId="ADAL" clId="{38EDA9BC-C33A-430F-8AE7-B71E58BAEA9A}" dt="2026-09-14T17:18:01.821" v="5" actId="47"/>
        <pc:sldMkLst>
          <pc:docMk/>
          <pc:sldMk cId="2368013036" sldId="635"/>
        </pc:sldMkLst>
      </pc:sldChg>
      <pc:sldChg chg="del">
        <pc:chgData name="Sanders, Joseph" userId="84722137-53ac-4b51-b5a6-19ec507437d1" providerId="ADAL" clId="{38EDA9BC-C33A-430F-8AE7-B71E58BAEA9A}" dt="2026-09-14T17:18:01.821" v="5" actId="47"/>
        <pc:sldMkLst>
          <pc:docMk/>
          <pc:sldMk cId="3407002160" sldId="636"/>
        </pc:sldMkLst>
      </pc:sldChg>
      <pc:sldChg chg="del">
        <pc:chgData name="Sanders, Joseph" userId="84722137-53ac-4b51-b5a6-19ec507437d1" providerId="ADAL" clId="{38EDA9BC-C33A-430F-8AE7-B71E58BAEA9A}" dt="2026-09-14T17:18:01.821" v="5" actId="47"/>
        <pc:sldMkLst>
          <pc:docMk/>
          <pc:sldMk cId="4180491444" sldId="637"/>
        </pc:sldMkLst>
      </pc:sldChg>
      <pc:sldChg chg="del">
        <pc:chgData name="Sanders, Joseph" userId="84722137-53ac-4b51-b5a6-19ec507437d1" providerId="ADAL" clId="{38EDA9BC-C33A-430F-8AE7-B71E58BAEA9A}" dt="2026-09-14T17:18:01.821" v="5" actId="47"/>
        <pc:sldMkLst>
          <pc:docMk/>
          <pc:sldMk cId="2314411966" sldId="639"/>
        </pc:sldMkLst>
      </pc:sldChg>
      <pc:sldChg chg="del">
        <pc:chgData name="Sanders, Joseph" userId="84722137-53ac-4b51-b5a6-19ec507437d1" providerId="ADAL" clId="{38EDA9BC-C33A-430F-8AE7-B71E58BAEA9A}" dt="2026-09-14T17:18:01.821" v="5" actId="47"/>
        <pc:sldMkLst>
          <pc:docMk/>
          <pc:sldMk cId="957750305" sldId="640"/>
        </pc:sldMkLst>
      </pc:sldChg>
      <pc:sldChg chg="del">
        <pc:chgData name="Sanders, Joseph" userId="84722137-53ac-4b51-b5a6-19ec507437d1" providerId="ADAL" clId="{38EDA9BC-C33A-430F-8AE7-B71E58BAEA9A}" dt="2026-09-14T17:18:01.821" v="5" actId="47"/>
        <pc:sldMkLst>
          <pc:docMk/>
          <pc:sldMk cId="3959013197" sldId="641"/>
        </pc:sldMkLst>
      </pc:sldChg>
      <pc:sldChg chg="del">
        <pc:chgData name="Sanders, Joseph" userId="84722137-53ac-4b51-b5a6-19ec507437d1" providerId="ADAL" clId="{38EDA9BC-C33A-430F-8AE7-B71E58BAEA9A}" dt="2026-09-14T17:18:01.821" v="5" actId="47"/>
        <pc:sldMkLst>
          <pc:docMk/>
          <pc:sldMk cId="2938274618" sldId="643"/>
        </pc:sldMkLst>
      </pc:sldChg>
      <pc:sldChg chg="del">
        <pc:chgData name="Sanders, Joseph" userId="84722137-53ac-4b51-b5a6-19ec507437d1" providerId="ADAL" clId="{38EDA9BC-C33A-430F-8AE7-B71E58BAEA9A}" dt="2026-09-14T17:18:01.821" v="5" actId="47"/>
        <pc:sldMkLst>
          <pc:docMk/>
          <pc:sldMk cId="2906862629" sldId="644"/>
        </pc:sldMkLst>
      </pc:sldChg>
      <pc:sldChg chg="del">
        <pc:chgData name="Sanders, Joseph" userId="84722137-53ac-4b51-b5a6-19ec507437d1" providerId="ADAL" clId="{38EDA9BC-C33A-430F-8AE7-B71E58BAEA9A}" dt="2026-09-14T17:18:01.821" v="5" actId="47"/>
        <pc:sldMkLst>
          <pc:docMk/>
          <pc:sldMk cId="2663608389" sldId="646"/>
        </pc:sldMkLst>
      </pc:sldChg>
      <pc:sldChg chg="del">
        <pc:chgData name="Sanders, Joseph" userId="84722137-53ac-4b51-b5a6-19ec507437d1" providerId="ADAL" clId="{38EDA9BC-C33A-430F-8AE7-B71E58BAEA9A}" dt="2026-09-14T17:18:01.821" v="5" actId="47"/>
        <pc:sldMkLst>
          <pc:docMk/>
          <pc:sldMk cId="1312453521" sldId="647"/>
        </pc:sldMkLst>
      </pc:sldChg>
      <pc:sldChg chg="del">
        <pc:chgData name="Sanders, Joseph" userId="84722137-53ac-4b51-b5a6-19ec507437d1" providerId="ADAL" clId="{38EDA9BC-C33A-430F-8AE7-B71E58BAEA9A}" dt="2026-09-14T17:18:01.821" v="5" actId="47"/>
        <pc:sldMkLst>
          <pc:docMk/>
          <pc:sldMk cId="1849372603" sldId="648"/>
        </pc:sldMkLst>
      </pc:sldChg>
      <pc:sldChg chg="del">
        <pc:chgData name="Sanders, Joseph" userId="84722137-53ac-4b51-b5a6-19ec507437d1" providerId="ADAL" clId="{38EDA9BC-C33A-430F-8AE7-B71E58BAEA9A}" dt="2026-09-14T17:18:01.821" v="5" actId="47"/>
        <pc:sldMkLst>
          <pc:docMk/>
          <pc:sldMk cId="1780528913" sldId="651"/>
        </pc:sldMkLst>
      </pc:sldChg>
      <pc:sldChg chg="del">
        <pc:chgData name="Sanders, Joseph" userId="84722137-53ac-4b51-b5a6-19ec507437d1" providerId="ADAL" clId="{38EDA9BC-C33A-430F-8AE7-B71E58BAEA9A}" dt="2026-09-14T17:18:01.821" v="5" actId="47"/>
        <pc:sldMkLst>
          <pc:docMk/>
          <pc:sldMk cId="314117937" sldId="653"/>
        </pc:sldMkLst>
      </pc:sldChg>
      <pc:sldChg chg="del">
        <pc:chgData name="Sanders, Joseph" userId="84722137-53ac-4b51-b5a6-19ec507437d1" providerId="ADAL" clId="{38EDA9BC-C33A-430F-8AE7-B71E58BAEA9A}" dt="2026-09-14T17:17:03.458" v="4" actId="47"/>
        <pc:sldMkLst>
          <pc:docMk/>
          <pc:sldMk cId="1849755829" sldId="654"/>
        </pc:sldMkLst>
      </pc:sldChg>
      <pc:sldChg chg="del">
        <pc:chgData name="Sanders, Joseph" userId="84722137-53ac-4b51-b5a6-19ec507437d1" providerId="ADAL" clId="{38EDA9BC-C33A-430F-8AE7-B71E58BAEA9A}" dt="2026-09-14T17:17:03.458" v="4" actId="47"/>
        <pc:sldMkLst>
          <pc:docMk/>
          <pc:sldMk cId="2077612328" sldId="655"/>
        </pc:sldMkLst>
      </pc:sldChg>
      <pc:sldChg chg="del">
        <pc:chgData name="Sanders, Joseph" userId="84722137-53ac-4b51-b5a6-19ec507437d1" providerId="ADAL" clId="{38EDA9BC-C33A-430F-8AE7-B71E58BAEA9A}" dt="2026-09-14T17:17:03.458" v="4" actId="47"/>
        <pc:sldMkLst>
          <pc:docMk/>
          <pc:sldMk cId="1277367578" sldId="656"/>
        </pc:sldMkLst>
      </pc:sldChg>
      <pc:sldChg chg="del">
        <pc:chgData name="Sanders, Joseph" userId="84722137-53ac-4b51-b5a6-19ec507437d1" providerId="ADAL" clId="{38EDA9BC-C33A-430F-8AE7-B71E58BAEA9A}" dt="2026-09-14T17:17:03.458" v="4" actId="47"/>
        <pc:sldMkLst>
          <pc:docMk/>
          <pc:sldMk cId="3295829045" sldId="657"/>
        </pc:sldMkLst>
      </pc:sldChg>
      <pc:sldChg chg="del">
        <pc:chgData name="Sanders, Joseph" userId="84722137-53ac-4b51-b5a6-19ec507437d1" providerId="ADAL" clId="{38EDA9BC-C33A-430F-8AE7-B71E58BAEA9A}" dt="2026-09-14T17:17:03.458" v="4" actId="47"/>
        <pc:sldMkLst>
          <pc:docMk/>
          <pc:sldMk cId="2958555772" sldId="658"/>
        </pc:sldMkLst>
      </pc:sldChg>
      <pc:sldChg chg="del">
        <pc:chgData name="Sanders, Joseph" userId="84722137-53ac-4b51-b5a6-19ec507437d1" providerId="ADAL" clId="{38EDA9BC-C33A-430F-8AE7-B71E58BAEA9A}" dt="2026-09-14T17:18:01.821" v="5" actId="47"/>
        <pc:sldMkLst>
          <pc:docMk/>
          <pc:sldMk cId="3850094537" sldId="659"/>
        </pc:sldMkLst>
      </pc:sldChg>
      <pc:sldChg chg="del">
        <pc:chgData name="Sanders, Joseph" userId="84722137-53ac-4b51-b5a6-19ec507437d1" providerId="ADAL" clId="{38EDA9BC-C33A-430F-8AE7-B71E58BAEA9A}" dt="2026-09-14T17:17:03.458" v="4" actId="47"/>
        <pc:sldMkLst>
          <pc:docMk/>
          <pc:sldMk cId="4272614871" sldId="660"/>
        </pc:sldMkLst>
      </pc:sldChg>
      <pc:sldChg chg="del">
        <pc:chgData name="Sanders, Joseph" userId="84722137-53ac-4b51-b5a6-19ec507437d1" providerId="ADAL" clId="{38EDA9BC-C33A-430F-8AE7-B71E58BAEA9A}" dt="2026-09-14T17:17:03.458" v="4" actId="47"/>
        <pc:sldMkLst>
          <pc:docMk/>
          <pc:sldMk cId="2915731330" sldId="662"/>
        </pc:sldMkLst>
      </pc:sldChg>
      <pc:sldChg chg="del">
        <pc:chgData name="Sanders, Joseph" userId="84722137-53ac-4b51-b5a6-19ec507437d1" providerId="ADAL" clId="{38EDA9BC-C33A-430F-8AE7-B71E58BAEA9A}" dt="2026-09-14T17:17:03.458" v="4" actId="47"/>
        <pc:sldMkLst>
          <pc:docMk/>
          <pc:sldMk cId="2774427666" sldId="663"/>
        </pc:sldMkLst>
      </pc:sldChg>
      <pc:sldChg chg="del">
        <pc:chgData name="Sanders, Joseph" userId="84722137-53ac-4b51-b5a6-19ec507437d1" providerId="ADAL" clId="{38EDA9BC-C33A-430F-8AE7-B71E58BAEA9A}" dt="2026-09-14T17:17:03.458" v="4" actId="47"/>
        <pc:sldMkLst>
          <pc:docMk/>
          <pc:sldMk cId="2766453745" sldId="664"/>
        </pc:sldMkLst>
      </pc:sldChg>
      <pc:sldChg chg="del">
        <pc:chgData name="Sanders, Joseph" userId="84722137-53ac-4b51-b5a6-19ec507437d1" providerId="ADAL" clId="{38EDA9BC-C33A-430F-8AE7-B71E58BAEA9A}" dt="2026-09-14T17:17:03.458" v="4" actId="47"/>
        <pc:sldMkLst>
          <pc:docMk/>
          <pc:sldMk cId="2899979759" sldId="665"/>
        </pc:sldMkLst>
      </pc:sldChg>
      <pc:sldChg chg="del">
        <pc:chgData name="Sanders, Joseph" userId="84722137-53ac-4b51-b5a6-19ec507437d1" providerId="ADAL" clId="{38EDA9BC-C33A-430F-8AE7-B71E58BAEA9A}" dt="2026-09-14T17:17:03.458" v="4" actId="47"/>
        <pc:sldMkLst>
          <pc:docMk/>
          <pc:sldMk cId="2662784679" sldId="666"/>
        </pc:sldMkLst>
      </pc:sldChg>
      <pc:sldChg chg="del">
        <pc:chgData name="Sanders, Joseph" userId="84722137-53ac-4b51-b5a6-19ec507437d1" providerId="ADAL" clId="{38EDA9BC-C33A-430F-8AE7-B71E58BAEA9A}" dt="2026-09-14T17:17:03.458" v="4" actId="47"/>
        <pc:sldMkLst>
          <pc:docMk/>
          <pc:sldMk cId="897562895" sldId="667"/>
        </pc:sldMkLst>
      </pc:sldChg>
      <pc:sldChg chg="del">
        <pc:chgData name="Sanders, Joseph" userId="84722137-53ac-4b51-b5a6-19ec507437d1" providerId="ADAL" clId="{38EDA9BC-C33A-430F-8AE7-B71E58BAEA9A}" dt="2026-09-14T17:17:03.458" v="4" actId="47"/>
        <pc:sldMkLst>
          <pc:docMk/>
          <pc:sldMk cId="2903515915" sldId="669"/>
        </pc:sldMkLst>
      </pc:sldChg>
      <pc:sldChg chg="del">
        <pc:chgData name="Sanders, Joseph" userId="84722137-53ac-4b51-b5a6-19ec507437d1" providerId="ADAL" clId="{38EDA9BC-C33A-430F-8AE7-B71E58BAEA9A}" dt="2026-09-14T17:17:03.458" v="4" actId="47"/>
        <pc:sldMkLst>
          <pc:docMk/>
          <pc:sldMk cId="3878538077" sldId="670"/>
        </pc:sldMkLst>
      </pc:sldChg>
      <pc:sldChg chg="del">
        <pc:chgData name="Sanders, Joseph" userId="84722137-53ac-4b51-b5a6-19ec507437d1" providerId="ADAL" clId="{38EDA9BC-C33A-430F-8AE7-B71E58BAEA9A}" dt="2026-09-14T17:17:03.458" v="4" actId="47"/>
        <pc:sldMkLst>
          <pc:docMk/>
          <pc:sldMk cId="3901035341" sldId="671"/>
        </pc:sldMkLst>
      </pc:sldChg>
      <pc:sldChg chg="del">
        <pc:chgData name="Sanders, Joseph" userId="84722137-53ac-4b51-b5a6-19ec507437d1" providerId="ADAL" clId="{38EDA9BC-C33A-430F-8AE7-B71E58BAEA9A}" dt="2026-09-14T17:17:03.458" v="4" actId="47"/>
        <pc:sldMkLst>
          <pc:docMk/>
          <pc:sldMk cId="1526866906" sldId="672"/>
        </pc:sldMkLst>
      </pc:sldChg>
      <pc:sldChg chg="del">
        <pc:chgData name="Sanders, Joseph" userId="84722137-53ac-4b51-b5a6-19ec507437d1" providerId="ADAL" clId="{38EDA9BC-C33A-430F-8AE7-B71E58BAEA9A}" dt="2026-09-14T17:17:03.458" v="4" actId="47"/>
        <pc:sldMkLst>
          <pc:docMk/>
          <pc:sldMk cId="4008694260" sldId="673"/>
        </pc:sldMkLst>
      </pc:sldChg>
      <pc:sldChg chg="del">
        <pc:chgData name="Sanders, Joseph" userId="84722137-53ac-4b51-b5a6-19ec507437d1" providerId="ADAL" clId="{38EDA9BC-C33A-430F-8AE7-B71E58BAEA9A}" dt="2026-09-14T17:17:03.458" v="4" actId="47"/>
        <pc:sldMkLst>
          <pc:docMk/>
          <pc:sldMk cId="3111486097" sldId="674"/>
        </pc:sldMkLst>
      </pc:sldChg>
      <pc:sldChg chg="del">
        <pc:chgData name="Sanders, Joseph" userId="84722137-53ac-4b51-b5a6-19ec507437d1" providerId="ADAL" clId="{38EDA9BC-C33A-430F-8AE7-B71E58BAEA9A}" dt="2026-09-14T17:17:03.458" v="4" actId="47"/>
        <pc:sldMkLst>
          <pc:docMk/>
          <pc:sldMk cId="553523523" sldId="675"/>
        </pc:sldMkLst>
      </pc:sldChg>
      <pc:sldChg chg="del">
        <pc:chgData name="Sanders, Joseph" userId="84722137-53ac-4b51-b5a6-19ec507437d1" providerId="ADAL" clId="{38EDA9BC-C33A-430F-8AE7-B71E58BAEA9A}" dt="2026-09-14T17:17:03.458" v="4" actId="47"/>
        <pc:sldMkLst>
          <pc:docMk/>
          <pc:sldMk cId="2967295717" sldId="676"/>
        </pc:sldMkLst>
      </pc:sldChg>
      <pc:sldChg chg="del">
        <pc:chgData name="Sanders, Joseph" userId="84722137-53ac-4b51-b5a6-19ec507437d1" providerId="ADAL" clId="{38EDA9BC-C33A-430F-8AE7-B71E58BAEA9A}" dt="2026-09-14T17:17:03.458" v="4" actId="47"/>
        <pc:sldMkLst>
          <pc:docMk/>
          <pc:sldMk cId="3678789940" sldId="677"/>
        </pc:sldMkLst>
      </pc:sldChg>
      <pc:sldChg chg="del">
        <pc:chgData name="Sanders, Joseph" userId="84722137-53ac-4b51-b5a6-19ec507437d1" providerId="ADAL" clId="{38EDA9BC-C33A-430F-8AE7-B71E58BAEA9A}" dt="2026-09-14T17:17:03.458" v="4" actId="47"/>
        <pc:sldMkLst>
          <pc:docMk/>
          <pc:sldMk cId="2365390522" sldId="678"/>
        </pc:sldMkLst>
      </pc:sldChg>
      <pc:sldChg chg="del">
        <pc:chgData name="Sanders, Joseph" userId="84722137-53ac-4b51-b5a6-19ec507437d1" providerId="ADAL" clId="{38EDA9BC-C33A-430F-8AE7-B71E58BAEA9A}" dt="2026-09-14T17:17:03.458" v="4" actId="47"/>
        <pc:sldMkLst>
          <pc:docMk/>
          <pc:sldMk cId="4017593427" sldId="679"/>
        </pc:sldMkLst>
      </pc:sldChg>
      <pc:sldChg chg="del">
        <pc:chgData name="Sanders, Joseph" userId="84722137-53ac-4b51-b5a6-19ec507437d1" providerId="ADAL" clId="{38EDA9BC-C33A-430F-8AE7-B71E58BAEA9A}" dt="2026-09-14T17:17:03.458" v="4" actId="47"/>
        <pc:sldMkLst>
          <pc:docMk/>
          <pc:sldMk cId="2835438440" sldId="680"/>
        </pc:sldMkLst>
      </pc:sldChg>
      <pc:sldChg chg="del">
        <pc:chgData name="Sanders, Joseph" userId="84722137-53ac-4b51-b5a6-19ec507437d1" providerId="ADAL" clId="{38EDA9BC-C33A-430F-8AE7-B71E58BAEA9A}" dt="2026-09-14T17:17:03.458" v="4" actId="47"/>
        <pc:sldMkLst>
          <pc:docMk/>
          <pc:sldMk cId="3800834686" sldId="681"/>
        </pc:sldMkLst>
      </pc:sldChg>
      <pc:sldChg chg="del">
        <pc:chgData name="Sanders, Joseph" userId="84722137-53ac-4b51-b5a6-19ec507437d1" providerId="ADAL" clId="{38EDA9BC-C33A-430F-8AE7-B71E58BAEA9A}" dt="2026-09-14T17:17:03.458" v="4" actId="47"/>
        <pc:sldMkLst>
          <pc:docMk/>
          <pc:sldMk cId="3191013557" sldId="682"/>
        </pc:sldMkLst>
      </pc:sldChg>
      <pc:sldChg chg="del">
        <pc:chgData name="Sanders, Joseph" userId="84722137-53ac-4b51-b5a6-19ec507437d1" providerId="ADAL" clId="{38EDA9BC-C33A-430F-8AE7-B71E58BAEA9A}" dt="2026-09-14T17:17:03.458" v="4" actId="47"/>
        <pc:sldMkLst>
          <pc:docMk/>
          <pc:sldMk cId="3573281725" sldId="683"/>
        </pc:sldMkLst>
      </pc:sldChg>
      <pc:sldChg chg="del">
        <pc:chgData name="Sanders, Joseph" userId="84722137-53ac-4b51-b5a6-19ec507437d1" providerId="ADAL" clId="{38EDA9BC-C33A-430F-8AE7-B71E58BAEA9A}" dt="2026-09-14T17:17:03.458" v="4" actId="47"/>
        <pc:sldMkLst>
          <pc:docMk/>
          <pc:sldMk cId="203697623" sldId="684"/>
        </pc:sldMkLst>
      </pc:sldChg>
      <pc:sldChg chg="del">
        <pc:chgData name="Sanders, Joseph" userId="84722137-53ac-4b51-b5a6-19ec507437d1" providerId="ADAL" clId="{38EDA9BC-C33A-430F-8AE7-B71E58BAEA9A}" dt="2026-09-14T17:17:03.458" v="4" actId="47"/>
        <pc:sldMkLst>
          <pc:docMk/>
          <pc:sldMk cId="1512748018" sldId="685"/>
        </pc:sldMkLst>
      </pc:sldChg>
      <pc:sldChg chg="del">
        <pc:chgData name="Sanders, Joseph" userId="84722137-53ac-4b51-b5a6-19ec507437d1" providerId="ADAL" clId="{38EDA9BC-C33A-430F-8AE7-B71E58BAEA9A}" dt="2026-09-14T17:17:03.458" v="4" actId="47"/>
        <pc:sldMkLst>
          <pc:docMk/>
          <pc:sldMk cId="532298748" sldId="687"/>
        </pc:sldMkLst>
      </pc:sldChg>
      <pc:sldChg chg="del">
        <pc:chgData name="Sanders, Joseph" userId="84722137-53ac-4b51-b5a6-19ec507437d1" providerId="ADAL" clId="{38EDA9BC-C33A-430F-8AE7-B71E58BAEA9A}" dt="2026-09-14T17:17:03.458" v="4" actId="47"/>
        <pc:sldMkLst>
          <pc:docMk/>
          <pc:sldMk cId="3904155156" sldId="688"/>
        </pc:sldMkLst>
      </pc:sldChg>
      <pc:sldChg chg="del">
        <pc:chgData name="Sanders, Joseph" userId="84722137-53ac-4b51-b5a6-19ec507437d1" providerId="ADAL" clId="{38EDA9BC-C33A-430F-8AE7-B71E58BAEA9A}" dt="2026-09-14T17:17:03.458" v="4" actId="47"/>
        <pc:sldMkLst>
          <pc:docMk/>
          <pc:sldMk cId="3443198661" sldId="691"/>
        </pc:sldMkLst>
      </pc:sldChg>
      <pc:sldChg chg="del">
        <pc:chgData name="Sanders, Joseph" userId="84722137-53ac-4b51-b5a6-19ec507437d1" providerId="ADAL" clId="{38EDA9BC-C33A-430F-8AE7-B71E58BAEA9A}" dt="2026-09-14T17:17:03.458" v="4" actId="47"/>
        <pc:sldMkLst>
          <pc:docMk/>
          <pc:sldMk cId="465910472" sldId="692"/>
        </pc:sldMkLst>
      </pc:sldChg>
      <pc:sldChg chg="del">
        <pc:chgData name="Sanders, Joseph" userId="84722137-53ac-4b51-b5a6-19ec507437d1" providerId="ADAL" clId="{38EDA9BC-C33A-430F-8AE7-B71E58BAEA9A}" dt="2026-09-14T17:17:03.458" v="4" actId="47"/>
        <pc:sldMkLst>
          <pc:docMk/>
          <pc:sldMk cId="1281236077" sldId="693"/>
        </pc:sldMkLst>
      </pc:sldChg>
      <pc:sldChg chg="del">
        <pc:chgData name="Sanders, Joseph" userId="84722137-53ac-4b51-b5a6-19ec507437d1" providerId="ADAL" clId="{38EDA9BC-C33A-430F-8AE7-B71E58BAEA9A}" dt="2026-09-14T17:17:03.458" v="4" actId="47"/>
        <pc:sldMkLst>
          <pc:docMk/>
          <pc:sldMk cId="3602072266" sldId="694"/>
        </pc:sldMkLst>
      </pc:sldChg>
      <pc:sldChg chg="del">
        <pc:chgData name="Sanders, Joseph" userId="84722137-53ac-4b51-b5a6-19ec507437d1" providerId="ADAL" clId="{38EDA9BC-C33A-430F-8AE7-B71E58BAEA9A}" dt="2026-09-14T17:17:03.458" v="4" actId="47"/>
        <pc:sldMkLst>
          <pc:docMk/>
          <pc:sldMk cId="2606853532" sldId="696"/>
        </pc:sldMkLst>
      </pc:sldChg>
      <pc:sldChg chg="del">
        <pc:chgData name="Sanders, Joseph" userId="84722137-53ac-4b51-b5a6-19ec507437d1" providerId="ADAL" clId="{38EDA9BC-C33A-430F-8AE7-B71E58BAEA9A}" dt="2026-09-14T17:17:03.458" v="4" actId="47"/>
        <pc:sldMkLst>
          <pc:docMk/>
          <pc:sldMk cId="2359545474" sldId="697"/>
        </pc:sldMkLst>
      </pc:sldChg>
      <pc:sldChg chg="del">
        <pc:chgData name="Sanders, Joseph" userId="84722137-53ac-4b51-b5a6-19ec507437d1" providerId="ADAL" clId="{38EDA9BC-C33A-430F-8AE7-B71E58BAEA9A}" dt="2026-09-14T17:17:03.458" v="4" actId="47"/>
        <pc:sldMkLst>
          <pc:docMk/>
          <pc:sldMk cId="1190916239" sldId="698"/>
        </pc:sldMkLst>
      </pc:sldChg>
      <pc:sldChg chg="del">
        <pc:chgData name="Sanders, Joseph" userId="84722137-53ac-4b51-b5a6-19ec507437d1" providerId="ADAL" clId="{38EDA9BC-C33A-430F-8AE7-B71E58BAEA9A}" dt="2026-09-14T17:17:03.458" v="4" actId="47"/>
        <pc:sldMkLst>
          <pc:docMk/>
          <pc:sldMk cId="844929778" sldId="699"/>
        </pc:sldMkLst>
      </pc:sldChg>
      <pc:sldChg chg="del">
        <pc:chgData name="Sanders, Joseph" userId="84722137-53ac-4b51-b5a6-19ec507437d1" providerId="ADAL" clId="{38EDA9BC-C33A-430F-8AE7-B71E58BAEA9A}" dt="2026-09-14T17:17:03.458" v="4" actId="47"/>
        <pc:sldMkLst>
          <pc:docMk/>
          <pc:sldMk cId="3704058604" sldId="701"/>
        </pc:sldMkLst>
      </pc:sldChg>
      <pc:sldChg chg="del">
        <pc:chgData name="Sanders, Joseph" userId="84722137-53ac-4b51-b5a6-19ec507437d1" providerId="ADAL" clId="{38EDA9BC-C33A-430F-8AE7-B71E58BAEA9A}" dt="2026-09-14T17:17:03.458" v="4" actId="47"/>
        <pc:sldMkLst>
          <pc:docMk/>
          <pc:sldMk cId="2632183299" sldId="703"/>
        </pc:sldMkLst>
      </pc:sldChg>
      <pc:sldChg chg="del">
        <pc:chgData name="Sanders, Joseph" userId="84722137-53ac-4b51-b5a6-19ec507437d1" providerId="ADAL" clId="{38EDA9BC-C33A-430F-8AE7-B71E58BAEA9A}" dt="2026-09-14T17:17:03.458" v="4" actId="47"/>
        <pc:sldMkLst>
          <pc:docMk/>
          <pc:sldMk cId="3319226981" sldId="705"/>
        </pc:sldMkLst>
      </pc:sldChg>
      <pc:sldChg chg="del">
        <pc:chgData name="Sanders, Joseph" userId="84722137-53ac-4b51-b5a6-19ec507437d1" providerId="ADAL" clId="{38EDA9BC-C33A-430F-8AE7-B71E58BAEA9A}" dt="2026-09-14T17:17:03.458" v="4" actId="47"/>
        <pc:sldMkLst>
          <pc:docMk/>
          <pc:sldMk cId="2156989429" sldId="706"/>
        </pc:sldMkLst>
      </pc:sldChg>
      <pc:sldChg chg="del">
        <pc:chgData name="Sanders, Joseph" userId="84722137-53ac-4b51-b5a6-19ec507437d1" providerId="ADAL" clId="{38EDA9BC-C33A-430F-8AE7-B71E58BAEA9A}" dt="2026-09-14T17:17:03.458" v="4" actId="47"/>
        <pc:sldMkLst>
          <pc:docMk/>
          <pc:sldMk cId="2417130351" sldId="707"/>
        </pc:sldMkLst>
      </pc:sldChg>
      <pc:sldChg chg="del">
        <pc:chgData name="Sanders, Joseph" userId="84722137-53ac-4b51-b5a6-19ec507437d1" providerId="ADAL" clId="{38EDA9BC-C33A-430F-8AE7-B71E58BAEA9A}" dt="2026-09-14T17:17:03.458" v="4" actId="47"/>
        <pc:sldMkLst>
          <pc:docMk/>
          <pc:sldMk cId="821256043" sldId="713"/>
        </pc:sldMkLst>
      </pc:sldChg>
      <pc:sldChg chg="del">
        <pc:chgData name="Sanders, Joseph" userId="84722137-53ac-4b51-b5a6-19ec507437d1" providerId="ADAL" clId="{38EDA9BC-C33A-430F-8AE7-B71E58BAEA9A}" dt="2026-09-14T17:17:03.458" v="4" actId="47"/>
        <pc:sldMkLst>
          <pc:docMk/>
          <pc:sldMk cId="1849180956" sldId="715"/>
        </pc:sldMkLst>
      </pc:sldChg>
      <pc:sldChg chg="del">
        <pc:chgData name="Sanders, Joseph" userId="84722137-53ac-4b51-b5a6-19ec507437d1" providerId="ADAL" clId="{38EDA9BC-C33A-430F-8AE7-B71E58BAEA9A}" dt="2026-09-14T17:17:03.458" v="4" actId="47"/>
        <pc:sldMkLst>
          <pc:docMk/>
          <pc:sldMk cId="3080843708" sldId="717"/>
        </pc:sldMkLst>
      </pc:sldChg>
      <pc:sldChg chg="del">
        <pc:chgData name="Sanders, Joseph" userId="84722137-53ac-4b51-b5a6-19ec507437d1" providerId="ADAL" clId="{38EDA9BC-C33A-430F-8AE7-B71E58BAEA9A}" dt="2026-09-14T17:17:03.458" v="4" actId="47"/>
        <pc:sldMkLst>
          <pc:docMk/>
          <pc:sldMk cId="2313986158" sldId="718"/>
        </pc:sldMkLst>
      </pc:sldChg>
      <pc:sldChg chg="del">
        <pc:chgData name="Sanders, Joseph" userId="84722137-53ac-4b51-b5a6-19ec507437d1" providerId="ADAL" clId="{38EDA9BC-C33A-430F-8AE7-B71E58BAEA9A}" dt="2026-09-14T17:17:03.458" v="4" actId="47"/>
        <pc:sldMkLst>
          <pc:docMk/>
          <pc:sldMk cId="750020451" sldId="719"/>
        </pc:sldMkLst>
      </pc:sldChg>
      <pc:sldChg chg="del">
        <pc:chgData name="Sanders, Joseph" userId="84722137-53ac-4b51-b5a6-19ec507437d1" providerId="ADAL" clId="{38EDA9BC-C33A-430F-8AE7-B71E58BAEA9A}" dt="2026-09-14T17:17:03.458" v="4" actId="47"/>
        <pc:sldMkLst>
          <pc:docMk/>
          <pc:sldMk cId="3427763171" sldId="720"/>
        </pc:sldMkLst>
      </pc:sldChg>
      <pc:sldChg chg="del">
        <pc:chgData name="Sanders, Joseph" userId="84722137-53ac-4b51-b5a6-19ec507437d1" providerId="ADAL" clId="{38EDA9BC-C33A-430F-8AE7-B71E58BAEA9A}" dt="2026-09-14T17:17:03.458" v="4" actId="47"/>
        <pc:sldMkLst>
          <pc:docMk/>
          <pc:sldMk cId="1699454610" sldId="721"/>
        </pc:sldMkLst>
      </pc:sldChg>
      <pc:sldChg chg="del">
        <pc:chgData name="Sanders, Joseph" userId="84722137-53ac-4b51-b5a6-19ec507437d1" providerId="ADAL" clId="{38EDA9BC-C33A-430F-8AE7-B71E58BAEA9A}" dt="2026-09-14T17:17:03.458" v="4" actId="47"/>
        <pc:sldMkLst>
          <pc:docMk/>
          <pc:sldMk cId="325058262" sldId="722"/>
        </pc:sldMkLst>
      </pc:sldChg>
      <pc:sldChg chg="del">
        <pc:chgData name="Sanders, Joseph" userId="84722137-53ac-4b51-b5a6-19ec507437d1" providerId="ADAL" clId="{38EDA9BC-C33A-430F-8AE7-B71E58BAEA9A}" dt="2026-09-14T17:17:03.458" v="4" actId="47"/>
        <pc:sldMkLst>
          <pc:docMk/>
          <pc:sldMk cId="3656124749" sldId="723"/>
        </pc:sldMkLst>
      </pc:sldChg>
      <pc:sldChg chg="del">
        <pc:chgData name="Sanders, Joseph" userId="84722137-53ac-4b51-b5a6-19ec507437d1" providerId="ADAL" clId="{38EDA9BC-C33A-430F-8AE7-B71E58BAEA9A}" dt="2026-09-14T17:17:03.458" v="4" actId="47"/>
        <pc:sldMkLst>
          <pc:docMk/>
          <pc:sldMk cId="4112620693" sldId="724"/>
        </pc:sldMkLst>
      </pc:sldChg>
      <pc:sldChg chg="del">
        <pc:chgData name="Sanders, Joseph" userId="84722137-53ac-4b51-b5a6-19ec507437d1" providerId="ADAL" clId="{38EDA9BC-C33A-430F-8AE7-B71E58BAEA9A}" dt="2026-09-14T17:17:03.458" v="4" actId="47"/>
        <pc:sldMkLst>
          <pc:docMk/>
          <pc:sldMk cId="904526946" sldId="725"/>
        </pc:sldMkLst>
      </pc:sldChg>
      <pc:sldChg chg="del">
        <pc:chgData name="Sanders, Joseph" userId="84722137-53ac-4b51-b5a6-19ec507437d1" providerId="ADAL" clId="{38EDA9BC-C33A-430F-8AE7-B71E58BAEA9A}" dt="2026-09-14T17:17:03.458" v="4" actId="47"/>
        <pc:sldMkLst>
          <pc:docMk/>
          <pc:sldMk cId="2243132767" sldId="726"/>
        </pc:sldMkLst>
      </pc:sldChg>
      <pc:sldChg chg="del">
        <pc:chgData name="Sanders, Joseph" userId="84722137-53ac-4b51-b5a6-19ec507437d1" providerId="ADAL" clId="{38EDA9BC-C33A-430F-8AE7-B71E58BAEA9A}" dt="2026-09-14T17:17:03.458" v="4" actId="47"/>
        <pc:sldMkLst>
          <pc:docMk/>
          <pc:sldMk cId="1636654546" sldId="730"/>
        </pc:sldMkLst>
      </pc:sldChg>
      <pc:sldChg chg="del">
        <pc:chgData name="Sanders, Joseph" userId="84722137-53ac-4b51-b5a6-19ec507437d1" providerId="ADAL" clId="{38EDA9BC-C33A-430F-8AE7-B71E58BAEA9A}" dt="2026-09-14T17:17:03.458" v="4" actId="47"/>
        <pc:sldMkLst>
          <pc:docMk/>
          <pc:sldMk cId="49247966" sldId="732"/>
        </pc:sldMkLst>
      </pc:sldChg>
      <pc:sldChg chg="del">
        <pc:chgData name="Sanders, Joseph" userId="84722137-53ac-4b51-b5a6-19ec507437d1" providerId="ADAL" clId="{38EDA9BC-C33A-430F-8AE7-B71E58BAEA9A}" dt="2026-09-14T17:17:03.458" v="4" actId="47"/>
        <pc:sldMkLst>
          <pc:docMk/>
          <pc:sldMk cId="2784446574" sldId="733"/>
        </pc:sldMkLst>
      </pc:sldChg>
      <pc:sldChg chg="del">
        <pc:chgData name="Sanders, Joseph" userId="84722137-53ac-4b51-b5a6-19ec507437d1" providerId="ADAL" clId="{38EDA9BC-C33A-430F-8AE7-B71E58BAEA9A}" dt="2026-09-14T17:17:03.458" v="4" actId="47"/>
        <pc:sldMkLst>
          <pc:docMk/>
          <pc:sldMk cId="1615388046" sldId="735"/>
        </pc:sldMkLst>
      </pc:sldChg>
      <pc:sldChg chg="del">
        <pc:chgData name="Sanders, Joseph" userId="84722137-53ac-4b51-b5a6-19ec507437d1" providerId="ADAL" clId="{38EDA9BC-C33A-430F-8AE7-B71E58BAEA9A}" dt="2026-09-14T17:17:03.458" v="4" actId="47"/>
        <pc:sldMkLst>
          <pc:docMk/>
          <pc:sldMk cId="3501290976" sldId="737"/>
        </pc:sldMkLst>
      </pc:sldChg>
      <pc:sldChg chg="del">
        <pc:chgData name="Sanders, Joseph" userId="84722137-53ac-4b51-b5a6-19ec507437d1" providerId="ADAL" clId="{38EDA9BC-C33A-430F-8AE7-B71E58BAEA9A}" dt="2026-09-14T17:17:03.458" v="4" actId="47"/>
        <pc:sldMkLst>
          <pc:docMk/>
          <pc:sldMk cId="1670895895" sldId="738"/>
        </pc:sldMkLst>
      </pc:sldChg>
      <pc:sldChg chg="del">
        <pc:chgData name="Sanders, Joseph" userId="84722137-53ac-4b51-b5a6-19ec507437d1" providerId="ADAL" clId="{38EDA9BC-C33A-430F-8AE7-B71E58BAEA9A}" dt="2026-09-14T17:17:03.458" v="4" actId="47"/>
        <pc:sldMkLst>
          <pc:docMk/>
          <pc:sldMk cId="3792248218" sldId="739"/>
        </pc:sldMkLst>
      </pc:sldChg>
      <pc:sldChg chg="del">
        <pc:chgData name="Sanders, Joseph" userId="84722137-53ac-4b51-b5a6-19ec507437d1" providerId="ADAL" clId="{38EDA9BC-C33A-430F-8AE7-B71E58BAEA9A}" dt="2026-09-14T17:17:03.458" v="4" actId="47"/>
        <pc:sldMkLst>
          <pc:docMk/>
          <pc:sldMk cId="1914081610" sldId="741"/>
        </pc:sldMkLst>
      </pc:sldChg>
      <pc:sldChg chg="del">
        <pc:chgData name="Sanders, Joseph" userId="84722137-53ac-4b51-b5a6-19ec507437d1" providerId="ADAL" clId="{38EDA9BC-C33A-430F-8AE7-B71E58BAEA9A}" dt="2026-09-14T17:17:03.458" v="4" actId="47"/>
        <pc:sldMkLst>
          <pc:docMk/>
          <pc:sldMk cId="2943768922" sldId="742"/>
        </pc:sldMkLst>
      </pc:sldChg>
      <pc:sldChg chg="del">
        <pc:chgData name="Sanders, Joseph" userId="84722137-53ac-4b51-b5a6-19ec507437d1" providerId="ADAL" clId="{38EDA9BC-C33A-430F-8AE7-B71E58BAEA9A}" dt="2026-09-14T17:17:03.458" v="4" actId="47"/>
        <pc:sldMkLst>
          <pc:docMk/>
          <pc:sldMk cId="173809671" sldId="744"/>
        </pc:sldMkLst>
      </pc:sldChg>
      <pc:sldChg chg="del">
        <pc:chgData name="Sanders, Joseph" userId="84722137-53ac-4b51-b5a6-19ec507437d1" providerId="ADAL" clId="{38EDA9BC-C33A-430F-8AE7-B71E58BAEA9A}" dt="2026-09-14T17:17:03.458" v="4" actId="47"/>
        <pc:sldMkLst>
          <pc:docMk/>
          <pc:sldMk cId="2884126875" sldId="745"/>
        </pc:sldMkLst>
      </pc:sldChg>
      <pc:sldChg chg="del">
        <pc:chgData name="Sanders, Joseph" userId="84722137-53ac-4b51-b5a6-19ec507437d1" providerId="ADAL" clId="{38EDA9BC-C33A-430F-8AE7-B71E58BAEA9A}" dt="2026-09-14T17:17:03.458" v="4" actId="47"/>
        <pc:sldMkLst>
          <pc:docMk/>
          <pc:sldMk cId="4256442354" sldId="746"/>
        </pc:sldMkLst>
      </pc:sldChg>
      <pc:sldChg chg="del">
        <pc:chgData name="Sanders, Joseph" userId="84722137-53ac-4b51-b5a6-19ec507437d1" providerId="ADAL" clId="{38EDA9BC-C33A-430F-8AE7-B71E58BAEA9A}" dt="2026-09-14T17:17:03.458" v="4" actId="47"/>
        <pc:sldMkLst>
          <pc:docMk/>
          <pc:sldMk cId="820214497" sldId="747"/>
        </pc:sldMkLst>
      </pc:sldChg>
      <pc:sldChg chg="del">
        <pc:chgData name="Sanders, Joseph" userId="84722137-53ac-4b51-b5a6-19ec507437d1" providerId="ADAL" clId="{38EDA9BC-C33A-430F-8AE7-B71E58BAEA9A}" dt="2026-09-14T17:17:03.458" v="4" actId="47"/>
        <pc:sldMkLst>
          <pc:docMk/>
          <pc:sldMk cId="1338980796" sldId="748"/>
        </pc:sldMkLst>
      </pc:sldChg>
      <pc:sldChg chg="del">
        <pc:chgData name="Sanders, Joseph" userId="84722137-53ac-4b51-b5a6-19ec507437d1" providerId="ADAL" clId="{38EDA9BC-C33A-430F-8AE7-B71E58BAEA9A}" dt="2026-09-14T17:17:03.458" v="4" actId="47"/>
        <pc:sldMkLst>
          <pc:docMk/>
          <pc:sldMk cId="953277623" sldId="749"/>
        </pc:sldMkLst>
      </pc:sldChg>
      <pc:sldChg chg="del">
        <pc:chgData name="Sanders, Joseph" userId="84722137-53ac-4b51-b5a6-19ec507437d1" providerId="ADAL" clId="{38EDA9BC-C33A-430F-8AE7-B71E58BAEA9A}" dt="2026-09-14T17:17:03.458" v="4" actId="47"/>
        <pc:sldMkLst>
          <pc:docMk/>
          <pc:sldMk cId="864642123" sldId="750"/>
        </pc:sldMkLst>
      </pc:sldChg>
      <pc:sldChg chg="del">
        <pc:chgData name="Sanders, Joseph" userId="84722137-53ac-4b51-b5a6-19ec507437d1" providerId="ADAL" clId="{38EDA9BC-C33A-430F-8AE7-B71E58BAEA9A}" dt="2026-09-14T17:17:03.458" v="4" actId="47"/>
        <pc:sldMkLst>
          <pc:docMk/>
          <pc:sldMk cId="535480816" sldId="751"/>
        </pc:sldMkLst>
      </pc:sldChg>
      <pc:sldChg chg="del">
        <pc:chgData name="Sanders, Joseph" userId="84722137-53ac-4b51-b5a6-19ec507437d1" providerId="ADAL" clId="{38EDA9BC-C33A-430F-8AE7-B71E58BAEA9A}" dt="2026-09-14T17:17:03.458" v="4" actId="47"/>
        <pc:sldMkLst>
          <pc:docMk/>
          <pc:sldMk cId="3892504605" sldId="752"/>
        </pc:sldMkLst>
      </pc:sldChg>
      <pc:sldChg chg="del">
        <pc:chgData name="Sanders, Joseph" userId="84722137-53ac-4b51-b5a6-19ec507437d1" providerId="ADAL" clId="{38EDA9BC-C33A-430F-8AE7-B71E58BAEA9A}" dt="2026-09-14T17:17:03.458" v="4" actId="47"/>
        <pc:sldMkLst>
          <pc:docMk/>
          <pc:sldMk cId="2861048618" sldId="753"/>
        </pc:sldMkLst>
      </pc:sldChg>
      <pc:sldChg chg="del">
        <pc:chgData name="Sanders, Joseph" userId="84722137-53ac-4b51-b5a6-19ec507437d1" providerId="ADAL" clId="{38EDA9BC-C33A-430F-8AE7-B71E58BAEA9A}" dt="2026-09-14T17:17:03.458" v="4" actId="47"/>
        <pc:sldMkLst>
          <pc:docMk/>
          <pc:sldMk cId="3476718638" sldId="755"/>
        </pc:sldMkLst>
      </pc:sldChg>
      <pc:sldChg chg="del">
        <pc:chgData name="Sanders, Joseph" userId="84722137-53ac-4b51-b5a6-19ec507437d1" providerId="ADAL" clId="{38EDA9BC-C33A-430F-8AE7-B71E58BAEA9A}" dt="2026-09-14T17:17:03.458" v="4" actId="47"/>
        <pc:sldMkLst>
          <pc:docMk/>
          <pc:sldMk cId="3440462438" sldId="756"/>
        </pc:sldMkLst>
      </pc:sldChg>
      <pc:sldChg chg="del">
        <pc:chgData name="Sanders, Joseph" userId="84722137-53ac-4b51-b5a6-19ec507437d1" providerId="ADAL" clId="{38EDA9BC-C33A-430F-8AE7-B71E58BAEA9A}" dt="2026-09-14T17:17:03.458" v="4" actId="47"/>
        <pc:sldMkLst>
          <pc:docMk/>
          <pc:sldMk cId="3909754400" sldId="757"/>
        </pc:sldMkLst>
      </pc:sldChg>
      <pc:sldChg chg="del">
        <pc:chgData name="Sanders, Joseph" userId="84722137-53ac-4b51-b5a6-19ec507437d1" providerId="ADAL" clId="{38EDA9BC-C33A-430F-8AE7-B71E58BAEA9A}" dt="2026-09-14T17:17:03.458" v="4" actId="47"/>
        <pc:sldMkLst>
          <pc:docMk/>
          <pc:sldMk cId="508738476" sldId="758"/>
        </pc:sldMkLst>
      </pc:sldChg>
      <pc:sldChg chg="del">
        <pc:chgData name="Sanders, Joseph" userId="84722137-53ac-4b51-b5a6-19ec507437d1" providerId="ADAL" clId="{38EDA9BC-C33A-430F-8AE7-B71E58BAEA9A}" dt="2026-09-14T17:17:03.458" v="4" actId="47"/>
        <pc:sldMkLst>
          <pc:docMk/>
          <pc:sldMk cId="964545903" sldId="759"/>
        </pc:sldMkLst>
      </pc:sldChg>
      <pc:sldChg chg="del">
        <pc:chgData name="Sanders, Joseph" userId="84722137-53ac-4b51-b5a6-19ec507437d1" providerId="ADAL" clId="{38EDA9BC-C33A-430F-8AE7-B71E58BAEA9A}" dt="2026-09-14T17:17:03.458" v="4" actId="47"/>
        <pc:sldMkLst>
          <pc:docMk/>
          <pc:sldMk cId="64752007" sldId="760"/>
        </pc:sldMkLst>
      </pc:sldChg>
      <pc:sldChg chg="del">
        <pc:chgData name="Sanders, Joseph" userId="84722137-53ac-4b51-b5a6-19ec507437d1" providerId="ADAL" clId="{38EDA9BC-C33A-430F-8AE7-B71E58BAEA9A}" dt="2026-09-14T17:17:03.458" v="4" actId="47"/>
        <pc:sldMkLst>
          <pc:docMk/>
          <pc:sldMk cId="1023854511" sldId="761"/>
        </pc:sldMkLst>
      </pc:sldChg>
      <pc:sldChg chg="del">
        <pc:chgData name="Sanders, Joseph" userId="84722137-53ac-4b51-b5a6-19ec507437d1" providerId="ADAL" clId="{38EDA9BC-C33A-430F-8AE7-B71E58BAEA9A}" dt="2026-09-14T17:17:03.458" v="4" actId="47"/>
        <pc:sldMkLst>
          <pc:docMk/>
          <pc:sldMk cId="468854065" sldId="763"/>
        </pc:sldMkLst>
      </pc:sldChg>
      <pc:sldChg chg="del">
        <pc:chgData name="Sanders, Joseph" userId="84722137-53ac-4b51-b5a6-19ec507437d1" providerId="ADAL" clId="{38EDA9BC-C33A-430F-8AE7-B71E58BAEA9A}" dt="2026-09-14T17:17:03.458" v="4" actId="47"/>
        <pc:sldMkLst>
          <pc:docMk/>
          <pc:sldMk cId="1985125630" sldId="765"/>
        </pc:sldMkLst>
      </pc:sldChg>
      <pc:sldChg chg="del">
        <pc:chgData name="Sanders, Joseph" userId="84722137-53ac-4b51-b5a6-19ec507437d1" providerId="ADAL" clId="{38EDA9BC-C33A-430F-8AE7-B71E58BAEA9A}" dt="2026-09-14T17:17:03.458" v="4" actId="47"/>
        <pc:sldMkLst>
          <pc:docMk/>
          <pc:sldMk cId="1244388031" sldId="767"/>
        </pc:sldMkLst>
      </pc:sldChg>
      <pc:sldChg chg="del">
        <pc:chgData name="Sanders, Joseph" userId="84722137-53ac-4b51-b5a6-19ec507437d1" providerId="ADAL" clId="{38EDA9BC-C33A-430F-8AE7-B71E58BAEA9A}" dt="2026-09-14T17:17:03.458" v="4" actId="47"/>
        <pc:sldMkLst>
          <pc:docMk/>
          <pc:sldMk cId="601886865" sldId="768"/>
        </pc:sldMkLst>
      </pc:sldChg>
      <pc:sldChg chg="del">
        <pc:chgData name="Sanders, Joseph" userId="84722137-53ac-4b51-b5a6-19ec507437d1" providerId="ADAL" clId="{38EDA9BC-C33A-430F-8AE7-B71E58BAEA9A}" dt="2026-09-14T17:17:03.458" v="4" actId="47"/>
        <pc:sldMkLst>
          <pc:docMk/>
          <pc:sldMk cId="575406012" sldId="769"/>
        </pc:sldMkLst>
      </pc:sldChg>
      <pc:sldChg chg="del">
        <pc:chgData name="Sanders, Joseph" userId="84722137-53ac-4b51-b5a6-19ec507437d1" providerId="ADAL" clId="{38EDA9BC-C33A-430F-8AE7-B71E58BAEA9A}" dt="2026-09-14T17:17:03.458" v="4" actId="47"/>
        <pc:sldMkLst>
          <pc:docMk/>
          <pc:sldMk cId="2840810690" sldId="770"/>
        </pc:sldMkLst>
      </pc:sldChg>
      <pc:sldChg chg="del">
        <pc:chgData name="Sanders, Joseph" userId="84722137-53ac-4b51-b5a6-19ec507437d1" providerId="ADAL" clId="{38EDA9BC-C33A-430F-8AE7-B71E58BAEA9A}" dt="2026-09-14T17:17:03.458" v="4" actId="47"/>
        <pc:sldMkLst>
          <pc:docMk/>
          <pc:sldMk cId="763827089" sldId="771"/>
        </pc:sldMkLst>
      </pc:sldChg>
      <pc:sldChg chg="del">
        <pc:chgData name="Sanders, Joseph" userId="84722137-53ac-4b51-b5a6-19ec507437d1" providerId="ADAL" clId="{38EDA9BC-C33A-430F-8AE7-B71E58BAEA9A}" dt="2026-09-14T17:17:03.458" v="4" actId="47"/>
        <pc:sldMkLst>
          <pc:docMk/>
          <pc:sldMk cId="3533085645" sldId="772"/>
        </pc:sldMkLst>
      </pc:sldChg>
      <pc:sldChg chg="del">
        <pc:chgData name="Sanders, Joseph" userId="84722137-53ac-4b51-b5a6-19ec507437d1" providerId="ADAL" clId="{38EDA9BC-C33A-430F-8AE7-B71E58BAEA9A}" dt="2026-09-14T17:17:03.458" v="4" actId="47"/>
        <pc:sldMkLst>
          <pc:docMk/>
          <pc:sldMk cId="4289557398" sldId="773"/>
        </pc:sldMkLst>
      </pc:sldChg>
      <pc:sldChg chg="del">
        <pc:chgData name="Sanders, Joseph" userId="84722137-53ac-4b51-b5a6-19ec507437d1" providerId="ADAL" clId="{38EDA9BC-C33A-430F-8AE7-B71E58BAEA9A}" dt="2026-09-14T17:17:03.458" v="4" actId="47"/>
        <pc:sldMkLst>
          <pc:docMk/>
          <pc:sldMk cId="4153004902" sldId="774"/>
        </pc:sldMkLst>
      </pc:sldChg>
      <pc:sldChg chg="del">
        <pc:chgData name="Sanders, Joseph" userId="84722137-53ac-4b51-b5a6-19ec507437d1" providerId="ADAL" clId="{38EDA9BC-C33A-430F-8AE7-B71E58BAEA9A}" dt="2026-09-14T17:17:03.458" v="4" actId="47"/>
        <pc:sldMkLst>
          <pc:docMk/>
          <pc:sldMk cId="896114687" sldId="775"/>
        </pc:sldMkLst>
      </pc:sldChg>
      <pc:sldChg chg="del">
        <pc:chgData name="Sanders, Joseph" userId="84722137-53ac-4b51-b5a6-19ec507437d1" providerId="ADAL" clId="{38EDA9BC-C33A-430F-8AE7-B71E58BAEA9A}" dt="2026-09-14T17:17:03.458" v="4" actId="47"/>
        <pc:sldMkLst>
          <pc:docMk/>
          <pc:sldMk cId="2846688209" sldId="776"/>
        </pc:sldMkLst>
      </pc:sldChg>
      <pc:sldChg chg="del">
        <pc:chgData name="Sanders, Joseph" userId="84722137-53ac-4b51-b5a6-19ec507437d1" providerId="ADAL" clId="{38EDA9BC-C33A-430F-8AE7-B71E58BAEA9A}" dt="2026-09-14T17:17:03.458" v="4" actId="47"/>
        <pc:sldMkLst>
          <pc:docMk/>
          <pc:sldMk cId="351498399" sldId="777"/>
        </pc:sldMkLst>
      </pc:sldChg>
      <pc:sldChg chg="del">
        <pc:chgData name="Sanders, Joseph" userId="84722137-53ac-4b51-b5a6-19ec507437d1" providerId="ADAL" clId="{38EDA9BC-C33A-430F-8AE7-B71E58BAEA9A}" dt="2026-09-14T17:17:03.458" v="4" actId="47"/>
        <pc:sldMkLst>
          <pc:docMk/>
          <pc:sldMk cId="3226862482" sldId="778"/>
        </pc:sldMkLst>
      </pc:sldChg>
      <pc:sldChg chg="del">
        <pc:chgData name="Sanders, Joseph" userId="84722137-53ac-4b51-b5a6-19ec507437d1" providerId="ADAL" clId="{38EDA9BC-C33A-430F-8AE7-B71E58BAEA9A}" dt="2026-09-14T17:17:03.458" v="4" actId="47"/>
        <pc:sldMkLst>
          <pc:docMk/>
          <pc:sldMk cId="1108389716" sldId="783"/>
        </pc:sldMkLst>
      </pc:sldChg>
      <pc:sldChg chg="del">
        <pc:chgData name="Sanders, Joseph" userId="84722137-53ac-4b51-b5a6-19ec507437d1" providerId="ADAL" clId="{38EDA9BC-C33A-430F-8AE7-B71E58BAEA9A}" dt="2026-09-14T17:17:03.458" v="4" actId="47"/>
        <pc:sldMkLst>
          <pc:docMk/>
          <pc:sldMk cId="1961874027" sldId="786"/>
        </pc:sldMkLst>
      </pc:sldChg>
      <pc:sldChg chg="del">
        <pc:chgData name="Sanders, Joseph" userId="84722137-53ac-4b51-b5a6-19ec507437d1" providerId="ADAL" clId="{38EDA9BC-C33A-430F-8AE7-B71E58BAEA9A}" dt="2026-09-14T17:17:03.458" v="4" actId="47"/>
        <pc:sldMkLst>
          <pc:docMk/>
          <pc:sldMk cId="793592491" sldId="787"/>
        </pc:sldMkLst>
      </pc:sldChg>
      <pc:sldChg chg="del">
        <pc:chgData name="Sanders, Joseph" userId="84722137-53ac-4b51-b5a6-19ec507437d1" providerId="ADAL" clId="{38EDA9BC-C33A-430F-8AE7-B71E58BAEA9A}" dt="2026-09-14T17:17:03.458" v="4" actId="47"/>
        <pc:sldMkLst>
          <pc:docMk/>
          <pc:sldMk cId="2997407177" sldId="789"/>
        </pc:sldMkLst>
      </pc:sldChg>
      <pc:sldChg chg="del">
        <pc:chgData name="Sanders, Joseph" userId="84722137-53ac-4b51-b5a6-19ec507437d1" providerId="ADAL" clId="{38EDA9BC-C33A-430F-8AE7-B71E58BAEA9A}" dt="2026-09-14T17:17:03.458" v="4" actId="47"/>
        <pc:sldMkLst>
          <pc:docMk/>
          <pc:sldMk cId="1533589569" sldId="792"/>
        </pc:sldMkLst>
      </pc:sldChg>
      <pc:sldChg chg="del">
        <pc:chgData name="Sanders, Joseph" userId="84722137-53ac-4b51-b5a6-19ec507437d1" providerId="ADAL" clId="{38EDA9BC-C33A-430F-8AE7-B71E58BAEA9A}" dt="2026-09-14T17:17:03.458" v="4" actId="47"/>
        <pc:sldMkLst>
          <pc:docMk/>
          <pc:sldMk cId="2049925452" sldId="794"/>
        </pc:sldMkLst>
      </pc:sldChg>
      <pc:sldChg chg="del">
        <pc:chgData name="Sanders, Joseph" userId="84722137-53ac-4b51-b5a6-19ec507437d1" providerId="ADAL" clId="{38EDA9BC-C33A-430F-8AE7-B71E58BAEA9A}" dt="2026-09-14T17:17:03.458" v="4" actId="47"/>
        <pc:sldMkLst>
          <pc:docMk/>
          <pc:sldMk cId="2229340203" sldId="795"/>
        </pc:sldMkLst>
      </pc:sldChg>
      <pc:sldChg chg="del">
        <pc:chgData name="Sanders, Joseph" userId="84722137-53ac-4b51-b5a6-19ec507437d1" providerId="ADAL" clId="{38EDA9BC-C33A-430F-8AE7-B71E58BAEA9A}" dt="2026-09-14T17:17:03.458" v="4" actId="47"/>
        <pc:sldMkLst>
          <pc:docMk/>
          <pc:sldMk cId="1592602656" sldId="796"/>
        </pc:sldMkLst>
      </pc:sldChg>
      <pc:sldChg chg="del">
        <pc:chgData name="Sanders, Joseph" userId="84722137-53ac-4b51-b5a6-19ec507437d1" providerId="ADAL" clId="{38EDA9BC-C33A-430F-8AE7-B71E58BAEA9A}" dt="2026-09-14T17:17:03.458" v="4" actId="47"/>
        <pc:sldMkLst>
          <pc:docMk/>
          <pc:sldMk cId="1554654123" sldId="797"/>
        </pc:sldMkLst>
      </pc:sldChg>
      <pc:sldChg chg="del">
        <pc:chgData name="Sanders, Joseph" userId="84722137-53ac-4b51-b5a6-19ec507437d1" providerId="ADAL" clId="{38EDA9BC-C33A-430F-8AE7-B71E58BAEA9A}" dt="2026-09-14T17:17:03.458" v="4" actId="47"/>
        <pc:sldMkLst>
          <pc:docMk/>
          <pc:sldMk cId="3096038598" sldId="798"/>
        </pc:sldMkLst>
      </pc:sldChg>
      <pc:sldChg chg="del">
        <pc:chgData name="Sanders, Joseph" userId="84722137-53ac-4b51-b5a6-19ec507437d1" providerId="ADAL" clId="{38EDA9BC-C33A-430F-8AE7-B71E58BAEA9A}" dt="2026-09-14T17:17:03.458" v="4" actId="47"/>
        <pc:sldMkLst>
          <pc:docMk/>
          <pc:sldMk cId="3161308987" sldId="799"/>
        </pc:sldMkLst>
      </pc:sldChg>
      <pc:sldChg chg="del">
        <pc:chgData name="Sanders, Joseph" userId="84722137-53ac-4b51-b5a6-19ec507437d1" providerId="ADAL" clId="{38EDA9BC-C33A-430F-8AE7-B71E58BAEA9A}" dt="2026-09-14T17:17:03.458" v="4" actId="47"/>
        <pc:sldMkLst>
          <pc:docMk/>
          <pc:sldMk cId="1437390550" sldId="800"/>
        </pc:sldMkLst>
      </pc:sldChg>
      <pc:sldChg chg="del">
        <pc:chgData name="Sanders, Joseph" userId="84722137-53ac-4b51-b5a6-19ec507437d1" providerId="ADAL" clId="{38EDA9BC-C33A-430F-8AE7-B71E58BAEA9A}" dt="2026-09-14T17:17:03.458" v="4" actId="47"/>
        <pc:sldMkLst>
          <pc:docMk/>
          <pc:sldMk cId="2898674559" sldId="802"/>
        </pc:sldMkLst>
      </pc:sldChg>
      <pc:sldChg chg="del">
        <pc:chgData name="Sanders, Joseph" userId="84722137-53ac-4b51-b5a6-19ec507437d1" providerId="ADAL" clId="{38EDA9BC-C33A-430F-8AE7-B71E58BAEA9A}" dt="2026-09-14T17:17:03.458" v="4" actId="47"/>
        <pc:sldMkLst>
          <pc:docMk/>
          <pc:sldMk cId="1493771893" sldId="803"/>
        </pc:sldMkLst>
      </pc:sldChg>
      <pc:sldChg chg="del">
        <pc:chgData name="Sanders, Joseph" userId="84722137-53ac-4b51-b5a6-19ec507437d1" providerId="ADAL" clId="{38EDA9BC-C33A-430F-8AE7-B71E58BAEA9A}" dt="2026-09-14T17:17:03.458" v="4" actId="47"/>
        <pc:sldMkLst>
          <pc:docMk/>
          <pc:sldMk cId="3022264607" sldId="804"/>
        </pc:sldMkLst>
      </pc:sldChg>
      <pc:sldChg chg="del">
        <pc:chgData name="Sanders, Joseph" userId="84722137-53ac-4b51-b5a6-19ec507437d1" providerId="ADAL" clId="{38EDA9BC-C33A-430F-8AE7-B71E58BAEA9A}" dt="2026-09-14T17:17:03.458" v="4" actId="47"/>
        <pc:sldMkLst>
          <pc:docMk/>
          <pc:sldMk cId="3779401270" sldId="805"/>
        </pc:sldMkLst>
      </pc:sldChg>
      <pc:sldChg chg="del">
        <pc:chgData name="Sanders, Joseph" userId="84722137-53ac-4b51-b5a6-19ec507437d1" providerId="ADAL" clId="{38EDA9BC-C33A-430F-8AE7-B71E58BAEA9A}" dt="2026-09-14T17:17:03.458" v="4" actId="47"/>
        <pc:sldMkLst>
          <pc:docMk/>
          <pc:sldMk cId="416902776" sldId="806"/>
        </pc:sldMkLst>
      </pc:sldChg>
      <pc:sldChg chg="del">
        <pc:chgData name="Sanders, Joseph" userId="84722137-53ac-4b51-b5a6-19ec507437d1" providerId="ADAL" clId="{38EDA9BC-C33A-430F-8AE7-B71E58BAEA9A}" dt="2026-09-14T17:17:03.458" v="4" actId="47"/>
        <pc:sldMkLst>
          <pc:docMk/>
          <pc:sldMk cId="1410267818" sldId="807"/>
        </pc:sldMkLst>
      </pc:sldChg>
      <pc:sldChg chg="del">
        <pc:chgData name="Sanders, Joseph" userId="84722137-53ac-4b51-b5a6-19ec507437d1" providerId="ADAL" clId="{38EDA9BC-C33A-430F-8AE7-B71E58BAEA9A}" dt="2026-09-14T17:17:03.458" v="4" actId="47"/>
        <pc:sldMkLst>
          <pc:docMk/>
          <pc:sldMk cId="2336730174" sldId="808"/>
        </pc:sldMkLst>
      </pc:sldChg>
      <pc:sldChg chg="del">
        <pc:chgData name="Sanders, Joseph" userId="84722137-53ac-4b51-b5a6-19ec507437d1" providerId="ADAL" clId="{38EDA9BC-C33A-430F-8AE7-B71E58BAEA9A}" dt="2026-09-14T17:17:03.458" v="4" actId="47"/>
        <pc:sldMkLst>
          <pc:docMk/>
          <pc:sldMk cId="2248500918" sldId="809"/>
        </pc:sldMkLst>
      </pc:sldChg>
      <pc:sldChg chg="del">
        <pc:chgData name="Sanders, Joseph" userId="84722137-53ac-4b51-b5a6-19ec507437d1" providerId="ADAL" clId="{38EDA9BC-C33A-430F-8AE7-B71E58BAEA9A}" dt="2026-09-14T17:17:03.458" v="4" actId="47"/>
        <pc:sldMkLst>
          <pc:docMk/>
          <pc:sldMk cId="1227525605" sldId="810"/>
        </pc:sldMkLst>
      </pc:sldChg>
      <pc:sldChg chg="del">
        <pc:chgData name="Sanders, Joseph" userId="84722137-53ac-4b51-b5a6-19ec507437d1" providerId="ADAL" clId="{38EDA9BC-C33A-430F-8AE7-B71E58BAEA9A}" dt="2026-09-14T17:17:03.458" v="4" actId="47"/>
        <pc:sldMkLst>
          <pc:docMk/>
          <pc:sldMk cId="852615770" sldId="811"/>
        </pc:sldMkLst>
      </pc:sldChg>
      <pc:sldChg chg="del">
        <pc:chgData name="Sanders, Joseph" userId="84722137-53ac-4b51-b5a6-19ec507437d1" providerId="ADAL" clId="{38EDA9BC-C33A-430F-8AE7-B71E58BAEA9A}" dt="2026-09-14T17:17:03.458" v="4" actId="47"/>
        <pc:sldMkLst>
          <pc:docMk/>
          <pc:sldMk cId="3804433572" sldId="812"/>
        </pc:sldMkLst>
      </pc:sldChg>
      <pc:sldChg chg="del">
        <pc:chgData name="Sanders, Joseph" userId="84722137-53ac-4b51-b5a6-19ec507437d1" providerId="ADAL" clId="{38EDA9BC-C33A-430F-8AE7-B71E58BAEA9A}" dt="2026-09-14T17:17:03.458" v="4" actId="47"/>
        <pc:sldMkLst>
          <pc:docMk/>
          <pc:sldMk cId="1069988" sldId="813"/>
        </pc:sldMkLst>
      </pc:sldChg>
      <pc:sldChg chg="del">
        <pc:chgData name="Sanders, Joseph" userId="84722137-53ac-4b51-b5a6-19ec507437d1" providerId="ADAL" clId="{38EDA9BC-C33A-430F-8AE7-B71E58BAEA9A}" dt="2026-09-14T17:17:03.458" v="4" actId="47"/>
        <pc:sldMkLst>
          <pc:docMk/>
          <pc:sldMk cId="3919207218" sldId="814"/>
        </pc:sldMkLst>
      </pc:sldChg>
      <pc:sldChg chg="del">
        <pc:chgData name="Sanders, Joseph" userId="84722137-53ac-4b51-b5a6-19ec507437d1" providerId="ADAL" clId="{38EDA9BC-C33A-430F-8AE7-B71E58BAEA9A}" dt="2026-09-14T17:17:03.458" v="4" actId="47"/>
        <pc:sldMkLst>
          <pc:docMk/>
          <pc:sldMk cId="1940596469" sldId="815"/>
        </pc:sldMkLst>
      </pc:sldChg>
      <pc:sldChg chg="del">
        <pc:chgData name="Sanders, Joseph" userId="84722137-53ac-4b51-b5a6-19ec507437d1" providerId="ADAL" clId="{38EDA9BC-C33A-430F-8AE7-B71E58BAEA9A}" dt="2026-09-14T17:17:03.458" v="4" actId="47"/>
        <pc:sldMkLst>
          <pc:docMk/>
          <pc:sldMk cId="650456715" sldId="816"/>
        </pc:sldMkLst>
      </pc:sldChg>
      <pc:sldChg chg="del">
        <pc:chgData name="Sanders, Joseph" userId="84722137-53ac-4b51-b5a6-19ec507437d1" providerId="ADAL" clId="{38EDA9BC-C33A-430F-8AE7-B71E58BAEA9A}" dt="2026-09-14T17:17:03.458" v="4" actId="47"/>
        <pc:sldMkLst>
          <pc:docMk/>
          <pc:sldMk cId="1013458816" sldId="817"/>
        </pc:sldMkLst>
      </pc:sldChg>
      <pc:sldChg chg="del">
        <pc:chgData name="Sanders, Joseph" userId="84722137-53ac-4b51-b5a6-19ec507437d1" providerId="ADAL" clId="{38EDA9BC-C33A-430F-8AE7-B71E58BAEA9A}" dt="2026-09-14T17:17:03.458" v="4" actId="47"/>
        <pc:sldMkLst>
          <pc:docMk/>
          <pc:sldMk cId="1594004912" sldId="818"/>
        </pc:sldMkLst>
      </pc:sldChg>
      <pc:sldChg chg="del">
        <pc:chgData name="Sanders, Joseph" userId="84722137-53ac-4b51-b5a6-19ec507437d1" providerId="ADAL" clId="{38EDA9BC-C33A-430F-8AE7-B71E58BAEA9A}" dt="2026-09-14T17:17:03.458" v="4" actId="47"/>
        <pc:sldMkLst>
          <pc:docMk/>
          <pc:sldMk cId="2830175829" sldId="820"/>
        </pc:sldMkLst>
      </pc:sldChg>
      <pc:sldChg chg="del">
        <pc:chgData name="Sanders, Joseph" userId="84722137-53ac-4b51-b5a6-19ec507437d1" providerId="ADAL" clId="{38EDA9BC-C33A-430F-8AE7-B71E58BAEA9A}" dt="2026-09-14T17:17:03.458" v="4" actId="47"/>
        <pc:sldMkLst>
          <pc:docMk/>
          <pc:sldMk cId="4278445221" sldId="821"/>
        </pc:sldMkLst>
      </pc:sldChg>
      <pc:sldChg chg="del">
        <pc:chgData name="Sanders, Joseph" userId="84722137-53ac-4b51-b5a6-19ec507437d1" providerId="ADAL" clId="{38EDA9BC-C33A-430F-8AE7-B71E58BAEA9A}" dt="2026-09-14T17:17:03.458" v="4" actId="47"/>
        <pc:sldMkLst>
          <pc:docMk/>
          <pc:sldMk cId="1284363730" sldId="827"/>
        </pc:sldMkLst>
      </pc:sldChg>
      <pc:sldChg chg="del">
        <pc:chgData name="Sanders, Joseph" userId="84722137-53ac-4b51-b5a6-19ec507437d1" providerId="ADAL" clId="{38EDA9BC-C33A-430F-8AE7-B71E58BAEA9A}" dt="2026-09-14T17:17:03.458" v="4" actId="47"/>
        <pc:sldMkLst>
          <pc:docMk/>
          <pc:sldMk cId="2118369671" sldId="828"/>
        </pc:sldMkLst>
      </pc:sldChg>
      <pc:sldChg chg="del">
        <pc:chgData name="Sanders, Joseph" userId="84722137-53ac-4b51-b5a6-19ec507437d1" providerId="ADAL" clId="{38EDA9BC-C33A-430F-8AE7-B71E58BAEA9A}" dt="2026-09-14T17:17:03.458" v="4" actId="47"/>
        <pc:sldMkLst>
          <pc:docMk/>
          <pc:sldMk cId="1911876742" sldId="829"/>
        </pc:sldMkLst>
      </pc:sldChg>
      <pc:sldChg chg="del">
        <pc:chgData name="Sanders, Joseph" userId="84722137-53ac-4b51-b5a6-19ec507437d1" providerId="ADAL" clId="{38EDA9BC-C33A-430F-8AE7-B71E58BAEA9A}" dt="2026-09-14T17:18:01.821" v="5" actId="47"/>
        <pc:sldMkLst>
          <pc:docMk/>
          <pc:sldMk cId="3397019139" sldId="830"/>
        </pc:sldMkLst>
      </pc:sldChg>
      <pc:sldChg chg="del">
        <pc:chgData name="Sanders, Joseph" userId="84722137-53ac-4b51-b5a6-19ec507437d1" providerId="ADAL" clId="{38EDA9BC-C33A-430F-8AE7-B71E58BAEA9A}" dt="2026-09-14T17:18:01.821" v="5" actId="47"/>
        <pc:sldMkLst>
          <pc:docMk/>
          <pc:sldMk cId="3059195705" sldId="831"/>
        </pc:sldMkLst>
      </pc:sldChg>
      <pc:sldChg chg="del">
        <pc:chgData name="Sanders, Joseph" userId="84722137-53ac-4b51-b5a6-19ec507437d1" providerId="ADAL" clId="{38EDA9BC-C33A-430F-8AE7-B71E58BAEA9A}" dt="2026-09-14T17:18:01.821" v="5" actId="47"/>
        <pc:sldMkLst>
          <pc:docMk/>
          <pc:sldMk cId="759949228" sldId="832"/>
        </pc:sldMkLst>
      </pc:sldChg>
      <pc:sldChg chg="del">
        <pc:chgData name="Sanders, Joseph" userId="84722137-53ac-4b51-b5a6-19ec507437d1" providerId="ADAL" clId="{38EDA9BC-C33A-430F-8AE7-B71E58BAEA9A}" dt="2026-09-14T17:18:01.821" v="5" actId="47"/>
        <pc:sldMkLst>
          <pc:docMk/>
          <pc:sldMk cId="290160680" sldId="833"/>
        </pc:sldMkLst>
      </pc:sldChg>
      <pc:sldChg chg="del">
        <pc:chgData name="Sanders, Joseph" userId="84722137-53ac-4b51-b5a6-19ec507437d1" providerId="ADAL" clId="{38EDA9BC-C33A-430F-8AE7-B71E58BAEA9A}" dt="2026-09-14T17:18:01.821" v="5" actId="47"/>
        <pc:sldMkLst>
          <pc:docMk/>
          <pc:sldMk cId="1537640559" sldId="834"/>
        </pc:sldMkLst>
      </pc:sldChg>
      <pc:sldChg chg="del">
        <pc:chgData name="Sanders, Joseph" userId="84722137-53ac-4b51-b5a6-19ec507437d1" providerId="ADAL" clId="{38EDA9BC-C33A-430F-8AE7-B71E58BAEA9A}" dt="2026-09-14T17:17:03.458" v="4" actId="47"/>
        <pc:sldMkLst>
          <pc:docMk/>
          <pc:sldMk cId="3383585897" sldId="835"/>
        </pc:sldMkLst>
      </pc:sldChg>
      <pc:sldChg chg="del">
        <pc:chgData name="Sanders, Joseph" userId="84722137-53ac-4b51-b5a6-19ec507437d1" providerId="ADAL" clId="{38EDA9BC-C33A-430F-8AE7-B71E58BAEA9A}" dt="2026-09-14T17:17:03.458" v="4" actId="47"/>
        <pc:sldMkLst>
          <pc:docMk/>
          <pc:sldMk cId="4185635684" sldId="837"/>
        </pc:sldMkLst>
      </pc:sldChg>
      <pc:sldChg chg="del">
        <pc:chgData name="Sanders, Joseph" userId="84722137-53ac-4b51-b5a6-19ec507437d1" providerId="ADAL" clId="{38EDA9BC-C33A-430F-8AE7-B71E58BAEA9A}" dt="2026-09-14T17:17:03.458" v="4" actId="47"/>
        <pc:sldMkLst>
          <pc:docMk/>
          <pc:sldMk cId="3284952786" sldId="839"/>
        </pc:sldMkLst>
      </pc:sldChg>
      <pc:sldChg chg="del">
        <pc:chgData name="Sanders, Joseph" userId="84722137-53ac-4b51-b5a6-19ec507437d1" providerId="ADAL" clId="{38EDA9BC-C33A-430F-8AE7-B71E58BAEA9A}" dt="2026-09-14T17:17:03.458" v="4" actId="47"/>
        <pc:sldMkLst>
          <pc:docMk/>
          <pc:sldMk cId="883416948" sldId="840"/>
        </pc:sldMkLst>
      </pc:sldChg>
      <pc:sldChg chg="del">
        <pc:chgData name="Sanders, Joseph" userId="84722137-53ac-4b51-b5a6-19ec507437d1" providerId="ADAL" clId="{38EDA9BC-C33A-430F-8AE7-B71E58BAEA9A}" dt="2026-09-14T17:17:03.458" v="4" actId="47"/>
        <pc:sldMkLst>
          <pc:docMk/>
          <pc:sldMk cId="2559248703" sldId="841"/>
        </pc:sldMkLst>
      </pc:sldChg>
      <pc:sldChg chg="del">
        <pc:chgData name="Sanders, Joseph" userId="84722137-53ac-4b51-b5a6-19ec507437d1" providerId="ADAL" clId="{38EDA9BC-C33A-430F-8AE7-B71E58BAEA9A}" dt="2026-09-14T17:17:03.458" v="4" actId="47"/>
        <pc:sldMkLst>
          <pc:docMk/>
          <pc:sldMk cId="4199820796" sldId="844"/>
        </pc:sldMkLst>
      </pc:sldChg>
      <pc:sldChg chg="del">
        <pc:chgData name="Sanders, Joseph" userId="84722137-53ac-4b51-b5a6-19ec507437d1" providerId="ADAL" clId="{38EDA9BC-C33A-430F-8AE7-B71E58BAEA9A}" dt="2026-09-14T17:17:03.458" v="4" actId="47"/>
        <pc:sldMkLst>
          <pc:docMk/>
          <pc:sldMk cId="3055632241" sldId="845"/>
        </pc:sldMkLst>
      </pc:sldChg>
      <pc:sldChg chg="del">
        <pc:chgData name="Sanders, Joseph" userId="84722137-53ac-4b51-b5a6-19ec507437d1" providerId="ADAL" clId="{38EDA9BC-C33A-430F-8AE7-B71E58BAEA9A}" dt="2026-09-14T17:17:03.458" v="4" actId="47"/>
        <pc:sldMkLst>
          <pc:docMk/>
          <pc:sldMk cId="2257914851" sldId="846"/>
        </pc:sldMkLst>
      </pc:sldChg>
      <pc:sldChg chg="del">
        <pc:chgData name="Sanders, Joseph" userId="84722137-53ac-4b51-b5a6-19ec507437d1" providerId="ADAL" clId="{38EDA9BC-C33A-430F-8AE7-B71E58BAEA9A}" dt="2026-09-14T17:17:03.458" v="4" actId="47"/>
        <pc:sldMkLst>
          <pc:docMk/>
          <pc:sldMk cId="1231824954" sldId="847"/>
        </pc:sldMkLst>
      </pc:sldChg>
      <pc:sldChg chg="del">
        <pc:chgData name="Sanders, Joseph" userId="84722137-53ac-4b51-b5a6-19ec507437d1" providerId="ADAL" clId="{38EDA9BC-C33A-430F-8AE7-B71E58BAEA9A}" dt="2026-09-14T17:17:03.458" v="4" actId="47"/>
        <pc:sldMkLst>
          <pc:docMk/>
          <pc:sldMk cId="4103720162" sldId="848"/>
        </pc:sldMkLst>
      </pc:sldChg>
      <pc:sldChg chg="del">
        <pc:chgData name="Sanders, Joseph" userId="84722137-53ac-4b51-b5a6-19ec507437d1" providerId="ADAL" clId="{38EDA9BC-C33A-430F-8AE7-B71E58BAEA9A}" dt="2026-09-14T17:17:03.458" v="4" actId="47"/>
        <pc:sldMkLst>
          <pc:docMk/>
          <pc:sldMk cId="3551920412" sldId="849"/>
        </pc:sldMkLst>
      </pc:sldChg>
      <pc:sldChg chg="del">
        <pc:chgData name="Sanders, Joseph" userId="84722137-53ac-4b51-b5a6-19ec507437d1" providerId="ADAL" clId="{38EDA9BC-C33A-430F-8AE7-B71E58BAEA9A}" dt="2026-09-14T17:17:03.458" v="4" actId="47"/>
        <pc:sldMkLst>
          <pc:docMk/>
          <pc:sldMk cId="2934729753" sldId="851"/>
        </pc:sldMkLst>
      </pc:sldChg>
      <pc:sldChg chg="del">
        <pc:chgData name="Sanders, Joseph" userId="84722137-53ac-4b51-b5a6-19ec507437d1" providerId="ADAL" clId="{38EDA9BC-C33A-430F-8AE7-B71E58BAEA9A}" dt="2026-09-14T17:17:03.458" v="4" actId="47"/>
        <pc:sldMkLst>
          <pc:docMk/>
          <pc:sldMk cId="13642698" sldId="852"/>
        </pc:sldMkLst>
      </pc:sldChg>
      <pc:sldChg chg="del">
        <pc:chgData name="Sanders, Joseph" userId="84722137-53ac-4b51-b5a6-19ec507437d1" providerId="ADAL" clId="{38EDA9BC-C33A-430F-8AE7-B71E58BAEA9A}" dt="2026-09-14T17:17:03.458" v="4" actId="47"/>
        <pc:sldMkLst>
          <pc:docMk/>
          <pc:sldMk cId="3968885161" sldId="853"/>
        </pc:sldMkLst>
      </pc:sldChg>
      <pc:sldChg chg="del">
        <pc:chgData name="Sanders, Joseph" userId="84722137-53ac-4b51-b5a6-19ec507437d1" providerId="ADAL" clId="{38EDA9BC-C33A-430F-8AE7-B71E58BAEA9A}" dt="2026-09-14T17:17:03.458" v="4" actId="47"/>
        <pc:sldMkLst>
          <pc:docMk/>
          <pc:sldMk cId="2590835233" sldId="854"/>
        </pc:sldMkLst>
      </pc:sldChg>
      <pc:sldChg chg="del">
        <pc:chgData name="Sanders, Joseph" userId="84722137-53ac-4b51-b5a6-19ec507437d1" providerId="ADAL" clId="{38EDA9BC-C33A-430F-8AE7-B71E58BAEA9A}" dt="2026-09-14T17:17:03.458" v="4" actId="47"/>
        <pc:sldMkLst>
          <pc:docMk/>
          <pc:sldMk cId="3422678065" sldId="855"/>
        </pc:sldMkLst>
      </pc:sldChg>
      <pc:sldChg chg="del">
        <pc:chgData name="Sanders, Joseph" userId="84722137-53ac-4b51-b5a6-19ec507437d1" providerId="ADAL" clId="{38EDA9BC-C33A-430F-8AE7-B71E58BAEA9A}" dt="2026-09-14T17:17:03.458" v="4" actId="47"/>
        <pc:sldMkLst>
          <pc:docMk/>
          <pc:sldMk cId="2957050523" sldId="856"/>
        </pc:sldMkLst>
      </pc:sldChg>
      <pc:sldChg chg="del">
        <pc:chgData name="Sanders, Joseph" userId="84722137-53ac-4b51-b5a6-19ec507437d1" providerId="ADAL" clId="{38EDA9BC-C33A-430F-8AE7-B71E58BAEA9A}" dt="2026-09-14T17:17:03.458" v="4" actId="47"/>
        <pc:sldMkLst>
          <pc:docMk/>
          <pc:sldMk cId="3842169651" sldId="857"/>
        </pc:sldMkLst>
      </pc:sldChg>
      <pc:sldChg chg="del">
        <pc:chgData name="Sanders, Joseph" userId="84722137-53ac-4b51-b5a6-19ec507437d1" providerId="ADAL" clId="{38EDA9BC-C33A-430F-8AE7-B71E58BAEA9A}" dt="2026-09-14T17:17:03.458" v="4" actId="47"/>
        <pc:sldMkLst>
          <pc:docMk/>
          <pc:sldMk cId="536238084" sldId="858"/>
        </pc:sldMkLst>
      </pc:sldChg>
      <pc:sldChg chg="del">
        <pc:chgData name="Sanders, Joseph" userId="84722137-53ac-4b51-b5a6-19ec507437d1" providerId="ADAL" clId="{38EDA9BC-C33A-430F-8AE7-B71E58BAEA9A}" dt="2026-09-14T17:17:03.458" v="4" actId="47"/>
        <pc:sldMkLst>
          <pc:docMk/>
          <pc:sldMk cId="2479616644" sldId="859"/>
        </pc:sldMkLst>
      </pc:sldChg>
      <pc:sldChg chg="del">
        <pc:chgData name="Sanders, Joseph" userId="84722137-53ac-4b51-b5a6-19ec507437d1" providerId="ADAL" clId="{38EDA9BC-C33A-430F-8AE7-B71E58BAEA9A}" dt="2026-09-14T17:17:03.458" v="4" actId="47"/>
        <pc:sldMkLst>
          <pc:docMk/>
          <pc:sldMk cId="3147881344" sldId="860"/>
        </pc:sldMkLst>
      </pc:sldChg>
      <pc:sldChg chg="del">
        <pc:chgData name="Sanders, Joseph" userId="84722137-53ac-4b51-b5a6-19ec507437d1" providerId="ADAL" clId="{38EDA9BC-C33A-430F-8AE7-B71E58BAEA9A}" dt="2026-09-14T17:17:03.458" v="4" actId="47"/>
        <pc:sldMkLst>
          <pc:docMk/>
          <pc:sldMk cId="3609418855" sldId="861"/>
        </pc:sldMkLst>
      </pc:sldChg>
      <pc:sldChg chg="del">
        <pc:chgData name="Sanders, Joseph" userId="84722137-53ac-4b51-b5a6-19ec507437d1" providerId="ADAL" clId="{38EDA9BC-C33A-430F-8AE7-B71E58BAEA9A}" dt="2026-09-14T17:17:03.458" v="4" actId="47"/>
        <pc:sldMkLst>
          <pc:docMk/>
          <pc:sldMk cId="3704625366" sldId="862"/>
        </pc:sldMkLst>
      </pc:sldChg>
      <pc:sldChg chg="del">
        <pc:chgData name="Sanders, Joseph" userId="84722137-53ac-4b51-b5a6-19ec507437d1" providerId="ADAL" clId="{38EDA9BC-C33A-430F-8AE7-B71E58BAEA9A}" dt="2026-09-14T17:17:03.458" v="4" actId="47"/>
        <pc:sldMkLst>
          <pc:docMk/>
          <pc:sldMk cId="3838677461" sldId="863"/>
        </pc:sldMkLst>
      </pc:sldChg>
      <pc:sldChg chg="del">
        <pc:chgData name="Sanders, Joseph" userId="84722137-53ac-4b51-b5a6-19ec507437d1" providerId="ADAL" clId="{38EDA9BC-C33A-430F-8AE7-B71E58BAEA9A}" dt="2026-09-14T17:17:03.458" v="4" actId="47"/>
        <pc:sldMkLst>
          <pc:docMk/>
          <pc:sldMk cId="1554210682" sldId="864"/>
        </pc:sldMkLst>
      </pc:sldChg>
      <pc:sldChg chg="del">
        <pc:chgData name="Sanders, Joseph" userId="84722137-53ac-4b51-b5a6-19ec507437d1" providerId="ADAL" clId="{38EDA9BC-C33A-430F-8AE7-B71E58BAEA9A}" dt="2026-09-14T17:17:03.458" v="4" actId="47"/>
        <pc:sldMkLst>
          <pc:docMk/>
          <pc:sldMk cId="799677729" sldId="865"/>
        </pc:sldMkLst>
      </pc:sldChg>
      <pc:sldChg chg="del">
        <pc:chgData name="Sanders, Joseph" userId="84722137-53ac-4b51-b5a6-19ec507437d1" providerId="ADAL" clId="{38EDA9BC-C33A-430F-8AE7-B71E58BAEA9A}" dt="2026-09-14T17:17:03.458" v="4" actId="47"/>
        <pc:sldMkLst>
          <pc:docMk/>
          <pc:sldMk cId="4193593621" sldId="866"/>
        </pc:sldMkLst>
      </pc:sldChg>
      <pc:sldChg chg="del">
        <pc:chgData name="Sanders, Joseph" userId="84722137-53ac-4b51-b5a6-19ec507437d1" providerId="ADAL" clId="{38EDA9BC-C33A-430F-8AE7-B71E58BAEA9A}" dt="2026-09-14T17:17:03.458" v="4" actId="47"/>
        <pc:sldMkLst>
          <pc:docMk/>
          <pc:sldMk cId="3987973163" sldId="867"/>
        </pc:sldMkLst>
      </pc:sldChg>
      <pc:sldChg chg="del">
        <pc:chgData name="Sanders, Joseph" userId="84722137-53ac-4b51-b5a6-19ec507437d1" providerId="ADAL" clId="{38EDA9BC-C33A-430F-8AE7-B71E58BAEA9A}" dt="2026-09-14T17:17:03.458" v="4" actId="47"/>
        <pc:sldMkLst>
          <pc:docMk/>
          <pc:sldMk cId="1502782388" sldId="868"/>
        </pc:sldMkLst>
      </pc:sldChg>
      <pc:sldChg chg="del">
        <pc:chgData name="Sanders, Joseph" userId="84722137-53ac-4b51-b5a6-19ec507437d1" providerId="ADAL" clId="{38EDA9BC-C33A-430F-8AE7-B71E58BAEA9A}" dt="2026-09-14T17:17:03.458" v="4" actId="47"/>
        <pc:sldMkLst>
          <pc:docMk/>
          <pc:sldMk cId="1290402769" sldId="869"/>
        </pc:sldMkLst>
      </pc:sldChg>
      <pc:sldChg chg="del">
        <pc:chgData name="Sanders, Joseph" userId="84722137-53ac-4b51-b5a6-19ec507437d1" providerId="ADAL" clId="{38EDA9BC-C33A-430F-8AE7-B71E58BAEA9A}" dt="2026-09-14T17:17:03.458" v="4" actId="47"/>
        <pc:sldMkLst>
          <pc:docMk/>
          <pc:sldMk cId="675312247" sldId="870"/>
        </pc:sldMkLst>
      </pc:sldChg>
      <pc:sldChg chg="del">
        <pc:chgData name="Sanders, Joseph" userId="84722137-53ac-4b51-b5a6-19ec507437d1" providerId="ADAL" clId="{38EDA9BC-C33A-430F-8AE7-B71E58BAEA9A}" dt="2026-09-14T17:17:03.458" v="4" actId="47"/>
        <pc:sldMkLst>
          <pc:docMk/>
          <pc:sldMk cId="3882951138" sldId="871"/>
        </pc:sldMkLst>
      </pc:sldChg>
      <pc:sldChg chg="del">
        <pc:chgData name="Sanders, Joseph" userId="84722137-53ac-4b51-b5a6-19ec507437d1" providerId="ADAL" clId="{38EDA9BC-C33A-430F-8AE7-B71E58BAEA9A}" dt="2026-09-14T17:17:03.458" v="4" actId="47"/>
        <pc:sldMkLst>
          <pc:docMk/>
          <pc:sldMk cId="4056573427" sldId="872"/>
        </pc:sldMkLst>
      </pc:sldChg>
      <pc:sldChg chg="del">
        <pc:chgData name="Sanders, Joseph" userId="84722137-53ac-4b51-b5a6-19ec507437d1" providerId="ADAL" clId="{38EDA9BC-C33A-430F-8AE7-B71E58BAEA9A}" dt="2026-09-14T17:17:03.458" v="4" actId="47"/>
        <pc:sldMkLst>
          <pc:docMk/>
          <pc:sldMk cId="1798309419" sldId="873"/>
        </pc:sldMkLst>
      </pc:sldChg>
      <pc:sldChg chg="del">
        <pc:chgData name="Sanders, Joseph" userId="84722137-53ac-4b51-b5a6-19ec507437d1" providerId="ADAL" clId="{38EDA9BC-C33A-430F-8AE7-B71E58BAEA9A}" dt="2026-09-14T17:18:01.821" v="5" actId="47"/>
        <pc:sldMkLst>
          <pc:docMk/>
          <pc:sldMk cId="2793543010" sldId="874"/>
        </pc:sldMkLst>
      </pc:sldChg>
      <pc:sldChg chg="del">
        <pc:chgData name="Sanders, Joseph" userId="84722137-53ac-4b51-b5a6-19ec507437d1" providerId="ADAL" clId="{38EDA9BC-C33A-430F-8AE7-B71E58BAEA9A}" dt="2026-09-14T17:18:01.821" v="5" actId="47"/>
        <pc:sldMkLst>
          <pc:docMk/>
          <pc:sldMk cId="3682611882" sldId="875"/>
        </pc:sldMkLst>
      </pc:sldChg>
      <pc:sldChg chg="del">
        <pc:chgData name="Sanders, Joseph" userId="84722137-53ac-4b51-b5a6-19ec507437d1" providerId="ADAL" clId="{38EDA9BC-C33A-430F-8AE7-B71E58BAEA9A}" dt="2026-09-14T17:18:01.821" v="5" actId="47"/>
        <pc:sldMkLst>
          <pc:docMk/>
          <pc:sldMk cId="2036392611" sldId="876"/>
        </pc:sldMkLst>
      </pc:sldChg>
      <pc:sldChg chg="del">
        <pc:chgData name="Sanders, Joseph" userId="84722137-53ac-4b51-b5a6-19ec507437d1" providerId="ADAL" clId="{38EDA9BC-C33A-430F-8AE7-B71E58BAEA9A}" dt="2026-09-14T17:18:01.821" v="5" actId="47"/>
        <pc:sldMkLst>
          <pc:docMk/>
          <pc:sldMk cId="2733636863" sldId="877"/>
        </pc:sldMkLst>
      </pc:sldChg>
      <pc:sldChg chg="del">
        <pc:chgData name="Sanders, Joseph" userId="84722137-53ac-4b51-b5a6-19ec507437d1" providerId="ADAL" clId="{38EDA9BC-C33A-430F-8AE7-B71E58BAEA9A}" dt="2026-09-14T17:18:01.821" v="5" actId="47"/>
        <pc:sldMkLst>
          <pc:docMk/>
          <pc:sldMk cId="2988338073" sldId="878"/>
        </pc:sldMkLst>
      </pc:sldChg>
      <pc:sldChg chg="del">
        <pc:chgData name="Sanders, Joseph" userId="84722137-53ac-4b51-b5a6-19ec507437d1" providerId="ADAL" clId="{38EDA9BC-C33A-430F-8AE7-B71E58BAEA9A}" dt="2026-09-14T17:18:01.821" v="5" actId="47"/>
        <pc:sldMkLst>
          <pc:docMk/>
          <pc:sldMk cId="1722301610" sldId="879"/>
        </pc:sldMkLst>
      </pc:sldChg>
      <pc:sldChg chg="del">
        <pc:chgData name="Sanders, Joseph" userId="84722137-53ac-4b51-b5a6-19ec507437d1" providerId="ADAL" clId="{38EDA9BC-C33A-430F-8AE7-B71E58BAEA9A}" dt="2026-09-14T17:18:01.821" v="5" actId="47"/>
        <pc:sldMkLst>
          <pc:docMk/>
          <pc:sldMk cId="3956588056" sldId="880"/>
        </pc:sldMkLst>
      </pc:sldChg>
      <pc:sldChg chg="del">
        <pc:chgData name="Sanders, Joseph" userId="84722137-53ac-4b51-b5a6-19ec507437d1" providerId="ADAL" clId="{38EDA9BC-C33A-430F-8AE7-B71E58BAEA9A}" dt="2026-09-14T17:18:01.821" v="5" actId="47"/>
        <pc:sldMkLst>
          <pc:docMk/>
          <pc:sldMk cId="1083981683" sldId="881"/>
        </pc:sldMkLst>
      </pc:sldChg>
      <pc:sldChg chg="del">
        <pc:chgData name="Sanders, Joseph" userId="84722137-53ac-4b51-b5a6-19ec507437d1" providerId="ADAL" clId="{38EDA9BC-C33A-430F-8AE7-B71E58BAEA9A}" dt="2026-09-14T17:18:01.821" v="5" actId="47"/>
        <pc:sldMkLst>
          <pc:docMk/>
          <pc:sldMk cId="764605576" sldId="882"/>
        </pc:sldMkLst>
      </pc:sldChg>
      <pc:sldChg chg="del">
        <pc:chgData name="Sanders, Joseph" userId="84722137-53ac-4b51-b5a6-19ec507437d1" providerId="ADAL" clId="{38EDA9BC-C33A-430F-8AE7-B71E58BAEA9A}" dt="2026-09-14T17:18:01.821" v="5" actId="47"/>
        <pc:sldMkLst>
          <pc:docMk/>
          <pc:sldMk cId="4041372543" sldId="883"/>
        </pc:sldMkLst>
      </pc:sldChg>
      <pc:sldChg chg="del">
        <pc:chgData name="Sanders, Joseph" userId="84722137-53ac-4b51-b5a6-19ec507437d1" providerId="ADAL" clId="{38EDA9BC-C33A-430F-8AE7-B71E58BAEA9A}" dt="2026-09-14T17:18:01.821" v="5" actId="47"/>
        <pc:sldMkLst>
          <pc:docMk/>
          <pc:sldMk cId="75401882" sldId="884"/>
        </pc:sldMkLst>
      </pc:sldChg>
      <pc:sldChg chg="del">
        <pc:chgData name="Sanders, Joseph" userId="84722137-53ac-4b51-b5a6-19ec507437d1" providerId="ADAL" clId="{38EDA9BC-C33A-430F-8AE7-B71E58BAEA9A}" dt="2026-09-14T17:18:01.821" v="5" actId="47"/>
        <pc:sldMkLst>
          <pc:docMk/>
          <pc:sldMk cId="1641717385" sldId="886"/>
        </pc:sldMkLst>
      </pc:sldChg>
      <pc:sldChg chg="del">
        <pc:chgData name="Sanders, Joseph" userId="84722137-53ac-4b51-b5a6-19ec507437d1" providerId="ADAL" clId="{38EDA9BC-C33A-430F-8AE7-B71E58BAEA9A}" dt="2026-09-14T17:18:01.821" v="5" actId="47"/>
        <pc:sldMkLst>
          <pc:docMk/>
          <pc:sldMk cId="270311912" sldId="887"/>
        </pc:sldMkLst>
      </pc:sldChg>
      <pc:sldChg chg="del">
        <pc:chgData name="Sanders, Joseph" userId="84722137-53ac-4b51-b5a6-19ec507437d1" providerId="ADAL" clId="{38EDA9BC-C33A-430F-8AE7-B71E58BAEA9A}" dt="2026-09-14T17:18:01.821" v="5" actId="47"/>
        <pc:sldMkLst>
          <pc:docMk/>
          <pc:sldMk cId="4178684349" sldId="890"/>
        </pc:sldMkLst>
      </pc:sldChg>
      <pc:sldChg chg="del">
        <pc:chgData name="Sanders, Joseph" userId="84722137-53ac-4b51-b5a6-19ec507437d1" providerId="ADAL" clId="{38EDA9BC-C33A-430F-8AE7-B71E58BAEA9A}" dt="2026-09-14T17:17:03.458" v="4" actId="47"/>
        <pc:sldMkLst>
          <pc:docMk/>
          <pc:sldMk cId="312039677" sldId="892"/>
        </pc:sldMkLst>
      </pc:sldChg>
      <pc:sldChg chg="del">
        <pc:chgData name="Sanders, Joseph" userId="84722137-53ac-4b51-b5a6-19ec507437d1" providerId="ADAL" clId="{38EDA9BC-C33A-430F-8AE7-B71E58BAEA9A}" dt="2026-09-14T17:17:03.458" v="4" actId="47"/>
        <pc:sldMkLst>
          <pc:docMk/>
          <pc:sldMk cId="4159706002" sldId="893"/>
        </pc:sldMkLst>
      </pc:sldChg>
      <pc:sldChg chg="del">
        <pc:chgData name="Sanders, Joseph" userId="84722137-53ac-4b51-b5a6-19ec507437d1" providerId="ADAL" clId="{38EDA9BC-C33A-430F-8AE7-B71E58BAEA9A}" dt="2026-09-14T17:17:03.458" v="4" actId="47"/>
        <pc:sldMkLst>
          <pc:docMk/>
          <pc:sldMk cId="276437154" sldId="896"/>
        </pc:sldMkLst>
      </pc:sldChg>
      <pc:sldChg chg="del">
        <pc:chgData name="Sanders, Joseph" userId="84722137-53ac-4b51-b5a6-19ec507437d1" providerId="ADAL" clId="{38EDA9BC-C33A-430F-8AE7-B71E58BAEA9A}" dt="2026-09-14T17:17:03.458" v="4" actId="47"/>
        <pc:sldMkLst>
          <pc:docMk/>
          <pc:sldMk cId="4040919276" sldId="897"/>
        </pc:sldMkLst>
      </pc:sldChg>
      <pc:sldChg chg="del">
        <pc:chgData name="Sanders, Joseph" userId="84722137-53ac-4b51-b5a6-19ec507437d1" providerId="ADAL" clId="{38EDA9BC-C33A-430F-8AE7-B71E58BAEA9A}" dt="2026-09-14T17:17:03.458" v="4" actId="47"/>
        <pc:sldMkLst>
          <pc:docMk/>
          <pc:sldMk cId="61492696" sldId="898"/>
        </pc:sldMkLst>
      </pc:sldChg>
      <pc:sldChg chg="del">
        <pc:chgData name="Sanders, Joseph" userId="84722137-53ac-4b51-b5a6-19ec507437d1" providerId="ADAL" clId="{38EDA9BC-C33A-430F-8AE7-B71E58BAEA9A}" dt="2026-09-14T17:17:03.458" v="4" actId="47"/>
        <pc:sldMkLst>
          <pc:docMk/>
          <pc:sldMk cId="1812836329" sldId="899"/>
        </pc:sldMkLst>
      </pc:sldChg>
      <pc:sldChg chg="del">
        <pc:chgData name="Sanders, Joseph" userId="84722137-53ac-4b51-b5a6-19ec507437d1" providerId="ADAL" clId="{38EDA9BC-C33A-430F-8AE7-B71E58BAEA9A}" dt="2026-09-14T17:17:03.458" v="4" actId="47"/>
        <pc:sldMkLst>
          <pc:docMk/>
          <pc:sldMk cId="2293859645" sldId="900"/>
        </pc:sldMkLst>
      </pc:sldChg>
      <pc:sldChg chg="del">
        <pc:chgData name="Sanders, Joseph" userId="84722137-53ac-4b51-b5a6-19ec507437d1" providerId="ADAL" clId="{38EDA9BC-C33A-430F-8AE7-B71E58BAEA9A}" dt="2026-09-14T17:17:03.458" v="4" actId="47"/>
        <pc:sldMkLst>
          <pc:docMk/>
          <pc:sldMk cId="367971602" sldId="901"/>
        </pc:sldMkLst>
      </pc:sldChg>
      <pc:sldChg chg="del">
        <pc:chgData name="Sanders, Joseph" userId="84722137-53ac-4b51-b5a6-19ec507437d1" providerId="ADAL" clId="{38EDA9BC-C33A-430F-8AE7-B71E58BAEA9A}" dt="2026-09-14T17:17:03.458" v="4" actId="47"/>
        <pc:sldMkLst>
          <pc:docMk/>
          <pc:sldMk cId="527291893" sldId="902"/>
        </pc:sldMkLst>
      </pc:sldChg>
      <pc:sldChg chg="del">
        <pc:chgData name="Sanders, Joseph" userId="84722137-53ac-4b51-b5a6-19ec507437d1" providerId="ADAL" clId="{38EDA9BC-C33A-430F-8AE7-B71E58BAEA9A}" dt="2026-09-14T17:17:03.458" v="4" actId="47"/>
        <pc:sldMkLst>
          <pc:docMk/>
          <pc:sldMk cId="3221080933" sldId="903"/>
        </pc:sldMkLst>
      </pc:sldChg>
      <pc:sldChg chg="del">
        <pc:chgData name="Sanders, Joseph" userId="84722137-53ac-4b51-b5a6-19ec507437d1" providerId="ADAL" clId="{38EDA9BC-C33A-430F-8AE7-B71E58BAEA9A}" dt="2026-09-14T17:17:03.458" v="4" actId="47"/>
        <pc:sldMkLst>
          <pc:docMk/>
          <pc:sldMk cId="624969586" sldId="904"/>
        </pc:sldMkLst>
      </pc:sldChg>
      <pc:sldChg chg="del">
        <pc:chgData name="Sanders, Joseph" userId="84722137-53ac-4b51-b5a6-19ec507437d1" providerId="ADAL" clId="{38EDA9BC-C33A-430F-8AE7-B71E58BAEA9A}" dt="2026-09-14T17:17:03.458" v="4" actId="47"/>
        <pc:sldMkLst>
          <pc:docMk/>
          <pc:sldMk cId="2930744334" sldId="905"/>
        </pc:sldMkLst>
      </pc:sldChg>
      <pc:sldChg chg="del">
        <pc:chgData name="Sanders, Joseph" userId="84722137-53ac-4b51-b5a6-19ec507437d1" providerId="ADAL" clId="{38EDA9BC-C33A-430F-8AE7-B71E58BAEA9A}" dt="2026-09-14T17:17:03.458" v="4" actId="47"/>
        <pc:sldMkLst>
          <pc:docMk/>
          <pc:sldMk cId="2702009463" sldId="906"/>
        </pc:sldMkLst>
      </pc:sldChg>
      <pc:sldChg chg="del">
        <pc:chgData name="Sanders, Joseph" userId="84722137-53ac-4b51-b5a6-19ec507437d1" providerId="ADAL" clId="{38EDA9BC-C33A-430F-8AE7-B71E58BAEA9A}" dt="2026-09-14T17:17:03.458" v="4" actId="47"/>
        <pc:sldMkLst>
          <pc:docMk/>
          <pc:sldMk cId="306761667" sldId="907"/>
        </pc:sldMkLst>
      </pc:sldChg>
      <pc:sldChg chg="del">
        <pc:chgData name="Sanders, Joseph" userId="84722137-53ac-4b51-b5a6-19ec507437d1" providerId="ADAL" clId="{38EDA9BC-C33A-430F-8AE7-B71E58BAEA9A}" dt="2026-09-14T17:17:03.458" v="4" actId="47"/>
        <pc:sldMkLst>
          <pc:docMk/>
          <pc:sldMk cId="1990799921" sldId="908"/>
        </pc:sldMkLst>
      </pc:sldChg>
      <pc:sldChg chg="del">
        <pc:chgData name="Sanders, Joseph" userId="84722137-53ac-4b51-b5a6-19ec507437d1" providerId="ADAL" clId="{38EDA9BC-C33A-430F-8AE7-B71E58BAEA9A}" dt="2026-09-14T17:17:03.458" v="4" actId="47"/>
        <pc:sldMkLst>
          <pc:docMk/>
          <pc:sldMk cId="2698335501" sldId="909"/>
        </pc:sldMkLst>
      </pc:sldChg>
      <pc:sldChg chg="del">
        <pc:chgData name="Sanders, Joseph" userId="84722137-53ac-4b51-b5a6-19ec507437d1" providerId="ADAL" clId="{38EDA9BC-C33A-430F-8AE7-B71E58BAEA9A}" dt="2026-09-14T17:17:03.458" v="4" actId="47"/>
        <pc:sldMkLst>
          <pc:docMk/>
          <pc:sldMk cId="1019004076" sldId="910"/>
        </pc:sldMkLst>
      </pc:sldChg>
      <pc:sldChg chg="del">
        <pc:chgData name="Sanders, Joseph" userId="84722137-53ac-4b51-b5a6-19ec507437d1" providerId="ADAL" clId="{38EDA9BC-C33A-430F-8AE7-B71E58BAEA9A}" dt="2026-09-14T17:17:03.458" v="4" actId="47"/>
        <pc:sldMkLst>
          <pc:docMk/>
          <pc:sldMk cId="3520905111" sldId="911"/>
        </pc:sldMkLst>
      </pc:sldChg>
      <pc:sldChg chg="del">
        <pc:chgData name="Sanders, Joseph" userId="84722137-53ac-4b51-b5a6-19ec507437d1" providerId="ADAL" clId="{38EDA9BC-C33A-430F-8AE7-B71E58BAEA9A}" dt="2026-09-14T17:17:03.458" v="4" actId="47"/>
        <pc:sldMkLst>
          <pc:docMk/>
          <pc:sldMk cId="1134017424" sldId="912"/>
        </pc:sldMkLst>
      </pc:sldChg>
      <pc:sldChg chg="del">
        <pc:chgData name="Sanders, Joseph" userId="84722137-53ac-4b51-b5a6-19ec507437d1" providerId="ADAL" clId="{38EDA9BC-C33A-430F-8AE7-B71E58BAEA9A}" dt="2026-09-14T17:17:03.458" v="4" actId="47"/>
        <pc:sldMkLst>
          <pc:docMk/>
          <pc:sldMk cId="2493396648" sldId="913"/>
        </pc:sldMkLst>
      </pc:sldChg>
      <pc:sldChg chg="del">
        <pc:chgData name="Sanders, Joseph" userId="84722137-53ac-4b51-b5a6-19ec507437d1" providerId="ADAL" clId="{38EDA9BC-C33A-430F-8AE7-B71E58BAEA9A}" dt="2026-09-14T17:17:03.458" v="4" actId="47"/>
        <pc:sldMkLst>
          <pc:docMk/>
          <pc:sldMk cId="563239874" sldId="914"/>
        </pc:sldMkLst>
      </pc:sldChg>
      <pc:sldChg chg="del">
        <pc:chgData name="Sanders, Joseph" userId="84722137-53ac-4b51-b5a6-19ec507437d1" providerId="ADAL" clId="{38EDA9BC-C33A-430F-8AE7-B71E58BAEA9A}" dt="2026-09-14T17:17:03.458" v="4" actId="47"/>
        <pc:sldMkLst>
          <pc:docMk/>
          <pc:sldMk cId="2615731542" sldId="915"/>
        </pc:sldMkLst>
      </pc:sldChg>
      <pc:sldChg chg="del">
        <pc:chgData name="Sanders, Joseph" userId="84722137-53ac-4b51-b5a6-19ec507437d1" providerId="ADAL" clId="{38EDA9BC-C33A-430F-8AE7-B71E58BAEA9A}" dt="2026-09-14T17:17:03.458" v="4" actId="47"/>
        <pc:sldMkLst>
          <pc:docMk/>
          <pc:sldMk cId="509172125" sldId="916"/>
        </pc:sldMkLst>
      </pc:sldChg>
      <pc:sldChg chg="del">
        <pc:chgData name="Sanders, Joseph" userId="84722137-53ac-4b51-b5a6-19ec507437d1" providerId="ADAL" clId="{38EDA9BC-C33A-430F-8AE7-B71E58BAEA9A}" dt="2026-09-14T17:17:03.458" v="4" actId="47"/>
        <pc:sldMkLst>
          <pc:docMk/>
          <pc:sldMk cId="1126088321" sldId="917"/>
        </pc:sldMkLst>
      </pc:sldChg>
      <pc:sldChg chg="del">
        <pc:chgData name="Sanders, Joseph" userId="84722137-53ac-4b51-b5a6-19ec507437d1" providerId="ADAL" clId="{38EDA9BC-C33A-430F-8AE7-B71E58BAEA9A}" dt="2026-09-14T17:17:03.458" v="4" actId="47"/>
        <pc:sldMkLst>
          <pc:docMk/>
          <pc:sldMk cId="832407095" sldId="918"/>
        </pc:sldMkLst>
      </pc:sldChg>
      <pc:sldChg chg="del">
        <pc:chgData name="Sanders, Joseph" userId="84722137-53ac-4b51-b5a6-19ec507437d1" providerId="ADAL" clId="{38EDA9BC-C33A-430F-8AE7-B71E58BAEA9A}" dt="2026-09-14T17:17:03.458" v="4" actId="47"/>
        <pc:sldMkLst>
          <pc:docMk/>
          <pc:sldMk cId="183883371" sldId="919"/>
        </pc:sldMkLst>
      </pc:sldChg>
      <pc:sldChg chg="del">
        <pc:chgData name="Sanders, Joseph" userId="84722137-53ac-4b51-b5a6-19ec507437d1" providerId="ADAL" clId="{38EDA9BC-C33A-430F-8AE7-B71E58BAEA9A}" dt="2026-09-14T17:17:03.458" v="4" actId="47"/>
        <pc:sldMkLst>
          <pc:docMk/>
          <pc:sldMk cId="3424917619" sldId="920"/>
        </pc:sldMkLst>
      </pc:sldChg>
      <pc:sldChg chg="del">
        <pc:chgData name="Sanders, Joseph" userId="84722137-53ac-4b51-b5a6-19ec507437d1" providerId="ADAL" clId="{38EDA9BC-C33A-430F-8AE7-B71E58BAEA9A}" dt="2026-09-14T17:17:03.458" v="4" actId="47"/>
        <pc:sldMkLst>
          <pc:docMk/>
          <pc:sldMk cId="3863779661" sldId="921"/>
        </pc:sldMkLst>
      </pc:sldChg>
      <pc:sldChg chg="del">
        <pc:chgData name="Sanders, Joseph" userId="84722137-53ac-4b51-b5a6-19ec507437d1" providerId="ADAL" clId="{38EDA9BC-C33A-430F-8AE7-B71E58BAEA9A}" dt="2026-09-14T17:17:03.458" v="4" actId="47"/>
        <pc:sldMkLst>
          <pc:docMk/>
          <pc:sldMk cId="1387619800" sldId="922"/>
        </pc:sldMkLst>
      </pc:sldChg>
      <pc:sldChg chg="del">
        <pc:chgData name="Sanders, Joseph" userId="84722137-53ac-4b51-b5a6-19ec507437d1" providerId="ADAL" clId="{38EDA9BC-C33A-430F-8AE7-B71E58BAEA9A}" dt="2026-09-14T17:17:03.458" v="4" actId="47"/>
        <pc:sldMkLst>
          <pc:docMk/>
          <pc:sldMk cId="1606173017" sldId="923"/>
        </pc:sldMkLst>
      </pc:sldChg>
      <pc:sldChg chg="del">
        <pc:chgData name="Sanders, Joseph" userId="84722137-53ac-4b51-b5a6-19ec507437d1" providerId="ADAL" clId="{38EDA9BC-C33A-430F-8AE7-B71E58BAEA9A}" dt="2026-09-14T17:17:03.458" v="4" actId="47"/>
        <pc:sldMkLst>
          <pc:docMk/>
          <pc:sldMk cId="654841166" sldId="924"/>
        </pc:sldMkLst>
      </pc:sldChg>
      <pc:sldChg chg="del">
        <pc:chgData name="Sanders, Joseph" userId="84722137-53ac-4b51-b5a6-19ec507437d1" providerId="ADAL" clId="{38EDA9BC-C33A-430F-8AE7-B71E58BAEA9A}" dt="2026-09-14T17:17:03.458" v="4" actId="47"/>
        <pc:sldMkLst>
          <pc:docMk/>
          <pc:sldMk cId="72428610" sldId="925"/>
        </pc:sldMkLst>
      </pc:sldChg>
      <pc:sldChg chg="del">
        <pc:chgData name="Sanders, Joseph" userId="84722137-53ac-4b51-b5a6-19ec507437d1" providerId="ADAL" clId="{38EDA9BC-C33A-430F-8AE7-B71E58BAEA9A}" dt="2026-09-14T17:17:03.458" v="4" actId="47"/>
        <pc:sldMkLst>
          <pc:docMk/>
          <pc:sldMk cId="2656645801" sldId="926"/>
        </pc:sldMkLst>
      </pc:sldChg>
      <pc:sldChg chg="del">
        <pc:chgData name="Sanders, Joseph" userId="84722137-53ac-4b51-b5a6-19ec507437d1" providerId="ADAL" clId="{38EDA9BC-C33A-430F-8AE7-B71E58BAEA9A}" dt="2026-09-14T17:17:03.458" v="4" actId="47"/>
        <pc:sldMkLst>
          <pc:docMk/>
          <pc:sldMk cId="2124603559" sldId="927"/>
        </pc:sldMkLst>
      </pc:sldChg>
      <pc:sldChg chg="del">
        <pc:chgData name="Sanders, Joseph" userId="84722137-53ac-4b51-b5a6-19ec507437d1" providerId="ADAL" clId="{38EDA9BC-C33A-430F-8AE7-B71E58BAEA9A}" dt="2026-09-14T17:17:03.458" v="4" actId="47"/>
        <pc:sldMkLst>
          <pc:docMk/>
          <pc:sldMk cId="1636180344" sldId="929"/>
        </pc:sldMkLst>
      </pc:sldChg>
      <pc:sldChg chg="del">
        <pc:chgData name="Sanders, Joseph" userId="84722137-53ac-4b51-b5a6-19ec507437d1" providerId="ADAL" clId="{38EDA9BC-C33A-430F-8AE7-B71E58BAEA9A}" dt="2026-09-14T17:17:03.458" v="4" actId="47"/>
        <pc:sldMkLst>
          <pc:docMk/>
          <pc:sldMk cId="1127816174" sldId="930"/>
        </pc:sldMkLst>
      </pc:sldChg>
      <pc:sldChg chg="del">
        <pc:chgData name="Sanders, Joseph" userId="84722137-53ac-4b51-b5a6-19ec507437d1" providerId="ADAL" clId="{38EDA9BC-C33A-430F-8AE7-B71E58BAEA9A}" dt="2026-09-14T17:17:03.458" v="4" actId="47"/>
        <pc:sldMkLst>
          <pc:docMk/>
          <pc:sldMk cId="2841770178" sldId="931"/>
        </pc:sldMkLst>
      </pc:sldChg>
      <pc:sldChg chg="del">
        <pc:chgData name="Sanders, Joseph" userId="84722137-53ac-4b51-b5a6-19ec507437d1" providerId="ADAL" clId="{38EDA9BC-C33A-430F-8AE7-B71E58BAEA9A}" dt="2026-09-14T17:17:03.458" v="4" actId="47"/>
        <pc:sldMkLst>
          <pc:docMk/>
          <pc:sldMk cId="457700767" sldId="932"/>
        </pc:sldMkLst>
      </pc:sldChg>
      <pc:sldChg chg="del">
        <pc:chgData name="Sanders, Joseph" userId="84722137-53ac-4b51-b5a6-19ec507437d1" providerId="ADAL" clId="{38EDA9BC-C33A-430F-8AE7-B71E58BAEA9A}" dt="2026-09-14T17:17:03.458" v="4" actId="47"/>
        <pc:sldMkLst>
          <pc:docMk/>
          <pc:sldMk cId="4070597070" sldId="933"/>
        </pc:sldMkLst>
      </pc:sldChg>
      <pc:sldChg chg="del">
        <pc:chgData name="Sanders, Joseph" userId="84722137-53ac-4b51-b5a6-19ec507437d1" providerId="ADAL" clId="{38EDA9BC-C33A-430F-8AE7-B71E58BAEA9A}" dt="2026-09-14T17:17:03.458" v="4" actId="47"/>
        <pc:sldMkLst>
          <pc:docMk/>
          <pc:sldMk cId="688551820" sldId="934"/>
        </pc:sldMkLst>
      </pc:sldChg>
      <pc:sldChg chg="del">
        <pc:chgData name="Sanders, Joseph" userId="84722137-53ac-4b51-b5a6-19ec507437d1" providerId="ADAL" clId="{38EDA9BC-C33A-430F-8AE7-B71E58BAEA9A}" dt="2026-09-14T17:17:03.458" v="4" actId="47"/>
        <pc:sldMkLst>
          <pc:docMk/>
          <pc:sldMk cId="3905638881" sldId="935"/>
        </pc:sldMkLst>
      </pc:sldChg>
      <pc:sldChg chg="del">
        <pc:chgData name="Sanders, Joseph" userId="84722137-53ac-4b51-b5a6-19ec507437d1" providerId="ADAL" clId="{38EDA9BC-C33A-430F-8AE7-B71E58BAEA9A}" dt="2026-09-14T17:17:03.458" v="4" actId="47"/>
        <pc:sldMkLst>
          <pc:docMk/>
          <pc:sldMk cId="2174075537" sldId="936"/>
        </pc:sldMkLst>
      </pc:sldChg>
      <pc:sldChg chg="del">
        <pc:chgData name="Sanders, Joseph" userId="84722137-53ac-4b51-b5a6-19ec507437d1" providerId="ADAL" clId="{38EDA9BC-C33A-430F-8AE7-B71E58BAEA9A}" dt="2026-09-14T17:17:03.458" v="4" actId="47"/>
        <pc:sldMkLst>
          <pc:docMk/>
          <pc:sldMk cId="3059710008" sldId="937"/>
        </pc:sldMkLst>
      </pc:sldChg>
      <pc:sldChg chg="del">
        <pc:chgData name="Sanders, Joseph" userId="84722137-53ac-4b51-b5a6-19ec507437d1" providerId="ADAL" clId="{38EDA9BC-C33A-430F-8AE7-B71E58BAEA9A}" dt="2026-09-14T17:17:03.458" v="4" actId="47"/>
        <pc:sldMkLst>
          <pc:docMk/>
          <pc:sldMk cId="2302043968" sldId="938"/>
        </pc:sldMkLst>
      </pc:sldChg>
      <pc:sldChg chg="del">
        <pc:chgData name="Sanders, Joseph" userId="84722137-53ac-4b51-b5a6-19ec507437d1" providerId="ADAL" clId="{38EDA9BC-C33A-430F-8AE7-B71E58BAEA9A}" dt="2026-09-14T17:17:03.458" v="4" actId="47"/>
        <pc:sldMkLst>
          <pc:docMk/>
          <pc:sldMk cId="1392899396" sldId="939"/>
        </pc:sldMkLst>
      </pc:sldChg>
      <pc:sldChg chg="del">
        <pc:chgData name="Sanders, Joseph" userId="84722137-53ac-4b51-b5a6-19ec507437d1" providerId="ADAL" clId="{38EDA9BC-C33A-430F-8AE7-B71E58BAEA9A}" dt="2026-09-14T17:17:03.458" v="4" actId="47"/>
        <pc:sldMkLst>
          <pc:docMk/>
          <pc:sldMk cId="1932521539" sldId="940"/>
        </pc:sldMkLst>
      </pc:sldChg>
      <pc:sldChg chg="del">
        <pc:chgData name="Sanders, Joseph" userId="84722137-53ac-4b51-b5a6-19ec507437d1" providerId="ADAL" clId="{38EDA9BC-C33A-430F-8AE7-B71E58BAEA9A}" dt="2026-09-14T17:17:03.458" v="4" actId="47"/>
        <pc:sldMkLst>
          <pc:docMk/>
          <pc:sldMk cId="3125696870" sldId="941"/>
        </pc:sldMkLst>
      </pc:sldChg>
      <pc:sldChg chg="del">
        <pc:chgData name="Sanders, Joseph" userId="84722137-53ac-4b51-b5a6-19ec507437d1" providerId="ADAL" clId="{38EDA9BC-C33A-430F-8AE7-B71E58BAEA9A}" dt="2026-09-14T17:17:03.458" v="4" actId="47"/>
        <pc:sldMkLst>
          <pc:docMk/>
          <pc:sldMk cId="1361603238" sldId="942"/>
        </pc:sldMkLst>
      </pc:sldChg>
      <pc:sldChg chg="del">
        <pc:chgData name="Sanders, Joseph" userId="84722137-53ac-4b51-b5a6-19ec507437d1" providerId="ADAL" clId="{38EDA9BC-C33A-430F-8AE7-B71E58BAEA9A}" dt="2026-09-14T17:17:03.458" v="4" actId="47"/>
        <pc:sldMkLst>
          <pc:docMk/>
          <pc:sldMk cId="3126440423" sldId="943"/>
        </pc:sldMkLst>
      </pc:sldChg>
      <pc:sldChg chg="del">
        <pc:chgData name="Sanders, Joseph" userId="84722137-53ac-4b51-b5a6-19ec507437d1" providerId="ADAL" clId="{38EDA9BC-C33A-430F-8AE7-B71E58BAEA9A}" dt="2026-09-14T17:17:03.458" v="4" actId="47"/>
        <pc:sldMkLst>
          <pc:docMk/>
          <pc:sldMk cId="1049529050" sldId="944"/>
        </pc:sldMkLst>
      </pc:sldChg>
      <pc:sldChg chg="del">
        <pc:chgData name="Sanders, Joseph" userId="84722137-53ac-4b51-b5a6-19ec507437d1" providerId="ADAL" clId="{38EDA9BC-C33A-430F-8AE7-B71E58BAEA9A}" dt="2026-09-14T17:17:03.458" v="4" actId="47"/>
        <pc:sldMkLst>
          <pc:docMk/>
          <pc:sldMk cId="3746255539" sldId="945"/>
        </pc:sldMkLst>
      </pc:sldChg>
      <pc:sldChg chg="del">
        <pc:chgData name="Sanders, Joseph" userId="84722137-53ac-4b51-b5a6-19ec507437d1" providerId="ADAL" clId="{38EDA9BC-C33A-430F-8AE7-B71E58BAEA9A}" dt="2026-09-14T17:17:03.458" v="4" actId="47"/>
        <pc:sldMkLst>
          <pc:docMk/>
          <pc:sldMk cId="1277046297" sldId="946"/>
        </pc:sldMkLst>
      </pc:sldChg>
      <pc:sldChg chg="del">
        <pc:chgData name="Sanders, Joseph" userId="84722137-53ac-4b51-b5a6-19ec507437d1" providerId="ADAL" clId="{38EDA9BC-C33A-430F-8AE7-B71E58BAEA9A}" dt="2026-09-14T17:17:03.458" v="4" actId="47"/>
        <pc:sldMkLst>
          <pc:docMk/>
          <pc:sldMk cId="9810308" sldId="947"/>
        </pc:sldMkLst>
      </pc:sldChg>
      <pc:sldChg chg="del">
        <pc:chgData name="Sanders, Joseph" userId="84722137-53ac-4b51-b5a6-19ec507437d1" providerId="ADAL" clId="{38EDA9BC-C33A-430F-8AE7-B71E58BAEA9A}" dt="2026-09-14T17:17:03.458" v="4" actId="47"/>
        <pc:sldMkLst>
          <pc:docMk/>
          <pc:sldMk cId="3242628914" sldId="948"/>
        </pc:sldMkLst>
      </pc:sldChg>
      <pc:sldChg chg="del">
        <pc:chgData name="Sanders, Joseph" userId="84722137-53ac-4b51-b5a6-19ec507437d1" providerId="ADAL" clId="{38EDA9BC-C33A-430F-8AE7-B71E58BAEA9A}" dt="2026-09-14T17:17:03.458" v="4" actId="47"/>
        <pc:sldMkLst>
          <pc:docMk/>
          <pc:sldMk cId="2420154672" sldId="949"/>
        </pc:sldMkLst>
      </pc:sldChg>
      <pc:sldChg chg="del">
        <pc:chgData name="Sanders, Joseph" userId="84722137-53ac-4b51-b5a6-19ec507437d1" providerId="ADAL" clId="{38EDA9BC-C33A-430F-8AE7-B71E58BAEA9A}" dt="2026-09-14T17:17:03.458" v="4" actId="47"/>
        <pc:sldMkLst>
          <pc:docMk/>
          <pc:sldMk cId="2029226004" sldId="950"/>
        </pc:sldMkLst>
      </pc:sldChg>
      <pc:sldChg chg="del">
        <pc:chgData name="Sanders, Joseph" userId="84722137-53ac-4b51-b5a6-19ec507437d1" providerId="ADAL" clId="{38EDA9BC-C33A-430F-8AE7-B71E58BAEA9A}" dt="2026-09-14T17:17:03.458" v="4" actId="47"/>
        <pc:sldMkLst>
          <pc:docMk/>
          <pc:sldMk cId="1692760215" sldId="952"/>
        </pc:sldMkLst>
      </pc:sldChg>
      <pc:sldChg chg="del">
        <pc:chgData name="Sanders, Joseph" userId="84722137-53ac-4b51-b5a6-19ec507437d1" providerId="ADAL" clId="{38EDA9BC-C33A-430F-8AE7-B71E58BAEA9A}" dt="2026-09-14T17:17:03.458" v="4" actId="47"/>
        <pc:sldMkLst>
          <pc:docMk/>
          <pc:sldMk cId="2428735690" sldId="953"/>
        </pc:sldMkLst>
      </pc:sldChg>
      <pc:sldChg chg="del">
        <pc:chgData name="Sanders, Joseph" userId="84722137-53ac-4b51-b5a6-19ec507437d1" providerId="ADAL" clId="{38EDA9BC-C33A-430F-8AE7-B71E58BAEA9A}" dt="2026-09-14T17:17:03.458" v="4" actId="47"/>
        <pc:sldMkLst>
          <pc:docMk/>
          <pc:sldMk cId="1813294010" sldId="954"/>
        </pc:sldMkLst>
      </pc:sldChg>
      <pc:sldChg chg="del">
        <pc:chgData name="Sanders, Joseph" userId="84722137-53ac-4b51-b5a6-19ec507437d1" providerId="ADAL" clId="{38EDA9BC-C33A-430F-8AE7-B71E58BAEA9A}" dt="2026-09-14T17:17:03.458" v="4" actId="47"/>
        <pc:sldMkLst>
          <pc:docMk/>
          <pc:sldMk cId="1168058495" sldId="955"/>
        </pc:sldMkLst>
      </pc:sldChg>
      <pc:sldChg chg="del">
        <pc:chgData name="Sanders, Joseph" userId="84722137-53ac-4b51-b5a6-19ec507437d1" providerId="ADAL" clId="{38EDA9BC-C33A-430F-8AE7-B71E58BAEA9A}" dt="2026-09-14T17:17:03.458" v="4" actId="47"/>
        <pc:sldMkLst>
          <pc:docMk/>
          <pc:sldMk cId="2280829502" sldId="956"/>
        </pc:sldMkLst>
      </pc:sldChg>
      <pc:sldChg chg="del">
        <pc:chgData name="Sanders, Joseph" userId="84722137-53ac-4b51-b5a6-19ec507437d1" providerId="ADAL" clId="{38EDA9BC-C33A-430F-8AE7-B71E58BAEA9A}" dt="2026-09-14T17:17:03.458" v="4" actId="47"/>
        <pc:sldMkLst>
          <pc:docMk/>
          <pc:sldMk cId="3792507540" sldId="957"/>
        </pc:sldMkLst>
      </pc:sldChg>
      <pc:sldChg chg="del">
        <pc:chgData name="Sanders, Joseph" userId="84722137-53ac-4b51-b5a6-19ec507437d1" providerId="ADAL" clId="{38EDA9BC-C33A-430F-8AE7-B71E58BAEA9A}" dt="2026-09-14T17:17:03.458" v="4" actId="47"/>
        <pc:sldMkLst>
          <pc:docMk/>
          <pc:sldMk cId="1451476535" sldId="958"/>
        </pc:sldMkLst>
      </pc:sldChg>
      <pc:sldChg chg="del">
        <pc:chgData name="Sanders, Joseph" userId="84722137-53ac-4b51-b5a6-19ec507437d1" providerId="ADAL" clId="{38EDA9BC-C33A-430F-8AE7-B71E58BAEA9A}" dt="2026-09-14T17:17:03.458" v="4" actId="47"/>
        <pc:sldMkLst>
          <pc:docMk/>
          <pc:sldMk cId="3452004041" sldId="959"/>
        </pc:sldMkLst>
      </pc:sldChg>
      <pc:sldChg chg="del">
        <pc:chgData name="Sanders, Joseph" userId="84722137-53ac-4b51-b5a6-19ec507437d1" providerId="ADAL" clId="{38EDA9BC-C33A-430F-8AE7-B71E58BAEA9A}" dt="2026-09-14T17:17:03.458" v="4" actId="47"/>
        <pc:sldMkLst>
          <pc:docMk/>
          <pc:sldMk cId="3122840557" sldId="960"/>
        </pc:sldMkLst>
      </pc:sldChg>
      <pc:sldChg chg="del">
        <pc:chgData name="Sanders, Joseph" userId="84722137-53ac-4b51-b5a6-19ec507437d1" providerId="ADAL" clId="{38EDA9BC-C33A-430F-8AE7-B71E58BAEA9A}" dt="2026-09-14T17:17:03.458" v="4" actId="47"/>
        <pc:sldMkLst>
          <pc:docMk/>
          <pc:sldMk cId="3683838255" sldId="961"/>
        </pc:sldMkLst>
      </pc:sldChg>
      <pc:sldChg chg="del">
        <pc:chgData name="Sanders, Joseph" userId="84722137-53ac-4b51-b5a6-19ec507437d1" providerId="ADAL" clId="{38EDA9BC-C33A-430F-8AE7-B71E58BAEA9A}" dt="2026-09-14T17:17:03.458" v="4" actId="47"/>
        <pc:sldMkLst>
          <pc:docMk/>
          <pc:sldMk cId="3702919432" sldId="962"/>
        </pc:sldMkLst>
      </pc:sldChg>
      <pc:sldChg chg="del">
        <pc:chgData name="Sanders, Joseph" userId="84722137-53ac-4b51-b5a6-19ec507437d1" providerId="ADAL" clId="{38EDA9BC-C33A-430F-8AE7-B71E58BAEA9A}" dt="2026-09-14T17:17:03.458" v="4" actId="47"/>
        <pc:sldMkLst>
          <pc:docMk/>
          <pc:sldMk cId="3432354337" sldId="963"/>
        </pc:sldMkLst>
      </pc:sldChg>
      <pc:sldChg chg="del">
        <pc:chgData name="Sanders, Joseph" userId="84722137-53ac-4b51-b5a6-19ec507437d1" providerId="ADAL" clId="{38EDA9BC-C33A-430F-8AE7-B71E58BAEA9A}" dt="2026-09-14T17:17:03.458" v="4" actId="47"/>
        <pc:sldMkLst>
          <pc:docMk/>
          <pc:sldMk cId="3519861704" sldId="964"/>
        </pc:sldMkLst>
      </pc:sldChg>
      <pc:sldChg chg="del">
        <pc:chgData name="Sanders, Joseph" userId="84722137-53ac-4b51-b5a6-19ec507437d1" providerId="ADAL" clId="{38EDA9BC-C33A-430F-8AE7-B71E58BAEA9A}" dt="2026-09-14T17:17:03.458" v="4" actId="47"/>
        <pc:sldMkLst>
          <pc:docMk/>
          <pc:sldMk cId="1561533916" sldId="965"/>
        </pc:sldMkLst>
      </pc:sldChg>
      <pc:sldChg chg="del">
        <pc:chgData name="Sanders, Joseph" userId="84722137-53ac-4b51-b5a6-19ec507437d1" providerId="ADAL" clId="{38EDA9BC-C33A-430F-8AE7-B71E58BAEA9A}" dt="2026-09-14T17:17:03.458" v="4" actId="47"/>
        <pc:sldMkLst>
          <pc:docMk/>
          <pc:sldMk cId="1885759252" sldId="966"/>
        </pc:sldMkLst>
      </pc:sldChg>
      <pc:sldChg chg="del">
        <pc:chgData name="Sanders, Joseph" userId="84722137-53ac-4b51-b5a6-19ec507437d1" providerId="ADAL" clId="{38EDA9BC-C33A-430F-8AE7-B71E58BAEA9A}" dt="2026-09-14T17:17:03.458" v="4" actId="47"/>
        <pc:sldMkLst>
          <pc:docMk/>
          <pc:sldMk cId="2712132775" sldId="967"/>
        </pc:sldMkLst>
      </pc:sldChg>
      <pc:sldChg chg="del">
        <pc:chgData name="Sanders, Joseph" userId="84722137-53ac-4b51-b5a6-19ec507437d1" providerId="ADAL" clId="{38EDA9BC-C33A-430F-8AE7-B71E58BAEA9A}" dt="2026-09-14T17:17:03.458" v="4" actId="47"/>
        <pc:sldMkLst>
          <pc:docMk/>
          <pc:sldMk cId="3840612258" sldId="968"/>
        </pc:sldMkLst>
      </pc:sldChg>
      <pc:sldChg chg="del">
        <pc:chgData name="Sanders, Joseph" userId="84722137-53ac-4b51-b5a6-19ec507437d1" providerId="ADAL" clId="{38EDA9BC-C33A-430F-8AE7-B71E58BAEA9A}" dt="2026-09-14T17:17:03.458" v="4" actId="47"/>
        <pc:sldMkLst>
          <pc:docMk/>
          <pc:sldMk cId="1212587656" sldId="969"/>
        </pc:sldMkLst>
      </pc:sldChg>
      <pc:sldChg chg="del">
        <pc:chgData name="Sanders, Joseph" userId="84722137-53ac-4b51-b5a6-19ec507437d1" providerId="ADAL" clId="{38EDA9BC-C33A-430F-8AE7-B71E58BAEA9A}" dt="2026-09-14T17:17:03.458" v="4" actId="47"/>
        <pc:sldMkLst>
          <pc:docMk/>
          <pc:sldMk cId="772916357" sldId="970"/>
        </pc:sldMkLst>
      </pc:sldChg>
      <pc:sldChg chg="del">
        <pc:chgData name="Sanders, Joseph" userId="84722137-53ac-4b51-b5a6-19ec507437d1" providerId="ADAL" clId="{38EDA9BC-C33A-430F-8AE7-B71E58BAEA9A}" dt="2026-09-14T17:17:03.458" v="4" actId="47"/>
        <pc:sldMkLst>
          <pc:docMk/>
          <pc:sldMk cId="4186373343" sldId="971"/>
        </pc:sldMkLst>
      </pc:sldChg>
      <pc:sldChg chg="del">
        <pc:chgData name="Sanders, Joseph" userId="84722137-53ac-4b51-b5a6-19ec507437d1" providerId="ADAL" clId="{38EDA9BC-C33A-430F-8AE7-B71E58BAEA9A}" dt="2026-09-14T17:17:03.458" v="4" actId="47"/>
        <pc:sldMkLst>
          <pc:docMk/>
          <pc:sldMk cId="1463216987" sldId="972"/>
        </pc:sldMkLst>
      </pc:sldChg>
      <pc:sldChg chg="del">
        <pc:chgData name="Sanders, Joseph" userId="84722137-53ac-4b51-b5a6-19ec507437d1" providerId="ADAL" clId="{38EDA9BC-C33A-430F-8AE7-B71E58BAEA9A}" dt="2026-09-14T17:17:03.458" v="4" actId="47"/>
        <pc:sldMkLst>
          <pc:docMk/>
          <pc:sldMk cId="3819513356" sldId="973"/>
        </pc:sldMkLst>
      </pc:sldChg>
      <pc:sldChg chg="del">
        <pc:chgData name="Sanders, Joseph" userId="84722137-53ac-4b51-b5a6-19ec507437d1" providerId="ADAL" clId="{38EDA9BC-C33A-430F-8AE7-B71E58BAEA9A}" dt="2026-09-14T17:17:03.458" v="4" actId="47"/>
        <pc:sldMkLst>
          <pc:docMk/>
          <pc:sldMk cId="1022046384" sldId="974"/>
        </pc:sldMkLst>
      </pc:sldChg>
      <pc:sldChg chg="del">
        <pc:chgData name="Sanders, Joseph" userId="84722137-53ac-4b51-b5a6-19ec507437d1" providerId="ADAL" clId="{38EDA9BC-C33A-430F-8AE7-B71E58BAEA9A}" dt="2026-09-14T17:17:03.458" v="4" actId="47"/>
        <pc:sldMkLst>
          <pc:docMk/>
          <pc:sldMk cId="4140187788" sldId="975"/>
        </pc:sldMkLst>
      </pc:sldChg>
      <pc:sldChg chg="del">
        <pc:chgData name="Sanders, Joseph" userId="84722137-53ac-4b51-b5a6-19ec507437d1" providerId="ADAL" clId="{38EDA9BC-C33A-430F-8AE7-B71E58BAEA9A}" dt="2026-09-14T17:17:03.458" v="4" actId="47"/>
        <pc:sldMkLst>
          <pc:docMk/>
          <pc:sldMk cId="4227128092" sldId="976"/>
        </pc:sldMkLst>
      </pc:sldChg>
      <pc:sldChg chg="del">
        <pc:chgData name="Sanders, Joseph" userId="84722137-53ac-4b51-b5a6-19ec507437d1" providerId="ADAL" clId="{38EDA9BC-C33A-430F-8AE7-B71E58BAEA9A}" dt="2026-09-14T17:17:03.458" v="4" actId="47"/>
        <pc:sldMkLst>
          <pc:docMk/>
          <pc:sldMk cId="4013955745" sldId="977"/>
        </pc:sldMkLst>
      </pc:sldChg>
      <pc:sldChg chg="del">
        <pc:chgData name="Sanders, Joseph" userId="84722137-53ac-4b51-b5a6-19ec507437d1" providerId="ADAL" clId="{38EDA9BC-C33A-430F-8AE7-B71E58BAEA9A}" dt="2026-09-14T17:17:03.458" v="4" actId="47"/>
        <pc:sldMkLst>
          <pc:docMk/>
          <pc:sldMk cId="882724729" sldId="978"/>
        </pc:sldMkLst>
      </pc:sldChg>
      <pc:sldChg chg="del">
        <pc:chgData name="Sanders, Joseph" userId="84722137-53ac-4b51-b5a6-19ec507437d1" providerId="ADAL" clId="{38EDA9BC-C33A-430F-8AE7-B71E58BAEA9A}" dt="2026-09-14T17:17:03.458" v="4" actId="47"/>
        <pc:sldMkLst>
          <pc:docMk/>
          <pc:sldMk cId="3511263368" sldId="979"/>
        </pc:sldMkLst>
      </pc:sldChg>
      <pc:sldChg chg="del">
        <pc:chgData name="Sanders, Joseph" userId="84722137-53ac-4b51-b5a6-19ec507437d1" providerId="ADAL" clId="{38EDA9BC-C33A-430F-8AE7-B71E58BAEA9A}" dt="2026-09-14T17:17:03.458" v="4" actId="47"/>
        <pc:sldMkLst>
          <pc:docMk/>
          <pc:sldMk cId="1868966485" sldId="980"/>
        </pc:sldMkLst>
      </pc:sldChg>
      <pc:sldChg chg="del">
        <pc:chgData name="Sanders, Joseph" userId="84722137-53ac-4b51-b5a6-19ec507437d1" providerId="ADAL" clId="{38EDA9BC-C33A-430F-8AE7-B71E58BAEA9A}" dt="2026-09-14T17:17:03.458" v="4" actId="47"/>
        <pc:sldMkLst>
          <pc:docMk/>
          <pc:sldMk cId="2683740793" sldId="981"/>
        </pc:sldMkLst>
      </pc:sldChg>
      <pc:sldChg chg="del">
        <pc:chgData name="Sanders, Joseph" userId="84722137-53ac-4b51-b5a6-19ec507437d1" providerId="ADAL" clId="{38EDA9BC-C33A-430F-8AE7-B71E58BAEA9A}" dt="2026-09-14T17:17:03.458" v="4" actId="47"/>
        <pc:sldMkLst>
          <pc:docMk/>
          <pc:sldMk cId="1078627413" sldId="982"/>
        </pc:sldMkLst>
      </pc:sldChg>
      <pc:sldChg chg="del">
        <pc:chgData name="Sanders, Joseph" userId="84722137-53ac-4b51-b5a6-19ec507437d1" providerId="ADAL" clId="{38EDA9BC-C33A-430F-8AE7-B71E58BAEA9A}" dt="2026-09-14T17:17:03.458" v="4" actId="47"/>
        <pc:sldMkLst>
          <pc:docMk/>
          <pc:sldMk cId="4061138871" sldId="983"/>
        </pc:sldMkLst>
      </pc:sldChg>
      <pc:sldChg chg="del">
        <pc:chgData name="Sanders, Joseph" userId="84722137-53ac-4b51-b5a6-19ec507437d1" providerId="ADAL" clId="{38EDA9BC-C33A-430F-8AE7-B71E58BAEA9A}" dt="2026-09-14T17:17:03.458" v="4" actId="47"/>
        <pc:sldMkLst>
          <pc:docMk/>
          <pc:sldMk cId="2289948367" sldId="984"/>
        </pc:sldMkLst>
      </pc:sldChg>
      <pc:sldChg chg="del">
        <pc:chgData name="Sanders, Joseph" userId="84722137-53ac-4b51-b5a6-19ec507437d1" providerId="ADAL" clId="{38EDA9BC-C33A-430F-8AE7-B71E58BAEA9A}" dt="2026-09-14T17:17:03.458" v="4" actId="47"/>
        <pc:sldMkLst>
          <pc:docMk/>
          <pc:sldMk cId="1996313596" sldId="986"/>
        </pc:sldMkLst>
      </pc:sldChg>
      <pc:sldChg chg="del">
        <pc:chgData name="Sanders, Joseph" userId="84722137-53ac-4b51-b5a6-19ec507437d1" providerId="ADAL" clId="{38EDA9BC-C33A-430F-8AE7-B71E58BAEA9A}" dt="2026-09-14T17:17:03.458" v="4" actId="47"/>
        <pc:sldMkLst>
          <pc:docMk/>
          <pc:sldMk cId="1716164008" sldId="987"/>
        </pc:sldMkLst>
      </pc:sldChg>
      <pc:sldChg chg="del">
        <pc:chgData name="Sanders, Joseph" userId="84722137-53ac-4b51-b5a6-19ec507437d1" providerId="ADAL" clId="{38EDA9BC-C33A-430F-8AE7-B71E58BAEA9A}" dt="2026-09-14T17:17:03.458" v="4" actId="47"/>
        <pc:sldMkLst>
          <pc:docMk/>
          <pc:sldMk cId="372930486" sldId="988"/>
        </pc:sldMkLst>
      </pc:sldChg>
      <pc:sldChg chg="del">
        <pc:chgData name="Sanders, Joseph" userId="84722137-53ac-4b51-b5a6-19ec507437d1" providerId="ADAL" clId="{38EDA9BC-C33A-430F-8AE7-B71E58BAEA9A}" dt="2026-09-14T17:17:03.458" v="4" actId="47"/>
        <pc:sldMkLst>
          <pc:docMk/>
          <pc:sldMk cId="1161433956" sldId="989"/>
        </pc:sldMkLst>
      </pc:sldChg>
      <pc:sldChg chg="del">
        <pc:chgData name="Sanders, Joseph" userId="84722137-53ac-4b51-b5a6-19ec507437d1" providerId="ADAL" clId="{38EDA9BC-C33A-430F-8AE7-B71E58BAEA9A}" dt="2026-09-14T17:17:03.458" v="4" actId="47"/>
        <pc:sldMkLst>
          <pc:docMk/>
          <pc:sldMk cId="1908555015" sldId="990"/>
        </pc:sldMkLst>
      </pc:sldChg>
      <pc:sldChg chg="del">
        <pc:chgData name="Sanders, Joseph" userId="84722137-53ac-4b51-b5a6-19ec507437d1" providerId="ADAL" clId="{38EDA9BC-C33A-430F-8AE7-B71E58BAEA9A}" dt="2026-09-14T17:17:03.458" v="4" actId="47"/>
        <pc:sldMkLst>
          <pc:docMk/>
          <pc:sldMk cId="63260400" sldId="991"/>
        </pc:sldMkLst>
      </pc:sldChg>
      <pc:sldChg chg="del">
        <pc:chgData name="Sanders, Joseph" userId="84722137-53ac-4b51-b5a6-19ec507437d1" providerId="ADAL" clId="{38EDA9BC-C33A-430F-8AE7-B71E58BAEA9A}" dt="2026-09-14T17:17:03.458" v="4" actId="47"/>
        <pc:sldMkLst>
          <pc:docMk/>
          <pc:sldMk cId="2694569816" sldId="992"/>
        </pc:sldMkLst>
      </pc:sldChg>
      <pc:sldChg chg="del">
        <pc:chgData name="Sanders, Joseph" userId="84722137-53ac-4b51-b5a6-19ec507437d1" providerId="ADAL" clId="{38EDA9BC-C33A-430F-8AE7-B71E58BAEA9A}" dt="2026-09-14T17:17:03.458" v="4" actId="47"/>
        <pc:sldMkLst>
          <pc:docMk/>
          <pc:sldMk cId="2400960930" sldId="993"/>
        </pc:sldMkLst>
      </pc:sldChg>
      <pc:sldChg chg="del">
        <pc:chgData name="Sanders, Joseph" userId="84722137-53ac-4b51-b5a6-19ec507437d1" providerId="ADAL" clId="{38EDA9BC-C33A-430F-8AE7-B71E58BAEA9A}" dt="2026-09-14T17:17:03.458" v="4" actId="47"/>
        <pc:sldMkLst>
          <pc:docMk/>
          <pc:sldMk cId="3268327797" sldId="994"/>
        </pc:sldMkLst>
      </pc:sldChg>
      <pc:sldChg chg="del">
        <pc:chgData name="Sanders, Joseph" userId="84722137-53ac-4b51-b5a6-19ec507437d1" providerId="ADAL" clId="{38EDA9BC-C33A-430F-8AE7-B71E58BAEA9A}" dt="2026-09-14T17:17:03.458" v="4" actId="47"/>
        <pc:sldMkLst>
          <pc:docMk/>
          <pc:sldMk cId="790265844" sldId="995"/>
        </pc:sldMkLst>
      </pc:sldChg>
      <pc:sldChg chg="del">
        <pc:chgData name="Sanders, Joseph" userId="84722137-53ac-4b51-b5a6-19ec507437d1" providerId="ADAL" clId="{38EDA9BC-C33A-430F-8AE7-B71E58BAEA9A}" dt="2026-09-14T17:17:03.458" v="4" actId="47"/>
        <pc:sldMkLst>
          <pc:docMk/>
          <pc:sldMk cId="4163146699" sldId="996"/>
        </pc:sldMkLst>
      </pc:sldChg>
      <pc:sldChg chg="del">
        <pc:chgData name="Sanders, Joseph" userId="84722137-53ac-4b51-b5a6-19ec507437d1" providerId="ADAL" clId="{38EDA9BC-C33A-430F-8AE7-B71E58BAEA9A}" dt="2026-09-14T17:17:03.458" v="4" actId="47"/>
        <pc:sldMkLst>
          <pc:docMk/>
          <pc:sldMk cId="2606017018" sldId="997"/>
        </pc:sldMkLst>
      </pc:sldChg>
      <pc:sldChg chg="del">
        <pc:chgData name="Sanders, Joseph" userId="84722137-53ac-4b51-b5a6-19ec507437d1" providerId="ADAL" clId="{38EDA9BC-C33A-430F-8AE7-B71E58BAEA9A}" dt="2026-09-14T17:17:03.458" v="4" actId="47"/>
        <pc:sldMkLst>
          <pc:docMk/>
          <pc:sldMk cId="1527622989" sldId="998"/>
        </pc:sldMkLst>
      </pc:sldChg>
      <pc:sldChg chg="del">
        <pc:chgData name="Sanders, Joseph" userId="84722137-53ac-4b51-b5a6-19ec507437d1" providerId="ADAL" clId="{38EDA9BC-C33A-430F-8AE7-B71E58BAEA9A}" dt="2026-09-14T17:17:03.458" v="4" actId="47"/>
        <pc:sldMkLst>
          <pc:docMk/>
          <pc:sldMk cId="1097101558" sldId="999"/>
        </pc:sldMkLst>
      </pc:sldChg>
      <pc:sldChg chg="del">
        <pc:chgData name="Sanders, Joseph" userId="84722137-53ac-4b51-b5a6-19ec507437d1" providerId="ADAL" clId="{38EDA9BC-C33A-430F-8AE7-B71E58BAEA9A}" dt="2026-09-14T17:17:03.458" v="4" actId="47"/>
        <pc:sldMkLst>
          <pc:docMk/>
          <pc:sldMk cId="3042215285" sldId="1000"/>
        </pc:sldMkLst>
      </pc:sldChg>
      <pc:sldChg chg="del">
        <pc:chgData name="Sanders, Joseph" userId="84722137-53ac-4b51-b5a6-19ec507437d1" providerId="ADAL" clId="{38EDA9BC-C33A-430F-8AE7-B71E58BAEA9A}" dt="2026-09-14T17:17:03.458" v="4" actId="47"/>
        <pc:sldMkLst>
          <pc:docMk/>
          <pc:sldMk cId="2256017380" sldId="1001"/>
        </pc:sldMkLst>
      </pc:sldChg>
      <pc:sldChg chg="del">
        <pc:chgData name="Sanders, Joseph" userId="84722137-53ac-4b51-b5a6-19ec507437d1" providerId="ADAL" clId="{38EDA9BC-C33A-430F-8AE7-B71E58BAEA9A}" dt="2026-09-14T17:17:03.458" v="4" actId="47"/>
        <pc:sldMkLst>
          <pc:docMk/>
          <pc:sldMk cId="4235657413" sldId="1002"/>
        </pc:sldMkLst>
      </pc:sldChg>
      <pc:sldChg chg="del">
        <pc:chgData name="Sanders, Joseph" userId="84722137-53ac-4b51-b5a6-19ec507437d1" providerId="ADAL" clId="{38EDA9BC-C33A-430F-8AE7-B71E58BAEA9A}" dt="2026-09-14T17:17:03.458" v="4" actId="47"/>
        <pc:sldMkLst>
          <pc:docMk/>
          <pc:sldMk cId="1652538079" sldId="1003"/>
        </pc:sldMkLst>
      </pc:sldChg>
      <pc:sldChg chg="del">
        <pc:chgData name="Sanders, Joseph" userId="84722137-53ac-4b51-b5a6-19ec507437d1" providerId="ADAL" clId="{38EDA9BC-C33A-430F-8AE7-B71E58BAEA9A}" dt="2026-09-14T17:17:03.458" v="4" actId="47"/>
        <pc:sldMkLst>
          <pc:docMk/>
          <pc:sldMk cId="2837204460" sldId="1004"/>
        </pc:sldMkLst>
      </pc:sldChg>
      <pc:sldChg chg="del">
        <pc:chgData name="Sanders, Joseph" userId="84722137-53ac-4b51-b5a6-19ec507437d1" providerId="ADAL" clId="{38EDA9BC-C33A-430F-8AE7-B71E58BAEA9A}" dt="2026-09-14T17:17:03.458" v="4" actId="47"/>
        <pc:sldMkLst>
          <pc:docMk/>
          <pc:sldMk cId="4109686226" sldId="1005"/>
        </pc:sldMkLst>
      </pc:sldChg>
      <pc:sldChg chg="del">
        <pc:chgData name="Sanders, Joseph" userId="84722137-53ac-4b51-b5a6-19ec507437d1" providerId="ADAL" clId="{38EDA9BC-C33A-430F-8AE7-B71E58BAEA9A}" dt="2026-09-14T17:17:03.458" v="4" actId="47"/>
        <pc:sldMkLst>
          <pc:docMk/>
          <pc:sldMk cId="3991297097" sldId="1006"/>
        </pc:sldMkLst>
      </pc:sldChg>
      <pc:sldChg chg="del">
        <pc:chgData name="Sanders, Joseph" userId="84722137-53ac-4b51-b5a6-19ec507437d1" providerId="ADAL" clId="{38EDA9BC-C33A-430F-8AE7-B71E58BAEA9A}" dt="2026-09-14T17:17:03.458" v="4" actId="47"/>
        <pc:sldMkLst>
          <pc:docMk/>
          <pc:sldMk cId="638290880" sldId="1007"/>
        </pc:sldMkLst>
      </pc:sldChg>
      <pc:sldChg chg="del">
        <pc:chgData name="Sanders, Joseph" userId="84722137-53ac-4b51-b5a6-19ec507437d1" providerId="ADAL" clId="{38EDA9BC-C33A-430F-8AE7-B71E58BAEA9A}" dt="2026-09-14T17:17:03.458" v="4" actId="47"/>
        <pc:sldMkLst>
          <pc:docMk/>
          <pc:sldMk cId="3228280514" sldId="1008"/>
        </pc:sldMkLst>
      </pc:sldChg>
      <pc:sldChg chg="del">
        <pc:chgData name="Sanders, Joseph" userId="84722137-53ac-4b51-b5a6-19ec507437d1" providerId="ADAL" clId="{38EDA9BC-C33A-430F-8AE7-B71E58BAEA9A}" dt="2026-09-14T17:17:03.458" v="4" actId="47"/>
        <pc:sldMkLst>
          <pc:docMk/>
          <pc:sldMk cId="924367690" sldId="1009"/>
        </pc:sldMkLst>
      </pc:sldChg>
      <pc:sldChg chg="del">
        <pc:chgData name="Sanders, Joseph" userId="84722137-53ac-4b51-b5a6-19ec507437d1" providerId="ADAL" clId="{38EDA9BC-C33A-430F-8AE7-B71E58BAEA9A}" dt="2026-09-14T17:17:03.458" v="4" actId="47"/>
        <pc:sldMkLst>
          <pc:docMk/>
          <pc:sldMk cId="3735843569" sldId="1010"/>
        </pc:sldMkLst>
      </pc:sldChg>
      <pc:sldChg chg="del">
        <pc:chgData name="Sanders, Joseph" userId="84722137-53ac-4b51-b5a6-19ec507437d1" providerId="ADAL" clId="{38EDA9BC-C33A-430F-8AE7-B71E58BAEA9A}" dt="2026-09-14T17:17:03.458" v="4" actId="47"/>
        <pc:sldMkLst>
          <pc:docMk/>
          <pc:sldMk cId="1197006616" sldId="1011"/>
        </pc:sldMkLst>
      </pc:sldChg>
      <pc:sldChg chg="del">
        <pc:chgData name="Sanders, Joseph" userId="84722137-53ac-4b51-b5a6-19ec507437d1" providerId="ADAL" clId="{38EDA9BC-C33A-430F-8AE7-B71E58BAEA9A}" dt="2026-09-14T17:17:03.458" v="4" actId="47"/>
        <pc:sldMkLst>
          <pc:docMk/>
          <pc:sldMk cId="2361829455" sldId="1012"/>
        </pc:sldMkLst>
      </pc:sldChg>
      <pc:sldChg chg="del">
        <pc:chgData name="Sanders, Joseph" userId="84722137-53ac-4b51-b5a6-19ec507437d1" providerId="ADAL" clId="{38EDA9BC-C33A-430F-8AE7-B71E58BAEA9A}" dt="2026-09-14T17:17:03.458" v="4" actId="47"/>
        <pc:sldMkLst>
          <pc:docMk/>
          <pc:sldMk cId="2714998855" sldId="1013"/>
        </pc:sldMkLst>
      </pc:sldChg>
      <pc:sldChg chg="del">
        <pc:chgData name="Sanders, Joseph" userId="84722137-53ac-4b51-b5a6-19ec507437d1" providerId="ADAL" clId="{38EDA9BC-C33A-430F-8AE7-B71E58BAEA9A}" dt="2026-09-14T17:17:03.458" v="4" actId="47"/>
        <pc:sldMkLst>
          <pc:docMk/>
          <pc:sldMk cId="1202850407" sldId="1014"/>
        </pc:sldMkLst>
      </pc:sldChg>
      <pc:sldChg chg="del">
        <pc:chgData name="Sanders, Joseph" userId="84722137-53ac-4b51-b5a6-19ec507437d1" providerId="ADAL" clId="{38EDA9BC-C33A-430F-8AE7-B71E58BAEA9A}" dt="2026-09-14T17:17:03.458" v="4" actId="47"/>
        <pc:sldMkLst>
          <pc:docMk/>
          <pc:sldMk cId="408753142" sldId="1017"/>
        </pc:sldMkLst>
      </pc:sldChg>
      <pc:sldChg chg="del">
        <pc:chgData name="Sanders, Joseph" userId="84722137-53ac-4b51-b5a6-19ec507437d1" providerId="ADAL" clId="{38EDA9BC-C33A-430F-8AE7-B71E58BAEA9A}" dt="2026-09-14T17:17:03.458" v="4" actId="47"/>
        <pc:sldMkLst>
          <pc:docMk/>
          <pc:sldMk cId="2395516441" sldId="1018"/>
        </pc:sldMkLst>
      </pc:sldChg>
      <pc:sldChg chg="del">
        <pc:chgData name="Sanders, Joseph" userId="84722137-53ac-4b51-b5a6-19ec507437d1" providerId="ADAL" clId="{38EDA9BC-C33A-430F-8AE7-B71E58BAEA9A}" dt="2026-09-14T17:17:03.458" v="4" actId="47"/>
        <pc:sldMkLst>
          <pc:docMk/>
          <pc:sldMk cId="2295860825" sldId="1019"/>
        </pc:sldMkLst>
      </pc:sldChg>
      <pc:sldChg chg="del">
        <pc:chgData name="Sanders, Joseph" userId="84722137-53ac-4b51-b5a6-19ec507437d1" providerId="ADAL" clId="{38EDA9BC-C33A-430F-8AE7-B71E58BAEA9A}" dt="2026-09-14T17:17:03.458" v="4" actId="47"/>
        <pc:sldMkLst>
          <pc:docMk/>
          <pc:sldMk cId="2586600362" sldId="1020"/>
        </pc:sldMkLst>
      </pc:sldChg>
      <pc:sldChg chg="del">
        <pc:chgData name="Sanders, Joseph" userId="84722137-53ac-4b51-b5a6-19ec507437d1" providerId="ADAL" clId="{38EDA9BC-C33A-430F-8AE7-B71E58BAEA9A}" dt="2026-09-14T17:17:03.458" v="4" actId="47"/>
        <pc:sldMkLst>
          <pc:docMk/>
          <pc:sldMk cId="3167409682" sldId="1021"/>
        </pc:sldMkLst>
      </pc:sldChg>
      <pc:sldChg chg="del">
        <pc:chgData name="Sanders, Joseph" userId="84722137-53ac-4b51-b5a6-19ec507437d1" providerId="ADAL" clId="{38EDA9BC-C33A-430F-8AE7-B71E58BAEA9A}" dt="2026-09-14T17:17:03.458" v="4" actId="47"/>
        <pc:sldMkLst>
          <pc:docMk/>
          <pc:sldMk cId="3563927178" sldId="1022"/>
        </pc:sldMkLst>
      </pc:sldChg>
      <pc:sldChg chg="del">
        <pc:chgData name="Sanders, Joseph" userId="84722137-53ac-4b51-b5a6-19ec507437d1" providerId="ADAL" clId="{38EDA9BC-C33A-430F-8AE7-B71E58BAEA9A}" dt="2026-09-14T17:17:03.458" v="4" actId="47"/>
        <pc:sldMkLst>
          <pc:docMk/>
          <pc:sldMk cId="1672648704" sldId="1023"/>
        </pc:sldMkLst>
      </pc:sldChg>
      <pc:sldChg chg="del">
        <pc:chgData name="Sanders, Joseph" userId="84722137-53ac-4b51-b5a6-19ec507437d1" providerId="ADAL" clId="{38EDA9BC-C33A-430F-8AE7-B71E58BAEA9A}" dt="2026-09-14T17:17:03.458" v="4" actId="47"/>
        <pc:sldMkLst>
          <pc:docMk/>
          <pc:sldMk cId="1356758558" sldId="1024"/>
        </pc:sldMkLst>
      </pc:sldChg>
      <pc:sldChg chg="del">
        <pc:chgData name="Sanders, Joseph" userId="84722137-53ac-4b51-b5a6-19ec507437d1" providerId="ADAL" clId="{38EDA9BC-C33A-430F-8AE7-B71E58BAEA9A}" dt="2026-09-14T17:17:03.458" v="4" actId="47"/>
        <pc:sldMkLst>
          <pc:docMk/>
          <pc:sldMk cId="2881657976" sldId="1025"/>
        </pc:sldMkLst>
      </pc:sldChg>
      <pc:sldChg chg="del">
        <pc:chgData name="Sanders, Joseph" userId="84722137-53ac-4b51-b5a6-19ec507437d1" providerId="ADAL" clId="{38EDA9BC-C33A-430F-8AE7-B71E58BAEA9A}" dt="2026-09-14T17:17:03.458" v="4" actId="47"/>
        <pc:sldMkLst>
          <pc:docMk/>
          <pc:sldMk cId="3729910605" sldId="1026"/>
        </pc:sldMkLst>
      </pc:sldChg>
      <pc:sldChg chg="del">
        <pc:chgData name="Sanders, Joseph" userId="84722137-53ac-4b51-b5a6-19ec507437d1" providerId="ADAL" clId="{38EDA9BC-C33A-430F-8AE7-B71E58BAEA9A}" dt="2026-09-14T17:17:03.458" v="4" actId="47"/>
        <pc:sldMkLst>
          <pc:docMk/>
          <pc:sldMk cId="3452870517" sldId="1027"/>
        </pc:sldMkLst>
      </pc:sldChg>
      <pc:sldChg chg="del">
        <pc:chgData name="Sanders, Joseph" userId="84722137-53ac-4b51-b5a6-19ec507437d1" providerId="ADAL" clId="{38EDA9BC-C33A-430F-8AE7-B71E58BAEA9A}" dt="2026-09-14T17:17:03.458" v="4" actId="47"/>
        <pc:sldMkLst>
          <pc:docMk/>
          <pc:sldMk cId="65236972" sldId="1028"/>
        </pc:sldMkLst>
      </pc:sldChg>
      <pc:sldChg chg="del">
        <pc:chgData name="Sanders, Joseph" userId="84722137-53ac-4b51-b5a6-19ec507437d1" providerId="ADAL" clId="{38EDA9BC-C33A-430F-8AE7-B71E58BAEA9A}" dt="2026-09-14T17:17:03.458" v="4" actId="47"/>
        <pc:sldMkLst>
          <pc:docMk/>
          <pc:sldMk cId="1467957144" sldId="1029"/>
        </pc:sldMkLst>
      </pc:sldChg>
      <pc:sldChg chg="del">
        <pc:chgData name="Sanders, Joseph" userId="84722137-53ac-4b51-b5a6-19ec507437d1" providerId="ADAL" clId="{38EDA9BC-C33A-430F-8AE7-B71E58BAEA9A}" dt="2026-09-14T17:17:03.458" v="4" actId="47"/>
        <pc:sldMkLst>
          <pc:docMk/>
          <pc:sldMk cId="975300697" sldId="1030"/>
        </pc:sldMkLst>
      </pc:sldChg>
      <pc:sldChg chg="del">
        <pc:chgData name="Sanders, Joseph" userId="84722137-53ac-4b51-b5a6-19ec507437d1" providerId="ADAL" clId="{38EDA9BC-C33A-430F-8AE7-B71E58BAEA9A}" dt="2026-09-14T17:17:03.458" v="4" actId="47"/>
        <pc:sldMkLst>
          <pc:docMk/>
          <pc:sldMk cId="2678744753" sldId="1031"/>
        </pc:sldMkLst>
      </pc:sldChg>
      <pc:sldChg chg="del">
        <pc:chgData name="Sanders, Joseph" userId="84722137-53ac-4b51-b5a6-19ec507437d1" providerId="ADAL" clId="{38EDA9BC-C33A-430F-8AE7-B71E58BAEA9A}" dt="2026-09-14T17:17:03.458" v="4" actId="47"/>
        <pc:sldMkLst>
          <pc:docMk/>
          <pc:sldMk cId="144971184" sldId="1032"/>
        </pc:sldMkLst>
      </pc:sldChg>
      <pc:sldChg chg="del">
        <pc:chgData name="Sanders, Joseph" userId="84722137-53ac-4b51-b5a6-19ec507437d1" providerId="ADAL" clId="{38EDA9BC-C33A-430F-8AE7-B71E58BAEA9A}" dt="2026-09-14T17:17:03.458" v="4" actId="47"/>
        <pc:sldMkLst>
          <pc:docMk/>
          <pc:sldMk cId="891471088" sldId="1033"/>
        </pc:sldMkLst>
      </pc:sldChg>
      <pc:sldChg chg="del">
        <pc:chgData name="Sanders, Joseph" userId="84722137-53ac-4b51-b5a6-19ec507437d1" providerId="ADAL" clId="{38EDA9BC-C33A-430F-8AE7-B71E58BAEA9A}" dt="2026-09-14T17:17:03.458" v="4" actId="47"/>
        <pc:sldMkLst>
          <pc:docMk/>
          <pc:sldMk cId="2812404194" sldId="1034"/>
        </pc:sldMkLst>
      </pc:sldChg>
      <pc:sldChg chg="del">
        <pc:chgData name="Sanders, Joseph" userId="84722137-53ac-4b51-b5a6-19ec507437d1" providerId="ADAL" clId="{38EDA9BC-C33A-430F-8AE7-B71E58BAEA9A}" dt="2026-09-14T17:17:03.458" v="4" actId="47"/>
        <pc:sldMkLst>
          <pc:docMk/>
          <pc:sldMk cId="2829079801" sldId="1035"/>
        </pc:sldMkLst>
      </pc:sldChg>
      <pc:sldChg chg="del">
        <pc:chgData name="Sanders, Joseph" userId="84722137-53ac-4b51-b5a6-19ec507437d1" providerId="ADAL" clId="{38EDA9BC-C33A-430F-8AE7-B71E58BAEA9A}" dt="2026-09-14T17:17:03.458" v="4" actId="47"/>
        <pc:sldMkLst>
          <pc:docMk/>
          <pc:sldMk cId="1175355054" sldId="1036"/>
        </pc:sldMkLst>
      </pc:sldChg>
      <pc:sldChg chg="del">
        <pc:chgData name="Sanders, Joseph" userId="84722137-53ac-4b51-b5a6-19ec507437d1" providerId="ADAL" clId="{38EDA9BC-C33A-430F-8AE7-B71E58BAEA9A}" dt="2026-09-14T17:17:03.458" v="4" actId="47"/>
        <pc:sldMkLst>
          <pc:docMk/>
          <pc:sldMk cId="1037910588" sldId="1037"/>
        </pc:sldMkLst>
      </pc:sldChg>
      <pc:sldChg chg="del">
        <pc:chgData name="Sanders, Joseph" userId="84722137-53ac-4b51-b5a6-19ec507437d1" providerId="ADAL" clId="{38EDA9BC-C33A-430F-8AE7-B71E58BAEA9A}" dt="2026-09-14T17:17:03.458" v="4" actId="47"/>
        <pc:sldMkLst>
          <pc:docMk/>
          <pc:sldMk cId="435320650" sldId="1038"/>
        </pc:sldMkLst>
      </pc:sldChg>
      <pc:sldChg chg="del">
        <pc:chgData name="Sanders, Joseph" userId="84722137-53ac-4b51-b5a6-19ec507437d1" providerId="ADAL" clId="{38EDA9BC-C33A-430F-8AE7-B71E58BAEA9A}" dt="2026-09-14T17:17:03.458" v="4" actId="47"/>
        <pc:sldMkLst>
          <pc:docMk/>
          <pc:sldMk cId="1157205642" sldId="1039"/>
        </pc:sldMkLst>
      </pc:sldChg>
      <pc:sldChg chg="del">
        <pc:chgData name="Sanders, Joseph" userId="84722137-53ac-4b51-b5a6-19ec507437d1" providerId="ADAL" clId="{38EDA9BC-C33A-430F-8AE7-B71E58BAEA9A}" dt="2026-09-14T17:17:03.458" v="4" actId="47"/>
        <pc:sldMkLst>
          <pc:docMk/>
          <pc:sldMk cId="1661464825" sldId="1041"/>
        </pc:sldMkLst>
      </pc:sldChg>
      <pc:sldChg chg="del">
        <pc:chgData name="Sanders, Joseph" userId="84722137-53ac-4b51-b5a6-19ec507437d1" providerId="ADAL" clId="{38EDA9BC-C33A-430F-8AE7-B71E58BAEA9A}" dt="2026-09-14T17:17:03.458" v="4" actId="47"/>
        <pc:sldMkLst>
          <pc:docMk/>
          <pc:sldMk cId="3378016475" sldId="1042"/>
        </pc:sldMkLst>
      </pc:sldChg>
      <pc:sldChg chg="del">
        <pc:chgData name="Sanders, Joseph" userId="84722137-53ac-4b51-b5a6-19ec507437d1" providerId="ADAL" clId="{38EDA9BC-C33A-430F-8AE7-B71E58BAEA9A}" dt="2026-09-14T17:17:03.458" v="4" actId="47"/>
        <pc:sldMkLst>
          <pc:docMk/>
          <pc:sldMk cId="3879705186" sldId="1043"/>
        </pc:sldMkLst>
      </pc:sldChg>
      <pc:sldChg chg="del">
        <pc:chgData name="Sanders, Joseph" userId="84722137-53ac-4b51-b5a6-19ec507437d1" providerId="ADAL" clId="{38EDA9BC-C33A-430F-8AE7-B71E58BAEA9A}" dt="2026-09-14T17:17:03.458" v="4" actId="47"/>
        <pc:sldMkLst>
          <pc:docMk/>
          <pc:sldMk cId="4057637103" sldId="1044"/>
        </pc:sldMkLst>
      </pc:sldChg>
      <pc:sldChg chg="del">
        <pc:chgData name="Sanders, Joseph" userId="84722137-53ac-4b51-b5a6-19ec507437d1" providerId="ADAL" clId="{38EDA9BC-C33A-430F-8AE7-B71E58BAEA9A}" dt="2026-09-14T17:17:03.458" v="4" actId="47"/>
        <pc:sldMkLst>
          <pc:docMk/>
          <pc:sldMk cId="361349557" sldId="1045"/>
        </pc:sldMkLst>
      </pc:sldChg>
      <pc:sldChg chg="del">
        <pc:chgData name="Sanders, Joseph" userId="84722137-53ac-4b51-b5a6-19ec507437d1" providerId="ADAL" clId="{38EDA9BC-C33A-430F-8AE7-B71E58BAEA9A}" dt="2026-09-14T17:17:03.458" v="4" actId="47"/>
        <pc:sldMkLst>
          <pc:docMk/>
          <pc:sldMk cId="2980241272" sldId="1046"/>
        </pc:sldMkLst>
      </pc:sldChg>
      <pc:sldChg chg="del">
        <pc:chgData name="Sanders, Joseph" userId="84722137-53ac-4b51-b5a6-19ec507437d1" providerId="ADAL" clId="{38EDA9BC-C33A-430F-8AE7-B71E58BAEA9A}" dt="2026-09-14T17:17:03.458" v="4" actId="47"/>
        <pc:sldMkLst>
          <pc:docMk/>
          <pc:sldMk cId="375493465" sldId="1047"/>
        </pc:sldMkLst>
      </pc:sldChg>
      <pc:sldChg chg="del">
        <pc:chgData name="Sanders, Joseph" userId="84722137-53ac-4b51-b5a6-19ec507437d1" providerId="ADAL" clId="{38EDA9BC-C33A-430F-8AE7-B71E58BAEA9A}" dt="2026-09-14T17:17:03.458" v="4" actId="47"/>
        <pc:sldMkLst>
          <pc:docMk/>
          <pc:sldMk cId="2026678537" sldId="1048"/>
        </pc:sldMkLst>
      </pc:sldChg>
      <pc:sldChg chg="del">
        <pc:chgData name="Sanders, Joseph" userId="84722137-53ac-4b51-b5a6-19ec507437d1" providerId="ADAL" clId="{38EDA9BC-C33A-430F-8AE7-B71E58BAEA9A}" dt="2026-09-14T17:17:03.458" v="4" actId="47"/>
        <pc:sldMkLst>
          <pc:docMk/>
          <pc:sldMk cId="1135714211" sldId="1049"/>
        </pc:sldMkLst>
      </pc:sldChg>
      <pc:sldChg chg="del">
        <pc:chgData name="Sanders, Joseph" userId="84722137-53ac-4b51-b5a6-19ec507437d1" providerId="ADAL" clId="{38EDA9BC-C33A-430F-8AE7-B71E58BAEA9A}" dt="2026-09-14T17:17:03.458" v="4" actId="47"/>
        <pc:sldMkLst>
          <pc:docMk/>
          <pc:sldMk cId="1024173100" sldId="1050"/>
        </pc:sldMkLst>
      </pc:sldChg>
      <pc:sldChg chg="del">
        <pc:chgData name="Sanders, Joseph" userId="84722137-53ac-4b51-b5a6-19ec507437d1" providerId="ADAL" clId="{38EDA9BC-C33A-430F-8AE7-B71E58BAEA9A}" dt="2026-09-14T17:17:03.458" v="4" actId="47"/>
        <pc:sldMkLst>
          <pc:docMk/>
          <pc:sldMk cId="2057835437" sldId="1051"/>
        </pc:sldMkLst>
      </pc:sldChg>
      <pc:sldChg chg="del">
        <pc:chgData name="Sanders, Joseph" userId="84722137-53ac-4b51-b5a6-19ec507437d1" providerId="ADAL" clId="{38EDA9BC-C33A-430F-8AE7-B71E58BAEA9A}" dt="2026-09-14T17:17:03.458" v="4" actId="47"/>
        <pc:sldMkLst>
          <pc:docMk/>
          <pc:sldMk cId="3872493543" sldId="1052"/>
        </pc:sldMkLst>
      </pc:sldChg>
      <pc:sldChg chg="del">
        <pc:chgData name="Sanders, Joseph" userId="84722137-53ac-4b51-b5a6-19ec507437d1" providerId="ADAL" clId="{38EDA9BC-C33A-430F-8AE7-B71E58BAEA9A}" dt="2026-09-14T17:17:03.458" v="4" actId="47"/>
        <pc:sldMkLst>
          <pc:docMk/>
          <pc:sldMk cId="343172535" sldId="1053"/>
        </pc:sldMkLst>
      </pc:sldChg>
      <pc:sldChg chg="del">
        <pc:chgData name="Sanders, Joseph" userId="84722137-53ac-4b51-b5a6-19ec507437d1" providerId="ADAL" clId="{38EDA9BC-C33A-430F-8AE7-B71E58BAEA9A}" dt="2026-09-14T17:17:03.458" v="4" actId="47"/>
        <pc:sldMkLst>
          <pc:docMk/>
          <pc:sldMk cId="587420062" sldId="1054"/>
        </pc:sldMkLst>
      </pc:sldChg>
      <pc:sldChg chg="del">
        <pc:chgData name="Sanders, Joseph" userId="84722137-53ac-4b51-b5a6-19ec507437d1" providerId="ADAL" clId="{38EDA9BC-C33A-430F-8AE7-B71E58BAEA9A}" dt="2026-09-14T17:17:03.458" v="4" actId="47"/>
        <pc:sldMkLst>
          <pc:docMk/>
          <pc:sldMk cId="2557819511" sldId="1055"/>
        </pc:sldMkLst>
      </pc:sldChg>
      <pc:sldChg chg="del">
        <pc:chgData name="Sanders, Joseph" userId="84722137-53ac-4b51-b5a6-19ec507437d1" providerId="ADAL" clId="{38EDA9BC-C33A-430F-8AE7-B71E58BAEA9A}" dt="2026-09-14T17:17:03.458" v="4" actId="47"/>
        <pc:sldMkLst>
          <pc:docMk/>
          <pc:sldMk cId="1604223781" sldId="1056"/>
        </pc:sldMkLst>
      </pc:sldChg>
      <pc:sldChg chg="del">
        <pc:chgData name="Sanders, Joseph" userId="84722137-53ac-4b51-b5a6-19ec507437d1" providerId="ADAL" clId="{38EDA9BC-C33A-430F-8AE7-B71E58BAEA9A}" dt="2026-09-14T17:17:03.458" v="4" actId="47"/>
        <pc:sldMkLst>
          <pc:docMk/>
          <pc:sldMk cId="1916507194" sldId="1057"/>
        </pc:sldMkLst>
      </pc:sldChg>
      <pc:sldChg chg="del">
        <pc:chgData name="Sanders, Joseph" userId="84722137-53ac-4b51-b5a6-19ec507437d1" providerId="ADAL" clId="{38EDA9BC-C33A-430F-8AE7-B71E58BAEA9A}" dt="2026-09-14T17:17:03.458" v="4" actId="47"/>
        <pc:sldMkLst>
          <pc:docMk/>
          <pc:sldMk cId="574039957" sldId="1058"/>
        </pc:sldMkLst>
      </pc:sldChg>
      <pc:sldChg chg="del">
        <pc:chgData name="Sanders, Joseph" userId="84722137-53ac-4b51-b5a6-19ec507437d1" providerId="ADAL" clId="{38EDA9BC-C33A-430F-8AE7-B71E58BAEA9A}" dt="2026-09-14T17:17:03.458" v="4" actId="47"/>
        <pc:sldMkLst>
          <pc:docMk/>
          <pc:sldMk cId="559783068" sldId="1059"/>
        </pc:sldMkLst>
      </pc:sldChg>
      <pc:sldChg chg="del">
        <pc:chgData name="Sanders, Joseph" userId="84722137-53ac-4b51-b5a6-19ec507437d1" providerId="ADAL" clId="{38EDA9BC-C33A-430F-8AE7-B71E58BAEA9A}" dt="2026-09-14T17:17:03.458" v="4" actId="47"/>
        <pc:sldMkLst>
          <pc:docMk/>
          <pc:sldMk cId="3014859777" sldId="1060"/>
        </pc:sldMkLst>
      </pc:sldChg>
      <pc:sldChg chg="del">
        <pc:chgData name="Sanders, Joseph" userId="84722137-53ac-4b51-b5a6-19ec507437d1" providerId="ADAL" clId="{38EDA9BC-C33A-430F-8AE7-B71E58BAEA9A}" dt="2026-09-14T17:17:03.458" v="4" actId="47"/>
        <pc:sldMkLst>
          <pc:docMk/>
          <pc:sldMk cId="2863880174" sldId="1061"/>
        </pc:sldMkLst>
      </pc:sldChg>
      <pc:sldChg chg="del">
        <pc:chgData name="Sanders, Joseph" userId="84722137-53ac-4b51-b5a6-19ec507437d1" providerId="ADAL" clId="{38EDA9BC-C33A-430F-8AE7-B71E58BAEA9A}" dt="2026-09-14T17:17:03.458" v="4" actId="47"/>
        <pc:sldMkLst>
          <pc:docMk/>
          <pc:sldMk cId="929193229" sldId="1062"/>
        </pc:sldMkLst>
      </pc:sldChg>
      <pc:sldChg chg="del">
        <pc:chgData name="Sanders, Joseph" userId="84722137-53ac-4b51-b5a6-19ec507437d1" providerId="ADAL" clId="{38EDA9BC-C33A-430F-8AE7-B71E58BAEA9A}" dt="2026-09-14T17:17:03.458" v="4" actId="47"/>
        <pc:sldMkLst>
          <pc:docMk/>
          <pc:sldMk cId="3627091281" sldId="1064"/>
        </pc:sldMkLst>
      </pc:sldChg>
      <pc:sldChg chg="del">
        <pc:chgData name="Sanders, Joseph" userId="84722137-53ac-4b51-b5a6-19ec507437d1" providerId="ADAL" clId="{38EDA9BC-C33A-430F-8AE7-B71E58BAEA9A}" dt="2026-09-14T17:17:03.458" v="4" actId="47"/>
        <pc:sldMkLst>
          <pc:docMk/>
          <pc:sldMk cId="1124435367" sldId="1065"/>
        </pc:sldMkLst>
      </pc:sldChg>
      <pc:sldChg chg="del">
        <pc:chgData name="Sanders, Joseph" userId="84722137-53ac-4b51-b5a6-19ec507437d1" providerId="ADAL" clId="{38EDA9BC-C33A-430F-8AE7-B71E58BAEA9A}" dt="2026-09-14T17:17:03.458" v="4" actId="47"/>
        <pc:sldMkLst>
          <pc:docMk/>
          <pc:sldMk cId="4236356204" sldId="1066"/>
        </pc:sldMkLst>
      </pc:sldChg>
      <pc:sldChg chg="del">
        <pc:chgData name="Sanders, Joseph" userId="84722137-53ac-4b51-b5a6-19ec507437d1" providerId="ADAL" clId="{38EDA9BC-C33A-430F-8AE7-B71E58BAEA9A}" dt="2026-09-14T17:17:03.458" v="4" actId="47"/>
        <pc:sldMkLst>
          <pc:docMk/>
          <pc:sldMk cId="1978722448" sldId="1067"/>
        </pc:sldMkLst>
      </pc:sldChg>
      <pc:sldChg chg="del">
        <pc:chgData name="Sanders, Joseph" userId="84722137-53ac-4b51-b5a6-19ec507437d1" providerId="ADAL" clId="{38EDA9BC-C33A-430F-8AE7-B71E58BAEA9A}" dt="2026-09-14T17:17:03.458" v="4" actId="47"/>
        <pc:sldMkLst>
          <pc:docMk/>
          <pc:sldMk cId="2682318500" sldId="1068"/>
        </pc:sldMkLst>
      </pc:sldChg>
      <pc:sldChg chg="del">
        <pc:chgData name="Sanders, Joseph" userId="84722137-53ac-4b51-b5a6-19ec507437d1" providerId="ADAL" clId="{38EDA9BC-C33A-430F-8AE7-B71E58BAEA9A}" dt="2026-09-14T17:17:03.458" v="4" actId="47"/>
        <pc:sldMkLst>
          <pc:docMk/>
          <pc:sldMk cId="849881264" sldId="1069"/>
        </pc:sldMkLst>
      </pc:sldChg>
      <pc:sldChg chg="del">
        <pc:chgData name="Sanders, Joseph" userId="84722137-53ac-4b51-b5a6-19ec507437d1" providerId="ADAL" clId="{38EDA9BC-C33A-430F-8AE7-B71E58BAEA9A}" dt="2026-09-14T17:17:03.458" v="4" actId="47"/>
        <pc:sldMkLst>
          <pc:docMk/>
          <pc:sldMk cId="3219902617" sldId="1070"/>
        </pc:sldMkLst>
      </pc:sldChg>
      <pc:sldChg chg="del">
        <pc:chgData name="Sanders, Joseph" userId="84722137-53ac-4b51-b5a6-19ec507437d1" providerId="ADAL" clId="{38EDA9BC-C33A-430F-8AE7-B71E58BAEA9A}" dt="2026-09-14T17:17:03.458" v="4" actId="47"/>
        <pc:sldMkLst>
          <pc:docMk/>
          <pc:sldMk cId="2253840646" sldId="1071"/>
        </pc:sldMkLst>
      </pc:sldChg>
      <pc:sldChg chg="del">
        <pc:chgData name="Sanders, Joseph" userId="84722137-53ac-4b51-b5a6-19ec507437d1" providerId="ADAL" clId="{38EDA9BC-C33A-430F-8AE7-B71E58BAEA9A}" dt="2026-09-14T17:17:03.458" v="4" actId="47"/>
        <pc:sldMkLst>
          <pc:docMk/>
          <pc:sldMk cId="4228753269" sldId="1072"/>
        </pc:sldMkLst>
      </pc:sldChg>
      <pc:sldChg chg="del">
        <pc:chgData name="Sanders, Joseph" userId="84722137-53ac-4b51-b5a6-19ec507437d1" providerId="ADAL" clId="{38EDA9BC-C33A-430F-8AE7-B71E58BAEA9A}" dt="2026-09-14T17:17:03.458" v="4" actId="47"/>
        <pc:sldMkLst>
          <pc:docMk/>
          <pc:sldMk cId="2166468752" sldId="1073"/>
        </pc:sldMkLst>
      </pc:sldChg>
      <pc:sldChg chg="del">
        <pc:chgData name="Sanders, Joseph" userId="84722137-53ac-4b51-b5a6-19ec507437d1" providerId="ADAL" clId="{38EDA9BC-C33A-430F-8AE7-B71E58BAEA9A}" dt="2026-09-14T17:17:03.458" v="4" actId="47"/>
        <pc:sldMkLst>
          <pc:docMk/>
          <pc:sldMk cId="348810131" sldId="1074"/>
        </pc:sldMkLst>
      </pc:sldChg>
      <pc:sldChg chg="del">
        <pc:chgData name="Sanders, Joseph" userId="84722137-53ac-4b51-b5a6-19ec507437d1" providerId="ADAL" clId="{38EDA9BC-C33A-430F-8AE7-B71E58BAEA9A}" dt="2026-09-14T17:17:03.458" v="4" actId="47"/>
        <pc:sldMkLst>
          <pc:docMk/>
          <pc:sldMk cId="2524701159" sldId="1075"/>
        </pc:sldMkLst>
      </pc:sldChg>
      <pc:sldChg chg="del">
        <pc:chgData name="Sanders, Joseph" userId="84722137-53ac-4b51-b5a6-19ec507437d1" providerId="ADAL" clId="{38EDA9BC-C33A-430F-8AE7-B71E58BAEA9A}" dt="2026-09-14T17:17:03.458" v="4" actId="47"/>
        <pc:sldMkLst>
          <pc:docMk/>
          <pc:sldMk cId="2675589893" sldId="1076"/>
        </pc:sldMkLst>
      </pc:sldChg>
      <pc:sldChg chg="del">
        <pc:chgData name="Sanders, Joseph" userId="84722137-53ac-4b51-b5a6-19ec507437d1" providerId="ADAL" clId="{38EDA9BC-C33A-430F-8AE7-B71E58BAEA9A}" dt="2026-09-14T17:17:03.458" v="4" actId="47"/>
        <pc:sldMkLst>
          <pc:docMk/>
          <pc:sldMk cId="2827909391" sldId="1077"/>
        </pc:sldMkLst>
      </pc:sldChg>
      <pc:sldChg chg="del">
        <pc:chgData name="Sanders, Joseph" userId="84722137-53ac-4b51-b5a6-19ec507437d1" providerId="ADAL" clId="{38EDA9BC-C33A-430F-8AE7-B71E58BAEA9A}" dt="2026-09-14T17:17:03.458" v="4" actId="47"/>
        <pc:sldMkLst>
          <pc:docMk/>
          <pc:sldMk cId="991598255" sldId="1078"/>
        </pc:sldMkLst>
      </pc:sldChg>
      <pc:sldChg chg="del">
        <pc:chgData name="Sanders, Joseph" userId="84722137-53ac-4b51-b5a6-19ec507437d1" providerId="ADAL" clId="{38EDA9BC-C33A-430F-8AE7-B71E58BAEA9A}" dt="2026-09-14T17:17:03.458" v="4" actId="47"/>
        <pc:sldMkLst>
          <pc:docMk/>
          <pc:sldMk cId="3057132363" sldId="1079"/>
        </pc:sldMkLst>
      </pc:sldChg>
      <pc:sldChg chg="del">
        <pc:chgData name="Sanders, Joseph" userId="84722137-53ac-4b51-b5a6-19ec507437d1" providerId="ADAL" clId="{38EDA9BC-C33A-430F-8AE7-B71E58BAEA9A}" dt="2026-09-14T17:17:03.458" v="4" actId="47"/>
        <pc:sldMkLst>
          <pc:docMk/>
          <pc:sldMk cId="581245838" sldId="1080"/>
        </pc:sldMkLst>
      </pc:sldChg>
      <pc:sldChg chg="del">
        <pc:chgData name="Sanders, Joseph" userId="84722137-53ac-4b51-b5a6-19ec507437d1" providerId="ADAL" clId="{38EDA9BC-C33A-430F-8AE7-B71E58BAEA9A}" dt="2026-09-14T17:17:03.458" v="4" actId="47"/>
        <pc:sldMkLst>
          <pc:docMk/>
          <pc:sldMk cId="3960562317" sldId="1081"/>
        </pc:sldMkLst>
      </pc:sldChg>
      <pc:sldChg chg="del">
        <pc:chgData name="Sanders, Joseph" userId="84722137-53ac-4b51-b5a6-19ec507437d1" providerId="ADAL" clId="{38EDA9BC-C33A-430F-8AE7-B71E58BAEA9A}" dt="2026-09-14T17:17:03.458" v="4" actId="47"/>
        <pc:sldMkLst>
          <pc:docMk/>
          <pc:sldMk cId="3971221462" sldId="1082"/>
        </pc:sldMkLst>
      </pc:sldChg>
      <pc:sldChg chg="del">
        <pc:chgData name="Sanders, Joseph" userId="84722137-53ac-4b51-b5a6-19ec507437d1" providerId="ADAL" clId="{38EDA9BC-C33A-430F-8AE7-B71E58BAEA9A}" dt="2026-09-14T17:17:03.458" v="4" actId="47"/>
        <pc:sldMkLst>
          <pc:docMk/>
          <pc:sldMk cId="2957571258" sldId="1083"/>
        </pc:sldMkLst>
      </pc:sldChg>
      <pc:sldChg chg="del">
        <pc:chgData name="Sanders, Joseph" userId="84722137-53ac-4b51-b5a6-19ec507437d1" providerId="ADAL" clId="{38EDA9BC-C33A-430F-8AE7-B71E58BAEA9A}" dt="2026-09-14T17:17:03.458" v="4" actId="47"/>
        <pc:sldMkLst>
          <pc:docMk/>
          <pc:sldMk cId="4167223312" sldId="1084"/>
        </pc:sldMkLst>
      </pc:sldChg>
      <pc:sldChg chg="del">
        <pc:chgData name="Sanders, Joseph" userId="84722137-53ac-4b51-b5a6-19ec507437d1" providerId="ADAL" clId="{38EDA9BC-C33A-430F-8AE7-B71E58BAEA9A}" dt="2026-09-14T17:17:03.458" v="4" actId="47"/>
        <pc:sldMkLst>
          <pc:docMk/>
          <pc:sldMk cId="2838789899" sldId="1085"/>
        </pc:sldMkLst>
      </pc:sldChg>
      <pc:sldChg chg="del">
        <pc:chgData name="Sanders, Joseph" userId="84722137-53ac-4b51-b5a6-19ec507437d1" providerId="ADAL" clId="{38EDA9BC-C33A-430F-8AE7-B71E58BAEA9A}" dt="2026-09-14T17:17:03.458" v="4" actId="47"/>
        <pc:sldMkLst>
          <pc:docMk/>
          <pc:sldMk cId="1464077164" sldId="1086"/>
        </pc:sldMkLst>
      </pc:sldChg>
      <pc:sldChg chg="del">
        <pc:chgData name="Sanders, Joseph" userId="84722137-53ac-4b51-b5a6-19ec507437d1" providerId="ADAL" clId="{38EDA9BC-C33A-430F-8AE7-B71E58BAEA9A}" dt="2026-09-14T17:17:03.458" v="4" actId="47"/>
        <pc:sldMkLst>
          <pc:docMk/>
          <pc:sldMk cId="3047988692" sldId="1087"/>
        </pc:sldMkLst>
      </pc:sldChg>
      <pc:sldChg chg="del">
        <pc:chgData name="Sanders, Joseph" userId="84722137-53ac-4b51-b5a6-19ec507437d1" providerId="ADAL" clId="{38EDA9BC-C33A-430F-8AE7-B71E58BAEA9A}" dt="2026-09-14T17:17:03.458" v="4" actId="47"/>
        <pc:sldMkLst>
          <pc:docMk/>
          <pc:sldMk cId="3039399702" sldId="1089"/>
        </pc:sldMkLst>
      </pc:sldChg>
      <pc:sldChg chg="del">
        <pc:chgData name="Sanders, Joseph" userId="84722137-53ac-4b51-b5a6-19ec507437d1" providerId="ADAL" clId="{38EDA9BC-C33A-430F-8AE7-B71E58BAEA9A}" dt="2026-09-14T17:17:03.458" v="4" actId="47"/>
        <pc:sldMkLst>
          <pc:docMk/>
          <pc:sldMk cId="1811390603" sldId="1090"/>
        </pc:sldMkLst>
      </pc:sldChg>
      <pc:sldChg chg="del">
        <pc:chgData name="Sanders, Joseph" userId="84722137-53ac-4b51-b5a6-19ec507437d1" providerId="ADAL" clId="{38EDA9BC-C33A-430F-8AE7-B71E58BAEA9A}" dt="2026-09-14T17:17:03.458" v="4" actId="47"/>
        <pc:sldMkLst>
          <pc:docMk/>
          <pc:sldMk cId="1525274977" sldId="1091"/>
        </pc:sldMkLst>
      </pc:sldChg>
      <pc:sldChg chg="del">
        <pc:chgData name="Sanders, Joseph" userId="84722137-53ac-4b51-b5a6-19ec507437d1" providerId="ADAL" clId="{38EDA9BC-C33A-430F-8AE7-B71E58BAEA9A}" dt="2026-09-14T17:17:03.458" v="4" actId="47"/>
        <pc:sldMkLst>
          <pc:docMk/>
          <pc:sldMk cId="2854476664" sldId="1092"/>
        </pc:sldMkLst>
      </pc:sldChg>
      <pc:sldChg chg="del">
        <pc:chgData name="Sanders, Joseph" userId="84722137-53ac-4b51-b5a6-19ec507437d1" providerId="ADAL" clId="{38EDA9BC-C33A-430F-8AE7-B71E58BAEA9A}" dt="2026-09-14T17:17:03.458" v="4" actId="47"/>
        <pc:sldMkLst>
          <pc:docMk/>
          <pc:sldMk cId="2597644059" sldId="1094"/>
        </pc:sldMkLst>
      </pc:sldChg>
      <pc:sldChg chg="del">
        <pc:chgData name="Sanders, Joseph" userId="84722137-53ac-4b51-b5a6-19ec507437d1" providerId="ADAL" clId="{38EDA9BC-C33A-430F-8AE7-B71E58BAEA9A}" dt="2026-09-14T17:17:03.458" v="4" actId="47"/>
        <pc:sldMkLst>
          <pc:docMk/>
          <pc:sldMk cId="2277789197" sldId="1095"/>
        </pc:sldMkLst>
      </pc:sldChg>
      <pc:sldChg chg="del">
        <pc:chgData name="Sanders, Joseph" userId="84722137-53ac-4b51-b5a6-19ec507437d1" providerId="ADAL" clId="{38EDA9BC-C33A-430F-8AE7-B71E58BAEA9A}" dt="2026-09-14T17:17:03.458" v="4" actId="47"/>
        <pc:sldMkLst>
          <pc:docMk/>
          <pc:sldMk cId="3076306416" sldId="1096"/>
        </pc:sldMkLst>
      </pc:sldChg>
      <pc:sldChg chg="del">
        <pc:chgData name="Sanders, Joseph" userId="84722137-53ac-4b51-b5a6-19ec507437d1" providerId="ADAL" clId="{38EDA9BC-C33A-430F-8AE7-B71E58BAEA9A}" dt="2026-09-14T17:17:03.458" v="4" actId="47"/>
        <pc:sldMkLst>
          <pc:docMk/>
          <pc:sldMk cId="3950287449" sldId="1097"/>
        </pc:sldMkLst>
      </pc:sldChg>
      <pc:sldChg chg="del">
        <pc:chgData name="Sanders, Joseph" userId="84722137-53ac-4b51-b5a6-19ec507437d1" providerId="ADAL" clId="{38EDA9BC-C33A-430F-8AE7-B71E58BAEA9A}" dt="2026-09-14T17:17:03.458" v="4" actId="47"/>
        <pc:sldMkLst>
          <pc:docMk/>
          <pc:sldMk cId="963575657" sldId="1098"/>
        </pc:sldMkLst>
      </pc:sldChg>
      <pc:sldChg chg="del">
        <pc:chgData name="Sanders, Joseph" userId="84722137-53ac-4b51-b5a6-19ec507437d1" providerId="ADAL" clId="{38EDA9BC-C33A-430F-8AE7-B71E58BAEA9A}" dt="2026-09-14T17:17:03.458" v="4" actId="47"/>
        <pc:sldMkLst>
          <pc:docMk/>
          <pc:sldMk cId="54345296" sldId="1099"/>
        </pc:sldMkLst>
      </pc:sldChg>
      <pc:sldChg chg="del">
        <pc:chgData name="Sanders, Joseph" userId="84722137-53ac-4b51-b5a6-19ec507437d1" providerId="ADAL" clId="{38EDA9BC-C33A-430F-8AE7-B71E58BAEA9A}" dt="2026-09-14T17:17:03.458" v="4" actId="47"/>
        <pc:sldMkLst>
          <pc:docMk/>
          <pc:sldMk cId="4266341348" sldId="1100"/>
        </pc:sldMkLst>
      </pc:sldChg>
      <pc:sldChg chg="del">
        <pc:chgData name="Sanders, Joseph" userId="84722137-53ac-4b51-b5a6-19ec507437d1" providerId="ADAL" clId="{38EDA9BC-C33A-430F-8AE7-B71E58BAEA9A}" dt="2026-09-14T17:17:03.458" v="4" actId="47"/>
        <pc:sldMkLst>
          <pc:docMk/>
          <pc:sldMk cId="1359140778" sldId="1101"/>
        </pc:sldMkLst>
      </pc:sldChg>
      <pc:sldChg chg="del">
        <pc:chgData name="Sanders, Joseph" userId="84722137-53ac-4b51-b5a6-19ec507437d1" providerId="ADAL" clId="{38EDA9BC-C33A-430F-8AE7-B71E58BAEA9A}" dt="2026-09-14T17:17:03.458" v="4" actId="47"/>
        <pc:sldMkLst>
          <pc:docMk/>
          <pc:sldMk cId="521775750" sldId="1102"/>
        </pc:sldMkLst>
      </pc:sldChg>
      <pc:sldChg chg="del">
        <pc:chgData name="Sanders, Joseph" userId="84722137-53ac-4b51-b5a6-19ec507437d1" providerId="ADAL" clId="{38EDA9BC-C33A-430F-8AE7-B71E58BAEA9A}" dt="2026-09-14T17:17:03.458" v="4" actId="47"/>
        <pc:sldMkLst>
          <pc:docMk/>
          <pc:sldMk cId="843585554" sldId="1103"/>
        </pc:sldMkLst>
      </pc:sldChg>
      <pc:sldChg chg="del">
        <pc:chgData name="Sanders, Joseph" userId="84722137-53ac-4b51-b5a6-19ec507437d1" providerId="ADAL" clId="{38EDA9BC-C33A-430F-8AE7-B71E58BAEA9A}" dt="2026-09-14T17:17:03.458" v="4" actId="47"/>
        <pc:sldMkLst>
          <pc:docMk/>
          <pc:sldMk cId="4058083536" sldId="1104"/>
        </pc:sldMkLst>
      </pc:sldChg>
      <pc:sldChg chg="del">
        <pc:chgData name="Sanders, Joseph" userId="84722137-53ac-4b51-b5a6-19ec507437d1" providerId="ADAL" clId="{38EDA9BC-C33A-430F-8AE7-B71E58BAEA9A}" dt="2026-09-14T17:17:03.458" v="4" actId="47"/>
        <pc:sldMkLst>
          <pc:docMk/>
          <pc:sldMk cId="1117825434" sldId="1106"/>
        </pc:sldMkLst>
      </pc:sldChg>
      <pc:sldChg chg="del">
        <pc:chgData name="Sanders, Joseph" userId="84722137-53ac-4b51-b5a6-19ec507437d1" providerId="ADAL" clId="{38EDA9BC-C33A-430F-8AE7-B71E58BAEA9A}" dt="2026-09-14T17:17:03.458" v="4" actId="47"/>
        <pc:sldMkLst>
          <pc:docMk/>
          <pc:sldMk cId="1283621787" sldId="1107"/>
        </pc:sldMkLst>
      </pc:sldChg>
      <pc:sldChg chg="del">
        <pc:chgData name="Sanders, Joseph" userId="84722137-53ac-4b51-b5a6-19ec507437d1" providerId="ADAL" clId="{38EDA9BC-C33A-430F-8AE7-B71E58BAEA9A}" dt="2026-09-14T17:17:03.458" v="4" actId="47"/>
        <pc:sldMkLst>
          <pc:docMk/>
          <pc:sldMk cId="1618431624" sldId="1108"/>
        </pc:sldMkLst>
      </pc:sldChg>
      <pc:sldChg chg="del">
        <pc:chgData name="Sanders, Joseph" userId="84722137-53ac-4b51-b5a6-19ec507437d1" providerId="ADAL" clId="{38EDA9BC-C33A-430F-8AE7-B71E58BAEA9A}" dt="2026-09-14T17:17:03.458" v="4" actId="47"/>
        <pc:sldMkLst>
          <pc:docMk/>
          <pc:sldMk cId="3185822963" sldId="1109"/>
        </pc:sldMkLst>
      </pc:sldChg>
      <pc:sldChg chg="del">
        <pc:chgData name="Sanders, Joseph" userId="84722137-53ac-4b51-b5a6-19ec507437d1" providerId="ADAL" clId="{38EDA9BC-C33A-430F-8AE7-B71E58BAEA9A}" dt="2026-09-14T17:17:03.458" v="4" actId="47"/>
        <pc:sldMkLst>
          <pc:docMk/>
          <pc:sldMk cId="196327485" sldId="1110"/>
        </pc:sldMkLst>
      </pc:sldChg>
      <pc:sldChg chg="del">
        <pc:chgData name="Sanders, Joseph" userId="84722137-53ac-4b51-b5a6-19ec507437d1" providerId="ADAL" clId="{38EDA9BC-C33A-430F-8AE7-B71E58BAEA9A}" dt="2026-09-14T17:17:03.458" v="4" actId="47"/>
        <pc:sldMkLst>
          <pc:docMk/>
          <pc:sldMk cId="2347505401" sldId="1111"/>
        </pc:sldMkLst>
      </pc:sldChg>
      <pc:sldChg chg="del">
        <pc:chgData name="Sanders, Joseph" userId="84722137-53ac-4b51-b5a6-19ec507437d1" providerId="ADAL" clId="{38EDA9BC-C33A-430F-8AE7-B71E58BAEA9A}" dt="2026-09-14T17:17:03.458" v="4" actId="47"/>
        <pc:sldMkLst>
          <pc:docMk/>
          <pc:sldMk cId="361769596" sldId="1112"/>
        </pc:sldMkLst>
      </pc:sldChg>
      <pc:sldChg chg="del">
        <pc:chgData name="Sanders, Joseph" userId="84722137-53ac-4b51-b5a6-19ec507437d1" providerId="ADAL" clId="{38EDA9BC-C33A-430F-8AE7-B71E58BAEA9A}" dt="2026-09-14T17:17:03.458" v="4" actId="47"/>
        <pc:sldMkLst>
          <pc:docMk/>
          <pc:sldMk cId="350414816" sldId="1113"/>
        </pc:sldMkLst>
      </pc:sldChg>
      <pc:sldChg chg="del">
        <pc:chgData name="Sanders, Joseph" userId="84722137-53ac-4b51-b5a6-19ec507437d1" providerId="ADAL" clId="{38EDA9BC-C33A-430F-8AE7-B71E58BAEA9A}" dt="2026-09-14T17:17:03.458" v="4" actId="47"/>
        <pc:sldMkLst>
          <pc:docMk/>
          <pc:sldMk cId="4134611823" sldId="1115"/>
        </pc:sldMkLst>
      </pc:sldChg>
      <pc:sldChg chg="del">
        <pc:chgData name="Sanders, Joseph" userId="84722137-53ac-4b51-b5a6-19ec507437d1" providerId="ADAL" clId="{38EDA9BC-C33A-430F-8AE7-B71E58BAEA9A}" dt="2026-09-14T17:18:01.821" v="5" actId="47"/>
        <pc:sldMkLst>
          <pc:docMk/>
          <pc:sldMk cId="2245837786" sldId="1116"/>
        </pc:sldMkLst>
      </pc:sldChg>
      <pc:sldChg chg="del">
        <pc:chgData name="Sanders, Joseph" userId="84722137-53ac-4b51-b5a6-19ec507437d1" providerId="ADAL" clId="{38EDA9BC-C33A-430F-8AE7-B71E58BAEA9A}" dt="2026-09-14T17:17:03.458" v="4" actId="47"/>
        <pc:sldMkLst>
          <pc:docMk/>
          <pc:sldMk cId="3150707263" sldId="1117"/>
        </pc:sldMkLst>
      </pc:sldChg>
      <pc:sldChg chg="del">
        <pc:chgData name="Sanders, Joseph" userId="84722137-53ac-4b51-b5a6-19ec507437d1" providerId="ADAL" clId="{38EDA9BC-C33A-430F-8AE7-B71E58BAEA9A}" dt="2026-09-14T17:17:03.458" v="4" actId="47"/>
        <pc:sldMkLst>
          <pc:docMk/>
          <pc:sldMk cId="2635822778" sldId="1118"/>
        </pc:sldMkLst>
      </pc:sldChg>
      <pc:sldChg chg="del">
        <pc:chgData name="Sanders, Joseph" userId="84722137-53ac-4b51-b5a6-19ec507437d1" providerId="ADAL" clId="{38EDA9BC-C33A-430F-8AE7-B71E58BAEA9A}" dt="2026-09-14T17:17:03.458" v="4" actId="47"/>
        <pc:sldMkLst>
          <pc:docMk/>
          <pc:sldMk cId="3801682186" sldId="1119"/>
        </pc:sldMkLst>
      </pc:sldChg>
      <pc:sldChg chg="del">
        <pc:chgData name="Sanders, Joseph" userId="84722137-53ac-4b51-b5a6-19ec507437d1" providerId="ADAL" clId="{38EDA9BC-C33A-430F-8AE7-B71E58BAEA9A}" dt="2026-09-14T17:17:03.458" v="4" actId="47"/>
        <pc:sldMkLst>
          <pc:docMk/>
          <pc:sldMk cId="3771735989" sldId="1120"/>
        </pc:sldMkLst>
      </pc:sldChg>
      <pc:sldChg chg="del">
        <pc:chgData name="Sanders, Joseph" userId="84722137-53ac-4b51-b5a6-19ec507437d1" providerId="ADAL" clId="{38EDA9BC-C33A-430F-8AE7-B71E58BAEA9A}" dt="2026-09-14T17:17:03.458" v="4" actId="47"/>
        <pc:sldMkLst>
          <pc:docMk/>
          <pc:sldMk cId="4130301248" sldId="1121"/>
        </pc:sldMkLst>
      </pc:sldChg>
      <pc:sldChg chg="del">
        <pc:chgData name="Sanders, Joseph" userId="84722137-53ac-4b51-b5a6-19ec507437d1" providerId="ADAL" clId="{38EDA9BC-C33A-430F-8AE7-B71E58BAEA9A}" dt="2026-09-14T17:17:03.458" v="4" actId="47"/>
        <pc:sldMkLst>
          <pc:docMk/>
          <pc:sldMk cId="1616846866" sldId="1122"/>
        </pc:sldMkLst>
      </pc:sldChg>
      <pc:sldChg chg="del">
        <pc:chgData name="Sanders, Joseph" userId="84722137-53ac-4b51-b5a6-19ec507437d1" providerId="ADAL" clId="{38EDA9BC-C33A-430F-8AE7-B71E58BAEA9A}" dt="2026-09-14T17:17:03.458" v="4" actId="47"/>
        <pc:sldMkLst>
          <pc:docMk/>
          <pc:sldMk cId="1181202831" sldId="1123"/>
        </pc:sldMkLst>
      </pc:sldChg>
      <pc:sldChg chg="del">
        <pc:chgData name="Sanders, Joseph" userId="84722137-53ac-4b51-b5a6-19ec507437d1" providerId="ADAL" clId="{38EDA9BC-C33A-430F-8AE7-B71E58BAEA9A}" dt="2026-09-14T17:17:03.458" v="4" actId="47"/>
        <pc:sldMkLst>
          <pc:docMk/>
          <pc:sldMk cId="3588921133" sldId="1124"/>
        </pc:sldMkLst>
      </pc:sldChg>
      <pc:sldChg chg="del">
        <pc:chgData name="Sanders, Joseph" userId="84722137-53ac-4b51-b5a6-19ec507437d1" providerId="ADAL" clId="{38EDA9BC-C33A-430F-8AE7-B71E58BAEA9A}" dt="2026-09-14T17:17:03.458" v="4" actId="47"/>
        <pc:sldMkLst>
          <pc:docMk/>
          <pc:sldMk cId="842523267" sldId="1125"/>
        </pc:sldMkLst>
      </pc:sldChg>
      <pc:sldChg chg="del">
        <pc:chgData name="Sanders, Joseph" userId="84722137-53ac-4b51-b5a6-19ec507437d1" providerId="ADAL" clId="{38EDA9BC-C33A-430F-8AE7-B71E58BAEA9A}" dt="2026-09-14T17:17:03.458" v="4" actId="47"/>
        <pc:sldMkLst>
          <pc:docMk/>
          <pc:sldMk cId="2134832516" sldId="1126"/>
        </pc:sldMkLst>
      </pc:sldChg>
      <pc:sldChg chg="del">
        <pc:chgData name="Sanders, Joseph" userId="84722137-53ac-4b51-b5a6-19ec507437d1" providerId="ADAL" clId="{38EDA9BC-C33A-430F-8AE7-B71E58BAEA9A}" dt="2026-09-14T17:17:03.458" v="4" actId="47"/>
        <pc:sldMkLst>
          <pc:docMk/>
          <pc:sldMk cId="636798585" sldId="1127"/>
        </pc:sldMkLst>
      </pc:sldChg>
      <pc:sldChg chg="del">
        <pc:chgData name="Sanders, Joseph" userId="84722137-53ac-4b51-b5a6-19ec507437d1" providerId="ADAL" clId="{38EDA9BC-C33A-430F-8AE7-B71E58BAEA9A}" dt="2026-09-14T17:17:03.458" v="4" actId="47"/>
        <pc:sldMkLst>
          <pc:docMk/>
          <pc:sldMk cId="1100181316" sldId="1128"/>
        </pc:sldMkLst>
      </pc:sldChg>
      <pc:sldChg chg="del">
        <pc:chgData name="Sanders, Joseph" userId="84722137-53ac-4b51-b5a6-19ec507437d1" providerId="ADAL" clId="{38EDA9BC-C33A-430F-8AE7-B71E58BAEA9A}" dt="2026-09-14T17:17:03.458" v="4" actId="47"/>
        <pc:sldMkLst>
          <pc:docMk/>
          <pc:sldMk cId="3263288960" sldId="1129"/>
        </pc:sldMkLst>
      </pc:sldChg>
      <pc:sldChg chg="del">
        <pc:chgData name="Sanders, Joseph" userId="84722137-53ac-4b51-b5a6-19ec507437d1" providerId="ADAL" clId="{38EDA9BC-C33A-430F-8AE7-B71E58BAEA9A}" dt="2026-09-14T17:17:03.458" v="4" actId="47"/>
        <pc:sldMkLst>
          <pc:docMk/>
          <pc:sldMk cId="3830261705" sldId="1131"/>
        </pc:sldMkLst>
      </pc:sldChg>
      <pc:sldChg chg="del">
        <pc:chgData name="Sanders, Joseph" userId="84722137-53ac-4b51-b5a6-19ec507437d1" providerId="ADAL" clId="{38EDA9BC-C33A-430F-8AE7-B71E58BAEA9A}" dt="2026-09-14T17:17:03.458" v="4" actId="47"/>
        <pc:sldMkLst>
          <pc:docMk/>
          <pc:sldMk cId="4043394331" sldId="1132"/>
        </pc:sldMkLst>
      </pc:sldChg>
      <pc:sldChg chg="del">
        <pc:chgData name="Sanders, Joseph" userId="84722137-53ac-4b51-b5a6-19ec507437d1" providerId="ADAL" clId="{38EDA9BC-C33A-430F-8AE7-B71E58BAEA9A}" dt="2026-09-14T17:17:03.458" v="4" actId="47"/>
        <pc:sldMkLst>
          <pc:docMk/>
          <pc:sldMk cId="290714097" sldId="1133"/>
        </pc:sldMkLst>
      </pc:sldChg>
      <pc:sldChg chg="del">
        <pc:chgData name="Sanders, Joseph" userId="84722137-53ac-4b51-b5a6-19ec507437d1" providerId="ADAL" clId="{38EDA9BC-C33A-430F-8AE7-B71E58BAEA9A}" dt="2026-09-14T17:17:03.458" v="4" actId="47"/>
        <pc:sldMkLst>
          <pc:docMk/>
          <pc:sldMk cId="501739903" sldId="1134"/>
        </pc:sldMkLst>
      </pc:sldChg>
      <pc:sldChg chg="del">
        <pc:chgData name="Sanders, Joseph" userId="84722137-53ac-4b51-b5a6-19ec507437d1" providerId="ADAL" clId="{38EDA9BC-C33A-430F-8AE7-B71E58BAEA9A}" dt="2026-09-14T17:17:03.458" v="4" actId="47"/>
        <pc:sldMkLst>
          <pc:docMk/>
          <pc:sldMk cId="1853126877" sldId="1135"/>
        </pc:sldMkLst>
      </pc:sldChg>
      <pc:sldChg chg="del">
        <pc:chgData name="Sanders, Joseph" userId="84722137-53ac-4b51-b5a6-19ec507437d1" providerId="ADAL" clId="{38EDA9BC-C33A-430F-8AE7-B71E58BAEA9A}" dt="2026-09-14T17:17:03.458" v="4" actId="47"/>
        <pc:sldMkLst>
          <pc:docMk/>
          <pc:sldMk cId="1323607930" sldId="1136"/>
        </pc:sldMkLst>
      </pc:sldChg>
      <pc:sldChg chg="del">
        <pc:chgData name="Sanders, Joseph" userId="84722137-53ac-4b51-b5a6-19ec507437d1" providerId="ADAL" clId="{38EDA9BC-C33A-430F-8AE7-B71E58BAEA9A}" dt="2026-09-14T17:17:03.458" v="4" actId="47"/>
        <pc:sldMkLst>
          <pc:docMk/>
          <pc:sldMk cId="3647025259" sldId="1137"/>
        </pc:sldMkLst>
      </pc:sldChg>
      <pc:sldChg chg="del">
        <pc:chgData name="Sanders, Joseph" userId="84722137-53ac-4b51-b5a6-19ec507437d1" providerId="ADAL" clId="{38EDA9BC-C33A-430F-8AE7-B71E58BAEA9A}" dt="2026-09-14T17:17:03.458" v="4" actId="47"/>
        <pc:sldMkLst>
          <pc:docMk/>
          <pc:sldMk cId="857790104" sldId="1138"/>
        </pc:sldMkLst>
      </pc:sldChg>
      <pc:sldChg chg="del">
        <pc:chgData name="Sanders, Joseph" userId="84722137-53ac-4b51-b5a6-19ec507437d1" providerId="ADAL" clId="{38EDA9BC-C33A-430F-8AE7-B71E58BAEA9A}" dt="2026-09-14T17:17:03.458" v="4" actId="47"/>
        <pc:sldMkLst>
          <pc:docMk/>
          <pc:sldMk cId="720703042" sldId="1139"/>
        </pc:sldMkLst>
      </pc:sldChg>
      <pc:sldChg chg="del">
        <pc:chgData name="Sanders, Joseph" userId="84722137-53ac-4b51-b5a6-19ec507437d1" providerId="ADAL" clId="{38EDA9BC-C33A-430F-8AE7-B71E58BAEA9A}" dt="2026-09-14T17:17:03.458" v="4" actId="47"/>
        <pc:sldMkLst>
          <pc:docMk/>
          <pc:sldMk cId="62357142" sldId="1140"/>
        </pc:sldMkLst>
      </pc:sldChg>
      <pc:sldChg chg="del">
        <pc:chgData name="Sanders, Joseph" userId="84722137-53ac-4b51-b5a6-19ec507437d1" providerId="ADAL" clId="{38EDA9BC-C33A-430F-8AE7-B71E58BAEA9A}" dt="2026-09-14T17:18:01.821" v="5" actId="47"/>
        <pc:sldMkLst>
          <pc:docMk/>
          <pc:sldMk cId="1373682837" sldId="1141"/>
        </pc:sldMkLst>
      </pc:sldChg>
      <pc:sldChg chg="del">
        <pc:chgData name="Sanders, Joseph" userId="84722137-53ac-4b51-b5a6-19ec507437d1" providerId="ADAL" clId="{38EDA9BC-C33A-430F-8AE7-B71E58BAEA9A}" dt="2026-09-14T17:18:01.821" v="5" actId="47"/>
        <pc:sldMkLst>
          <pc:docMk/>
          <pc:sldMk cId="2636468212" sldId="1142"/>
        </pc:sldMkLst>
      </pc:sldChg>
      <pc:sldChg chg="del">
        <pc:chgData name="Sanders, Joseph" userId="84722137-53ac-4b51-b5a6-19ec507437d1" providerId="ADAL" clId="{38EDA9BC-C33A-430F-8AE7-B71E58BAEA9A}" dt="2026-09-14T17:18:01.821" v="5" actId="47"/>
        <pc:sldMkLst>
          <pc:docMk/>
          <pc:sldMk cId="3910781561" sldId="1143"/>
        </pc:sldMkLst>
      </pc:sldChg>
      <pc:sldChg chg="del">
        <pc:chgData name="Sanders, Joseph" userId="84722137-53ac-4b51-b5a6-19ec507437d1" providerId="ADAL" clId="{38EDA9BC-C33A-430F-8AE7-B71E58BAEA9A}" dt="2026-09-14T17:18:01.821" v="5" actId="47"/>
        <pc:sldMkLst>
          <pc:docMk/>
          <pc:sldMk cId="4199057495" sldId="1144"/>
        </pc:sldMkLst>
      </pc:sldChg>
      <pc:sldChg chg="del">
        <pc:chgData name="Sanders, Joseph" userId="84722137-53ac-4b51-b5a6-19ec507437d1" providerId="ADAL" clId="{38EDA9BC-C33A-430F-8AE7-B71E58BAEA9A}" dt="2026-09-14T17:18:01.821" v="5" actId="47"/>
        <pc:sldMkLst>
          <pc:docMk/>
          <pc:sldMk cId="4124563160" sldId="1145"/>
        </pc:sldMkLst>
      </pc:sldChg>
      <pc:sldChg chg="del">
        <pc:chgData name="Sanders, Joseph" userId="84722137-53ac-4b51-b5a6-19ec507437d1" providerId="ADAL" clId="{38EDA9BC-C33A-430F-8AE7-B71E58BAEA9A}" dt="2026-09-14T17:18:01.821" v="5" actId="47"/>
        <pc:sldMkLst>
          <pc:docMk/>
          <pc:sldMk cId="3030500428" sldId="1146"/>
        </pc:sldMkLst>
      </pc:sldChg>
      <pc:sldChg chg="del">
        <pc:chgData name="Sanders, Joseph" userId="84722137-53ac-4b51-b5a6-19ec507437d1" providerId="ADAL" clId="{38EDA9BC-C33A-430F-8AE7-B71E58BAEA9A}" dt="2026-09-14T17:18:01.821" v="5" actId="47"/>
        <pc:sldMkLst>
          <pc:docMk/>
          <pc:sldMk cId="3048231930" sldId="1147"/>
        </pc:sldMkLst>
      </pc:sldChg>
      <pc:sldChg chg="del">
        <pc:chgData name="Sanders, Joseph" userId="84722137-53ac-4b51-b5a6-19ec507437d1" providerId="ADAL" clId="{38EDA9BC-C33A-430F-8AE7-B71E58BAEA9A}" dt="2026-09-14T17:17:03.458" v="4" actId="47"/>
        <pc:sldMkLst>
          <pc:docMk/>
          <pc:sldMk cId="594786643" sldId="1148"/>
        </pc:sldMkLst>
      </pc:sldChg>
      <pc:sldChg chg="del">
        <pc:chgData name="Sanders, Joseph" userId="84722137-53ac-4b51-b5a6-19ec507437d1" providerId="ADAL" clId="{38EDA9BC-C33A-430F-8AE7-B71E58BAEA9A}" dt="2026-09-14T17:18:01.821" v="5" actId="47"/>
        <pc:sldMkLst>
          <pc:docMk/>
          <pc:sldMk cId="2899257377" sldId="1149"/>
        </pc:sldMkLst>
      </pc:sldChg>
      <pc:sldChg chg="del">
        <pc:chgData name="Sanders, Joseph" userId="84722137-53ac-4b51-b5a6-19ec507437d1" providerId="ADAL" clId="{38EDA9BC-C33A-430F-8AE7-B71E58BAEA9A}" dt="2026-09-14T17:18:01.821" v="5" actId="47"/>
        <pc:sldMkLst>
          <pc:docMk/>
          <pc:sldMk cId="1737536381" sldId="1150"/>
        </pc:sldMkLst>
      </pc:sldChg>
      <pc:sldChg chg="del">
        <pc:chgData name="Sanders, Joseph" userId="84722137-53ac-4b51-b5a6-19ec507437d1" providerId="ADAL" clId="{38EDA9BC-C33A-430F-8AE7-B71E58BAEA9A}" dt="2026-09-14T17:18:01.821" v="5" actId="47"/>
        <pc:sldMkLst>
          <pc:docMk/>
          <pc:sldMk cId="887759114" sldId="1151"/>
        </pc:sldMkLst>
      </pc:sldChg>
      <pc:sldChg chg="del">
        <pc:chgData name="Sanders, Joseph" userId="84722137-53ac-4b51-b5a6-19ec507437d1" providerId="ADAL" clId="{38EDA9BC-C33A-430F-8AE7-B71E58BAEA9A}" dt="2026-09-14T17:18:01.821" v="5" actId="47"/>
        <pc:sldMkLst>
          <pc:docMk/>
          <pc:sldMk cId="837008036" sldId="1152"/>
        </pc:sldMkLst>
      </pc:sldChg>
      <pc:sldChg chg="del">
        <pc:chgData name="Sanders, Joseph" userId="84722137-53ac-4b51-b5a6-19ec507437d1" providerId="ADAL" clId="{38EDA9BC-C33A-430F-8AE7-B71E58BAEA9A}" dt="2026-09-14T17:18:01.821" v="5" actId="47"/>
        <pc:sldMkLst>
          <pc:docMk/>
          <pc:sldMk cId="2026018628" sldId="1153"/>
        </pc:sldMkLst>
      </pc:sldChg>
      <pc:sldChg chg="del">
        <pc:chgData name="Sanders, Joseph" userId="84722137-53ac-4b51-b5a6-19ec507437d1" providerId="ADAL" clId="{38EDA9BC-C33A-430F-8AE7-B71E58BAEA9A}" dt="2026-09-14T17:18:01.821" v="5" actId="47"/>
        <pc:sldMkLst>
          <pc:docMk/>
          <pc:sldMk cId="1436939967" sldId="1154"/>
        </pc:sldMkLst>
      </pc:sldChg>
      <pc:sldChg chg="del">
        <pc:chgData name="Sanders, Joseph" userId="84722137-53ac-4b51-b5a6-19ec507437d1" providerId="ADAL" clId="{38EDA9BC-C33A-430F-8AE7-B71E58BAEA9A}" dt="2026-09-14T17:18:01.821" v="5" actId="47"/>
        <pc:sldMkLst>
          <pc:docMk/>
          <pc:sldMk cId="195812575" sldId="1155"/>
        </pc:sldMkLst>
      </pc:sldChg>
      <pc:sldChg chg="del">
        <pc:chgData name="Sanders, Joseph" userId="84722137-53ac-4b51-b5a6-19ec507437d1" providerId="ADAL" clId="{38EDA9BC-C33A-430F-8AE7-B71E58BAEA9A}" dt="2026-09-14T17:18:01.821" v="5" actId="47"/>
        <pc:sldMkLst>
          <pc:docMk/>
          <pc:sldMk cId="2977362199" sldId="1156"/>
        </pc:sldMkLst>
      </pc:sldChg>
      <pc:sldChg chg="del">
        <pc:chgData name="Sanders, Joseph" userId="84722137-53ac-4b51-b5a6-19ec507437d1" providerId="ADAL" clId="{38EDA9BC-C33A-430F-8AE7-B71E58BAEA9A}" dt="2026-09-14T17:17:03.458" v="4" actId="47"/>
        <pc:sldMkLst>
          <pc:docMk/>
          <pc:sldMk cId="2915401506" sldId="1157"/>
        </pc:sldMkLst>
      </pc:sldChg>
      <pc:sldChg chg="del">
        <pc:chgData name="Sanders, Joseph" userId="84722137-53ac-4b51-b5a6-19ec507437d1" providerId="ADAL" clId="{38EDA9BC-C33A-430F-8AE7-B71E58BAEA9A}" dt="2026-09-14T17:17:03.458" v="4" actId="47"/>
        <pc:sldMkLst>
          <pc:docMk/>
          <pc:sldMk cId="2745466495" sldId="1158"/>
        </pc:sldMkLst>
      </pc:sldChg>
      <pc:sldChg chg="del">
        <pc:chgData name="Sanders, Joseph" userId="84722137-53ac-4b51-b5a6-19ec507437d1" providerId="ADAL" clId="{38EDA9BC-C33A-430F-8AE7-B71E58BAEA9A}" dt="2026-09-14T17:17:03.458" v="4" actId="47"/>
        <pc:sldMkLst>
          <pc:docMk/>
          <pc:sldMk cId="2577434154" sldId="1159"/>
        </pc:sldMkLst>
      </pc:sldChg>
      <pc:sldChg chg="del">
        <pc:chgData name="Sanders, Joseph" userId="84722137-53ac-4b51-b5a6-19ec507437d1" providerId="ADAL" clId="{38EDA9BC-C33A-430F-8AE7-B71E58BAEA9A}" dt="2026-09-14T17:17:03.458" v="4" actId="47"/>
        <pc:sldMkLst>
          <pc:docMk/>
          <pc:sldMk cId="618134552" sldId="1160"/>
        </pc:sldMkLst>
      </pc:sldChg>
      <pc:sldChg chg="del">
        <pc:chgData name="Sanders, Joseph" userId="84722137-53ac-4b51-b5a6-19ec507437d1" providerId="ADAL" clId="{38EDA9BC-C33A-430F-8AE7-B71E58BAEA9A}" dt="2026-09-14T17:17:03.458" v="4" actId="47"/>
        <pc:sldMkLst>
          <pc:docMk/>
          <pc:sldMk cId="4037660303" sldId="1161"/>
        </pc:sldMkLst>
      </pc:sldChg>
      <pc:sldChg chg="del">
        <pc:chgData name="Sanders, Joseph" userId="84722137-53ac-4b51-b5a6-19ec507437d1" providerId="ADAL" clId="{38EDA9BC-C33A-430F-8AE7-B71E58BAEA9A}" dt="2026-09-14T17:17:03.458" v="4" actId="47"/>
        <pc:sldMkLst>
          <pc:docMk/>
          <pc:sldMk cId="3985298671" sldId="1162"/>
        </pc:sldMkLst>
      </pc:sldChg>
      <pc:sldChg chg="del">
        <pc:chgData name="Sanders, Joseph" userId="84722137-53ac-4b51-b5a6-19ec507437d1" providerId="ADAL" clId="{38EDA9BC-C33A-430F-8AE7-B71E58BAEA9A}" dt="2026-09-14T17:17:03.458" v="4" actId="47"/>
        <pc:sldMkLst>
          <pc:docMk/>
          <pc:sldMk cId="2557206600" sldId="1163"/>
        </pc:sldMkLst>
      </pc:sldChg>
      <pc:sldChg chg="del">
        <pc:chgData name="Sanders, Joseph" userId="84722137-53ac-4b51-b5a6-19ec507437d1" providerId="ADAL" clId="{38EDA9BC-C33A-430F-8AE7-B71E58BAEA9A}" dt="2026-09-14T17:17:03.458" v="4" actId="47"/>
        <pc:sldMkLst>
          <pc:docMk/>
          <pc:sldMk cId="3613784252" sldId="1164"/>
        </pc:sldMkLst>
      </pc:sldChg>
      <pc:sldChg chg="del">
        <pc:chgData name="Sanders, Joseph" userId="84722137-53ac-4b51-b5a6-19ec507437d1" providerId="ADAL" clId="{38EDA9BC-C33A-430F-8AE7-B71E58BAEA9A}" dt="2026-09-14T17:17:03.458" v="4" actId="47"/>
        <pc:sldMkLst>
          <pc:docMk/>
          <pc:sldMk cId="3906793915" sldId="1165"/>
        </pc:sldMkLst>
      </pc:sldChg>
      <pc:sldChg chg="del">
        <pc:chgData name="Sanders, Joseph" userId="84722137-53ac-4b51-b5a6-19ec507437d1" providerId="ADAL" clId="{38EDA9BC-C33A-430F-8AE7-B71E58BAEA9A}" dt="2026-09-14T17:17:03.458" v="4" actId="47"/>
        <pc:sldMkLst>
          <pc:docMk/>
          <pc:sldMk cId="562002062" sldId="1166"/>
        </pc:sldMkLst>
      </pc:sldChg>
      <pc:sldChg chg="del">
        <pc:chgData name="Sanders, Joseph" userId="84722137-53ac-4b51-b5a6-19ec507437d1" providerId="ADAL" clId="{38EDA9BC-C33A-430F-8AE7-B71E58BAEA9A}" dt="2026-09-14T17:17:03.458" v="4" actId="47"/>
        <pc:sldMkLst>
          <pc:docMk/>
          <pc:sldMk cId="2012951988" sldId="1167"/>
        </pc:sldMkLst>
      </pc:sldChg>
      <pc:sldChg chg="del">
        <pc:chgData name="Sanders, Joseph" userId="84722137-53ac-4b51-b5a6-19ec507437d1" providerId="ADAL" clId="{38EDA9BC-C33A-430F-8AE7-B71E58BAEA9A}" dt="2026-09-14T17:17:03.458" v="4" actId="47"/>
        <pc:sldMkLst>
          <pc:docMk/>
          <pc:sldMk cId="253518039" sldId="1168"/>
        </pc:sldMkLst>
      </pc:sldChg>
      <pc:sldChg chg="del">
        <pc:chgData name="Sanders, Joseph" userId="84722137-53ac-4b51-b5a6-19ec507437d1" providerId="ADAL" clId="{38EDA9BC-C33A-430F-8AE7-B71E58BAEA9A}" dt="2026-09-14T17:17:03.458" v="4" actId="47"/>
        <pc:sldMkLst>
          <pc:docMk/>
          <pc:sldMk cId="2758056855" sldId="1169"/>
        </pc:sldMkLst>
      </pc:sldChg>
      <pc:sldChg chg="del">
        <pc:chgData name="Sanders, Joseph" userId="84722137-53ac-4b51-b5a6-19ec507437d1" providerId="ADAL" clId="{38EDA9BC-C33A-430F-8AE7-B71E58BAEA9A}" dt="2026-09-14T17:17:03.458" v="4" actId="47"/>
        <pc:sldMkLst>
          <pc:docMk/>
          <pc:sldMk cId="1835306914" sldId="1170"/>
        </pc:sldMkLst>
      </pc:sldChg>
      <pc:sldChg chg="del">
        <pc:chgData name="Sanders, Joseph" userId="84722137-53ac-4b51-b5a6-19ec507437d1" providerId="ADAL" clId="{38EDA9BC-C33A-430F-8AE7-B71E58BAEA9A}" dt="2026-09-14T17:17:03.458" v="4" actId="47"/>
        <pc:sldMkLst>
          <pc:docMk/>
          <pc:sldMk cId="2009286164" sldId="1171"/>
        </pc:sldMkLst>
      </pc:sldChg>
      <pc:sldChg chg="del">
        <pc:chgData name="Sanders, Joseph" userId="84722137-53ac-4b51-b5a6-19ec507437d1" providerId="ADAL" clId="{38EDA9BC-C33A-430F-8AE7-B71E58BAEA9A}" dt="2026-09-14T17:17:03.458" v="4" actId="47"/>
        <pc:sldMkLst>
          <pc:docMk/>
          <pc:sldMk cId="4260888701" sldId="1172"/>
        </pc:sldMkLst>
      </pc:sldChg>
      <pc:sldChg chg="del">
        <pc:chgData name="Sanders, Joseph" userId="84722137-53ac-4b51-b5a6-19ec507437d1" providerId="ADAL" clId="{38EDA9BC-C33A-430F-8AE7-B71E58BAEA9A}" dt="2026-09-14T17:17:03.458" v="4" actId="47"/>
        <pc:sldMkLst>
          <pc:docMk/>
          <pc:sldMk cId="1932107934" sldId="1173"/>
        </pc:sldMkLst>
      </pc:sldChg>
      <pc:sldChg chg="del">
        <pc:chgData name="Sanders, Joseph" userId="84722137-53ac-4b51-b5a6-19ec507437d1" providerId="ADAL" clId="{38EDA9BC-C33A-430F-8AE7-B71E58BAEA9A}" dt="2026-09-14T17:17:03.458" v="4" actId="47"/>
        <pc:sldMkLst>
          <pc:docMk/>
          <pc:sldMk cId="1066426041" sldId="1175"/>
        </pc:sldMkLst>
      </pc:sldChg>
      <pc:sldChg chg="del">
        <pc:chgData name="Sanders, Joseph" userId="84722137-53ac-4b51-b5a6-19ec507437d1" providerId="ADAL" clId="{38EDA9BC-C33A-430F-8AE7-B71E58BAEA9A}" dt="2026-09-14T17:18:01.821" v="5" actId="47"/>
        <pc:sldMkLst>
          <pc:docMk/>
          <pc:sldMk cId="331419043" sldId="1176"/>
        </pc:sldMkLst>
      </pc:sldChg>
      <pc:sldChg chg="del">
        <pc:chgData name="Sanders, Joseph" userId="84722137-53ac-4b51-b5a6-19ec507437d1" providerId="ADAL" clId="{38EDA9BC-C33A-430F-8AE7-B71E58BAEA9A}" dt="2026-09-14T17:17:03.458" v="4" actId="47"/>
        <pc:sldMkLst>
          <pc:docMk/>
          <pc:sldMk cId="1908393690" sldId="1177"/>
        </pc:sldMkLst>
      </pc:sldChg>
      <pc:sldChg chg="del">
        <pc:chgData name="Sanders, Joseph" userId="84722137-53ac-4b51-b5a6-19ec507437d1" providerId="ADAL" clId="{38EDA9BC-C33A-430F-8AE7-B71E58BAEA9A}" dt="2026-09-14T17:17:03.458" v="4" actId="47"/>
        <pc:sldMkLst>
          <pc:docMk/>
          <pc:sldMk cId="693586713" sldId="1178"/>
        </pc:sldMkLst>
      </pc:sldChg>
      <pc:sldChg chg="del">
        <pc:chgData name="Sanders, Joseph" userId="84722137-53ac-4b51-b5a6-19ec507437d1" providerId="ADAL" clId="{38EDA9BC-C33A-430F-8AE7-B71E58BAEA9A}" dt="2026-09-14T17:17:03.458" v="4" actId="47"/>
        <pc:sldMkLst>
          <pc:docMk/>
          <pc:sldMk cId="4174110266" sldId="1179"/>
        </pc:sldMkLst>
      </pc:sldChg>
      <pc:sldChg chg="del">
        <pc:chgData name="Sanders, Joseph" userId="84722137-53ac-4b51-b5a6-19ec507437d1" providerId="ADAL" clId="{38EDA9BC-C33A-430F-8AE7-B71E58BAEA9A}" dt="2026-09-14T17:17:03.458" v="4" actId="47"/>
        <pc:sldMkLst>
          <pc:docMk/>
          <pc:sldMk cId="209302649" sldId="1180"/>
        </pc:sldMkLst>
      </pc:sldChg>
      <pc:sldChg chg="del">
        <pc:chgData name="Sanders, Joseph" userId="84722137-53ac-4b51-b5a6-19ec507437d1" providerId="ADAL" clId="{38EDA9BC-C33A-430F-8AE7-B71E58BAEA9A}" dt="2026-09-14T17:17:03.458" v="4" actId="47"/>
        <pc:sldMkLst>
          <pc:docMk/>
          <pc:sldMk cId="506027184" sldId="1181"/>
        </pc:sldMkLst>
      </pc:sldChg>
      <pc:sldChg chg="del">
        <pc:chgData name="Sanders, Joseph" userId="84722137-53ac-4b51-b5a6-19ec507437d1" providerId="ADAL" clId="{38EDA9BC-C33A-430F-8AE7-B71E58BAEA9A}" dt="2026-09-14T17:17:03.458" v="4" actId="47"/>
        <pc:sldMkLst>
          <pc:docMk/>
          <pc:sldMk cId="3736628769" sldId="1182"/>
        </pc:sldMkLst>
      </pc:sldChg>
      <pc:sldChg chg="del">
        <pc:chgData name="Sanders, Joseph" userId="84722137-53ac-4b51-b5a6-19ec507437d1" providerId="ADAL" clId="{38EDA9BC-C33A-430F-8AE7-B71E58BAEA9A}" dt="2026-09-14T17:17:03.458" v="4" actId="47"/>
        <pc:sldMkLst>
          <pc:docMk/>
          <pc:sldMk cId="3714013357" sldId="1183"/>
        </pc:sldMkLst>
      </pc:sldChg>
      <pc:sldChg chg="del">
        <pc:chgData name="Sanders, Joseph" userId="84722137-53ac-4b51-b5a6-19ec507437d1" providerId="ADAL" clId="{38EDA9BC-C33A-430F-8AE7-B71E58BAEA9A}" dt="2026-09-14T17:17:03.458" v="4" actId="47"/>
        <pc:sldMkLst>
          <pc:docMk/>
          <pc:sldMk cId="1857268927" sldId="1184"/>
        </pc:sldMkLst>
      </pc:sldChg>
      <pc:sldChg chg="del">
        <pc:chgData name="Sanders, Joseph" userId="84722137-53ac-4b51-b5a6-19ec507437d1" providerId="ADAL" clId="{38EDA9BC-C33A-430F-8AE7-B71E58BAEA9A}" dt="2026-09-14T17:17:03.458" v="4" actId="47"/>
        <pc:sldMkLst>
          <pc:docMk/>
          <pc:sldMk cId="1931469022" sldId="1185"/>
        </pc:sldMkLst>
      </pc:sldChg>
      <pc:sldChg chg="del">
        <pc:chgData name="Sanders, Joseph" userId="84722137-53ac-4b51-b5a6-19ec507437d1" providerId="ADAL" clId="{38EDA9BC-C33A-430F-8AE7-B71E58BAEA9A}" dt="2026-09-14T17:17:03.458" v="4" actId="47"/>
        <pc:sldMkLst>
          <pc:docMk/>
          <pc:sldMk cId="209094236" sldId="1186"/>
        </pc:sldMkLst>
      </pc:sldChg>
      <pc:sldChg chg="del">
        <pc:chgData name="Sanders, Joseph" userId="84722137-53ac-4b51-b5a6-19ec507437d1" providerId="ADAL" clId="{38EDA9BC-C33A-430F-8AE7-B71E58BAEA9A}" dt="2026-09-14T17:17:03.458" v="4" actId="47"/>
        <pc:sldMkLst>
          <pc:docMk/>
          <pc:sldMk cId="1394757911" sldId="1187"/>
        </pc:sldMkLst>
      </pc:sldChg>
      <pc:sldChg chg="del">
        <pc:chgData name="Sanders, Joseph" userId="84722137-53ac-4b51-b5a6-19ec507437d1" providerId="ADAL" clId="{38EDA9BC-C33A-430F-8AE7-B71E58BAEA9A}" dt="2026-09-14T17:17:03.458" v="4" actId="47"/>
        <pc:sldMkLst>
          <pc:docMk/>
          <pc:sldMk cId="687393018" sldId="1188"/>
        </pc:sldMkLst>
      </pc:sldChg>
      <pc:sldChg chg="del">
        <pc:chgData name="Sanders, Joseph" userId="84722137-53ac-4b51-b5a6-19ec507437d1" providerId="ADAL" clId="{38EDA9BC-C33A-430F-8AE7-B71E58BAEA9A}" dt="2026-09-14T17:17:03.458" v="4" actId="47"/>
        <pc:sldMkLst>
          <pc:docMk/>
          <pc:sldMk cId="862075967" sldId="1189"/>
        </pc:sldMkLst>
      </pc:sldChg>
      <pc:sldChg chg="del">
        <pc:chgData name="Sanders, Joseph" userId="84722137-53ac-4b51-b5a6-19ec507437d1" providerId="ADAL" clId="{38EDA9BC-C33A-430F-8AE7-B71E58BAEA9A}" dt="2026-09-14T17:17:03.458" v="4" actId="47"/>
        <pc:sldMkLst>
          <pc:docMk/>
          <pc:sldMk cId="2439270407" sldId="1190"/>
        </pc:sldMkLst>
      </pc:sldChg>
      <pc:sldChg chg="del">
        <pc:chgData name="Sanders, Joseph" userId="84722137-53ac-4b51-b5a6-19ec507437d1" providerId="ADAL" clId="{38EDA9BC-C33A-430F-8AE7-B71E58BAEA9A}" dt="2026-09-14T17:17:03.458" v="4" actId="47"/>
        <pc:sldMkLst>
          <pc:docMk/>
          <pc:sldMk cId="3216014791" sldId="1191"/>
        </pc:sldMkLst>
      </pc:sldChg>
      <pc:sldChg chg="del">
        <pc:chgData name="Sanders, Joseph" userId="84722137-53ac-4b51-b5a6-19ec507437d1" providerId="ADAL" clId="{38EDA9BC-C33A-430F-8AE7-B71E58BAEA9A}" dt="2026-09-14T17:17:03.458" v="4" actId="47"/>
        <pc:sldMkLst>
          <pc:docMk/>
          <pc:sldMk cId="2919224484" sldId="1192"/>
        </pc:sldMkLst>
      </pc:sldChg>
      <pc:sldChg chg="del">
        <pc:chgData name="Sanders, Joseph" userId="84722137-53ac-4b51-b5a6-19ec507437d1" providerId="ADAL" clId="{38EDA9BC-C33A-430F-8AE7-B71E58BAEA9A}" dt="2026-09-14T17:17:03.458" v="4" actId="47"/>
        <pc:sldMkLst>
          <pc:docMk/>
          <pc:sldMk cId="1234046543" sldId="1193"/>
        </pc:sldMkLst>
      </pc:sldChg>
      <pc:sldChg chg="del">
        <pc:chgData name="Sanders, Joseph" userId="84722137-53ac-4b51-b5a6-19ec507437d1" providerId="ADAL" clId="{38EDA9BC-C33A-430F-8AE7-B71E58BAEA9A}" dt="2026-09-14T17:17:03.458" v="4" actId="47"/>
        <pc:sldMkLst>
          <pc:docMk/>
          <pc:sldMk cId="502421205" sldId="1194"/>
        </pc:sldMkLst>
      </pc:sldChg>
      <pc:sldChg chg="del">
        <pc:chgData name="Sanders, Joseph" userId="84722137-53ac-4b51-b5a6-19ec507437d1" providerId="ADAL" clId="{38EDA9BC-C33A-430F-8AE7-B71E58BAEA9A}" dt="2026-09-14T17:17:03.458" v="4" actId="47"/>
        <pc:sldMkLst>
          <pc:docMk/>
          <pc:sldMk cId="2330807559" sldId="1195"/>
        </pc:sldMkLst>
      </pc:sldChg>
      <pc:sldChg chg="del">
        <pc:chgData name="Sanders, Joseph" userId="84722137-53ac-4b51-b5a6-19ec507437d1" providerId="ADAL" clId="{38EDA9BC-C33A-430F-8AE7-B71E58BAEA9A}" dt="2026-09-14T17:17:03.458" v="4" actId="47"/>
        <pc:sldMkLst>
          <pc:docMk/>
          <pc:sldMk cId="1650051842" sldId="1196"/>
        </pc:sldMkLst>
      </pc:sldChg>
      <pc:sldChg chg="del">
        <pc:chgData name="Sanders, Joseph" userId="84722137-53ac-4b51-b5a6-19ec507437d1" providerId="ADAL" clId="{38EDA9BC-C33A-430F-8AE7-B71E58BAEA9A}" dt="2026-09-14T17:17:03.458" v="4" actId="47"/>
        <pc:sldMkLst>
          <pc:docMk/>
          <pc:sldMk cId="2167242926" sldId="1197"/>
        </pc:sldMkLst>
      </pc:sldChg>
      <pc:sldChg chg="del">
        <pc:chgData name="Sanders, Joseph" userId="84722137-53ac-4b51-b5a6-19ec507437d1" providerId="ADAL" clId="{38EDA9BC-C33A-430F-8AE7-B71E58BAEA9A}" dt="2026-09-14T17:17:03.458" v="4" actId="47"/>
        <pc:sldMkLst>
          <pc:docMk/>
          <pc:sldMk cId="2587718265" sldId="1198"/>
        </pc:sldMkLst>
      </pc:sldChg>
      <pc:sldChg chg="del">
        <pc:chgData name="Sanders, Joseph" userId="84722137-53ac-4b51-b5a6-19ec507437d1" providerId="ADAL" clId="{38EDA9BC-C33A-430F-8AE7-B71E58BAEA9A}" dt="2026-09-14T17:17:03.458" v="4" actId="47"/>
        <pc:sldMkLst>
          <pc:docMk/>
          <pc:sldMk cId="1817385294" sldId="1199"/>
        </pc:sldMkLst>
      </pc:sldChg>
      <pc:sldChg chg="del">
        <pc:chgData name="Sanders, Joseph" userId="84722137-53ac-4b51-b5a6-19ec507437d1" providerId="ADAL" clId="{38EDA9BC-C33A-430F-8AE7-B71E58BAEA9A}" dt="2026-09-14T17:17:03.458" v="4" actId="47"/>
        <pc:sldMkLst>
          <pc:docMk/>
          <pc:sldMk cId="4015283772" sldId="1931"/>
        </pc:sldMkLst>
      </pc:sldChg>
      <pc:sldChg chg="del">
        <pc:chgData name="Sanders, Joseph" userId="84722137-53ac-4b51-b5a6-19ec507437d1" providerId="ADAL" clId="{38EDA9BC-C33A-430F-8AE7-B71E58BAEA9A}" dt="2026-09-14T17:17:03.458" v="4" actId="47"/>
        <pc:sldMkLst>
          <pc:docMk/>
          <pc:sldMk cId="2456243732" sldId="1932"/>
        </pc:sldMkLst>
      </pc:sldChg>
      <pc:sldChg chg="del">
        <pc:chgData name="Sanders, Joseph" userId="84722137-53ac-4b51-b5a6-19ec507437d1" providerId="ADAL" clId="{38EDA9BC-C33A-430F-8AE7-B71E58BAEA9A}" dt="2026-09-14T17:17:03.458" v="4" actId="47"/>
        <pc:sldMkLst>
          <pc:docMk/>
          <pc:sldMk cId="2895720881" sldId="1933"/>
        </pc:sldMkLst>
      </pc:sldChg>
      <pc:sldChg chg="del">
        <pc:chgData name="Sanders, Joseph" userId="84722137-53ac-4b51-b5a6-19ec507437d1" providerId="ADAL" clId="{38EDA9BC-C33A-430F-8AE7-B71E58BAEA9A}" dt="2026-09-14T17:17:03.458" v="4" actId="47"/>
        <pc:sldMkLst>
          <pc:docMk/>
          <pc:sldMk cId="1864162390" sldId="1934"/>
        </pc:sldMkLst>
      </pc:sldChg>
      <pc:sldChg chg="del">
        <pc:chgData name="Sanders, Joseph" userId="84722137-53ac-4b51-b5a6-19ec507437d1" providerId="ADAL" clId="{38EDA9BC-C33A-430F-8AE7-B71E58BAEA9A}" dt="2026-09-14T17:17:03.458" v="4" actId="47"/>
        <pc:sldMkLst>
          <pc:docMk/>
          <pc:sldMk cId="2246783277" sldId="1935"/>
        </pc:sldMkLst>
      </pc:sldChg>
      <pc:sldChg chg="del">
        <pc:chgData name="Sanders, Joseph" userId="84722137-53ac-4b51-b5a6-19ec507437d1" providerId="ADAL" clId="{38EDA9BC-C33A-430F-8AE7-B71E58BAEA9A}" dt="2026-09-14T17:18:01.821" v="5" actId="47"/>
        <pc:sldMkLst>
          <pc:docMk/>
          <pc:sldMk cId="2169801621" sldId="1936"/>
        </pc:sldMkLst>
      </pc:sldChg>
      <pc:sldChg chg="del">
        <pc:chgData name="Sanders, Joseph" userId="84722137-53ac-4b51-b5a6-19ec507437d1" providerId="ADAL" clId="{38EDA9BC-C33A-430F-8AE7-B71E58BAEA9A}" dt="2026-09-14T17:18:01.821" v="5" actId="47"/>
        <pc:sldMkLst>
          <pc:docMk/>
          <pc:sldMk cId="702255700" sldId="1937"/>
        </pc:sldMkLst>
      </pc:sldChg>
      <pc:sldChg chg="del">
        <pc:chgData name="Sanders, Joseph" userId="84722137-53ac-4b51-b5a6-19ec507437d1" providerId="ADAL" clId="{38EDA9BC-C33A-430F-8AE7-B71E58BAEA9A}" dt="2026-09-14T17:18:01.821" v="5" actId="47"/>
        <pc:sldMkLst>
          <pc:docMk/>
          <pc:sldMk cId="4098231590" sldId="1939"/>
        </pc:sldMkLst>
      </pc:sldChg>
      <pc:sldChg chg="del">
        <pc:chgData name="Sanders, Joseph" userId="84722137-53ac-4b51-b5a6-19ec507437d1" providerId="ADAL" clId="{38EDA9BC-C33A-430F-8AE7-B71E58BAEA9A}" dt="2026-09-14T17:18:01.821" v="5" actId="47"/>
        <pc:sldMkLst>
          <pc:docMk/>
          <pc:sldMk cId="896744687" sldId="1940"/>
        </pc:sldMkLst>
      </pc:sldChg>
      <pc:sldChg chg="del">
        <pc:chgData name="Sanders, Joseph" userId="84722137-53ac-4b51-b5a6-19ec507437d1" providerId="ADAL" clId="{38EDA9BC-C33A-430F-8AE7-B71E58BAEA9A}" dt="2026-09-14T17:18:01.821" v="5" actId="47"/>
        <pc:sldMkLst>
          <pc:docMk/>
          <pc:sldMk cId="3588871094" sldId="1941"/>
        </pc:sldMkLst>
      </pc:sldChg>
      <pc:sldChg chg="del">
        <pc:chgData name="Sanders, Joseph" userId="84722137-53ac-4b51-b5a6-19ec507437d1" providerId="ADAL" clId="{38EDA9BC-C33A-430F-8AE7-B71E58BAEA9A}" dt="2026-09-14T17:18:01.821" v="5" actId="47"/>
        <pc:sldMkLst>
          <pc:docMk/>
          <pc:sldMk cId="3184499089" sldId="1942"/>
        </pc:sldMkLst>
      </pc:sldChg>
      <pc:sldChg chg="del">
        <pc:chgData name="Sanders, Joseph" userId="84722137-53ac-4b51-b5a6-19ec507437d1" providerId="ADAL" clId="{38EDA9BC-C33A-430F-8AE7-B71E58BAEA9A}" dt="2026-09-14T17:18:01.821" v="5" actId="47"/>
        <pc:sldMkLst>
          <pc:docMk/>
          <pc:sldMk cId="2045975064" sldId="1943"/>
        </pc:sldMkLst>
      </pc:sldChg>
      <pc:sldChg chg="del">
        <pc:chgData name="Sanders, Joseph" userId="84722137-53ac-4b51-b5a6-19ec507437d1" providerId="ADAL" clId="{38EDA9BC-C33A-430F-8AE7-B71E58BAEA9A}" dt="2026-09-14T17:18:01.821" v="5" actId="47"/>
        <pc:sldMkLst>
          <pc:docMk/>
          <pc:sldMk cId="4189816863" sldId="1944"/>
        </pc:sldMkLst>
      </pc:sldChg>
      <pc:sldChg chg="del">
        <pc:chgData name="Sanders, Joseph" userId="84722137-53ac-4b51-b5a6-19ec507437d1" providerId="ADAL" clId="{38EDA9BC-C33A-430F-8AE7-B71E58BAEA9A}" dt="2026-09-14T17:18:01.821" v="5" actId="47"/>
        <pc:sldMkLst>
          <pc:docMk/>
          <pc:sldMk cId="3243156546" sldId="1945"/>
        </pc:sldMkLst>
      </pc:sldChg>
      <pc:sldChg chg="del">
        <pc:chgData name="Sanders, Joseph" userId="84722137-53ac-4b51-b5a6-19ec507437d1" providerId="ADAL" clId="{38EDA9BC-C33A-430F-8AE7-B71E58BAEA9A}" dt="2026-09-14T17:18:01.821" v="5" actId="47"/>
        <pc:sldMkLst>
          <pc:docMk/>
          <pc:sldMk cId="928852004" sldId="1946"/>
        </pc:sldMkLst>
      </pc:sldChg>
      <pc:sldChg chg="del">
        <pc:chgData name="Sanders, Joseph" userId="84722137-53ac-4b51-b5a6-19ec507437d1" providerId="ADAL" clId="{38EDA9BC-C33A-430F-8AE7-B71E58BAEA9A}" dt="2026-09-14T17:18:01.821" v="5" actId="47"/>
        <pc:sldMkLst>
          <pc:docMk/>
          <pc:sldMk cId="523883832" sldId="1947"/>
        </pc:sldMkLst>
      </pc:sldChg>
      <pc:sldChg chg="del">
        <pc:chgData name="Sanders, Joseph" userId="84722137-53ac-4b51-b5a6-19ec507437d1" providerId="ADAL" clId="{38EDA9BC-C33A-430F-8AE7-B71E58BAEA9A}" dt="2026-09-14T17:18:01.821" v="5" actId="47"/>
        <pc:sldMkLst>
          <pc:docMk/>
          <pc:sldMk cId="713235385" sldId="1948"/>
        </pc:sldMkLst>
      </pc:sldChg>
      <pc:sldChg chg="del">
        <pc:chgData name="Sanders, Joseph" userId="84722137-53ac-4b51-b5a6-19ec507437d1" providerId="ADAL" clId="{38EDA9BC-C33A-430F-8AE7-B71E58BAEA9A}" dt="2026-09-14T17:18:01.821" v="5" actId="47"/>
        <pc:sldMkLst>
          <pc:docMk/>
          <pc:sldMk cId="2383652623" sldId="1949"/>
        </pc:sldMkLst>
      </pc:sldChg>
      <pc:sldChg chg="del">
        <pc:chgData name="Sanders, Joseph" userId="84722137-53ac-4b51-b5a6-19ec507437d1" providerId="ADAL" clId="{38EDA9BC-C33A-430F-8AE7-B71E58BAEA9A}" dt="2026-09-14T17:18:01.821" v="5" actId="47"/>
        <pc:sldMkLst>
          <pc:docMk/>
          <pc:sldMk cId="4137271610" sldId="1950"/>
        </pc:sldMkLst>
      </pc:sldChg>
      <pc:sldChg chg="del">
        <pc:chgData name="Sanders, Joseph" userId="84722137-53ac-4b51-b5a6-19ec507437d1" providerId="ADAL" clId="{38EDA9BC-C33A-430F-8AE7-B71E58BAEA9A}" dt="2026-09-14T17:18:01.821" v="5" actId="47"/>
        <pc:sldMkLst>
          <pc:docMk/>
          <pc:sldMk cId="1600154995" sldId="1951"/>
        </pc:sldMkLst>
      </pc:sldChg>
      <pc:sldChg chg="del">
        <pc:chgData name="Sanders, Joseph" userId="84722137-53ac-4b51-b5a6-19ec507437d1" providerId="ADAL" clId="{38EDA9BC-C33A-430F-8AE7-B71E58BAEA9A}" dt="2026-09-14T17:18:01.821" v="5" actId="47"/>
        <pc:sldMkLst>
          <pc:docMk/>
          <pc:sldMk cId="3322238892" sldId="1952"/>
        </pc:sldMkLst>
      </pc:sldChg>
      <pc:sldChg chg="del">
        <pc:chgData name="Sanders, Joseph" userId="84722137-53ac-4b51-b5a6-19ec507437d1" providerId="ADAL" clId="{38EDA9BC-C33A-430F-8AE7-B71E58BAEA9A}" dt="2026-09-14T17:18:01.821" v="5" actId="47"/>
        <pc:sldMkLst>
          <pc:docMk/>
          <pc:sldMk cId="1532060599" sldId="1953"/>
        </pc:sldMkLst>
      </pc:sldChg>
      <pc:sldChg chg="del">
        <pc:chgData name="Sanders, Joseph" userId="84722137-53ac-4b51-b5a6-19ec507437d1" providerId="ADAL" clId="{38EDA9BC-C33A-430F-8AE7-B71E58BAEA9A}" dt="2026-09-14T17:18:01.821" v="5" actId="47"/>
        <pc:sldMkLst>
          <pc:docMk/>
          <pc:sldMk cId="415049083" sldId="1954"/>
        </pc:sldMkLst>
      </pc:sldChg>
      <pc:sldChg chg="del">
        <pc:chgData name="Sanders, Joseph" userId="84722137-53ac-4b51-b5a6-19ec507437d1" providerId="ADAL" clId="{38EDA9BC-C33A-430F-8AE7-B71E58BAEA9A}" dt="2026-09-14T17:18:01.821" v="5" actId="47"/>
        <pc:sldMkLst>
          <pc:docMk/>
          <pc:sldMk cId="1602385823" sldId="1955"/>
        </pc:sldMkLst>
      </pc:sldChg>
      <pc:sldChg chg="del">
        <pc:chgData name="Sanders, Joseph" userId="84722137-53ac-4b51-b5a6-19ec507437d1" providerId="ADAL" clId="{38EDA9BC-C33A-430F-8AE7-B71E58BAEA9A}" dt="2026-09-14T17:18:01.821" v="5" actId="47"/>
        <pc:sldMkLst>
          <pc:docMk/>
          <pc:sldMk cId="3366039363" sldId="1956"/>
        </pc:sldMkLst>
      </pc:sldChg>
      <pc:sldChg chg="del">
        <pc:chgData name="Sanders, Joseph" userId="84722137-53ac-4b51-b5a6-19ec507437d1" providerId="ADAL" clId="{38EDA9BC-C33A-430F-8AE7-B71E58BAEA9A}" dt="2026-09-14T17:18:01.821" v="5" actId="47"/>
        <pc:sldMkLst>
          <pc:docMk/>
          <pc:sldMk cId="689120666" sldId="1957"/>
        </pc:sldMkLst>
      </pc:sldChg>
      <pc:sldChg chg="del">
        <pc:chgData name="Sanders, Joseph" userId="84722137-53ac-4b51-b5a6-19ec507437d1" providerId="ADAL" clId="{38EDA9BC-C33A-430F-8AE7-B71E58BAEA9A}" dt="2026-09-14T17:18:01.821" v="5" actId="47"/>
        <pc:sldMkLst>
          <pc:docMk/>
          <pc:sldMk cId="836047717" sldId="1958"/>
        </pc:sldMkLst>
      </pc:sldChg>
      <pc:sldChg chg="del">
        <pc:chgData name="Sanders, Joseph" userId="84722137-53ac-4b51-b5a6-19ec507437d1" providerId="ADAL" clId="{38EDA9BC-C33A-430F-8AE7-B71E58BAEA9A}" dt="2026-09-14T17:18:01.821" v="5" actId="47"/>
        <pc:sldMkLst>
          <pc:docMk/>
          <pc:sldMk cId="3663585252" sldId="1959"/>
        </pc:sldMkLst>
      </pc:sldChg>
      <pc:sldChg chg="del">
        <pc:chgData name="Sanders, Joseph" userId="84722137-53ac-4b51-b5a6-19ec507437d1" providerId="ADAL" clId="{38EDA9BC-C33A-430F-8AE7-B71E58BAEA9A}" dt="2026-09-14T17:18:01.821" v="5" actId="47"/>
        <pc:sldMkLst>
          <pc:docMk/>
          <pc:sldMk cId="3878502667" sldId="1960"/>
        </pc:sldMkLst>
      </pc:sldChg>
      <pc:sldChg chg="del">
        <pc:chgData name="Sanders, Joseph" userId="84722137-53ac-4b51-b5a6-19ec507437d1" providerId="ADAL" clId="{38EDA9BC-C33A-430F-8AE7-B71E58BAEA9A}" dt="2026-09-14T17:18:01.821" v="5" actId="47"/>
        <pc:sldMkLst>
          <pc:docMk/>
          <pc:sldMk cId="863652429" sldId="1961"/>
        </pc:sldMkLst>
      </pc:sldChg>
      <pc:sldChg chg="del">
        <pc:chgData name="Sanders, Joseph" userId="84722137-53ac-4b51-b5a6-19ec507437d1" providerId="ADAL" clId="{38EDA9BC-C33A-430F-8AE7-B71E58BAEA9A}" dt="2026-09-14T17:18:01.821" v="5" actId="47"/>
        <pc:sldMkLst>
          <pc:docMk/>
          <pc:sldMk cId="4133831394" sldId="1962"/>
        </pc:sldMkLst>
      </pc:sldChg>
      <pc:sldChg chg="del">
        <pc:chgData name="Sanders, Joseph" userId="84722137-53ac-4b51-b5a6-19ec507437d1" providerId="ADAL" clId="{38EDA9BC-C33A-430F-8AE7-B71E58BAEA9A}" dt="2026-09-14T17:18:01.821" v="5" actId="47"/>
        <pc:sldMkLst>
          <pc:docMk/>
          <pc:sldMk cId="3196710078" sldId="1963"/>
        </pc:sldMkLst>
      </pc:sldChg>
      <pc:sldChg chg="del">
        <pc:chgData name="Sanders, Joseph" userId="84722137-53ac-4b51-b5a6-19ec507437d1" providerId="ADAL" clId="{38EDA9BC-C33A-430F-8AE7-B71E58BAEA9A}" dt="2026-09-14T17:18:01.821" v="5" actId="47"/>
        <pc:sldMkLst>
          <pc:docMk/>
          <pc:sldMk cId="3281421661" sldId="1964"/>
        </pc:sldMkLst>
      </pc:sldChg>
      <pc:sldChg chg="del">
        <pc:chgData name="Sanders, Joseph" userId="84722137-53ac-4b51-b5a6-19ec507437d1" providerId="ADAL" clId="{38EDA9BC-C33A-430F-8AE7-B71E58BAEA9A}" dt="2026-09-14T17:17:03.458" v="4" actId="47"/>
        <pc:sldMkLst>
          <pc:docMk/>
          <pc:sldMk cId="3258700748" sldId="1965"/>
        </pc:sldMkLst>
      </pc:sldChg>
      <pc:sldChg chg="del">
        <pc:chgData name="Sanders, Joseph" userId="84722137-53ac-4b51-b5a6-19ec507437d1" providerId="ADAL" clId="{38EDA9BC-C33A-430F-8AE7-B71E58BAEA9A}" dt="2026-09-14T17:17:03.458" v="4" actId="47"/>
        <pc:sldMkLst>
          <pc:docMk/>
          <pc:sldMk cId="2535216651" sldId="1966"/>
        </pc:sldMkLst>
      </pc:sldChg>
      <pc:sldChg chg="del">
        <pc:chgData name="Sanders, Joseph" userId="84722137-53ac-4b51-b5a6-19ec507437d1" providerId="ADAL" clId="{38EDA9BC-C33A-430F-8AE7-B71E58BAEA9A}" dt="2026-09-14T17:17:03.458" v="4" actId="47"/>
        <pc:sldMkLst>
          <pc:docMk/>
          <pc:sldMk cId="1276716533" sldId="1967"/>
        </pc:sldMkLst>
      </pc:sldChg>
      <pc:sldChg chg="del">
        <pc:chgData name="Sanders, Joseph" userId="84722137-53ac-4b51-b5a6-19ec507437d1" providerId="ADAL" clId="{38EDA9BC-C33A-430F-8AE7-B71E58BAEA9A}" dt="2026-09-14T17:17:03.458" v="4" actId="47"/>
        <pc:sldMkLst>
          <pc:docMk/>
          <pc:sldMk cId="1173983658" sldId="1968"/>
        </pc:sldMkLst>
      </pc:sldChg>
      <pc:sldChg chg="del">
        <pc:chgData name="Sanders, Joseph" userId="84722137-53ac-4b51-b5a6-19ec507437d1" providerId="ADAL" clId="{38EDA9BC-C33A-430F-8AE7-B71E58BAEA9A}" dt="2026-09-14T17:17:03.458" v="4" actId="47"/>
        <pc:sldMkLst>
          <pc:docMk/>
          <pc:sldMk cId="1365733236" sldId="1969"/>
        </pc:sldMkLst>
      </pc:sldChg>
      <pc:sldChg chg="del">
        <pc:chgData name="Sanders, Joseph" userId="84722137-53ac-4b51-b5a6-19ec507437d1" providerId="ADAL" clId="{38EDA9BC-C33A-430F-8AE7-B71E58BAEA9A}" dt="2026-09-14T17:17:03.458" v="4" actId="47"/>
        <pc:sldMkLst>
          <pc:docMk/>
          <pc:sldMk cId="576711185" sldId="1970"/>
        </pc:sldMkLst>
      </pc:sldChg>
      <pc:sldChg chg="del">
        <pc:chgData name="Sanders, Joseph" userId="84722137-53ac-4b51-b5a6-19ec507437d1" providerId="ADAL" clId="{38EDA9BC-C33A-430F-8AE7-B71E58BAEA9A}" dt="2026-09-14T17:17:03.458" v="4" actId="47"/>
        <pc:sldMkLst>
          <pc:docMk/>
          <pc:sldMk cId="3337769625" sldId="1971"/>
        </pc:sldMkLst>
      </pc:sldChg>
      <pc:sldChg chg="del">
        <pc:chgData name="Sanders, Joseph" userId="84722137-53ac-4b51-b5a6-19ec507437d1" providerId="ADAL" clId="{38EDA9BC-C33A-430F-8AE7-B71E58BAEA9A}" dt="2026-09-14T17:17:03.458" v="4" actId="47"/>
        <pc:sldMkLst>
          <pc:docMk/>
          <pc:sldMk cId="2051078380" sldId="1972"/>
        </pc:sldMkLst>
      </pc:sldChg>
      <pc:sldChg chg="del">
        <pc:chgData name="Sanders, Joseph" userId="84722137-53ac-4b51-b5a6-19ec507437d1" providerId="ADAL" clId="{38EDA9BC-C33A-430F-8AE7-B71E58BAEA9A}" dt="2026-09-14T17:17:03.458" v="4" actId="47"/>
        <pc:sldMkLst>
          <pc:docMk/>
          <pc:sldMk cId="1760566058" sldId="1973"/>
        </pc:sldMkLst>
      </pc:sldChg>
      <pc:sldChg chg="del">
        <pc:chgData name="Sanders, Joseph" userId="84722137-53ac-4b51-b5a6-19ec507437d1" providerId="ADAL" clId="{38EDA9BC-C33A-430F-8AE7-B71E58BAEA9A}" dt="2026-09-14T17:17:03.458" v="4" actId="47"/>
        <pc:sldMkLst>
          <pc:docMk/>
          <pc:sldMk cId="3101490142" sldId="1974"/>
        </pc:sldMkLst>
      </pc:sldChg>
      <pc:sldChg chg="del">
        <pc:chgData name="Sanders, Joseph" userId="84722137-53ac-4b51-b5a6-19ec507437d1" providerId="ADAL" clId="{38EDA9BC-C33A-430F-8AE7-B71E58BAEA9A}" dt="2026-09-14T17:17:03.458" v="4" actId="47"/>
        <pc:sldMkLst>
          <pc:docMk/>
          <pc:sldMk cId="1181870078" sldId="1975"/>
        </pc:sldMkLst>
      </pc:sldChg>
      <pc:sldChg chg="del">
        <pc:chgData name="Sanders, Joseph" userId="84722137-53ac-4b51-b5a6-19ec507437d1" providerId="ADAL" clId="{38EDA9BC-C33A-430F-8AE7-B71E58BAEA9A}" dt="2026-09-14T17:17:03.458" v="4" actId="47"/>
        <pc:sldMkLst>
          <pc:docMk/>
          <pc:sldMk cId="4279971070" sldId="1976"/>
        </pc:sldMkLst>
      </pc:sldChg>
      <pc:sldChg chg="del">
        <pc:chgData name="Sanders, Joseph" userId="84722137-53ac-4b51-b5a6-19ec507437d1" providerId="ADAL" clId="{38EDA9BC-C33A-430F-8AE7-B71E58BAEA9A}" dt="2026-09-14T17:17:03.458" v="4" actId="47"/>
        <pc:sldMkLst>
          <pc:docMk/>
          <pc:sldMk cId="779191415" sldId="1977"/>
        </pc:sldMkLst>
      </pc:sldChg>
      <pc:sldChg chg="del">
        <pc:chgData name="Sanders, Joseph" userId="84722137-53ac-4b51-b5a6-19ec507437d1" providerId="ADAL" clId="{38EDA9BC-C33A-430F-8AE7-B71E58BAEA9A}" dt="2026-09-14T17:17:03.458" v="4" actId="47"/>
        <pc:sldMkLst>
          <pc:docMk/>
          <pc:sldMk cId="1627327235" sldId="1978"/>
        </pc:sldMkLst>
      </pc:sldChg>
      <pc:sldChg chg="del">
        <pc:chgData name="Sanders, Joseph" userId="84722137-53ac-4b51-b5a6-19ec507437d1" providerId="ADAL" clId="{38EDA9BC-C33A-430F-8AE7-B71E58BAEA9A}" dt="2026-09-14T17:17:03.458" v="4" actId="47"/>
        <pc:sldMkLst>
          <pc:docMk/>
          <pc:sldMk cId="2000792218" sldId="1979"/>
        </pc:sldMkLst>
      </pc:sldChg>
      <pc:sldChg chg="del">
        <pc:chgData name="Sanders, Joseph" userId="84722137-53ac-4b51-b5a6-19ec507437d1" providerId="ADAL" clId="{38EDA9BC-C33A-430F-8AE7-B71E58BAEA9A}" dt="2026-09-14T17:17:03.458" v="4" actId="47"/>
        <pc:sldMkLst>
          <pc:docMk/>
          <pc:sldMk cId="85270666" sldId="1980"/>
        </pc:sldMkLst>
      </pc:sldChg>
      <pc:sldChg chg="del">
        <pc:chgData name="Sanders, Joseph" userId="84722137-53ac-4b51-b5a6-19ec507437d1" providerId="ADAL" clId="{38EDA9BC-C33A-430F-8AE7-B71E58BAEA9A}" dt="2026-09-14T17:17:03.458" v="4" actId="47"/>
        <pc:sldMkLst>
          <pc:docMk/>
          <pc:sldMk cId="385178099" sldId="1981"/>
        </pc:sldMkLst>
      </pc:sldChg>
      <pc:sldChg chg="del">
        <pc:chgData name="Sanders, Joseph" userId="84722137-53ac-4b51-b5a6-19ec507437d1" providerId="ADAL" clId="{38EDA9BC-C33A-430F-8AE7-B71E58BAEA9A}" dt="2026-09-14T17:17:03.458" v="4" actId="47"/>
        <pc:sldMkLst>
          <pc:docMk/>
          <pc:sldMk cId="796871638" sldId="1982"/>
        </pc:sldMkLst>
      </pc:sldChg>
      <pc:sldChg chg="del">
        <pc:chgData name="Sanders, Joseph" userId="84722137-53ac-4b51-b5a6-19ec507437d1" providerId="ADAL" clId="{38EDA9BC-C33A-430F-8AE7-B71E58BAEA9A}" dt="2026-09-14T17:17:03.458" v="4" actId="47"/>
        <pc:sldMkLst>
          <pc:docMk/>
          <pc:sldMk cId="1343695050" sldId="1983"/>
        </pc:sldMkLst>
      </pc:sldChg>
      <pc:sldChg chg="del">
        <pc:chgData name="Sanders, Joseph" userId="84722137-53ac-4b51-b5a6-19ec507437d1" providerId="ADAL" clId="{38EDA9BC-C33A-430F-8AE7-B71E58BAEA9A}" dt="2026-09-14T17:17:03.458" v="4" actId="47"/>
        <pc:sldMkLst>
          <pc:docMk/>
          <pc:sldMk cId="1313833382" sldId="1984"/>
        </pc:sldMkLst>
      </pc:sldChg>
      <pc:sldChg chg="del">
        <pc:chgData name="Sanders, Joseph" userId="84722137-53ac-4b51-b5a6-19ec507437d1" providerId="ADAL" clId="{38EDA9BC-C33A-430F-8AE7-B71E58BAEA9A}" dt="2026-09-14T17:17:03.458" v="4" actId="47"/>
        <pc:sldMkLst>
          <pc:docMk/>
          <pc:sldMk cId="515934584" sldId="1985"/>
        </pc:sldMkLst>
      </pc:sldChg>
      <pc:sldChg chg="del">
        <pc:chgData name="Sanders, Joseph" userId="84722137-53ac-4b51-b5a6-19ec507437d1" providerId="ADAL" clId="{38EDA9BC-C33A-430F-8AE7-B71E58BAEA9A}" dt="2026-09-14T17:17:03.458" v="4" actId="47"/>
        <pc:sldMkLst>
          <pc:docMk/>
          <pc:sldMk cId="2254342092" sldId="1987"/>
        </pc:sldMkLst>
      </pc:sldChg>
      <pc:sldChg chg="del">
        <pc:chgData name="Sanders, Joseph" userId="84722137-53ac-4b51-b5a6-19ec507437d1" providerId="ADAL" clId="{38EDA9BC-C33A-430F-8AE7-B71E58BAEA9A}" dt="2026-09-14T17:17:03.458" v="4" actId="47"/>
        <pc:sldMkLst>
          <pc:docMk/>
          <pc:sldMk cId="2291117792" sldId="1988"/>
        </pc:sldMkLst>
      </pc:sldChg>
      <pc:sldChg chg="del">
        <pc:chgData name="Sanders, Joseph" userId="84722137-53ac-4b51-b5a6-19ec507437d1" providerId="ADAL" clId="{38EDA9BC-C33A-430F-8AE7-B71E58BAEA9A}" dt="2026-09-14T17:17:03.458" v="4" actId="47"/>
        <pc:sldMkLst>
          <pc:docMk/>
          <pc:sldMk cId="500177038" sldId="1989"/>
        </pc:sldMkLst>
      </pc:sldChg>
      <pc:sldChg chg="del">
        <pc:chgData name="Sanders, Joseph" userId="84722137-53ac-4b51-b5a6-19ec507437d1" providerId="ADAL" clId="{38EDA9BC-C33A-430F-8AE7-B71E58BAEA9A}" dt="2026-09-14T17:17:03.458" v="4" actId="47"/>
        <pc:sldMkLst>
          <pc:docMk/>
          <pc:sldMk cId="2576931915" sldId="1990"/>
        </pc:sldMkLst>
      </pc:sldChg>
      <pc:sldChg chg="del">
        <pc:chgData name="Sanders, Joseph" userId="84722137-53ac-4b51-b5a6-19ec507437d1" providerId="ADAL" clId="{38EDA9BC-C33A-430F-8AE7-B71E58BAEA9A}" dt="2026-09-14T17:17:03.458" v="4" actId="47"/>
        <pc:sldMkLst>
          <pc:docMk/>
          <pc:sldMk cId="3794856018" sldId="1991"/>
        </pc:sldMkLst>
      </pc:sldChg>
      <pc:sldChg chg="del">
        <pc:chgData name="Sanders, Joseph" userId="84722137-53ac-4b51-b5a6-19ec507437d1" providerId="ADAL" clId="{38EDA9BC-C33A-430F-8AE7-B71E58BAEA9A}" dt="2026-09-14T17:17:03.458" v="4" actId="47"/>
        <pc:sldMkLst>
          <pc:docMk/>
          <pc:sldMk cId="109810045" sldId="1992"/>
        </pc:sldMkLst>
      </pc:sldChg>
      <pc:sldChg chg="del">
        <pc:chgData name="Sanders, Joseph" userId="84722137-53ac-4b51-b5a6-19ec507437d1" providerId="ADAL" clId="{38EDA9BC-C33A-430F-8AE7-B71E58BAEA9A}" dt="2026-09-14T17:17:03.458" v="4" actId="47"/>
        <pc:sldMkLst>
          <pc:docMk/>
          <pc:sldMk cId="2275332006" sldId="1993"/>
        </pc:sldMkLst>
      </pc:sldChg>
      <pc:sldChg chg="del">
        <pc:chgData name="Sanders, Joseph" userId="84722137-53ac-4b51-b5a6-19ec507437d1" providerId="ADAL" clId="{38EDA9BC-C33A-430F-8AE7-B71E58BAEA9A}" dt="2026-09-14T17:17:03.458" v="4" actId="47"/>
        <pc:sldMkLst>
          <pc:docMk/>
          <pc:sldMk cId="4066697618" sldId="1994"/>
        </pc:sldMkLst>
      </pc:sldChg>
      <pc:sldChg chg="del">
        <pc:chgData name="Sanders, Joseph" userId="84722137-53ac-4b51-b5a6-19ec507437d1" providerId="ADAL" clId="{38EDA9BC-C33A-430F-8AE7-B71E58BAEA9A}" dt="2026-09-14T17:17:03.458" v="4" actId="47"/>
        <pc:sldMkLst>
          <pc:docMk/>
          <pc:sldMk cId="3002801431" sldId="1995"/>
        </pc:sldMkLst>
      </pc:sldChg>
      <pc:sldChg chg="del">
        <pc:chgData name="Sanders, Joseph" userId="84722137-53ac-4b51-b5a6-19ec507437d1" providerId="ADAL" clId="{38EDA9BC-C33A-430F-8AE7-B71E58BAEA9A}" dt="2026-09-14T17:17:03.458" v="4" actId="47"/>
        <pc:sldMkLst>
          <pc:docMk/>
          <pc:sldMk cId="3393800471" sldId="1996"/>
        </pc:sldMkLst>
      </pc:sldChg>
      <pc:sldChg chg="del">
        <pc:chgData name="Sanders, Joseph" userId="84722137-53ac-4b51-b5a6-19ec507437d1" providerId="ADAL" clId="{38EDA9BC-C33A-430F-8AE7-B71E58BAEA9A}" dt="2026-09-14T17:17:03.458" v="4" actId="47"/>
        <pc:sldMkLst>
          <pc:docMk/>
          <pc:sldMk cId="1360685275" sldId="1997"/>
        </pc:sldMkLst>
      </pc:sldChg>
      <pc:sldChg chg="del">
        <pc:chgData name="Sanders, Joseph" userId="84722137-53ac-4b51-b5a6-19ec507437d1" providerId="ADAL" clId="{38EDA9BC-C33A-430F-8AE7-B71E58BAEA9A}" dt="2026-09-14T17:17:03.458" v="4" actId="47"/>
        <pc:sldMkLst>
          <pc:docMk/>
          <pc:sldMk cId="14632162" sldId="1999"/>
        </pc:sldMkLst>
      </pc:sldChg>
      <pc:sldChg chg="del">
        <pc:chgData name="Sanders, Joseph" userId="84722137-53ac-4b51-b5a6-19ec507437d1" providerId="ADAL" clId="{38EDA9BC-C33A-430F-8AE7-B71E58BAEA9A}" dt="2026-09-14T17:17:03.458" v="4" actId="47"/>
        <pc:sldMkLst>
          <pc:docMk/>
          <pc:sldMk cId="1740970849" sldId="2000"/>
        </pc:sldMkLst>
      </pc:sldChg>
      <pc:sldChg chg="del">
        <pc:chgData name="Sanders, Joseph" userId="84722137-53ac-4b51-b5a6-19ec507437d1" providerId="ADAL" clId="{38EDA9BC-C33A-430F-8AE7-B71E58BAEA9A}" dt="2026-09-14T17:17:03.458" v="4" actId="47"/>
        <pc:sldMkLst>
          <pc:docMk/>
          <pc:sldMk cId="837708020" sldId="2001"/>
        </pc:sldMkLst>
      </pc:sldChg>
      <pc:sldChg chg="del">
        <pc:chgData name="Sanders, Joseph" userId="84722137-53ac-4b51-b5a6-19ec507437d1" providerId="ADAL" clId="{38EDA9BC-C33A-430F-8AE7-B71E58BAEA9A}" dt="2026-09-14T17:17:03.458" v="4" actId="47"/>
        <pc:sldMkLst>
          <pc:docMk/>
          <pc:sldMk cId="600551308" sldId="2002"/>
        </pc:sldMkLst>
      </pc:sldChg>
      <pc:sldChg chg="del">
        <pc:chgData name="Sanders, Joseph" userId="84722137-53ac-4b51-b5a6-19ec507437d1" providerId="ADAL" clId="{38EDA9BC-C33A-430F-8AE7-B71E58BAEA9A}" dt="2026-09-14T17:17:03.458" v="4" actId="47"/>
        <pc:sldMkLst>
          <pc:docMk/>
          <pc:sldMk cId="3366762224" sldId="2003"/>
        </pc:sldMkLst>
      </pc:sldChg>
      <pc:sldChg chg="del">
        <pc:chgData name="Sanders, Joseph" userId="84722137-53ac-4b51-b5a6-19ec507437d1" providerId="ADAL" clId="{38EDA9BC-C33A-430F-8AE7-B71E58BAEA9A}" dt="2026-09-14T17:17:03.458" v="4" actId="47"/>
        <pc:sldMkLst>
          <pc:docMk/>
          <pc:sldMk cId="3448268573" sldId="2004"/>
        </pc:sldMkLst>
      </pc:sldChg>
      <pc:sldChg chg="del">
        <pc:chgData name="Sanders, Joseph" userId="84722137-53ac-4b51-b5a6-19ec507437d1" providerId="ADAL" clId="{38EDA9BC-C33A-430F-8AE7-B71E58BAEA9A}" dt="2026-09-14T17:17:03.458" v="4" actId="47"/>
        <pc:sldMkLst>
          <pc:docMk/>
          <pc:sldMk cId="513853836" sldId="2005"/>
        </pc:sldMkLst>
      </pc:sldChg>
      <pc:sldChg chg="del">
        <pc:chgData name="Sanders, Joseph" userId="84722137-53ac-4b51-b5a6-19ec507437d1" providerId="ADAL" clId="{38EDA9BC-C33A-430F-8AE7-B71E58BAEA9A}" dt="2026-09-14T17:17:03.458" v="4" actId="47"/>
        <pc:sldMkLst>
          <pc:docMk/>
          <pc:sldMk cId="2505354027" sldId="2006"/>
        </pc:sldMkLst>
      </pc:sldChg>
      <pc:sldChg chg="del">
        <pc:chgData name="Sanders, Joseph" userId="84722137-53ac-4b51-b5a6-19ec507437d1" providerId="ADAL" clId="{38EDA9BC-C33A-430F-8AE7-B71E58BAEA9A}" dt="2026-09-14T17:17:03.458" v="4" actId="47"/>
        <pc:sldMkLst>
          <pc:docMk/>
          <pc:sldMk cId="774933972" sldId="2007"/>
        </pc:sldMkLst>
      </pc:sldChg>
      <pc:sldChg chg="del">
        <pc:chgData name="Sanders, Joseph" userId="84722137-53ac-4b51-b5a6-19ec507437d1" providerId="ADAL" clId="{38EDA9BC-C33A-430F-8AE7-B71E58BAEA9A}" dt="2026-09-14T17:17:03.458" v="4" actId="47"/>
        <pc:sldMkLst>
          <pc:docMk/>
          <pc:sldMk cId="3800391704" sldId="2008"/>
        </pc:sldMkLst>
      </pc:sldChg>
      <pc:sldChg chg="del">
        <pc:chgData name="Sanders, Joseph" userId="84722137-53ac-4b51-b5a6-19ec507437d1" providerId="ADAL" clId="{38EDA9BC-C33A-430F-8AE7-B71E58BAEA9A}" dt="2026-09-14T17:17:03.458" v="4" actId="47"/>
        <pc:sldMkLst>
          <pc:docMk/>
          <pc:sldMk cId="4007911428" sldId="2009"/>
        </pc:sldMkLst>
      </pc:sldChg>
      <pc:sldChg chg="del">
        <pc:chgData name="Sanders, Joseph" userId="84722137-53ac-4b51-b5a6-19ec507437d1" providerId="ADAL" clId="{38EDA9BC-C33A-430F-8AE7-B71E58BAEA9A}" dt="2026-09-14T17:17:03.458" v="4" actId="47"/>
        <pc:sldMkLst>
          <pc:docMk/>
          <pc:sldMk cId="2950210079" sldId="2010"/>
        </pc:sldMkLst>
      </pc:sldChg>
      <pc:sldChg chg="del">
        <pc:chgData name="Sanders, Joseph" userId="84722137-53ac-4b51-b5a6-19ec507437d1" providerId="ADAL" clId="{38EDA9BC-C33A-430F-8AE7-B71E58BAEA9A}" dt="2026-09-14T17:17:03.458" v="4" actId="47"/>
        <pc:sldMkLst>
          <pc:docMk/>
          <pc:sldMk cId="4077825587" sldId="2011"/>
        </pc:sldMkLst>
      </pc:sldChg>
      <pc:sldChg chg="del">
        <pc:chgData name="Sanders, Joseph" userId="84722137-53ac-4b51-b5a6-19ec507437d1" providerId="ADAL" clId="{38EDA9BC-C33A-430F-8AE7-B71E58BAEA9A}" dt="2026-09-14T17:17:03.458" v="4" actId="47"/>
        <pc:sldMkLst>
          <pc:docMk/>
          <pc:sldMk cId="3299267436" sldId="2012"/>
        </pc:sldMkLst>
      </pc:sldChg>
      <pc:sldChg chg="del">
        <pc:chgData name="Sanders, Joseph" userId="84722137-53ac-4b51-b5a6-19ec507437d1" providerId="ADAL" clId="{38EDA9BC-C33A-430F-8AE7-B71E58BAEA9A}" dt="2026-09-14T17:17:03.458" v="4" actId="47"/>
        <pc:sldMkLst>
          <pc:docMk/>
          <pc:sldMk cId="123823254" sldId="2013"/>
        </pc:sldMkLst>
      </pc:sldChg>
      <pc:sldChg chg="del">
        <pc:chgData name="Sanders, Joseph" userId="84722137-53ac-4b51-b5a6-19ec507437d1" providerId="ADAL" clId="{38EDA9BC-C33A-430F-8AE7-B71E58BAEA9A}" dt="2026-09-14T17:18:01.821" v="5" actId="47"/>
        <pc:sldMkLst>
          <pc:docMk/>
          <pc:sldMk cId="2599455885" sldId="2016"/>
        </pc:sldMkLst>
      </pc:sldChg>
      <pc:sldChg chg="del">
        <pc:chgData name="Sanders, Joseph" userId="84722137-53ac-4b51-b5a6-19ec507437d1" providerId="ADAL" clId="{38EDA9BC-C33A-430F-8AE7-B71E58BAEA9A}" dt="2026-09-14T17:18:01.821" v="5" actId="47"/>
        <pc:sldMkLst>
          <pc:docMk/>
          <pc:sldMk cId="3124092128" sldId="2017"/>
        </pc:sldMkLst>
      </pc:sldChg>
      <pc:sldChg chg="del">
        <pc:chgData name="Sanders, Joseph" userId="84722137-53ac-4b51-b5a6-19ec507437d1" providerId="ADAL" clId="{38EDA9BC-C33A-430F-8AE7-B71E58BAEA9A}" dt="2026-09-14T17:18:01.821" v="5" actId="47"/>
        <pc:sldMkLst>
          <pc:docMk/>
          <pc:sldMk cId="2081896294" sldId="2018"/>
        </pc:sldMkLst>
      </pc:sldChg>
      <pc:sldChg chg="del">
        <pc:chgData name="Sanders, Joseph" userId="84722137-53ac-4b51-b5a6-19ec507437d1" providerId="ADAL" clId="{38EDA9BC-C33A-430F-8AE7-B71E58BAEA9A}" dt="2026-09-14T17:18:01.821" v="5" actId="47"/>
        <pc:sldMkLst>
          <pc:docMk/>
          <pc:sldMk cId="3928670965" sldId="2019"/>
        </pc:sldMkLst>
      </pc:sldChg>
      <pc:sldChg chg="del">
        <pc:chgData name="Sanders, Joseph" userId="84722137-53ac-4b51-b5a6-19ec507437d1" providerId="ADAL" clId="{38EDA9BC-C33A-430F-8AE7-B71E58BAEA9A}" dt="2026-09-14T17:18:01.821" v="5" actId="47"/>
        <pc:sldMkLst>
          <pc:docMk/>
          <pc:sldMk cId="2959698662" sldId="2020"/>
        </pc:sldMkLst>
      </pc:sldChg>
      <pc:sldChg chg="del">
        <pc:chgData name="Sanders, Joseph" userId="84722137-53ac-4b51-b5a6-19ec507437d1" providerId="ADAL" clId="{38EDA9BC-C33A-430F-8AE7-B71E58BAEA9A}" dt="2026-09-14T17:18:01.821" v="5" actId="47"/>
        <pc:sldMkLst>
          <pc:docMk/>
          <pc:sldMk cId="1517213492" sldId="2021"/>
        </pc:sldMkLst>
      </pc:sldChg>
      <pc:sldChg chg="del">
        <pc:chgData name="Sanders, Joseph" userId="84722137-53ac-4b51-b5a6-19ec507437d1" providerId="ADAL" clId="{38EDA9BC-C33A-430F-8AE7-B71E58BAEA9A}" dt="2026-09-14T17:17:03.458" v="4" actId="47"/>
        <pc:sldMkLst>
          <pc:docMk/>
          <pc:sldMk cId="1572088628" sldId="2022"/>
        </pc:sldMkLst>
      </pc:sldChg>
      <pc:sldChg chg="del">
        <pc:chgData name="Sanders, Joseph" userId="84722137-53ac-4b51-b5a6-19ec507437d1" providerId="ADAL" clId="{38EDA9BC-C33A-430F-8AE7-B71E58BAEA9A}" dt="2026-09-14T17:17:03.458" v="4" actId="47"/>
        <pc:sldMkLst>
          <pc:docMk/>
          <pc:sldMk cId="1951851559" sldId="2023"/>
        </pc:sldMkLst>
      </pc:sldChg>
      <pc:sldChg chg="add">
        <pc:chgData name="Sanders, Joseph" userId="84722137-53ac-4b51-b5a6-19ec507437d1" providerId="ADAL" clId="{38EDA9BC-C33A-430F-8AE7-B71E58BAEA9A}" dt="2026-09-14T17:11:39.179" v="0"/>
        <pc:sldMkLst>
          <pc:docMk/>
          <pc:sldMk cId="3632711489" sldId="2024"/>
        </pc:sldMkLst>
      </pc:sldChg>
      <pc:sldChg chg="add">
        <pc:chgData name="Sanders, Joseph" userId="84722137-53ac-4b51-b5a6-19ec507437d1" providerId="ADAL" clId="{38EDA9BC-C33A-430F-8AE7-B71E58BAEA9A}" dt="2026-09-14T17:12:14.690" v="1"/>
        <pc:sldMkLst>
          <pc:docMk/>
          <pc:sldMk cId="1292163913" sldId="2025"/>
        </pc:sldMkLst>
      </pc:sldChg>
      <pc:sldChg chg="add">
        <pc:chgData name="Sanders, Joseph" userId="84722137-53ac-4b51-b5a6-19ec507437d1" providerId="ADAL" clId="{38EDA9BC-C33A-430F-8AE7-B71E58BAEA9A}" dt="2026-09-14T17:12:47.690" v="2"/>
        <pc:sldMkLst>
          <pc:docMk/>
          <pc:sldMk cId="2517401084" sldId="2026"/>
        </pc:sldMkLst>
      </pc:sldChg>
      <pc:sldChg chg="add">
        <pc:chgData name="Sanders, Joseph" userId="84722137-53ac-4b51-b5a6-19ec507437d1" providerId="ADAL" clId="{38EDA9BC-C33A-430F-8AE7-B71E58BAEA9A}" dt="2026-09-14T17:13:16.312" v="3"/>
        <pc:sldMkLst>
          <pc:docMk/>
          <pc:sldMk cId="636182065" sldId="202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18" name="Rectangle 2"/>
          <p:cNvSpPr>
            <a:spLocks noGrp="1" noChangeArrowheads="1"/>
          </p:cNvSpPr>
          <p:nvPr>
            <p:ph type="hdr" sz="quarter"/>
          </p:nvPr>
        </p:nvSpPr>
        <p:spPr bwMode="auto">
          <a:xfrm>
            <a:off x="3" y="1"/>
            <a:ext cx="3038474" cy="465137"/>
          </a:xfrm>
          <a:prstGeom prst="rect">
            <a:avLst/>
          </a:prstGeom>
          <a:noFill/>
          <a:ln w="9525">
            <a:noFill/>
            <a:miter lim="800000"/>
            <a:headEnd/>
            <a:tailEnd/>
          </a:ln>
          <a:effectLst/>
        </p:spPr>
        <p:txBody>
          <a:bodyPr vert="horz" wrap="square" lIns="93161" tIns="46581" rIns="93161" bIns="46581" numCol="1" anchor="t" anchorCtr="0" compatLnSpc="1">
            <a:prstTxWarp prst="textNoShape">
              <a:avLst/>
            </a:prstTxWarp>
          </a:bodyPr>
          <a:lstStyle>
            <a:lvl1pPr defTabSz="931701">
              <a:defRPr sz="1200"/>
            </a:lvl1pPr>
          </a:lstStyle>
          <a:p>
            <a:pPr>
              <a:defRPr/>
            </a:pPr>
            <a:endParaRPr lang="en-US"/>
          </a:p>
        </p:txBody>
      </p:sp>
      <p:sp>
        <p:nvSpPr>
          <p:cNvPr id="137219" name="Rectangle 3"/>
          <p:cNvSpPr>
            <a:spLocks noGrp="1" noChangeArrowheads="1"/>
          </p:cNvSpPr>
          <p:nvPr>
            <p:ph type="dt" idx="1"/>
          </p:nvPr>
        </p:nvSpPr>
        <p:spPr bwMode="auto">
          <a:xfrm>
            <a:off x="3970340" y="1"/>
            <a:ext cx="3038474" cy="465137"/>
          </a:xfrm>
          <a:prstGeom prst="rect">
            <a:avLst/>
          </a:prstGeom>
          <a:noFill/>
          <a:ln w="9525">
            <a:noFill/>
            <a:miter lim="800000"/>
            <a:headEnd/>
            <a:tailEnd/>
          </a:ln>
          <a:effectLst/>
        </p:spPr>
        <p:txBody>
          <a:bodyPr vert="horz" wrap="square" lIns="93161" tIns="46581" rIns="93161" bIns="46581" numCol="1" anchor="t" anchorCtr="0" compatLnSpc="1">
            <a:prstTxWarp prst="textNoShape">
              <a:avLst/>
            </a:prstTxWarp>
          </a:bodyPr>
          <a:lstStyle>
            <a:lvl1pPr algn="r" defTabSz="931701">
              <a:defRPr sz="1200"/>
            </a:lvl1pPr>
          </a:lstStyle>
          <a:p>
            <a:pPr>
              <a:defRPr/>
            </a:pPr>
            <a:endParaRPr lang="en-US"/>
          </a:p>
        </p:txBody>
      </p:sp>
      <p:sp>
        <p:nvSpPr>
          <p:cNvPr id="31748"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21" name="Rectangle 5"/>
          <p:cNvSpPr>
            <a:spLocks noGrp="1" noChangeArrowheads="1"/>
          </p:cNvSpPr>
          <p:nvPr>
            <p:ph type="body" sz="quarter" idx="3"/>
          </p:nvPr>
        </p:nvSpPr>
        <p:spPr bwMode="auto">
          <a:xfrm>
            <a:off x="701675" y="4416426"/>
            <a:ext cx="5607050" cy="4183064"/>
          </a:xfrm>
          <a:prstGeom prst="rect">
            <a:avLst/>
          </a:prstGeom>
          <a:noFill/>
          <a:ln w="9525">
            <a:noFill/>
            <a:miter lim="800000"/>
            <a:headEnd/>
            <a:tailEnd/>
          </a:ln>
          <a:effectLst/>
        </p:spPr>
        <p:txBody>
          <a:bodyPr vert="horz" wrap="square" lIns="93161" tIns="46581" rIns="93161" bIns="4658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7222" name="Rectangle 6"/>
          <p:cNvSpPr>
            <a:spLocks noGrp="1" noChangeArrowheads="1"/>
          </p:cNvSpPr>
          <p:nvPr>
            <p:ph type="ftr" sz="quarter" idx="4"/>
          </p:nvPr>
        </p:nvSpPr>
        <p:spPr bwMode="auto">
          <a:xfrm>
            <a:off x="3" y="8829677"/>
            <a:ext cx="3038474" cy="465137"/>
          </a:xfrm>
          <a:prstGeom prst="rect">
            <a:avLst/>
          </a:prstGeom>
          <a:noFill/>
          <a:ln w="9525">
            <a:noFill/>
            <a:miter lim="800000"/>
            <a:headEnd/>
            <a:tailEnd/>
          </a:ln>
          <a:effectLst/>
        </p:spPr>
        <p:txBody>
          <a:bodyPr vert="horz" wrap="square" lIns="93161" tIns="46581" rIns="93161" bIns="46581" numCol="1" anchor="b" anchorCtr="0" compatLnSpc="1">
            <a:prstTxWarp prst="textNoShape">
              <a:avLst/>
            </a:prstTxWarp>
          </a:bodyPr>
          <a:lstStyle>
            <a:lvl1pPr defTabSz="931701">
              <a:defRPr sz="1200"/>
            </a:lvl1pPr>
          </a:lstStyle>
          <a:p>
            <a:pPr>
              <a:defRPr/>
            </a:pPr>
            <a:endParaRPr lang="en-US"/>
          </a:p>
        </p:txBody>
      </p:sp>
      <p:sp>
        <p:nvSpPr>
          <p:cNvPr id="137223" name="Rectangle 7"/>
          <p:cNvSpPr>
            <a:spLocks noGrp="1" noChangeArrowheads="1"/>
          </p:cNvSpPr>
          <p:nvPr>
            <p:ph type="sldNum" sz="quarter" idx="5"/>
          </p:nvPr>
        </p:nvSpPr>
        <p:spPr bwMode="auto">
          <a:xfrm>
            <a:off x="3970340" y="8829677"/>
            <a:ext cx="3038474" cy="465137"/>
          </a:xfrm>
          <a:prstGeom prst="rect">
            <a:avLst/>
          </a:prstGeom>
          <a:noFill/>
          <a:ln w="9525">
            <a:noFill/>
            <a:miter lim="800000"/>
            <a:headEnd/>
            <a:tailEnd/>
          </a:ln>
          <a:effectLst/>
        </p:spPr>
        <p:txBody>
          <a:bodyPr vert="horz" wrap="square" lIns="93161" tIns="46581" rIns="93161" bIns="46581" numCol="1" anchor="b" anchorCtr="0" compatLnSpc="1">
            <a:prstTxWarp prst="textNoShape">
              <a:avLst/>
            </a:prstTxWarp>
          </a:bodyPr>
          <a:lstStyle>
            <a:lvl1pPr algn="r" defTabSz="931701">
              <a:defRPr sz="1200"/>
            </a:lvl1pPr>
          </a:lstStyle>
          <a:p>
            <a:pPr>
              <a:defRPr/>
            </a:pPr>
            <a:fld id="{51B7E037-016C-4076-A75C-727D0144F339}" type="slidenum">
              <a:rPr lang="en-US"/>
              <a:pPr>
                <a:defRPr/>
              </a:pPr>
              <a:t>‹#›</a:t>
            </a:fld>
            <a:endParaRPr lang="en-US"/>
          </a:p>
        </p:txBody>
      </p:sp>
    </p:spTree>
    <p:extLst>
      <p:ext uri="{BB962C8B-B14F-4D97-AF65-F5344CB8AC3E}">
        <p14:creationId xmlns:p14="http://schemas.microsoft.com/office/powerpoint/2010/main" val="31757011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701" eaLnBrk="0" hangingPunct="0">
              <a:defRPr>
                <a:solidFill>
                  <a:schemeClr val="tx1"/>
                </a:solidFill>
                <a:latin typeface="Arial" charset="0"/>
              </a:defRPr>
            </a:lvl1pPr>
            <a:lvl2pPr marL="742820" indent="-285701" defTabSz="931701" eaLnBrk="0" hangingPunct="0">
              <a:defRPr>
                <a:solidFill>
                  <a:schemeClr val="tx1"/>
                </a:solidFill>
                <a:latin typeface="Arial" charset="0"/>
              </a:defRPr>
            </a:lvl2pPr>
            <a:lvl3pPr marL="1142801" indent="-228560" defTabSz="931701" eaLnBrk="0" hangingPunct="0">
              <a:defRPr>
                <a:solidFill>
                  <a:schemeClr val="tx1"/>
                </a:solidFill>
                <a:latin typeface="Arial" charset="0"/>
              </a:defRPr>
            </a:lvl3pPr>
            <a:lvl4pPr marL="1599921" indent="-228560" defTabSz="931701" eaLnBrk="0" hangingPunct="0">
              <a:defRPr>
                <a:solidFill>
                  <a:schemeClr val="tx1"/>
                </a:solidFill>
                <a:latin typeface="Arial" charset="0"/>
              </a:defRPr>
            </a:lvl4pPr>
            <a:lvl5pPr marL="2057042" indent="-228560" defTabSz="931701" eaLnBrk="0" hangingPunct="0">
              <a:defRPr>
                <a:solidFill>
                  <a:schemeClr val="tx1"/>
                </a:solidFill>
                <a:latin typeface="Arial" charset="0"/>
              </a:defRPr>
            </a:lvl5pPr>
            <a:lvl6pPr marL="2514162" indent="-228560" defTabSz="931701" eaLnBrk="0" fontAlgn="base" hangingPunct="0">
              <a:spcBef>
                <a:spcPct val="0"/>
              </a:spcBef>
              <a:spcAft>
                <a:spcPct val="0"/>
              </a:spcAft>
              <a:defRPr>
                <a:solidFill>
                  <a:schemeClr val="tx1"/>
                </a:solidFill>
                <a:latin typeface="Arial" charset="0"/>
              </a:defRPr>
            </a:lvl6pPr>
            <a:lvl7pPr marL="2971283" indent="-228560" defTabSz="931701" eaLnBrk="0" fontAlgn="base" hangingPunct="0">
              <a:spcBef>
                <a:spcPct val="0"/>
              </a:spcBef>
              <a:spcAft>
                <a:spcPct val="0"/>
              </a:spcAft>
              <a:defRPr>
                <a:solidFill>
                  <a:schemeClr val="tx1"/>
                </a:solidFill>
                <a:latin typeface="Arial" charset="0"/>
              </a:defRPr>
            </a:lvl7pPr>
            <a:lvl8pPr marL="3428404" indent="-228560" defTabSz="931701" eaLnBrk="0" fontAlgn="base" hangingPunct="0">
              <a:spcBef>
                <a:spcPct val="0"/>
              </a:spcBef>
              <a:spcAft>
                <a:spcPct val="0"/>
              </a:spcAft>
              <a:defRPr>
                <a:solidFill>
                  <a:schemeClr val="tx1"/>
                </a:solidFill>
                <a:latin typeface="Arial" charset="0"/>
              </a:defRPr>
            </a:lvl8pPr>
            <a:lvl9pPr marL="3885523" indent="-228560" defTabSz="931701" eaLnBrk="0" fontAlgn="base" hangingPunct="0">
              <a:spcBef>
                <a:spcPct val="0"/>
              </a:spcBef>
              <a:spcAft>
                <a:spcPct val="0"/>
              </a:spcAft>
              <a:defRPr>
                <a:solidFill>
                  <a:schemeClr val="tx1"/>
                </a:solidFill>
                <a:latin typeface="Arial" charset="0"/>
              </a:defRPr>
            </a:lvl9pPr>
          </a:lstStyle>
          <a:p>
            <a:pPr eaLnBrk="1" hangingPunct="1"/>
            <a:fld id="{8BB6014C-B15A-489E-8F61-62F8287FAC79}" type="slidenum">
              <a:rPr lang="en-US" smtClean="0"/>
              <a:pPr eaLnBrk="1" hangingPunct="1"/>
              <a:t>1</a:t>
            </a:fld>
            <a:endParaRPr lang="en-US"/>
          </a:p>
        </p:txBody>
      </p:sp>
    </p:spTree>
    <p:extLst>
      <p:ext uri="{BB962C8B-B14F-4D97-AF65-F5344CB8AC3E}">
        <p14:creationId xmlns:p14="http://schemas.microsoft.com/office/powerpoint/2010/main" val="527168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US"/>
          </a:p>
        </p:txBody>
      </p:sp>
      <p:sp>
        <p:nvSpPr>
          <p:cNvPr id="177154"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177155" name="Rectangle 3"/>
          <p:cNvSpPr>
            <a:spLocks noGrp="1" noChangeArrowheads="1"/>
          </p:cNvSpPr>
          <p:nvPr>
            <p:ph type="subTitle" idx="1"/>
          </p:nvPr>
        </p:nvSpPr>
        <p:spPr>
          <a:xfrm>
            <a:off x="1981200" y="3962400"/>
            <a:ext cx="6553200" cy="1752600"/>
          </a:xfrm>
        </p:spPr>
        <p:txBody>
          <a:bodyPr/>
          <a:lstStyle>
            <a:lvl1pPr marL="0" indent="0">
              <a:buFont typeface="Wingdings" pitchFamily="-65" charset="2"/>
              <a:buNone/>
              <a:defRPr sz="2800"/>
            </a:lvl1pPr>
          </a:lstStyle>
          <a:p>
            <a:r>
              <a:rPr lang="en-US" alt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p:txBody>
          <a:bodyPr/>
          <a:lstStyle>
            <a:lvl1pPr>
              <a:defRPr/>
            </a:lvl1pPr>
          </a:lstStyle>
          <a:p>
            <a:pPr>
              <a:defRPr/>
            </a:pPr>
            <a:fld id="{CF40423C-91A4-4A0D-BAE0-D63FCC98CB6C}" type="slidenum">
              <a:rPr lang="en-US" altLang="en-US"/>
              <a:pPr>
                <a:defRPr/>
              </a:pPr>
              <a:t>‹#›</a:t>
            </a:fld>
            <a:endParaRPr lang="en-US" altLang="en-US"/>
          </a:p>
        </p:txBody>
      </p:sp>
    </p:spTree>
    <p:extLst>
      <p:ext uri="{BB962C8B-B14F-4D97-AF65-F5344CB8AC3E}">
        <p14:creationId xmlns:p14="http://schemas.microsoft.com/office/powerpoint/2010/main" val="430726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EE83DEDF-8A3C-4806-ADA5-E889AFD0C67D}" type="slidenum">
              <a:rPr lang="en-US" altLang="en-US"/>
              <a:pPr>
                <a:defRPr/>
              </a:pPr>
              <a:t>‹#›</a:t>
            </a:fld>
            <a:endParaRPr lang="en-US" altLang="en-US"/>
          </a:p>
        </p:txBody>
      </p:sp>
    </p:spTree>
    <p:extLst>
      <p:ext uri="{BB962C8B-B14F-4D97-AF65-F5344CB8AC3E}">
        <p14:creationId xmlns:p14="http://schemas.microsoft.com/office/powerpoint/2010/main" val="1972732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9BD44DD2-FC02-4417-B8D2-BC9256C87490}" type="slidenum">
              <a:rPr lang="en-US" altLang="en-US"/>
              <a:pPr>
                <a:defRPr/>
              </a:pPr>
              <a:t>‹#›</a:t>
            </a:fld>
            <a:endParaRPr lang="en-US" altLang="en-US"/>
          </a:p>
        </p:txBody>
      </p:sp>
    </p:spTree>
    <p:extLst>
      <p:ext uri="{BB962C8B-B14F-4D97-AF65-F5344CB8AC3E}">
        <p14:creationId xmlns:p14="http://schemas.microsoft.com/office/powerpoint/2010/main" val="2793125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F13F6EEC-D4C9-4126-A8A1-09EE9281768C}" type="slidenum">
              <a:rPr lang="en-US" altLang="en-US"/>
              <a:pPr>
                <a:defRPr/>
              </a:pPr>
              <a:t>‹#›</a:t>
            </a:fld>
            <a:endParaRPr lang="en-US" altLang="en-US"/>
          </a:p>
        </p:txBody>
      </p:sp>
    </p:spTree>
    <p:extLst>
      <p:ext uri="{BB962C8B-B14F-4D97-AF65-F5344CB8AC3E}">
        <p14:creationId xmlns:p14="http://schemas.microsoft.com/office/powerpoint/2010/main" val="780180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A2C43B1C-6F62-4377-B491-8C84817FA156}" type="slidenum">
              <a:rPr lang="en-US" altLang="en-US"/>
              <a:pPr>
                <a:defRPr/>
              </a:pPr>
              <a:t>‹#›</a:t>
            </a:fld>
            <a:endParaRPr lang="en-US" altLang="en-US"/>
          </a:p>
        </p:txBody>
      </p:sp>
    </p:spTree>
    <p:extLst>
      <p:ext uri="{BB962C8B-B14F-4D97-AF65-F5344CB8AC3E}">
        <p14:creationId xmlns:p14="http://schemas.microsoft.com/office/powerpoint/2010/main" val="3109381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2EC1658C-5FAC-4689-BFA8-4DC8D3A169E4}" type="slidenum">
              <a:rPr lang="en-US" altLang="en-US"/>
              <a:pPr>
                <a:defRPr/>
              </a:pPr>
              <a:t>‹#›</a:t>
            </a:fld>
            <a:endParaRPr lang="en-US" altLang="en-US"/>
          </a:p>
        </p:txBody>
      </p:sp>
    </p:spTree>
    <p:extLst>
      <p:ext uri="{BB962C8B-B14F-4D97-AF65-F5344CB8AC3E}">
        <p14:creationId xmlns:p14="http://schemas.microsoft.com/office/powerpoint/2010/main" val="2365112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25729D48-02E5-4EDE-B3BB-708664B739B0}" type="slidenum">
              <a:rPr lang="en-US" altLang="en-US"/>
              <a:pPr>
                <a:defRPr/>
              </a:pPr>
              <a:t>‹#›</a:t>
            </a:fld>
            <a:endParaRPr lang="en-US" altLang="en-US"/>
          </a:p>
        </p:txBody>
      </p:sp>
    </p:spTree>
    <p:extLst>
      <p:ext uri="{BB962C8B-B14F-4D97-AF65-F5344CB8AC3E}">
        <p14:creationId xmlns:p14="http://schemas.microsoft.com/office/powerpoint/2010/main" val="3259161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D68FC841-71A5-4FB0-A19A-0A86CC4BAF80}" type="slidenum">
              <a:rPr lang="en-US" altLang="en-US"/>
              <a:pPr>
                <a:defRPr/>
              </a:pPr>
              <a:t>‹#›</a:t>
            </a:fld>
            <a:endParaRPr lang="en-US" altLang="en-US"/>
          </a:p>
        </p:txBody>
      </p:sp>
    </p:spTree>
    <p:extLst>
      <p:ext uri="{BB962C8B-B14F-4D97-AF65-F5344CB8AC3E}">
        <p14:creationId xmlns:p14="http://schemas.microsoft.com/office/powerpoint/2010/main" val="2266230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A6572378-54FE-48DD-8126-03E39AB5FF51}" type="slidenum">
              <a:rPr lang="en-US" altLang="en-US"/>
              <a:pPr>
                <a:defRPr/>
              </a:pPr>
              <a:t>‹#›</a:t>
            </a:fld>
            <a:endParaRPr lang="en-US" altLang="en-US"/>
          </a:p>
        </p:txBody>
      </p:sp>
    </p:spTree>
    <p:extLst>
      <p:ext uri="{BB962C8B-B14F-4D97-AF65-F5344CB8AC3E}">
        <p14:creationId xmlns:p14="http://schemas.microsoft.com/office/powerpoint/2010/main" val="1071790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260EE022-7E4F-41C0-9D37-5E099F9068CB}" type="slidenum">
              <a:rPr lang="en-US" altLang="en-US"/>
              <a:pPr>
                <a:defRPr/>
              </a:pPr>
              <a:t>‹#›</a:t>
            </a:fld>
            <a:endParaRPr lang="en-US" altLang="en-US"/>
          </a:p>
        </p:txBody>
      </p:sp>
    </p:spTree>
    <p:extLst>
      <p:ext uri="{BB962C8B-B14F-4D97-AF65-F5344CB8AC3E}">
        <p14:creationId xmlns:p14="http://schemas.microsoft.com/office/powerpoint/2010/main" val="394367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C4F7FCCB-402C-48F9-A0B8-FAD7E1BE6B46}" type="slidenum">
              <a:rPr lang="en-US" altLang="en-US"/>
              <a:pPr>
                <a:defRPr/>
              </a:pPr>
              <a:t>‹#›</a:t>
            </a:fld>
            <a:endParaRPr lang="en-US" altLang="en-US"/>
          </a:p>
        </p:txBody>
      </p:sp>
    </p:spTree>
    <p:extLst>
      <p:ext uri="{BB962C8B-B14F-4D97-AF65-F5344CB8AC3E}">
        <p14:creationId xmlns:p14="http://schemas.microsoft.com/office/powerpoint/2010/main" val="2738826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76132"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endParaRPr lang="en-US" altLang="en-US"/>
          </a:p>
        </p:txBody>
      </p:sp>
      <p:sp>
        <p:nvSpPr>
          <p:cNvPr id="17613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defRPr>
            </a:lvl1pPr>
          </a:lstStyle>
          <a:p>
            <a:pPr>
              <a:defRPr/>
            </a:pPr>
            <a:endParaRPr lang="en-US" altLang="en-US"/>
          </a:p>
        </p:txBody>
      </p:sp>
      <p:sp>
        <p:nvSpPr>
          <p:cNvPr id="176134"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j-lt"/>
              </a:defRPr>
            </a:lvl1pPr>
          </a:lstStyle>
          <a:p>
            <a:pPr>
              <a:defRPr/>
            </a:pPr>
            <a:fld id="{C6EDAFD6-A26B-46D1-94EE-2B87174C44C5}" type="slidenum">
              <a:rPr lang="en-US" altLang="en-US"/>
              <a:pPr>
                <a:defRPr/>
              </a:pPr>
              <a:t>‹#›</a:t>
            </a:fld>
            <a:endParaRPr lang="en-US" altLang="en-US"/>
          </a:p>
        </p:txBody>
      </p:sp>
      <p:sp>
        <p:nvSpPr>
          <p:cNvPr id="176135"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176136"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836"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65"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65"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65"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65"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65"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65"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65"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65"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65"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1.next.westlaw.com/Document/N3AFCC0C03ACA11DC8834EDCC1D637A01/View/FullText.html?originationContext=docHeader&amp;contextData=(sc.DocLink)&amp;transitionType=Document&amp;needToInjectTerms=False&amp;docSource=296a7199af2345e18ede7c7e13f87ce2"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body" idx="1"/>
          </p:nvPr>
        </p:nvSpPr>
        <p:spPr>
          <a:xfrm>
            <a:off x="533400" y="609600"/>
            <a:ext cx="8229600" cy="4530725"/>
          </a:xfrm>
        </p:spPr>
        <p:txBody>
          <a:bodyPr/>
          <a:lstStyle/>
          <a:p>
            <a:pPr algn="ctr" eaLnBrk="1" hangingPunct="1">
              <a:buFont typeface="Wingdings" pitchFamily="-65" charset="2"/>
              <a:buNone/>
            </a:pPr>
            <a:endParaRPr lang="en-US" sz="1800" dirty="0"/>
          </a:p>
          <a:p>
            <a:pPr algn="ctr" eaLnBrk="1" hangingPunct="1">
              <a:buFont typeface="Wingdings" pitchFamily="-65" charset="2"/>
              <a:buNone/>
            </a:pPr>
            <a:endParaRPr lang="en-US" sz="1800" dirty="0"/>
          </a:p>
          <a:p>
            <a:pPr algn="ctr" eaLnBrk="1" hangingPunct="1">
              <a:buFont typeface="Wingdings" pitchFamily="-65" charset="2"/>
              <a:buNone/>
            </a:pPr>
            <a:endParaRPr lang="en-US" sz="1800" dirty="0"/>
          </a:p>
          <a:p>
            <a:pPr algn="ctr" eaLnBrk="1" hangingPunct="1">
              <a:buFont typeface="Wingdings" pitchFamily="-65" charset="2"/>
              <a:buNone/>
            </a:pPr>
            <a:r>
              <a:rPr lang="en-US" sz="4800" dirty="0"/>
              <a:t>Torts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440BB-8BB4-48B8-110C-6385A24FA5A2}"/>
              </a:ext>
            </a:extLst>
          </p:cNvPr>
          <p:cNvSpPr>
            <a:spLocks noGrp="1"/>
          </p:cNvSpPr>
          <p:nvPr>
            <p:ph type="title"/>
          </p:nvPr>
        </p:nvSpPr>
        <p:spPr/>
        <p:txBody>
          <a:bodyPr/>
          <a:lstStyle/>
          <a:p>
            <a:r>
              <a:rPr lang="en-US" dirty="0"/>
              <a:t>§ 23 Self-Defense by Deadly Force</a:t>
            </a:r>
            <a:br>
              <a:rPr lang="en-US" dirty="0"/>
            </a:br>
            <a:endParaRPr lang="en-US" dirty="0"/>
          </a:p>
        </p:txBody>
      </p:sp>
      <p:sp>
        <p:nvSpPr>
          <p:cNvPr id="3" name="Content Placeholder 2">
            <a:extLst>
              <a:ext uri="{FF2B5EF4-FFF2-40B4-BE49-F238E27FC236}">
                <a16:creationId xmlns:a16="http://schemas.microsoft.com/office/drawing/2014/main" id="{E957910F-4313-87AF-1FFE-440396AA1606}"/>
              </a:ext>
            </a:extLst>
          </p:cNvPr>
          <p:cNvSpPr>
            <a:spLocks noGrp="1"/>
          </p:cNvSpPr>
          <p:nvPr>
            <p:ph idx="1"/>
          </p:nvPr>
        </p:nvSpPr>
        <p:spPr/>
        <p:txBody>
          <a:bodyPr/>
          <a:lstStyle/>
          <a:p>
            <a:r>
              <a:rPr lang="en-US" sz="2400" dirty="0"/>
              <a:t>        (b) An actor does not have the privilege stated in Subsection (a) if the actor has a duty to retreat. Such a duty exists only if:</a:t>
            </a:r>
          </a:p>
          <a:p>
            <a:r>
              <a:rPr lang="en-US" sz="2400" dirty="0"/>
              <a:t>        (1) the actor knows or reasonably should know that he or she can with complete safety avoid the need to use deadly force by retreating; and</a:t>
            </a:r>
          </a:p>
          <a:p>
            <a:r>
              <a:rPr lang="en-US" sz="2400" dirty="0"/>
              <a:t>        (2) the other attacks the actor:</a:t>
            </a:r>
          </a:p>
          <a:p>
            <a:r>
              <a:rPr lang="en-US" sz="2400" dirty="0"/>
              <a:t>            (A) in any place other than the actor' dwelling, or</a:t>
            </a:r>
          </a:p>
          <a:p>
            <a:r>
              <a:rPr lang="en-US" sz="2400" dirty="0"/>
              <a:t>            (B) in the actor' dwelling if the other also resides there.</a:t>
            </a:r>
          </a:p>
        </p:txBody>
      </p:sp>
    </p:spTree>
    <p:extLst>
      <p:ext uri="{BB962C8B-B14F-4D97-AF65-F5344CB8AC3E}">
        <p14:creationId xmlns:p14="http://schemas.microsoft.com/office/powerpoint/2010/main" val="3632711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56F8A-06E6-4E07-A2F6-7747E38CB97B}"/>
              </a:ext>
            </a:extLst>
          </p:cNvPr>
          <p:cNvSpPr>
            <a:spLocks noGrp="1"/>
          </p:cNvSpPr>
          <p:nvPr>
            <p:ph type="title"/>
          </p:nvPr>
        </p:nvSpPr>
        <p:spPr/>
        <p:txBody>
          <a:bodyPr/>
          <a:lstStyle/>
          <a:p>
            <a:pPr algn="ctr"/>
            <a:r>
              <a:rPr lang="en-US" sz="3200" b="1" dirty="0">
                <a:hlinkClick r:id="rId2"/>
              </a:rPr>
              <a:t>Texas Penal Code § 9.32. </a:t>
            </a:r>
            <a:br>
              <a:rPr lang="en-US" sz="3200" b="1" dirty="0">
                <a:hlinkClick r:id="rId2"/>
              </a:rPr>
            </a:br>
            <a:r>
              <a:rPr lang="en-US" sz="3200" b="1" dirty="0">
                <a:hlinkClick r:id="rId2"/>
              </a:rPr>
              <a:t>Deadly Force in Defense of Person</a:t>
            </a:r>
            <a:br>
              <a:rPr lang="en-US" b="1" dirty="0"/>
            </a:br>
            <a:br>
              <a:rPr lang="en-US" b="1" dirty="0"/>
            </a:br>
            <a:endParaRPr lang="en-US" dirty="0"/>
          </a:p>
        </p:txBody>
      </p:sp>
      <p:sp>
        <p:nvSpPr>
          <p:cNvPr id="3" name="Content Placeholder 2">
            <a:extLst>
              <a:ext uri="{FF2B5EF4-FFF2-40B4-BE49-F238E27FC236}">
                <a16:creationId xmlns:a16="http://schemas.microsoft.com/office/drawing/2014/main" id="{3F2A497A-04C9-4B49-B3DE-3951B05FE614}"/>
              </a:ext>
            </a:extLst>
          </p:cNvPr>
          <p:cNvSpPr>
            <a:spLocks noGrp="1"/>
          </p:cNvSpPr>
          <p:nvPr>
            <p:ph idx="1"/>
          </p:nvPr>
        </p:nvSpPr>
        <p:spPr/>
        <p:txBody>
          <a:bodyPr/>
          <a:lstStyle/>
          <a:p>
            <a:r>
              <a:rPr lang="en-US" sz="1700" dirty="0"/>
              <a:t>(b) The actor's belief under Subsection (a)(2) that the deadly force was immediately necessary as described by that subdivision is presumed to be reasonable if the actor:</a:t>
            </a:r>
          </a:p>
          <a:p>
            <a:pPr lvl="1"/>
            <a:r>
              <a:rPr lang="en-US" sz="1700" dirty="0"/>
              <a:t>(1) knew or had reason to believe that the person against whom the deadly force was used:</a:t>
            </a:r>
          </a:p>
          <a:p>
            <a:pPr lvl="2"/>
            <a:r>
              <a:rPr lang="en-US" sz="1700" dirty="0"/>
              <a:t>(A) unlawfully and with force entered, or was attempting to enter unlawfully and with force, the actor's occupied habitation, vehicle, or place of business or employment;</a:t>
            </a:r>
          </a:p>
          <a:p>
            <a:r>
              <a:rPr lang="en-US" sz="1700" dirty="0"/>
              <a:t>(c) A person who has a right to be present at location where the deadly force is used, who has not provoked the person against whom the deadly force is used, and who is not engaged in criminal activity at the time the deadly force is used is not required to retreat before using deadly force as described by this section.</a:t>
            </a:r>
          </a:p>
          <a:p>
            <a:r>
              <a:rPr lang="en-US" sz="1700" dirty="0"/>
              <a:t>(d) For purposes of Subsection (a)(2), in determining whether an actor described by Subsection (c) reasonably believed that the use of deadly force was necessary, a finder of fact may not consider whether the actor failed to retreat.</a:t>
            </a:r>
          </a:p>
          <a:p>
            <a:endParaRPr lang="en-US" dirty="0"/>
          </a:p>
        </p:txBody>
      </p:sp>
    </p:spTree>
    <p:extLst>
      <p:ext uri="{BB962C8B-B14F-4D97-AF65-F5344CB8AC3E}">
        <p14:creationId xmlns:p14="http://schemas.microsoft.com/office/powerpoint/2010/main" val="1292163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AE8B-1331-4912-92F3-8698C23D5F10}"/>
              </a:ext>
            </a:extLst>
          </p:cNvPr>
          <p:cNvSpPr>
            <a:spLocks noGrp="1"/>
          </p:cNvSpPr>
          <p:nvPr>
            <p:ph type="title"/>
          </p:nvPr>
        </p:nvSpPr>
        <p:spPr>
          <a:xfrm>
            <a:off x="457200" y="277813"/>
            <a:ext cx="8229600" cy="1080207"/>
          </a:xfrm>
        </p:spPr>
        <p:txBody>
          <a:bodyPr/>
          <a:lstStyle/>
          <a:p>
            <a:pPr algn="ctr"/>
            <a:r>
              <a:rPr lang="en-US" sz="3200" dirty="0"/>
              <a:t>§ 30. Privilege to Defend Land or Personal Property from Intrusion</a:t>
            </a:r>
          </a:p>
        </p:txBody>
      </p:sp>
      <p:sp>
        <p:nvSpPr>
          <p:cNvPr id="3" name="Content Placeholder 2">
            <a:extLst>
              <a:ext uri="{FF2B5EF4-FFF2-40B4-BE49-F238E27FC236}">
                <a16:creationId xmlns:a16="http://schemas.microsoft.com/office/drawing/2014/main" id="{2F7AB371-A2D4-44F9-BEE2-90A041FEAE65}"/>
              </a:ext>
            </a:extLst>
          </p:cNvPr>
          <p:cNvSpPr>
            <a:spLocks noGrp="1"/>
          </p:cNvSpPr>
          <p:nvPr>
            <p:ph idx="1"/>
          </p:nvPr>
        </p:nvSpPr>
        <p:spPr>
          <a:xfrm>
            <a:off x="457200" y="1358020"/>
            <a:ext cx="8229600" cy="4772905"/>
          </a:xfrm>
        </p:spPr>
        <p:txBody>
          <a:bodyPr/>
          <a:lstStyle/>
          <a:p>
            <a:pPr marL="0" indent="0">
              <a:buNone/>
            </a:pPr>
            <a:r>
              <a:rPr lang="en-US" sz="1400" dirty="0"/>
              <a:t>An actor is privileged to engage in conduct that would otherwise satisfy the elements of battery, assault, purposeful infliction of bodily harm, or false imprisonment in order to prevent another’s imminent intrusion or terminate another’s intrusion upon the actor’s land or personal property, if:</a:t>
            </a:r>
          </a:p>
          <a:p>
            <a:pPr marL="0" indent="0">
              <a:buNone/>
            </a:pPr>
            <a:r>
              <a:rPr lang="en-US" sz="1400" dirty="0"/>
              <a:t>	(a) the intrusion is not privileged;</a:t>
            </a:r>
          </a:p>
          <a:p>
            <a:pPr marL="0" indent="0">
              <a:buNone/>
            </a:pPr>
            <a:endParaRPr lang="en-US" sz="1400" dirty="0"/>
          </a:p>
          <a:p>
            <a:pPr marL="0" indent="0">
              <a:buNone/>
            </a:pPr>
            <a:r>
              <a:rPr lang="en-US" sz="1400" dirty="0"/>
              <a:t>	(b) the actor first asks the intruder to desist and the intruder disregards the request, or the actor reasonably believes that a request will be useless or dangerous or that substantial harm will be done before the request can be made;</a:t>
            </a:r>
          </a:p>
          <a:p>
            <a:pPr marL="0" indent="0">
              <a:buNone/>
            </a:pPr>
            <a:endParaRPr lang="en-US" sz="1400" dirty="0"/>
          </a:p>
          <a:p>
            <a:pPr marL="0" indent="0">
              <a:buNone/>
            </a:pPr>
            <a:r>
              <a:rPr lang="en-US" sz="1400" dirty="0"/>
              <a:t>	(c) the actor reasonably believes that the other is intruding or imminently will intrude upon the actor’s property, and that the intrusion can be prevented or terminated only by the means used;</a:t>
            </a:r>
          </a:p>
          <a:p>
            <a:pPr marL="0" indent="0">
              <a:buNone/>
            </a:pPr>
            <a:endParaRPr lang="en-US" sz="1400" dirty="0"/>
          </a:p>
          <a:p>
            <a:pPr marL="0" indent="0">
              <a:buNone/>
            </a:pPr>
            <a:r>
              <a:rPr lang="en-US" sz="1400" dirty="0"/>
              <a:t>	(d) the means used are reasonably proportionate to the value of the interest the actor is protecting; and</a:t>
            </a:r>
          </a:p>
          <a:p>
            <a:pPr marL="0" indent="0">
              <a:buNone/>
            </a:pPr>
            <a:endParaRPr lang="en-US" sz="1400" dirty="0"/>
          </a:p>
          <a:p>
            <a:pPr marL="0" indent="0">
              <a:buNone/>
            </a:pPr>
            <a:r>
              <a:rPr lang="en-US" sz="1400" dirty="0"/>
              <a:t>	(e) the means used are not intended or likely to cause death or serious bodily injury.</a:t>
            </a:r>
          </a:p>
          <a:p>
            <a:pPr marL="0" indent="0">
              <a:buNone/>
            </a:pPr>
            <a:endParaRPr lang="en-US" sz="1400" dirty="0"/>
          </a:p>
          <a:p>
            <a:pPr marL="0" indent="0">
              <a:buNone/>
            </a:pPr>
            <a:r>
              <a:rPr lang="en-US" sz="1600" dirty="0"/>
              <a:t>Would this provision shield the defendant from liability for shooting the gun? Throwing my squib?  From the </a:t>
            </a:r>
            <a:r>
              <a:rPr lang="en-US" sz="1600" i="1" dirty="0"/>
              <a:t>Katko </a:t>
            </a:r>
            <a:r>
              <a:rPr lang="en-US" sz="1600" dirty="0"/>
              <a:t>spring gun?</a:t>
            </a:r>
          </a:p>
          <a:p>
            <a:endParaRPr lang="en-US" dirty="0"/>
          </a:p>
        </p:txBody>
      </p:sp>
    </p:spTree>
    <p:extLst>
      <p:ext uri="{BB962C8B-B14F-4D97-AF65-F5344CB8AC3E}">
        <p14:creationId xmlns:p14="http://schemas.microsoft.com/office/powerpoint/2010/main" val="251740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90BA8-C521-60B2-283D-295ED0520B72}"/>
              </a:ext>
            </a:extLst>
          </p:cNvPr>
          <p:cNvSpPr>
            <a:spLocks noGrp="1"/>
          </p:cNvSpPr>
          <p:nvPr>
            <p:ph type="title"/>
          </p:nvPr>
        </p:nvSpPr>
        <p:spPr/>
        <p:txBody>
          <a:bodyPr/>
          <a:lstStyle/>
          <a:p>
            <a:r>
              <a:rPr lang="en-US" dirty="0"/>
              <a:t>Restatement on Immunities</a:t>
            </a:r>
            <a:br>
              <a:rPr lang="en-US" dirty="0"/>
            </a:br>
            <a:endParaRPr lang="en-US" dirty="0"/>
          </a:p>
        </p:txBody>
      </p:sp>
      <p:sp>
        <p:nvSpPr>
          <p:cNvPr id="3" name="Content Placeholder 2">
            <a:extLst>
              <a:ext uri="{FF2B5EF4-FFF2-40B4-BE49-F238E27FC236}">
                <a16:creationId xmlns:a16="http://schemas.microsoft.com/office/drawing/2014/main" id="{1C25143F-F071-EAC1-5B34-207AD6CE00FA}"/>
              </a:ext>
            </a:extLst>
          </p:cNvPr>
          <p:cNvSpPr>
            <a:spLocks noGrp="1"/>
          </p:cNvSpPr>
          <p:nvPr>
            <p:ph idx="1"/>
          </p:nvPr>
        </p:nvSpPr>
        <p:spPr>
          <a:xfrm>
            <a:off x="457200" y="1041150"/>
            <a:ext cx="8229600" cy="5089776"/>
          </a:xfrm>
        </p:spPr>
        <p:txBody>
          <a:bodyPr/>
          <a:lstStyle/>
          <a:p>
            <a:r>
              <a:rPr lang="en-US" dirty="0"/>
              <a:t>Section 10A:Parental Standard of Care</a:t>
            </a:r>
          </a:p>
          <a:p>
            <a:pPr lvl="1"/>
            <a:r>
              <a:rPr lang="en-US" dirty="0"/>
              <a:t>(a) When conduct of a parent does not involve an unemancipated minor child’s discipline, supervision or care the parent is subject to liability when the parent fails to exercise reasonable care under all of the circumstances</a:t>
            </a:r>
          </a:p>
          <a:p>
            <a:pPr lvl="1"/>
            <a:r>
              <a:rPr lang="en-US" dirty="0"/>
              <a:t>(b) When conduct of a parent involves an unemancipated minor child’s discipline, supervision, or care, the parent is subject to tort liability to his or her unemancipated child only when the parent acts recklessly.</a:t>
            </a:r>
          </a:p>
        </p:txBody>
      </p:sp>
    </p:spTree>
    <p:extLst>
      <p:ext uri="{BB962C8B-B14F-4D97-AF65-F5344CB8AC3E}">
        <p14:creationId xmlns:p14="http://schemas.microsoft.com/office/powerpoint/2010/main" val="636182065"/>
      </p:ext>
    </p:extLst>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1DFA79E186C441AB8C269F1EDD0F09" ma:contentTypeVersion="4" ma:contentTypeDescription="Create a new document." ma:contentTypeScope="" ma:versionID="fa5a009d5ef7907f031405aa5847ea78">
  <xsd:schema xmlns:xsd="http://www.w3.org/2001/XMLSchema" xmlns:xs="http://www.w3.org/2001/XMLSchema" xmlns:p="http://schemas.microsoft.com/office/2006/metadata/properties" xmlns:ns3="bbb066b3-b883-4f23-afb3-58cd5026c90c" targetNamespace="http://schemas.microsoft.com/office/2006/metadata/properties" ma:root="true" ma:fieldsID="41b0e3a48010d6a5446896b472f413ea" ns3:_="">
    <xsd:import namespace="bbb066b3-b883-4f23-afb3-58cd5026c90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b066b3-b883-4f23-afb3-58cd5026c9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859F26-490E-4E6D-97F3-0F1E116BFABE}">
  <ds:schemaRefs>
    <ds:schemaRef ds:uri="bbb066b3-b883-4f23-afb3-58cd5026c90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401C5BD-2961-41A1-BCB7-7080E140016A}">
  <ds:schemaRefs>
    <ds:schemaRef ds:uri="http://schemas.microsoft.com/sharepoint/v3/contenttype/forms"/>
  </ds:schemaRefs>
</ds:datastoreItem>
</file>

<file path=customXml/itemProps3.xml><?xml version="1.0" encoding="utf-8"?>
<ds:datastoreItem xmlns:ds="http://schemas.openxmlformats.org/officeDocument/2006/customXml" ds:itemID="{B378FBCC-B7BD-4721-867B-069C8FB7868D}">
  <ds:schemaRefs>
    <ds:schemaRef ds:uri="http://purl.org/dc/terms/"/>
    <ds:schemaRef ds:uri="http://schemas.microsoft.com/office/2006/metadata/properties"/>
    <ds:schemaRef ds:uri="bbb066b3-b883-4f23-afb3-58cd5026c90c"/>
    <ds:schemaRef ds:uri="http://www.w3.org/XML/1998/namespace"/>
    <ds:schemaRef ds:uri="http://schemas.microsoft.com/office/2006/documentManagement/types"/>
    <ds:schemaRef ds:uri="http://schemas.microsoft.com/office/infopath/2007/PartnerControls"/>
    <ds:schemaRef ds:uri="http://purl.org/dc/elements/1.1/"/>
    <ds:schemaRef ds:uri="http://purl.org/dc/dcmitype/"/>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17753</TotalTime>
  <Words>639</Words>
  <Application>Microsoft Office PowerPoint</Application>
  <PresentationFormat>On-screen Show (4:3)</PresentationFormat>
  <Paragraphs>34</Paragraphs>
  <Slides>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Garamond</vt:lpstr>
      <vt:lpstr>Wingdings</vt:lpstr>
      <vt:lpstr>Edge</vt:lpstr>
      <vt:lpstr>PowerPoint Presentation</vt:lpstr>
      <vt:lpstr>§ 23 Self-Defense by Deadly Force </vt:lpstr>
      <vt:lpstr>Texas Penal Code § 9.32.  Deadly Force in Defense of Person  </vt:lpstr>
      <vt:lpstr>§ 30. Privilege to Defend Land or Personal Property from Intrusion</vt:lpstr>
      <vt:lpstr>Restatement on Immunities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Sanders, Joseph</dc:creator>
  <cp:lastModifiedBy>Sanders, Joseph</cp:lastModifiedBy>
  <cp:revision>297</cp:revision>
  <cp:lastPrinted>2026-08-31T12:34:16Z</cp:lastPrinted>
  <dcterms:created xsi:type="dcterms:W3CDTF">2020-11-17T20:07:26Z</dcterms:created>
  <dcterms:modified xsi:type="dcterms:W3CDTF">2026-09-14T17:18:05Z</dcterms:modified>
</cp:coreProperties>
</file>