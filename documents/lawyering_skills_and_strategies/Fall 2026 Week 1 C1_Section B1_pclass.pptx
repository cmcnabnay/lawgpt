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2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tags/tag3.xml" ContentType="application/vnd.openxmlformats-officedocument.presentationml.tags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9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7" r:id="rId4"/>
    <p:sldMasterId id="2147483847" r:id="rId5"/>
    <p:sldMasterId id="2147483860" r:id="rId6"/>
  </p:sldMasterIdLst>
  <p:notesMasterIdLst>
    <p:notesMasterId r:id="rId26"/>
  </p:notesMasterIdLst>
  <p:sldIdLst>
    <p:sldId id="410" r:id="rId7"/>
    <p:sldId id="632" r:id="rId8"/>
    <p:sldId id="290" r:id="rId9"/>
    <p:sldId id="628" r:id="rId10"/>
    <p:sldId id="627" r:id="rId11"/>
    <p:sldId id="401" r:id="rId12"/>
    <p:sldId id="630" r:id="rId13"/>
    <p:sldId id="257" r:id="rId14"/>
    <p:sldId id="643" r:id="rId15"/>
    <p:sldId id="394" r:id="rId16"/>
    <p:sldId id="270" r:id="rId17"/>
    <p:sldId id="635" r:id="rId18"/>
    <p:sldId id="636" r:id="rId19"/>
    <p:sldId id="312" r:id="rId20"/>
    <p:sldId id="327" r:id="rId21"/>
    <p:sldId id="626" r:id="rId22"/>
    <p:sldId id="402" r:id="rId23"/>
    <p:sldId id="640" r:id="rId24"/>
    <p:sldId id="637" r:id="rId25"/>
  </p:sldIdLst>
  <p:sldSz cx="9144000" cy="6858000" type="screen4x3"/>
  <p:notesSz cx="7010400" cy="9296400"/>
  <p:custDataLst>
    <p:tags r:id="rId2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24E5580-2033-4658-B0C1-4533814540E6}">
          <p14:sldIdLst>
            <p14:sldId id="410"/>
            <p14:sldId id="632"/>
            <p14:sldId id="290"/>
            <p14:sldId id="628"/>
            <p14:sldId id="627"/>
            <p14:sldId id="401"/>
            <p14:sldId id="630"/>
          </p14:sldIdLst>
        </p14:section>
        <p14:section name="Untitled Section" id="{684761FD-7F3A-4039-BF57-41FE40E05320}">
          <p14:sldIdLst>
            <p14:sldId id="257"/>
            <p14:sldId id="643"/>
            <p14:sldId id="394"/>
            <p14:sldId id="270"/>
            <p14:sldId id="635"/>
            <p14:sldId id="636"/>
            <p14:sldId id="312"/>
            <p14:sldId id="327"/>
            <p14:sldId id="626"/>
            <p14:sldId id="402"/>
            <p14:sldId id="640"/>
            <p14:sldId id="63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854" autoAdjust="0"/>
    <p:restoredTop sz="53528" autoAdjust="0"/>
  </p:normalViewPr>
  <p:slideViewPr>
    <p:cSldViewPr>
      <p:cViewPr varScale="1">
        <p:scale>
          <a:sx n="39" d="100"/>
          <a:sy n="39" d="100"/>
        </p:scale>
        <p:origin x="1896" y="4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tags" Target="tags/tag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ruskett, Harve A" userId="213d60ac-aef1-4d38-a1a1-cc3530dfbff5" providerId="ADAL" clId="{46A6D219-DC58-45E8-8D58-021ACE409CDA}"/>
    <pc:docChg chg="undo custSel modSld">
      <pc:chgData name="Truskett, Harve A" userId="213d60ac-aef1-4d38-a1a1-cc3530dfbff5" providerId="ADAL" clId="{46A6D219-DC58-45E8-8D58-021ACE409CDA}" dt="2026-08-25T15:58:05.429" v="7" actId="20577"/>
      <pc:docMkLst>
        <pc:docMk/>
      </pc:docMkLst>
      <pc:sldChg chg="modSp mod">
        <pc:chgData name="Truskett, Harve A" userId="213d60ac-aef1-4d38-a1a1-cc3530dfbff5" providerId="ADAL" clId="{46A6D219-DC58-45E8-8D58-021ACE409CDA}" dt="2026-08-25T15:58:05.429" v="7" actId="20577"/>
        <pc:sldMkLst>
          <pc:docMk/>
          <pc:sldMk cId="1876689578" sldId="637"/>
        </pc:sldMkLst>
        <pc:spChg chg="mod">
          <ac:chgData name="Truskett, Harve A" userId="213d60ac-aef1-4d38-a1a1-cc3530dfbff5" providerId="ADAL" clId="{46A6D219-DC58-45E8-8D58-021ACE409CDA}" dt="2026-08-25T15:58:05.429" v="7" actId="20577"/>
          <ac:spMkLst>
            <pc:docMk/>
            <pc:sldMk cId="1876689578" sldId="637"/>
            <ac:spMk id="3" creationId="{DEAF3BDB-A641-A31A-DAF7-6BBC10AD23A6}"/>
          </ac:spMkLst>
        </pc:sp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mailto:hatruske@central.uh.edu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mailto:hatruske@central.uh.edu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4EE83AE-012F-409D-8065-9C11039A284E}" type="doc">
      <dgm:prSet loTypeId="urn:microsoft.com/office/officeart/2005/8/layout/vList2" loCatId="list" qsTypeId="urn:microsoft.com/office/officeart/2005/8/quickstyle/simple4#1" qsCatId="simple" csTypeId="urn:microsoft.com/office/officeart/2005/8/colors/colorful2#1" csCatId="colorful" phldr="1"/>
      <dgm:spPr/>
      <dgm:t>
        <a:bodyPr/>
        <a:lstStyle/>
        <a:p>
          <a:endParaRPr lang="en-US"/>
        </a:p>
      </dgm:t>
    </dgm:pt>
    <dgm:pt modelId="{684AA704-D8D1-45AC-A1C5-ABF98E17C92F}">
      <dgm:prSet/>
      <dgm:spPr/>
      <dgm:t>
        <a:bodyPr/>
        <a:lstStyle/>
        <a:p>
          <a:r>
            <a:rPr lang="en-US"/>
            <a:t>Name </a:t>
          </a:r>
        </a:p>
      </dgm:t>
    </dgm:pt>
    <dgm:pt modelId="{C13D6765-C97C-441B-96AF-2B660987CFFE}" type="parTrans" cxnId="{88D9A60E-BCF3-4779-AD07-312B068E2D85}">
      <dgm:prSet/>
      <dgm:spPr/>
      <dgm:t>
        <a:bodyPr/>
        <a:lstStyle/>
        <a:p>
          <a:endParaRPr lang="en-US"/>
        </a:p>
      </dgm:t>
    </dgm:pt>
    <dgm:pt modelId="{3F337883-9BE0-4AA5-A293-1B3B50F8AEFC}" type="sibTrans" cxnId="{88D9A60E-BCF3-4779-AD07-312B068E2D85}">
      <dgm:prSet/>
      <dgm:spPr/>
      <dgm:t>
        <a:bodyPr/>
        <a:lstStyle/>
        <a:p>
          <a:endParaRPr lang="en-US"/>
        </a:p>
      </dgm:t>
    </dgm:pt>
    <dgm:pt modelId="{9FCC653E-2570-47A2-AD20-E25DE355B5A4}">
      <dgm:prSet/>
      <dgm:spPr/>
      <dgm:t>
        <a:bodyPr/>
        <a:lstStyle/>
        <a:p>
          <a:r>
            <a:rPr lang="en-US"/>
            <a:t>Undergrad Institution and Major </a:t>
          </a:r>
        </a:p>
      </dgm:t>
    </dgm:pt>
    <dgm:pt modelId="{2BA826F4-8601-4C95-BBC6-C4C5D0793F9E}" type="parTrans" cxnId="{979F38B9-E7DB-4228-BCD9-2560824353DA}">
      <dgm:prSet/>
      <dgm:spPr/>
      <dgm:t>
        <a:bodyPr/>
        <a:lstStyle/>
        <a:p>
          <a:endParaRPr lang="en-US"/>
        </a:p>
      </dgm:t>
    </dgm:pt>
    <dgm:pt modelId="{B7031AD8-6C46-4620-9DEE-B0E82325A712}" type="sibTrans" cxnId="{979F38B9-E7DB-4228-BCD9-2560824353DA}">
      <dgm:prSet/>
      <dgm:spPr/>
      <dgm:t>
        <a:bodyPr/>
        <a:lstStyle/>
        <a:p>
          <a:endParaRPr lang="en-US"/>
        </a:p>
      </dgm:t>
    </dgm:pt>
    <dgm:pt modelId="{07BF27F3-3E55-41EE-B0EA-7DCEC6157B13}">
      <dgm:prSet/>
      <dgm:spPr/>
      <dgm:t>
        <a:bodyPr/>
        <a:lstStyle/>
        <a:p>
          <a:r>
            <a:rPr lang="en-US" dirty="0"/>
            <a:t>Your hometown</a:t>
          </a:r>
        </a:p>
      </dgm:t>
    </dgm:pt>
    <dgm:pt modelId="{099D812D-420F-444F-BEA3-118BE1884ADD}" type="parTrans" cxnId="{FC9106AB-C975-49BD-8EA7-42E73FCBF051}">
      <dgm:prSet/>
      <dgm:spPr/>
      <dgm:t>
        <a:bodyPr/>
        <a:lstStyle/>
        <a:p>
          <a:endParaRPr lang="en-US"/>
        </a:p>
      </dgm:t>
    </dgm:pt>
    <dgm:pt modelId="{8C99EEE7-946D-47E0-BA0E-3C23543DAB3D}" type="sibTrans" cxnId="{FC9106AB-C975-49BD-8EA7-42E73FCBF051}">
      <dgm:prSet/>
      <dgm:spPr/>
      <dgm:t>
        <a:bodyPr/>
        <a:lstStyle/>
        <a:p>
          <a:endParaRPr lang="en-US"/>
        </a:p>
      </dgm:t>
    </dgm:pt>
    <dgm:pt modelId="{7A0E40E0-3F2A-4AA6-8F9D-3B4B6DBF3716}">
      <dgm:prSet/>
      <dgm:spPr/>
      <dgm:t>
        <a:bodyPr/>
        <a:lstStyle/>
        <a:p>
          <a:r>
            <a:rPr lang="en-US"/>
            <a:t>Something Interesting about a Classmate</a:t>
          </a:r>
        </a:p>
      </dgm:t>
    </dgm:pt>
    <dgm:pt modelId="{95249C74-93F9-4049-AC32-321539274ADB}" type="parTrans" cxnId="{718B22D0-9AD3-4B7A-9D5A-3E49AA8FE6AB}">
      <dgm:prSet/>
      <dgm:spPr/>
      <dgm:t>
        <a:bodyPr/>
        <a:lstStyle/>
        <a:p>
          <a:endParaRPr lang="en-US"/>
        </a:p>
      </dgm:t>
    </dgm:pt>
    <dgm:pt modelId="{42800680-6B20-43E8-8CF1-A0309FE5A996}" type="sibTrans" cxnId="{718B22D0-9AD3-4B7A-9D5A-3E49AA8FE6AB}">
      <dgm:prSet/>
      <dgm:spPr/>
      <dgm:t>
        <a:bodyPr/>
        <a:lstStyle/>
        <a:p>
          <a:endParaRPr lang="en-US"/>
        </a:p>
      </dgm:t>
    </dgm:pt>
    <dgm:pt modelId="{C2E0A466-9080-4074-9759-EA9A9B81CCE1}">
      <dgm:prSet phldrT="[Text]" phldr="0"/>
      <dgm:spPr/>
      <dgm:t>
        <a:bodyPr/>
        <a:lstStyle/>
        <a:p>
          <a:r>
            <a:rPr lang="en-US"/>
            <a:t>What is </a:t>
          </a:r>
          <a:r>
            <a:rPr lang="en-US" b="1" u="sng"/>
            <a:t>a</a:t>
          </a:r>
          <a:r>
            <a:rPr lang="en-US"/>
            <a:t> Role of a Lawyer?</a:t>
          </a:r>
        </a:p>
      </dgm:t>
    </dgm:pt>
    <dgm:pt modelId="{E2E1BA39-0AFF-4CE8-801B-371AE7F0CB72}" type="parTrans" cxnId="{7B9EB51B-39A5-4DC2-BF7D-4A4AC147AD6C}">
      <dgm:prSet/>
      <dgm:spPr/>
      <dgm:t>
        <a:bodyPr/>
        <a:lstStyle/>
        <a:p>
          <a:endParaRPr lang="en-US"/>
        </a:p>
      </dgm:t>
    </dgm:pt>
    <dgm:pt modelId="{409CFAA8-B311-46C2-B173-7BC2CE82B076}" type="sibTrans" cxnId="{7B9EB51B-39A5-4DC2-BF7D-4A4AC147AD6C}">
      <dgm:prSet/>
      <dgm:spPr/>
      <dgm:t>
        <a:bodyPr/>
        <a:lstStyle/>
        <a:p>
          <a:endParaRPr lang="en-US"/>
        </a:p>
      </dgm:t>
    </dgm:pt>
    <dgm:pt modelId="{A131C65E-E737-4531-967F-ACBBB674574C}" type="pres">
      <dgm:prSet presAssocID="{34EE83AE-012F-409D-8065-9C11039A284E}" presName="linear" presStyleCnt="0">
        <dgm:presLayoutVars>
          <dgm:animLvl val="lvl"/>
          <dgm:resizeHandles val="exact"/>
        </dgm:presLayoutVars>
      </dgm:prSet>
      <dgm:spPr/>
    </dgm:pt>
    <dgm:pt modelId="{F2499F5C-EAB2-4ACA-9FF7-A8D2B03B98CD}" type="pres">
      <dgm:prSet presAssocID="{684AA704-D8D1-45AC-A1C5-ABF98E17C92F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084062C-12A6-48C2-9415-B1D6C7FC4503}" type="pres">
      <dgm:prSet presAssocID="{3F337883-9BE0-4AA5-A293-1B3B50F8AEFC}" presName="spacer" presStyleCnt="0"/>
      <dgm:spPr/>
    </dgm:pt>
    <dgm:pt modelId="{CB261362-4001-4F91-A30C-CD5BB8D32C59}" type="pres">
      <dgm:prSet presAssocID="{9FCC653E-2570-47A2-AD20-E25DE355B5A4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CBE53339-4A11-4946-A300-EFC0116B73B0}" type="pres">
      <dgm:prSet presAssocID="{B7031AD8-6C46-4620-9DEE-B0E82325A712}" presName="spacer" presStyleCnt="0"/>
      <dgm:spPr/>
    </dgm:pt>
    <dgm:pt modelId="{486650F0-57DC-414A-ACDE-FB1B47533CDF}" type="pres">
      <dgm:prSet presAssocID="{07BF27F3-3E55-41EE-B0EA-7DCEC6157B13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2B87B0AA-9BD5-476F-BFE7-19391CB3B909}" type="pres">
      <dgm:prSet presAssocID="{8C99EEE7-946D-47E0-BA0E-3C23543DAB3D}" presName="spacer" presStyleCnt="0"/>
      <dgm:spPr/>
    </dgm:pt>
    <dgm:pt modelId="{440B373C-58C6-4233-99EF-DC0483410950}" type="pres">
      <dgm:prSet presAssocID="{7A0E40E0-3F2A-4AA6-8F9D-3B4B6DBF3716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1D9FD227-4430-40A1-AA79-EACC2D9B4455}" type="pres">
      <dgm:prSet presAssocID="{42800680-6B20-43E8-8CF1-A0309FE5A996}" presName="spacer" presStyleCnt="0"/>
      <dgm:spPr/>
    </dgm:pt>
    <dgm:pt modelId="{5381B310-6B79-47CB-BB23-ACC2C2426ACF}" type="pres">
      <dgm:prSet presAssocID="{C2E0A466-9080-4074-9759-EA9A9B81CCE1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88D9A60E-BCF3-4779-AD07-312B068E2D85}" srcId="{34EE83AE-012F-409D-8065-9C11039A284E}" destId="{684AA704-D8D1-45AC-A1C5-ABF98E17C92F}" srcOrd="0" destOrd="0" parTransId="{C13D6765-C97C-441B-96AF-2B660987CFFE}" sibTransId="{3F337883-9BE0-4AA5-A293-1B3B50F8AEFC}"/>
    <dgm:cxn modelId="{7B9EB51B-39A5-4DC2-BF7D-4A4AC147AD6C}" srcId="{34EE83AE-012F-409D-8065-9C11039A284E}" destId="{C2E0A466-9080-4074-9759-EA9A9B81CCE1}" srcOrd="4" destOrd="0" parTransId="{E2E1BA39-0AFF-4CE8-801B-371AE7F0CB72}" sibTransId="{409CFAA8-B311-46C2-B173-7BC2CE82B076}"/>
    <dgm:cxn modelId="{791E235D-075E-41E1-AB7A-78AE08A812A3}" type="presOf" srcId="{07BF27F3-3E55-41EE-B0EA-7DCEC6157B13}" destId="{486650F0-57DC-414A-ACDE-FB1B47533CDF}" srcOrd="0" destOrd="0" presId="urn:microsoft.com/office/officeart/2005/8/layout/vList2"/>
    <dgm:cxn modelId="{D93E2761-7BAA-4653-AEEE-7D79F3BC610E}" type="presOf" srcId="{9FCC653E-2570-47A2-AD20-E25DE355B5A4}" destId="{CB261362-4001-4F91-A30C-CD5BB8D32C59}" srcOrd="0" destOrd="0" presId="urn:microsoft.com/office/officeart/2005/8/layout/vList2"/>
    <dgm:cxn modelId="{95161A53-AE78-49DA-823F-C55D3F5894AD}" type="presOf" srcId="{C2E0A466-9080-4074-9759-EA9A9B81CCE1}" destId="{5381B310-6B79-47CB-BB23-ACC2C2426ACF}" srcOrd="0" destOrd="0" presId="urn:microsoft.com/office/officeart/2005/8/layout/vList2"/>
    <dgm:cxn modelId="{FC9106AB-C975-49BD-8EA7-42E73FCBF051}" srcId="{34EE83AE-012F-409D-8065-9C11039A284E}" destId="{07BF27F3-3E55-41EE-B0EA-7DCEC6157B13}" srcOrd="2" destOrd="0" parTransId="{099D812D-420F-444F-BEA3-118BE1884ADD}" sibTransId="{8C99EEE7-946D-47E0-BA0E-3C23543DAB3D}"/>
    <dgm:cxn modelId="{979F38B9-E7DB-4228-BCD9-2560824353DA}" srcId="{34EE83AE-012F-409D-8065-9C11039A284E}" destId="{9FCC653E-2570-47A2-AD20-E25DE355B5A4}" srcOrd="1" destOrd="0" parTransId="{2BA826F4-8601-4C95-BBC6-C4C5D0793F9E}" sibTransId="{B7031AD8-6C46-4620-9DEE-B0E82325A712}"/>
    <dgm:cxn modelId="{718B22D0-9AD3-4B7A-9D5A-3E49AA8FE6AB}" srcId="{34EE83AE-012F-409D-8065-9C11039A284E}" destId="{7A0E40E0-3F2A-4AA6-8F9D-3B4B6DBF3716}" srcOrd="3" destOrd="0" parTransId="{95249C74-93F9-4049-AC32-321539274ADB}" sibTransId="{42800680-6B20-43E8-8CF1-A0309FE5A996}"/>
    <dgm:cxn modelId="{0D870AE5-CC35-4786-BC42-CBC14C0BDCCF}" type="presOf" srcId="{34EE83AE-012F-409D-8065-9C11039A284E}" destId="{A131C65E-E737-4531-967F-ACBBB674574C}" srcOrd="0" destOrd="0" presId="urn:microsoft.com/office/officeart/2005/8/layout/vList2"/>
    <dgm:cxn modelId="{68E216EA-871F-4B1B-B15E-6BB3D50DD186}" type="presOf" srcId="{7A0E40E0-3F2A-4AA6-8F9D-3B4B6DBF3716}" destId="{440B373C-58C6-4233-99EF-DC0483410950}" srcOrd="0" destOrd="0" presId="urn:microsoft.com/office/officeart/2005/8/layout/vList2"/>
    <dgm:cxn modelId="{625DAEF5-9AF9-4FE7-B5F8-466F94CBC785}" type="presOf" srcId="{684AA704-D8D1-45AC-A1C5-ABF98E17C92F}" destId="{F2499F5C-EAB2-4ACA-9FF7-A8D2B03B98CD}" srcOrd="0" destOrd="0" presId="urn:microsoft.com/office/officeart/2005/8/layout/vList2"/>
    <dgm:cxn modelId="{51E5A34D-D2A3-4B16-947A-7BBEF1601254}" type="presParOf" srcId="{A131C65E-E737-4531-967F-ACBBB674574C}" destId="{F2499F5C-EAB2-4ACA-9FF7-A8D2B03B98CD}" srcOrd="0" destOrd="0" presId="urn:microsoft.com/office/officeart/2005/8/layout/vList2"/>
    <dgm:cxn modelId="{F9B1BA07-17B8-4AF3-AC9C-CE1A08473A1D}" type="presParOf" srcId="{A131C65E-E737-4531-967F-ACBBB674574C}" destId="{C084062C-12A6-48C2-9415-B1D6C7FC4503}" srcOrd="1" destOrd="0" presId="urn:microsoft.com/office/officeart/2005/8/layout/vList2"/>
    <dgm:cxn modelId="{AF9F1C9D-301E-430D-8E12-8288DF1A9525}" type="presParOf" srcId="{A131C65E-E737-4531-967F-ACBBB674574C}" destId="{CB261362-4001-4F91-A30C-CD5BB8D32C59}" srcOrd="2" destOrd="0" presId="urn:microsoft.com/office/officeart/2005/8/layout/vList2"/>
    <dgm:cxn modelId="{A3BF9B9A-B6DF-439B-9D04-AC975B32EA70}" type="presParOf" srcId="{A131C65E-E737-4531-967F-ACBBB674574C}" destId="{CBE53339-4A11-4946-A300-EFC0116B73B0}" srcOrd="3" destOrd="0" presId="urn:microsoft.com/office/officeart/2005/8/layout/vList2"/>
    <dgm:cxn modelId="{64E140C1-C6D7-4023-88C6-565ACC160BF8}" type="presParOf" srcId="{A131C65E-E737-4531-967F-ACBBB674574C}" destId="{486650F0-57DC-414A-ACDE-FB1B47533CDF}" srcOrd="4" destOrd="0" presId="urn:microsoft.com/office/officeart/2005/8/layout/vList2"/>
    <dgm:cxn modelId="{CABEA4CC-6458-48EF-BA8A-ED3A7B2A0488}" type="presParOf" srcId="{A131C65E-E737-4531-967F-ACBBB674574C}" destId="{2B87B0AA-9BD5-476F-BFE7-19391CB3B909}" srcOrd="5" destOrd="0" presId="urn:microsoft.com/office/officeart/2005/8/layout/vList2"/>
    <dgm:cxn modelId="{02269565-EF35-4589-A3E3-CF35774A170D}" type="presParOf" srcId="{A131C65E-E737-4531-967F-ACBBB674574C}" destId="{440B373C-58C6-4233-99EF-DC0483410950}" srcOrd="6" destOrd="0" presId="urn:microsoft.com/office/officeart/2005/8/layout/vList2"/>
    <dgm:cxn modelId="{2758D206-4D09-448E-85DE-670AF69540CB}" type="presParOf" srcId="{A131C65E-E737-4531-967F-ACBBB674574C}" destId="{1D9FD227-4430-40A1-AA79-EACC2D9B4455}" srcOrd="7" destOrd="0" presId="urn:microsoft.com/office/officeart/2005/8/layout/vList2"/>
    <dgm:cxn modelId="{E6F865ED-0FC8-4574-8696-EC23AD722F51}" type="presParOf" srcId="{A131C65E-E737-4531-967F-ACBBB674574C}" destId="{5381B310-6B79-47CB-BB23-ACC2C2426ACF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7F7576A-738C-4218-B69C-F26E8D346BB2}" type="doc">
      <dgm:prSet loTypeId="urn:microsoft.com/office/officeart/2005/8/layout/vList2" loCatId="list" qsTypeId="urn:microsoft.com/office/officeart/2005/8/quickstyle/simple4#3" qsCatId="simple" csTypeId="urn:microsoft.com/office/officeart/2005/8/colors/colorful2#2" csCatId="colorful" phldr="1"/>
      <dgm:spPr/>
      <dgm:t>
        <a:bodyPr/>
        <a:lstStyle/>
        <a:p>
          <a:endParaRPr lang="en-US"/>
        </a:p>
      </dgm:t>
    </dgm:pt>
    <dgm:pt modelId="{974A7E21-1873-4848-AEED-61456B9ED9D6}">
      <dgm:prSet/>
      <dgm:spPr/>
      <dgm:t>
        <a:bodyPr/>
        <a:lstStyle/>
        <a:p>
          <a:r>
            <a:rPr lang="en-US"/>
            <a:t>Office in O’Quinn Building: 342L</a:t>
          </a:r>
        </a:p>
      </dgm:t>
    </dgm:pt>
    <dgm:pt modelId="{E3268093-DCDC-4932-BB8B-1129D294B488}" type="parTrans" cxnId="{344BB10B-A933-4B16-AA68-4DFC897A6413}">
      <dgm:prSet/>
      <dgm:spPr/>
      <dgm:t>
        <a:bodyPr/>
        <a:lstStyle/>
        <a:p>
          <a:endParaRPr lang="en-US"/>
        </a:p>
      </dgm:t>
    </dgm:pt>
    <dgm:pt modelId="{B1C80712-1030-436F-964F-F24C4F567679}" type="sibTrans" cxnId="{344BB10B-A933-4B16-AA68-4DFC897A6413}">
      <dgm:prSet/>
      <dgm:spPr/>
      <dgm:t>
        <a:bodyPr/>
        <a:lstStyle/>
        <a:p>
          <a:endParaRPr lang="en-US"/>
        </a:p>
      </dgm:t>
    </dgm:pt>
    <dgm:pt modelId="{552D7806-36FB-436A-94CF-44A7321BECA0}">
      <dgm:prSet/>
      <dgm:spPr/>
      <dgm:t>
        <a:bodyPr/>
        <a:lstStyle/>
        <a:p>
          <a:r>
            <a:rPr lang="en-US"/>
            <a:t>Email:	</a:t>
          </a:r>
          <a:r>
            <a:rPr lang="en-US" u="sng">
              <a:hlinkClick xmlns:r="http://schemas.openxmlformats.org/officeDocument/2006/relationships" r:id="rId1"/>
            </a:rPr>
            <a:t>hatruske@central.uh.edu</a:t>
          </a:r>
          <a:endParaRPr lang="en-US"/>
        </a:p>
      </dgm:t>
    </dgm:pt>
    <dgm:pt modelId="{EFCB3960-2D29-4691-8483-E72A72C80DB2}" type="parTrans" cxnId="{3AC7A872-DFD2-48B6-B750-272626D73FAE}">
      <dgm:prSet/>
      <dgm:spPr/>
      <dgm:t>
        <a:bodyPr/>
        <a:lstStyle/>
        <a:p>
          <a:endParaRPr lang="en-US"/>
        </a:p>
      </dgm:t>
    </dgm:pt>
    <dgm:pt modelId="{E60D3B33-D425-48F8-BECE-33F464CA5A4F}" type="sibTrans" cxnId="{3AC7A872-DFD2-48B6-B750-272626D73FAE}">
      <dgm:prSet/>
      <dgm:spPr/>
      <dgm:t>
        <a:bodyPr/>
        <a:lstStyle/>
        <a:p>
          <a:endParaRPr lang="en-US"/>
        </a:p>
      </dgm:t>
    </dgm:pt>
    <dgm:pt modelId="{9A00C44E-FEE9-42AC-BF61-67F0C1861994}">
      <dgm:prSet/>
      <dgm:spPr/>
      <dgm:t>
        <a:bodyPr/>
        <a:lstStyle/>
        <a:p>
          <a:r>
            <a:rPr lang="en-US" dirty="0"/>
            <a:t>Office Telephone</a:t>
          </a:r>
          <a:r>
            <a:rPr lang="en-US"/>
            <a:t>: 713-743-4638</a:t>
          </a:r>
          <a:endParaRPr lang="en-US" dirty="0"/>
        </a:p>
      </dgm:t>
    </dgm:pt>
    <dgm:pt modelId="{6D117893-3FF3-4A39-87CC-EC1B3AC3310B}" type="parTrans" cxnId="{414EFC66-1351-4929-BF17-38288AB96C83}">
      <dgm:prSet/>
      <dgm:spPr/>
      <dgm:t>
        <a:bodyPr/>
        <a:lstStyle/>
        <a:p>
          <a:endParaRPr lang="en-US"/>
        </a:p>
      </dgm:t>
    </dgm:pt>
    <dgm:pt modelId="{8C223C76-8C2D-4EB1-B9AC-5792A4B604A2}" type="sibTrans" cxnId="{414EFC66-1351-4929-BF17-38288AB96C83}">
      <dgm:prSet/>
      <dgm:spPr/>
      <dgm:t>
        <a:bodyPr/>
        <a:lstStyle/>
        <a:p>
          <a:endParaRPr lang="en-US"/>
        </a:p>
      </dgm:t>
    </dgm:pt>
    <dgm:pt modelId="{C91A1AEF-B158-450A-83A3-D9488089011F}">
      <dgm:prSet/>
      <dgm:spPr/>
      <dgm:t>
        <a:bodyPr/>
        <a:lstStyle/>
        <a:p>
          <a:r>
            <a:rPr lang="en-US"/>
            <a:t>Office Hours: Tuesdays &amp; Thursdays 4:00 pm–5:00 pm; and via appointment</a:t>
          </a:r>
        </a:p>
      </dgm:t>
    </dgm:pt>
    <dgm:pt modelId="{AAB22424-EA5E-40CE-A5D6-57D64E56D7AD}" type="parTrans" cxnId="{80535D1F-6DB0-4F98-8630-9E57CD69B2C6}">
      <dgm:prSet/>
      <dgm:spPr/>
      <dgm:t>
        <a:bodyPr/>
        <a:lstStyle/>
        <a:p>
          <a:endParaRPr lang="en-US"/>
        </a:p>
      </dgm:t>
    </dgm:pt>
    <dgm:pt modelId="{6D137299-3373-4A1E-8B47-D7E36DBCEFEE}" type="sibTrans" cxnId="{80535D1F-6DB0-4F98-8630-9E57CD69B2C6}">
      <dgm:prSet/>
      <dgm:spPr/>
      <dgm:t>
        <a:bodyPr/>
        <a:lstStyle/>
        <a:p>
          <a:endParaRPr lang="en-US"/>
        </a:p>
      </dgm:t>
    </dgm:pt>
    <dgm:pt modelId="{06E5AA3B-B4FC-4F19-A0AC-1DACF0B676EC}" type="pres">
      <dgm:prSet presAssocID="{47F7576A-738C-4218-B69C-F26E8D346BB2}" presName="linear" presStyleCnt="0">
        <dgm:presLayoutVars>
          <dgm:animLvl val="lvl"/>
          <dgm:resizeHandles val="exact"/>
        </dgm:presLayoutVars>
      </dgm:prSet>
      <dgm:spPr/>
    </dgm:pt>
    <dgm:pt modelId="{447C4C6D-B758-4131-A5FC-465BB95C64BC}" type="pres">
      <dgm:prSet presAssocID="{974A7E21-1873-4848-AEED-61456B9ED9D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17260E0E-50CC-4656-AB1A-7122CB0BAB43}" type="pres">
      <dgm:prSet presAssocID="{B1C80712-1030-436F-964F-F24C4F567679}" presName="spacer" presStyleCnt="0"/>
      <dgm:spPr/>
    </dgm:pt>
    <dgm:pt modelId="{05A9B92F-E067-4B79-86D3-D36319C89716}" type="pres">
      <dgm:prSet presAssocID="{552D7806-36FB-436A-94CF-44A7321BECA0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74C83D2-877F-42AC-8F96-BEB4E273A835}" type="pres">
      <dgm:prSet presAssocID="{E60D3B33-D425-48F8-BECE-33F464CA5A4F}" presName="spacer" presStyleCnt="0"/>
      <dgm:spPr/>
    </dgm:pt>
    <dgm:pt modelId="{83BF49C6-20B1-48E5-9820-078862575D8F}" type="pres">
      <dgm:prSet presAssocID="{9A00C44E-FEE9-42AC-BF61-67F0C186199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A4ACFA8E-0CCD-41FA-A9B2-862ED0B2CD57}" type="pres">
      <dgm:prSet presAssocID="{8C223C76-8C2D-4EB1-B9AC-5792A4B604A2}" presName="spacer" presStyleCnt="0"/>
      <dgm:spPr/>
    </dgm:pt>
    <dgm:pt modelId="{E15F6BAB-815E-4B6F-9267-C65AB3A922E9}" type="pres">
      <dgm:prSet presAssocID="{C91A1AEF-B158-450A-83A3-D9488089011F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861FB401-6EAC-4FDC-9EA5-798DF16F3945}" type="presOf" srcId="{974A7E21-1873-4848-AEED-61456B9ED9D6}" destId="{447C4C6D-B758-4131-A5FC-465BB95C64BC}" srcOrd="0" destOrd="0" presId="urn:microsoft.com/office/officeart/2005/8/layout/vList2"/>
    <dgm:cxn modelId="{344BB10B-A933-4B16-AA68-4DFC897A6413}" srcId="{47F7576A-738C-4218-B69C-F26E8D346BB2}" destId="{974A7E21-1873-4848-AEED-61456B9ED9D6}" srcOrd="0" destOrd="0" parTransId="{E3268093-DCDC-4932-BB8B-1129D294B488}" sibTransId="{B1C80712-1030-436F-964F-F24C4F567679}"/>
    <dgm:cxn modelId="{80535D1F-6DB0-4F98-8630-9E57CD69B2C6}" srcId="{47F7576A-738C-4218-B69C-F26E8D346BB2}" destId="{C91A1AEF-B158-450A-83A3-D9488089011F}" srcOrd="3" destOrd="0" parTransId="{AAB22424-EA5E-40CE-A5D6-57D64E56D7AD}" sibTransId="{6D137299-3373-4A1E-8B47-D7E36DBCEFEE}"/>
    <dgm:cxn modelId="{B019B41F-763B-4E1B-B149-E37645020B6C}" type="presOf" srcId="{9A00C44E-FEE9-42AC-BF61-67F0C1861994}" destId="{83BF49C6-20B1-48E5-9820-078862575D8F}" srcOrd="0" destOrd="0" presId="urn:microsoft.com/office/officeart/2005/8/layout/vList2"/>
    <dgm:cxn modelId="{9483BF5E-9A20-4EF2-B29A-F7A7911A8D0D}" type="presOf" srcId="{C91A1AEF-B158-450A-83A3-D9488089011F}" destId="{E15F6BAB-815E-4B6F-9267-C65AB3A922E9}" srcOrd="0" destOrd="0" presId="urn:microsoft.com/office/officeart/2005/8/layout/vList2"/>
    <dgm:cxn modelId="{58A25441-48A3-47C5-8D9C-CC7FFE9C535B}" type="presOf" srcId="{552D7806-36FB-436A-94CF-44A7321BECA0}" destId="{05A9B92F-E067-4B79-86D3-D36319C89716}" srcOrd="0" destOrd="0" presId="urn:microsoft.com/office/officeart/2005/8/layout/vList2"/>
    <dgm:cxn modelId="{414EFC66-1351-4929-BF17-38288AB96C83}" srcId="{47F7576A-738C-4218-B69C-F26E8D346BB2}" destId="{9A00C44E-FEE9-42AC-BF61-67F0C1861994}" srcOrd="2" destOrd="0" parTransId="{6D117893-3FF3-4A39-87CC-EC1B3AC3310B}" sibTransId="{8C223C76-8C2D-4EB1-B9AC-5792A4B604A2}"/>
    <dgm:cxn modelId="{3AC7A872-DFD2-48B6-B750-272626D73FAE}" srcId="{47F7576A-738C-4218-B69C-F26E8D346BB2}" destId="{552D7806-36FB-436A-94CF-44A7321BECA0}" srcOrd="1" destOrd="0" parTransId="{EFCB3960-2D29-4691-8483-E72A72C80DB2}" sibTransId="{E60D3B33-D425-48F8-BECE-33F464CA5A4F}"/>
    <dgm:cxn modelId="{A0C844A4-59E0-41A0-A9D0-635680021036}" type="presOf" srcId="{47F7576A-738C-4218-B69C-F26E8D346BB2}" destId="{06E5AA3B-B4FC-4F19-A0AC-1DACF0B676EC}" srcOrd="0" destOrd="0" presId="urn:microsoft.com/office/officeart/2005/8/layout/vList2"/>
    <dgm:cxn modelId="{20FE7FAC-462E-44E3-9B6D-2E02AD921CBA}" type="presParOf" srcId="{06E5AA3B-B4FC-4F19-A0AC-1DACF0B676EC}" destId="{447C4C6D-B758-4131-A5FC-465BB95C64BC}" srcOrd="0" destOrd="0" presId="urn:microsoft.com/office/officeart/2005/8/layout/vList2"/>
    <dgm:cxn modelId="{5A586DFB-BFA2-43FF-B649-C6885CC665CF}" type="presParOf" srcId="{06E5AA3B-B4FC-4F19-A0AC-1DACF0B676EC}" destId="{17260E0E-50CC-4656-AB1A-7122CB0BAB43}" srcOrd="1" destOrd="0" presId="urn:microsoft.com/office/officeart/2005/8/layout/vList2"/>
    <dgm:cxn modelId="{89E8176B-C98E-4E53-ACD3-861C2521B332}" type="presParOf" srcId="{06E5AA3B-B4FC-4F19-A0AC-1DACF0B676EC}" destId="{05A9B92F-E067-4B79-86D3-D36319C89716}" srcOrd="2" destOrd="0" presId="urn:microsoft.com/office/officeart/2005/8/layout/vList2"/>
    <dgm:cxn modelId="{1F0DD0F5-CDBA-4089-B2DA-790DCB00F669}" type="presParOf" srcId="{06E5AA3B-B4FC-4F19-A0AC-1DACF0B676EC}" destId="{474C83D2-877F-42AC-8F96-BEB4E273A835}" srcOrd="3" destOrd="0" presId="urn:microsoft.com/office/officeart/2005/8/layout/vList2"/>
    <dgm:cxn modelId="{D316593F-0A8C-4BD6-A9A6-B1737E782D0D}" type="presParOf" srcId="{06E5AA3B-B4FC-4F19-A0AC-1DACF0B676EC}" destId="{83BF49C6-20B1-48E5-9820-078862575D8F}" srcOrd="4" destOrd="0" presId="urn:microsoft.com/office/officeart/2005/8/layout/vList2"/>
    <dgm:cxn modelId="{228C090E-F7FF-41E1-A4A0-123736082D3D}" type="presParOf" srcId="{06E5AA3B-B4FC-4F19-A0AC-1DACF0B676EC}" destId="{A4ACFA8E-0CCD-41FA-A9B2-862ED0B2CD57}" srcOrd="5" destOrd="0" presId="urn:microsoft.com/office/officeart/2005/8/layout/vList2"/>
    <dgm:cxn modelId="{54E957EF-2B31-4BB9-B989-AE3EAA269BF6}" type="presParOf" srcId="{06E5AA3B-B4FC-4F19-A0AC-1DACF0B676EC}" destId="{E15F6BAB-815E-4B6F-9267-C65AB3A922E9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278840E-755E-456C-875D-5C48A1F70B27}" type="doc">
      <dgm:prSet loTypeId="urn:microsoft.com/office/officeart/2005/8/layout/hProcess3" loCatId="process" qsTypeId="urn:microsoft.com/office/officeart/2005/8/quickstyle/simple1#2" qsCatId="simple" csTypeId="urn:microsoft.com/office/officeart/2005/8/colors/accent1_2#2" csCatId="accent1" phldr="1"/>
      <dgm:spPr/>
    </dgm:pt>
    <dgm:pt modelId="{44DB009F-8D85-43B1-9878-F3EE64A561A2}">
      <dgm:prSet phldrT="[Text]" custT="1"/>
      <dgm:spPr/>
      <dgm:t>
        <a:bodyPr/>
        <a:lstStyle/>
        <a:p>
          <a:r>
            <a:rPr lang="en-US" sz="4400" dirty="0">
              <a:solidFill>
                <a:schemeClr val="bg1"/>
              </a:solidFill>
            </a:rPr>
            <a:t>Making</a:t>
          </a:r>
          <a:r>
            <a:rPr lang="en-US" sz="4400" baseline="0" dirty="0">
              <a:solidFill>
                <a:schemeClr val="bg1"/>
              </a:solidFill>
            </a:rPr>
            <a:t> a Legal Prediction</a:t>
          </a:r>
          <a:endParaRPr lang="en-US" sz="4400" dirty="0">
            <a:solidFill>
              <a:schemeClr val="bg1"/>
            </a:solidFill>
          </a:endParaRPr>
        </a:p>
      </dgm:t>
    </dgm:pt>
    <dgm:pt modelId="{2A59DE46-CD99-454D-883A-8C450CE80F51}" type="parTrans" cxnId="{86108FC2-13BC-4851-9F85-6E2D0A225FE6}">
      <dgm:prSet/>
      <dgm:spPr/>
      <dgm:t>
        <a:bodyPr/>
        <a:lstStyle/>
        <a:p>
          <a:endParaRPr lang="en-US"/>
        </a:p>
      </dgm:t>
    </dgm:pt>
    <dgm:pt modelId="{C7748B57-6DBC-4211-9CB5-9FB0697F564A}" type="sibTrans" cxnId="{86108FC2-13BC-4851-9F85-6E2D0A225FE6}">
      <dgm:prSet/>
      <dgm:spPr/>
      <dgm:t>
        <a:bodyPr/>
        <a:lstStyle/>
        <a:p>
          <a:endParaRPr lang="en-US"/>
        </a:p>
      </dgm:t>
    </dgm:pt>
    <dgm:pt modelId="{DD9B5CC4-7066-4DF4-9503-0D61292CEB3A}" type="pres">
      <dgm:prSet presAssocID="{8278840E-755E-456C-875D-5C48A1F70B27}" presName="Name0" presStyleCnt="0">
        <dgm:presLayoutVars>
          <dgm:dir/>
          <dgm:animLvl val="lvl"/>
          <dgm:resizeHandles val="exact"/>
        </dgm:presLayoutVars>
      </dgm:prSet>
      <dgm:spPr/>
    </dgm:pt>
    <dgm:pt modelId="{27C8BE63-EA8D-4A08-BEDB-6F36AEE44592}" type="pres">
      <dgm:prSet presAssocID="{8278840E-755E-456C-875D-5C48A1F70B27}" presName="dummy" presStyleCnt="0"/>
      <dgm:spPr/>
    </dgm:pt>
    <dgm:pt modelId="{C2CAB897-1942-4887-B065-17DE19331619}" type="pres">
      <dgm:prSet presAssocID="{8278840E-755E-456C-875D-5C48A1F70B27}" presName="linH" presStyleCnt="0"/>
      <dgm:spPr/>
    </dgm:pt>
    <dgm:pt modelId="{93DEBE3A-3017-4713-BE85-CACB45E87F96}" type="pres">
      <dgm:prSet presAssocID="{8278840E-755E-456C-875D-5C48A1F70B27}" presName="padding1" presStyleCnt="0"/>
      <dgm:spPr/>
    </dgm:pt>
    <dgm:pt modelId="{D0BCF62A-8B4C-42CF-BB75-1C4425D8A8D1}" type="pres">
      <dgm:prSet presAssocID="{44DB009F-8D85-43B1-9878-F3EE64A561A2}" presName="linV" presStyleCnt="0"/>
      <dgm:spPr/>
    </dgm:pt>
    <dgm:pt modelId="{2DA6748C-9267-4A50-8F74-059CD6927773}" type="pres">
      <dgm:prSet presAssocID="{44DB009F-8D85-43B1-9878-F3EE64A561A2}" presName="spVertical1" presStyleCnt="0"/>
      <dgm:spPr/>
    </dgm:pt>
    <dgm:pt modelId="{1A51BC65-6D82-4EEA-AEC5-361F0EE9C823}" type="pres">
      <dgm:prSet presAssocID="{44DB009F-8D85-43B1-9878-F3EE64A561A2}" presName="parTx" presStyleLbl="revTx" presStyleIdx="0" presStyleCnt="1" custScaleX="1221844">
        <dgm:presLayoutVars>
          <dgm:chMax val="0"/>
          <dgm:chPref val="0"/>
          <dgm:bulletEnabled val="1"/>
        </dgm:presLayoutVars>
      </dgm:prSet>
      <dgm:spPr/>
    </dgm:pt>
    <dgm:pt modelId="{E497D476-9DFD-47E4-A250-A54202C83301}" type="pres">
      <dgm:prSet presAssocID="{44DB009F-8D85-43B1-9878-F3EE64A561A2}" presName="spVertical2" presStyleCnt="0"/>
      <dgm:spPr/>
    </dgm:pt>
    <dgm:pt modelId="{371B730E-20F6-4CA5-8884-D0A8C93AF133}" type="pres">
      <dgm:prSet presAssocID="{44DB009F-8D85-43B1-9878-F3EE64A561A2}" presName="spVertical3" presStyleCnt="0"/>
      <dgm:spPr/>
    </dgm:pt>
    <dgm:pt modelId="{3EE4C8D0-4503-47A3-ADF0-874C70E9C71B}" type="pres">
      <dgm:prSet presAssocID="{8278840E-755E-456C-875D-5C48A1F70B27}" presName="padding2" presStyleCnt="0"/>
      <dgm:spPr/>
    </dgm:pt>
    <dgm:pt modelId="{6285FA90-2E95-4469-9674-F97C60E9FEDA}" type="pres">
      <dgm:prSet presAssocID="{8278840E-755E-456C-875D-5C48A1F70B27}" presName="negArrow" presStyleCnt="0"/>
      <dgm:spPr/>
    </dgm:pt>
    <dgm:pt modelId="{A71F7D34-B22E-4CC5-BF10-D2FB06872630}" type="pres">
      <dgm:prSet presAssocID="{8278840E-755E-456C-875D-5C48A1F70B27}" presName="backgroundArrow" presStyleLbl="node1" presStyleIdx="0" presStyleCnt="1"/>
      <dgm:spPr/>
    </dgm:pt>
  </dgm:ptLst>
  <dgm:cxnLst>
    <dgm:cxn modelId="{34222432-AB73-43E2-9058-59BCEFB313CC}" type="presOf" srcId="{44DB009F-8D85-43B1-9878-F3EE64A561A2}" destId="{1A51BC65-6D82-4EEA-AEC5-361F0EE9C823}" srcOrd="0" destOrd="0" presId="urn:microsoft.com/office/officeart/2005/8/layout/hProcess3"/>
    <dgm:cxn modelId="{A5780136-68E6-4581-8967-F47B6AD8B293}" type="presOf" srcId="{8278840E-755E-456C-875D-5C48A1F70B27}" destId="{DD9B5CC4-7066-4DF4-9503-0D61292CEB3A}" srcOrd="0" destOrd="0" presId="urn:microsoft.com/office/officeart/2005/8/layout/hProcess3"/>
    <dgm:cxn modelId="{86108FC2-13BC-4851-9F85-6E2D0A225FE6}" srcId="{8278840E-755E-456C-875D-5C48A1F70B27}" destId="{44DB009F-8D85-43B1-9878-F3EE64A561A2}" srcOrd="0" destOrd="0" parTransId="{2A59DE46-CD99-454D-883A-8C450CE80F51}" sibTransId="{C7748B57-6DBC-4211-9CB5-9FB0697F564A}"/>
    <dgm:cxn modelId="{894FD9A0-528C-4F57-8B54-3A3821B2B53D}" type="presParOf" srcId="{DD9B5CC4-7066-4DF4-9503-0D61292CEB3A}" destId="{27C8BE63-EA8D-4A08-BEDB-6F36AEE44592}" srcOrd="0" destOrd="0" presId="urn:microsoft.com/office/officeart/2005/8/layout/hProcess3"/>
    <dgm:cxn modelId="{EEB4E8A3-A480-4FE4-8E6A-B44B2B7C6F1B}" type="presParOf" srcId="{DD9B5CC4-7066-4DF4-9503-0D61292CEB3A}" destId="{C2CAB897-1942-4887-B065-17DE19331619}" srcOrd="1" destOrd="0" presId="urn:microsoft.com/office/officeart/2005/8/layout/hProcess3"/>
    <dgm:cxn modelId="{B71F0227-A995-4DF7-89E6-3BF7772AF9D5}" type="presParOf" srcId="{C2CAB897-1942-4887-B065-17DE19331619}" destId="{93DEBE3A-3017-4713-BE85-CACB45E87F96}" srcOrd="0" destOrd="0" presId="urn:microsoft.com/office/officeart/2005/8/layout/hProcess3"/>
    <dgm:cxn modelId="{CFBB909F-013B-4EB9-BF18-7F1C14744EAF}" type="presParOf" srcId="{C2CAB897-1942-4887-B065-17DE19331619}" destId="{D0BCF62A-8B4C-42CF-BB75-1C4425D8A8D1}" srcOrd="1" destOrd="0" presId="urn:microsoft.com/office/officeart/2005/8/layout/hProcess3"/>
    <dgm:cxn modelId="{413D47BD-F8CC-4677-AB2E-F8F95954BBD0}" type="presParOf" srcId="{D0BCF62A-8B4C-42CF-BB75-1C4425D8A8D1}" destId="{2DA6748C-9267-4A50-8F74-059CD6927773}" srcOrd="0" destOrd="0" presId="urn:microsoft.com/office/officeart/2005/8/layout/hProcess3"/>
    <dgm:cxn modelId="{E0801346-9FB7-4C22-A357-9496C2A1AC16}" type="presParOf" srcId="{D0BCF62A-8B4C-42CF-BB75-1C4425D8A8D1}" destId="{1A51BC65-6D82-4EEA-AEC5-361F0EE9C823}" srcOrd="1" destOrd="0" presId="urn:microsoft.com/office/officeart/2005/8/layout/hProcess3"/>
    <dgm:cxn modelId="{8B8918CE-CBAD-4021-8668-3FFD2174B264}" type="presParOf" srcId="{D0BCF62A-8B4C-42CF-BB75-1C4425D8A8D1}" destId="{E497D476-9DFD-47E4-A250-A54202C83301}" srcOrd="2" destOrd="0" presId="urn:microsoft.com/office/officeart/2005/8/layout/hProcess3"/>
    <dgm:cxn modelId="{05D16EAC-E7B5-4D8A-A679-1CC7B99A97C8}" type="presParOf" srcId="{D0BCF62A-8B4C-42CF-BB75-1C4425D8A8D1}" destId="{371B730E-20F6-4CA5-8884-D0A8C93AF133}" srcOrd="3" destOrd="0" presId="urn:microsoft.com/office/officeart/2005/8/layout/hProcess3"/>
    <dgm:cxn modelId="{67DC4453-4102-4A22-899C-28818EBD7BC7}" type="presParOf" srcId="{C2CAB897-1942-4887-B065-17DE19331619}" destId="{3EE4C8D0-4503-47A3-ADF0-874C70E9C71B}" srcOrd="2" destOrd="0" presId="urn:microsoft.com/office/officeart/2005/8/layout/hProcess3"/>
    <dgm:cxn modelId="{25A54989-307F-4AEA-91AD-3E5AEB96DEC4}" type="presParOf" srcId="{C2CAB897-1942-4887-B065-17DE19331619}" destId="{6285FA90-2E95-4469-9674-F97C60E9FEDA}" srcOrd="3" destOrd="0" presId="urn:microsoft.com/office/officeart/2005/8/layout/hProcess3"/>
    <dgm:cxn modelId="{97163D59-3D3A-42FF-9ECE-C060128C8849}" type="presParOf" srcId="{C2CAB897-1942-4887-B065-17DE19331619}" destId="{A71F7D34-B22E-4CC5-BF10-D2FB06872630}" srcOrd="4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FBC2DB4-97E6-4CFE-A418-BDA6FBFF7EEC}" type="doc">
      <dgm:prSet loTypeId="urn:microsoft.com/office/officeart/2005/8/layout/vList2" loCatId="list" qsTypeId="urn:microsoft.com/office/officeart/2005/8/quickstyle/simple1#3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B967B886-E011-4627-B943-BD7D2CA53EFF}">
      <dgm:prSet/>
      <dgm:spPr>
        <a:solidFill>
          <a:schemeClr val="accent1"/>
        </a:solidFill>
      </dgm:spPr>
      <dgm:t>
        <a:bodyPr/>
        <a:lstStyle/>
        <a:p>
          <a:r>
            <a:rPr lang="en-US"/>
            <a:t>Issue</a:t>
          </a:r>
        </a:p>
      </dgm:t>
    </dgm:pt>
    <dgm:pt modelId="{36708899-289C-4365-8613-E23628F430DF}" type="parTrans" cxnId="{D343F8F5-2C6E-48A8-910C-AFA89940A02F}">
      <dgm:prSet/>
      <dgm:spPr/>
      <dgm:t>
        <a:bodyPr/>
        <a:lstStyle/>
        <a:p>
          <a:endParaRPr lang="en-US"/>
        </a:p>
      </dgm:t>
    </dgm:pt>
    <dgm:pt modelId="{78EA5967-DDF9-42A4-8A0B-64CDC3AD46F0}" type="sibTrans" cxnId="{D343F8F5-2C6E-48A8-910C-AFA89940A02F}">
      <dgm:prSet/>
      <dgm:spPr/>
      <dgm:t>
        <a:bodyPr/>
        <a:lstStyle/>
        <a:p>
          <a:endParaRPr lang="en-US"/>
        </a:p>
      </dgm:t>
    </dgm:pt>
    <dgm:pt modelId="{AFCD1661-5C3D-4EAD-96A8-32B72335312C}">
      <dgm:prSet/>
      <dgm:spPr>
        <a:solidFill>
          <a:srgbClr val="FFC000"/>
        </a:solidFill>
      </dgm:spPr>
      <dgm:t>
        <a:bodyPr/>
        <a:lstStyle/>
        <a:p>
          <a:r>
            <a:rPr lang="en-US"/>
            <a:t>Rule </a:t>
          </a:r>
        </a:p>
      </dgm:t>
    </dgm:pt>
    <dgm:pt modelId="{73C7BBE0-47D0-4285-AFFB-F83BB4166451}" type="parTrans" cxnId="{1DFF1FF0-1172-42B0-A3C6-8F2BB43550F2}">
      <dgm:prSet/>
      <dgm:spPr/>
      <dgm:t>
        <a:bodyPr/>
        <a:lstStyle/>
        <a:p>
          <a:endParaRPr lang="en-US"/>
        </a:p>
      </dgm:t>
    </dgm:pt>
    <dgm:pt modelId="{063FB567-8A2C-4057-A27C-17408EAF4097}" type="sibTrans" cxnId="{1DFF1FF0-1172-42B0-A3C6-8F2BB43550F2}">
      <dgm:prSet/>
      <dgm:spPr/>
      <dgm:t>
        <a:bodyPr/>
        <a:lstStyle/>
        <a:p>
          <a:endParaRPr lang="en-US"/>
        </a:p>
      </dgm:t>
    </dgm:pt>
    <dgm:pt modelId="{190148F8-0447-412A-B0F9-5BCDEF12BFF9}">
      <dgm:prSet/>
      <dgm:spPr>
        <a:solidFill>
          <a:srgbClr val="00B0F0"/>
        </a:solidFill>
      </dgm:spPr>
      <dgm:t>
        <a:bodyPr/>
        <a:lstStyle/>
        <a:p>
          <a:r>
            <a:rPr lang="en-US"/>
            <a:t>Application</a:t>
          </a:r>
        </a:p>
      </dgm:t>
    </dgm:pt>
    <dgm:pt modelId="{D5F063F3-D3D8-4C31-A744-9955C3261621}" type="parTrans" cxnId="{FEB76637-25AF-48CC-B934-3D934FC7A678}">
      <dgm:prSet/>
      <dgm:spPr/>
      <dgm:t>
        <a:bodyPr/>
        <a:lstStyle/>
        <a:p>
          <a:endParaRPr lang="en-US"/>
        </a:p>
      </dgm:t>
    </dgm:pt>
    <dgm:pt modelId="{44E8460D-3237-49D9-92EB-25F4942D4713}" type="sibTrans" cxnId="{FEB76637-25AF-48CC-B934-3D934FC7A678}">
      <dgm:prSet/>
      <dgm:spPr/>
      <dgm:t>
        <a:bodyPr/>
        <a:lstStyle/>
        <a:p>
          <a:endParaRPr lang="en-US"/>
        </a:p>
      </dgm:t>
    </dgm:pt>
    <dgm:pt modelId="{77E94B72-2E6D-4162-B2B6-FCB28B7540B5}">
      <dgm:prSet/>
      <dgm:spPr>
        <a:solidFill>
          <a:srgbClr val="00B050"/>
        </a:solidFill>
      </dgm:spPr>
      <dgm:t>
        <a:bodyPr/>
        <a:lstStyle/>
        <a:p>
          <a:r>
            <a:rPr lang="en-US"/>
            <a:t>Conclusion</a:t>
          </a:r>
        </a:p>
      </dgm:t>
    </dgm:pt>
    <dgm:pt modelId="{CF191EDC-532D-4EC7-868B-31A4CB0D30A2}" type="parTrans" cxnId="{4FA5D440-F646-4B1F-9C1E-7E91F12F40CE}">
      <dgm:prSet/>
      <dgm:spPr/>
      <dgm:t>
        <a:bodyPr/>
        <a:lstStyle/>
        <a:p>
          <a:endParaRPr lang="en-US"/>
        </a:p>
      </dgm:t>
    </dgm:pt>
    <dgm:pt modelId="{6273F8C8-C69E-4E9C-99A5-E690C934B6C0}" type="sibTrans" cxnId="{4FA5D440-F646-4B1F-9C1E-7E91F12F40CE}">
      <dgm:prSet/>
      <dgm:spPr/>
      <dgm:t>
        <a:bodyPr/>
        <a:lstStyle/>
        <a:p>
          <a:endParaRPr lang="en-US"/>
        </a:p>
      </dgm:t>
    </dgm:pt>
    <dgm:pt modelId="{A3000084-8CCE-B14B-B5E5-C12AE99A84B7}" type="pres">
      <dgm:prSet presAssocID="{EFBC2DB4-97E6-4CFE-A418-BDA6FBFF7EEC}" presName="linear" presStyleCnt="0">
        <dgm:presLayoutVars>
          <dgm:animLvl val="lvl"/>
          <dgm:resizeHandles val="exact"/>
        </dgm:presLayoutVars>
      </dgm:prSet>
      <dgm:spPr/>
    </dgm:pt>
    <dgm:pt modelId="{9A1F0FC6-F4F0-8E41-B8CB-7832EB071B19}" type="pres">
      <dgm:prSet presAssocID="{B967B886-E011-4627-B943-BD7D2CA53EF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33B04461-B403-F24D-86A6-357E14E44917}" type="pres">
      <dgm:prSet presAssocID="{78EA5967-DDF9-42A4-8A0B-64CDC3AD46F0}" presName="spacer" presStyleCnt="0"/>
      <dgm:spPr/>
    </dgm:pt>
    <dgm:pt modelId="{E399D61E-26A0-854A-B4C5-FD6A4B5E3625}" type="pres">
      <dgm:prSet presAssocID="{AFCD1661-5C3D-4EAD-96A8-32B72335312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3EF8E80-DBFE-6941-9FE8-F41F39A1328B}" type="pres">
      <dgm:prSet presAssocID="{063FB567-8A2C-4057-A27C-17408EAF4097}" presName="spacer" presStyleCnt="0"/>
      <dgm:spPr/>
    </dgm:pt>
    <dgm:pt modelId="{A4ED34D1-A3A2-F845-AC9D-7D3A37D08E68}" type="pres">
      <dgm:prSet presAssocID="{190148F8-0447-412A-B0F9-5BCDEF12BFF9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4DB5F05A-1665-4E45-8DCC-9279473D88FF}" type="pres">
      <dgm:prSet presAssocID="{44E8460D-3237-49D9-92EB-25F4942D4713}" presName="spacer" presStyleCnt="0"/>
      <dgm:spPr/>
    </dgm:pt>
    <dgm:pt modelId="{C2F5103A-5486-FF4C-A1DF-FA171AC6C9EA}" type="pres">
      <dgm:prSet presAssocID="{77E94B72-2E6D-4162-B2B6-FCB28B7540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4539ED15-0039-AD4F-9A3E-CE93679E9A24}" type="presOf" srcId="{EFBC2DB4-97E6-4CFE-A418-BDA6FBFF7EEC}" destId="{A3000084-8CCE-B14B-B5E5-C12AE99A84B7}" srcOrd="0" destOrd="0" presId="urn:microsoft.com/office/officeart/2005/8/layout/vList2"/>
    <dgm:cxn modelId="{FEB76637-25AF-48CC-B934-3D934FC7A678}" srcId="{EFBC2DB4-97E6-4CFE-A418-BDA6FBFF7EEC}" destId="{190148F8-0447-412A-B0F9-5BCDEF12BFF9}" srcOrd="2" destOrd="0" parTransId="{D5F063F3-D3D8-4C31-A744-9955C3261621}" sibTransId="{44E8460D-3237-49D9-92EB-25F4942D4713}"/>
    <dgm:cxn modelId="{4FA5D440-F646-4B1F-9C1E-7E91F12F40CE}" srcId="{EFBC2DB4-97E6-4CFE-A418-BDA6FBFF7EEC}" destId="{77E94B72-2E6D-4162-B2B6-FCB28B7540B5}" srcOrd="3" destOrd="0" parTransId="{CF191EDC-532D-4EC7-868B-31A4CB0D30A2}" sibTransId="{6273F8C8-C69E-4E9C-99A5-E690C934B6C0}"/>
    <dgm:cxn modelId="{6EEC5955-396B-6C41-89D7-E5F12A4B42B2}" type="presOf" srcId="{190148F8-0447-412A-B0F9-5BCDEF12BFF9}" destId="{A4ED34D1-A3A2-F845-AC9D-7D3A37D08E68}" srcOrd="0" destOrd="0" presId="urn:microsoft.com/office/officeart/2005/8/layout/vList2"/>
    <dgm:cxn modelId="{2091777B-962F-3442-B837-18F4B8C9A343}" type="presOf" srcId="{AFCD1661-5C3D-4EAD-96A8-32B72335312C}" destId="{E399D61E-26A0-854A-B4C5-FD6A4B5E3625}" srcOrd="0" destOrd="0" presId="urn:microsoft.com/office/officeart/2005/8/layout/vList2"/>
    <dgm:cxn modelId="{6C3019C5-C312-A645-B107-538EDFDA8513}" type="presOf" srcId="{77E94B72-2E6D-4162-B2B6-FCB28B7540B5}" destId="{C2F5103A-5486-FF4C-A1DF-FA171AC6C9EA}" srcOrd="0" destOrd="0" presId="urn:microsoft.com/office/officeart/2005/8/layout/vList2"/>
    <dgm:cxn modelId="{911E18E6-0D4F-1A4D-ACB4-29A1BD880E8F}" type="presOf" srcId="{B967B886-E011-4627-B943-BD7D2CA53EFF}" destId="{9A1F0FC6-F4F0-8E41-B8CB-7832EB071B19}" srcOrd="0" destOrd="0" presId="urn:microsoft.com/office/officeart/2005/8/layout/vList2"/>
    <dgm:cxn modelId="{1DFF1FF0-1172-42B0-A3C6-8F2BB43550F2}" srcId="{EFBC2DB4-97E6-4CFE-A418-BDA6FBFF7EEC}" destId="{AFCD1661-5C3D-4EAD-96A8-32B72335312C}" srcOrd="1" destOrd="0" parTransId="{73C7BBE0-47D0-4285-AFFB-F83BB4166451}" sibTransId="{063FB567-8A2C-4057-A27C-17408EAF4097}"/>
    <dgm:cxn modelId="{D343F8F5-2C6E-48A8-910C-AFA89940A02F}" srcId="{EFBC2DB4-97E6-4CFE-A418-BDA6FBFF7EEC}" destId="{B967B886-E011-4627-B943-BD7D2CA53EFF}" srcOrd="0" destOrd="0" parTransId="{36708899-289C-4365-8613-E23628F430DF}" sibTransId="{78EA5967-DDF9-42A4-8A0B-64CDC3AD46F0}"/>
    <dgm:cxn modelId="{4FF26B27-116F-4A4E-ABF8-C95C1843B620}" type="presParOf" srcId="{A3000084-8CCE-B14B-B5E5-C12AE99A84B7}" destId="{9A1F0FC6-F4F0-8E41-B8CB-7832EB071B19}" srcOrd="0" destOrd="0" presId="urn:microsoft.com/office/officeart/2005/8/layout/vList2"/>
    <dgm:cxn modelId="{0AEEBE01-5ADB-474D-8493-DE2DAD2F0CC2}" type="presParOf" srcId="{A3000084-8CCE-B14B-B5E5-C12AE99A84B7}" destId="{33B04461-B403-F24D-86A6-357E14E44917}" srcOrd="1" destOrd="0" presId="urn:microsoft.com/office/officeart/2005/8/layout/vList2"/>
    <dgm:cxn modelId="{23D07824-669D-B241-8335-4F0A5AD8732E}" type="presParOf" srcId="{A3000084-8CCE-B14B-B5E5-C12AE99A84B7}" destId="{E399D61E-26A0-854A-B4C5-FD6A4B5E3625}" srcOrd="2" destOrd="0" presId="urn:microsoft.com/office/officeart/2005/8/layout/vList2"/>
    <dgm:cxn modelId="{3D8A68E2-0FE4-7544-A373-5694AB8415B6}" type="presParOf" srcId="{A3000084-8CCE-B14B-B5E5-C12AE99A84B7}" destId="{E3EF8E80-DBFE-6941-9FE8-F41F39A1328B}" srcOrd="3" destOrd="0" presId="urn:microsoft.com/office/officeart/2005/8/layout/vList2"/>
    <dgm:cxn modelId="{26786183-4B6B-DE41-A82E-86E3CA2ACD6E}" type="presParOf" srcId="{A3000084-8CCE-B14B-B5E5-C12AE99A84B7}" destId="{A4ED34D1-A3A2-F845-AC9D-7D3A37D08E68}" srcOrd="4" destOrd="0" presId="urn:microsoft.com/office/officeart/2005/8/layout/vList2"/>
    <dgm:cxn modelId="{E40A32B3-363F-B745-875F-B68C16B445EC}" type="presParOf" srcId="{A3000084-8CCE-B14B-B5E5-C12AE99A84B7}" destId="{4DB5F05A-1665-4E45-8DCC-9279473D88FF}" srcOrd="5" destOrd="0" presId="urn:microsoft.com/office/officeart/2005/8/layout/vList2"/>
    <dgm:cxn modelId="{C4C97137-1A16-B244-B091-81FF7145C9D3}" type="presParOf" srcId="{A3000084-8CCE-B14B-B5E5-C12AE99A84B7}" destId="{C2F5103A-5486-FF4C-A1DF-FA171AC6C9E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59A5D68F-9B73-4E4E-A56C-69586405E7ED}" type="doc">
      <dgm:prSet loTypeId="urn:microsoft.com/office/officeart/2005/8/layout/vList2" loCatId="list" qsTypeId="urn:microsoft.com/office/officeart/2005/8/quickstyle/simple1#8" qsCatId="simple" csTypeId="urn:microsoft.com/office/officeart/2005/8/colors/colorful5#1" csCatId="colorful" phldr="1"/>
      <dgm:spPr/>
      <dgm:t>
        <a:bodyPr/>
        <a:lstStyle/>
        <a:p>
          <a:endParaRPr lang="en-US"/>
        </a:p>
      </dgm:t>
    </dgm:pt>
    <dgm:pt modelId="{582ACB30-9D9C-4D92-83FB-AF7645B876EE}">
      <dgm:prSet/>
      <dgm:spPr/>
      <dgm:t>
        <a:bodyPr/>
        <a:lstStyle/>
        <a:p>
          <a:pPr>
            <a:defRPr b="1"/>
          </a:pPr>
          <a:r>
            <a:rPr lang="en-US"/>
            <a:t>Get into your law firms and discuss Exercise 3.2.1 (15 minutes)</a:t>
          </a:r>
        </a:p>
      </dgm:t>
    </dgm:pt>
    <dgm:pt modelId="{68105FFE-5A13-4390-A0B0-BCF947011C58}" type="parTrans" cxnId="{789EC253-0DF5-40F9-A6EA-80CDD1CAFDA8}">
      <dgm:prSet/>
      <dgm:spPr/>
      <dgm:t>
        <a:bodyPr/>
        <a:lstStyle/>
        <a:p>
          <a:endParaRPr lang="en-US"/>
        </a:p>
      </dgm:t>
    </dgm:pt>
    <dgm:pt modelId="{F0D2878F-F41C-4BCC-B645-CB9047BDC752}" type="sibTrans" cxnId="{789EC253-0DF5-40F9-A6EA-80CDD1CAFDA8}">
      <dgm:prSet/>
      <dgm:spPr/>
      <dgm:t>
        <a:bodyPr/>
        <a:lstStyle/>
        <a:p>
          <a:endParaRPr lang="en-US"/>
        </a:p>
      </dgm:t>
    </dgm:pt>
    <dgm:pt modelId="{19F27613-99B0-4B35-87F8-635A7BCAF2C7}">
      <dgm:prSet/>
      <dgm:spPr/>
      <dgm:t>
        <a:bodyPr/>
        <a:lstStyle/>
        <a:p>
          <a:pPr>
            <a:defRPr b="1"/>
          </a:pPr>
          <a:r>
            <a:rPr lang="en-US"/>
            <a:t>Focus on your answers to these questions</a:t>
          </a:r>
        </a:p>
      </dgm:t>
    </dgm:pt>
    <dgm:pt modelId="{DAA588B7-2C55-45CB-93D3-4E91373F2B86}" type="parTrans" cxnId="{33EA5338-8DB3-4C49-99C3-6A36768ADF57}">
      <dgm:prSet/>
      <dgm:spPr/>
      <dgm:t>
        <a:bodyPr/>
        <a:lstStyle/>
        <a:p>
          <a:endParaRPr lang="en-US"/>
        </a:p>
      </dgm:t>
    </dgm:pt>
    <dgm:pt modelId="{5413CB0D-5145-42D5-8C21-4CB96F6AFA02}" type="sibTrans" cxnId="{33EA5338-8DB3-4C49-99C3-6A36768ADF57}">
      <dgm:prSet/>
      <dgm:spPr/>
      <dgm:t>
        <a:bodyPr/>
        <a:lstStyle/>
        <a:p>
          <a:endParaRPr lang="en-US"/>
        </a:p>
      </dgm:t>
    </dgm:pt>
    <dgm:pt modelId="{25769F6C-B000-4326-979A-3F25840BFD0F}">
      <dgm:prSet/>
      <dgm:spPr/>
      <dgm:t>
        <a:bodyPr/>
        <a:lstStyle/>
        <a:p>
          <a:r>
            <a:rPr lang="en-US" dirty="0"/>
            <a:t>What was the issue before the court?</a:t>
          </a:r>
        </a:p>
      </dgm:t>
    </dgm:pt>
    <dgm:pt modelId="{781362A6-9331-4E7F-8254-7CF8544A7957}" type="parTrans" cxnId="{82D6F56C-7193-40EA-8525-3E2E9A13AB3A}">
      <dgm:prSet/>
      <dgm:spPr/>
      <dgm:t>
        <a:bodyPr/>
        <a:lstStyle/>
        <a:p>
          <a:endParaRPr lang="en-US"/>
        </a:p>
      </dgm:t>
    </dgm:pt>
    <dgm:pt modelId="{973F0CDB-8C61-407E-9827-5B2396233089}" type="sibTrans" cxnId="{82D6F56C-7193-40EA-8525-3E2E9A13AB3A}">
      <dgm:prSet/>
      <dgm:spPr/>
      <dgm:t>
        <a:bodyPr/>
        <a:lstStyle/>
        <a:p>
          <a:endParaRPr lang="en-US"/>
        </a:p>
      </dgm:t>
    </dgm:pt>
    <dgm:pt modelId="{1D91977D-EDE9-4FBF-BD76-59E227BC62C1}">
      <dgm:prSet/>
      <dgm:spPr/>
      <dgm:t>
        <a:bodyPr/>
        <a:lstStyle/>
        <a:p>
          <a:r>
            <a:rPr lang="en-US" dirty="0"/>
            <a:t>What was the governing rule? </a:t>
          </a:r>
        </a:p>
      </dgm:t>
    </dgm:pt>
    <dgm:pt modelId="{565C5730-3EF7-4E87-BC63-14952E133494}" type="parTrans" cxnId="{DF1CAF1F-287F-4057-925C-8E98E39317CF}">
      <dgm:prSet/>
      <dgm:spPr/>
      <dgm:t>
        <a:bodyPr/>
        <a:lstStyle/>
        <a:p>
          <a:endParaRPr lang="en-US"/>
        </a:p>
      </dgm:t>
    </dgm:pt>
    <dgm:pt modelId="{E135DFDC-37B7-412A-80AC-2E00207A5680}" type="sibTrans" cxnId="{DF1CAF1F-287F-4057-925C-8E98E39317CF}">
      <dgm:prSet/>
      <dgm:spPr/>
      <dgm:t>
        <a:bodyPr/>
        <a:lstStyle/>
        <a:p>
          <a:endParaRPr lang="en-US"/>
        </a:p>
      </dgm:t>
    </dgm:pt>
    <dgm:pt modelId="{62D4E24E-BFBE-41B1-815F-EB20F8FDFE81}">
      <dgm:prSet/>
      <dgm:spPr/>
      <dgm:t>
        <a:bodyPr/>
        <a:lstStyle/>
        <a:p>
          <a:r>
            <a:rPr lang="en-US" dirty="0"/>
            <a:t>Any sub-rules?</a:t>
          </a:r>
        </a:p>
      </dgm:t>
    </dgm:pt>
    <dgm:pt modelId="{D83757ED-1F75-4828-A08B-20C8E54110DA}" type="parTrans" cxnId="{E6FB4547-A1E7-4C32-9431-9123D93D32D1}">
      <dgm:prSet/>
      <dgm:spPr/>
      <dgm:t>
        <a:bodyPr/>
        <a:lstStyle/>
        <a:p>
          <a:endParaRPr lang="en-US"/>
        </a:p>
      </dgm:t>
    </dgm:pt>
    <dgm:pt modelId="{D300F10C-3DC1-4413-84A7-E11DF9A6841D}" type="sibTrans" cxnId="{E6FB4547-A1E7-4C32-9431-9123D93D32D1}">
      <dgm:prSet/>
      <dgm:spPr/>
      <dgm:t>
        <a:bodyPr/>
        <a:lstStyle/>
        <a:p>
          <a:endParaRPr lang="en-US"/>
        </a:p>
      </dgm:t>
    </dgm:pt>
    <dgm:pt modelId="{96E08B16-1FBA-4217-8C5A-2CEB49211A52}">
      <dgm:prSet/>
      <dgm:spPr/>
      <dgm:t>
        <a:bodyPr/>
        <a:lstStyle/>
        <a:p>
          <a:r>
            <a:rPr lang="en-US" dirty="0"/>
            <a:t>Both sides differed on whether “ship” could be included as “vehicle” under the statute. How and why? </a:t>
          </a:r>
        </a:p>
      </dgm:t>
    </dgm:pt>
    <dgm:pt modelId="{946FBBE8-2322-4A32-B44B-E8C228C44DE4}" type="parTrans" cxnId="{DBFFBA19-ABD5-4E48-9638-A2168039487F}">
      <dgm:prSet/>
      <dgm:spPr/>
      <dgm:t>
        <a:bodyPr/>
        <a:lstStyle/>
        <a:p>
          <a:endParaRPr lang="en-US"/>
        </a:p>
      </dgm:t>
    </dgm:pt>
    <dgm:pt modelId="{77ECA891-967A-4E56-A086-48F2DD1A218F}" type="sibTrans" cxnId="{DBFFBA19-ABD5-4E48-9638-A2168039487F}">
      <dgm:prSet/>
      <dgm:spPr/>
      <dgm:t>
        <a:bodyPr/>
        <a:lstStyle/>
        <a:p>
          <a:endParaRPr lang="en-US"/>
        </a:p>
      </dgm:t>
    </dgm:pt>
    <dgm:pt modelId="{0C351E6C-5F7D-44F9-BF3F-F7B914BF8B90}">
      <dgm:prSet/>
      <dgm:spPr/>
      <dgm:t>
        <a:bodyPr/>
        <a:lstStyle/>
        <a:p>
          <a:r>
            <a:rPr lang="en-US" dirty="0"/>
            <a:t>What argument did the court find more convincing? The dissent?</a:t>
          </a:r>
        </a:p>
      </dgm:t>
    </dgm:pt>
    <dgm:pt modelId="{8FDDF0F3-D2B1-40C2-B93A-D78FE3486EC4}" type="parTrans" cxnId="{BF914602-5174-4D79-B9FA-1EAAD693004A}">
      <dgm:prSet/>
      <dgm:spPr/>
      <dgm:t>
        <a:bodyPr/>
        <a:lstStyle/>
        <a:p>
          <a:endParaRPr lang="en-US"/>
        </a:p>
      </dgm:t>
    </dgm:pt>
    <dgm:pt modelId="{537B6C2E-EB22-4992-AAED-BEE822ADB402}" type="sibTrans" cxnId="{BF914602-5174-4D79-B9FA-1EAAD693004A}">
      <dgm:prSet/>
      <dgm:spPr/>
      <dgm:t>
        <a:bodyPr/>
        <a:lstStyle/>
        <a:p>
          <a:endParaRPr lang="en-US"/>
        </a:p>
      </dgm:t>
    </dgm:pt>
    <dgm:pt modelId="{197BC6B2-7118-4B37-8C7C-5AE23B763C9F}">
      <dgm:prSet/>
      <dgm:spPr/>
      <dgm:t>
        <a:bodyPr/>
        <a:lstStyle/>
        <a:p>
          <a:pPr>
            <a:defRPr b="1"/>
          </a:pPr>
          <a:r>
            <a:rPr lang="en-US"/>
            <a:t>Be ready to share and appoint someone to speak for your firm</a:t>
          </a:r>
        </a:p>
      </dgm:t>
    </dgm:pt>
    <dgm:pt modelId="{B857F449-BB94-4775-BD0D-23352F53A392}" type="parTrans" cxnId="{069B755D-BB2C-4B5B-B6B8-4B4916A6091C}">
      <dgm:prSet/>
      <dgm:spPr/>
      <dgm:t>
        <a:bodyPr/>
        <a:lstStyle/>
        <a:p>
          <a:endParaRPr lang="en-US"/>
        </a:p>
      </dgm:t>
    </dgm:pt>
    <dgm:pt modelId="{E42FD321-B85C-45CA-9FB4-E4905520C4C6}" type="sibTrans" cxnId="{069B755D-BB2C-4B5B-B6B8-4B4916A6091C}">
      <dgm:prSet/>
      <dgm:spPr/>
      <dgm:t>
        <a:bodyPr/>
        <a:lstStyle/>
        <a:p>
          <a:endParaRPr lang="en-US"/>
        </a:p>
      </dgm:t>
    </dgm:pt>
    <dgm:pt modelId="{BAB4629A-E8DF-4E18-8EC4-EE7E451B2863}">
      <dgm:prSet/>
      <dgm:spPr/>
      <dgm:t>
        <a:bodyPr/>
        <a:lstStyle/>
        <a:p>
          <a:r>
            <a:rPr lang="en-US" dirty="0"/>
            <a:t>Do you think a court would include a drone as a “motor vehicle”?</a:t>
          </a:r>
        </a:p>
      </dgm:t>
    </dgm:pt>
    <dgm:pt modelId="{3B4FCB76-A9EA-4BC0-B12B-B6DC0FC40D21}" type="parTrans" cxnId="{FDC9CD90-DA05-4883-AFF0-23BF580D9679}">
      <dgm:prSet/>
      <dgm:spPr/>
    </dgm:pt>
    <dgm:pt modelId="{6F179F04-404C-4A08-8156-7DAD22118CFF}" type="sibTrans" cxnId="{FDC9CD90-DA05-4883-AFF0-23BF580D9679}">
      <dgm:prSet/>
      <dgm:spPr/>
    </dgm:pt>
    <dgm:pt modelId="{70358BB6-066C-4CF2-82CE-1FCAADFB53CF}" type="pres">
      <dgm:prSet presAssocID="{59A5D68F-9B73-4E4E-A56C-69586405E7ED}" presName="linear" presStyleCnt="0">
        <dgm:presLayoutVars>
          <dgm:animLvl val="lvl"/>
          <dgm:resizeHandles val="exact"/>
        </dgm:presLayoutVars>
      </dgm:prSet>
      <dgm:spPr/>
    </dgm:pt>
    <dgm:pt modelId="{4083DAD8-6D12-4C81-B984-ECDBCECE0D85}" type="pres">
      <dgm:prSet presAssocID="{582ACB30-9D9C-4D92-83FB-AF7645B876EE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49CFE0C-5BD2-46C8-A52A-372F714C54FF}" type="pres">
      <dgm:prSet presAssocID="{F0D2878F-F41C-4BCC-B645-CB9047BDC752}" presName="spacer" presStyleCnt="0"/>
      <dgm:spPr/>
    </dgm:pt>
    <dgm:pt modelId="{CE6810D6-D975-4C78-96F1-ED8AA04225B9}" type="pres">
      <dgm:prSet presAssocID="{19F27613-99B0-4B35-87F8-635A7BCAF2C7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9272C5C-0309-4AA6-B22A-934F4C90F73D}" type="pres">
      <dgm:prSet presAssocID="{19F27613-99B0-4B35-87F8-635A7BCAF2C7}" presName="childText" presStyleLbl="revTx" presStyleIdx="0" presStyleCnt="1">
        <dgm:presLayoutVars>
          <dgm:bulletEnabled val="1"/>
        </dgm:presLayoutVars>
      </dgm:prSet>
      <dgm:spPr/>
    </dgm:pt>
    <dgm:pt modelId="{448C6342-F1DE-450C-B35A-6A82A20B834A}" type="pres">
      <dgm:prSet presAssocID="{197BC6B2-7118-4B37-8C7C-5AE23B763C9F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F914602-5174-4D79-B9FA-1EAAD693004A}" srcId="{19F27613-99B0-4B35-87F8-635A7BCAF2C7}" destId="{0C351E6C-5F7D-44F9-BF3F-F7B914BF8B90}" srcOrd="4" destOrd="0" parTransId="{8FDDF0F3-D2B1-40C2-B93A-D78FE3486EC4}" sibTransId="{537B6C2E-EB22-4992-AAED-BEE822ADB402}"/>
    <dgm:cxn modelId="{09EA4F06-D1CA-4073-8AEC-2D44D644E262}" type="presOf" srcId="{1D91977D-EDE9-4FBF-BD76-59E227BC62C1}" destId="{19272C5C-0309-4AA6-B22A-934F4C90F73D}" srcOrd="0" destOrd="1" presId="urn:microsoft.com/office/officeart/2005/8/layout/vList2"/>
    <dgm:cxn modelId="{1F5F7908-2EE7-47D7-BB14-5DE218BC3B80}" type="presOf" srcId="{0C351E6C-5F7D-44F9-BF3F-F7B914BF8B90}" destId="{19272C5C-0309-4AA6-B22A-934F4C90F73D}" srcOrd="0" destOrd="4" presId="urn:microsoft.com/office/officeart/2005/8/layout/vList2"/>
    <dgm:cxn modelId="{DBFFBA19-ABD5-4E48-9638-A2168039487F}" srcId="{19F27613-99B0-4B35-87F8-635A7BCAF2C7}" destId="{96E08B16-1FBA-4217-8C5A-2CEB49211A52}" srcOrd="3" destOrd="0" parTransId="{946FBBE8-2322-4A32-B44B-E8C228C44DE4}" sibTransId="{77ECA891-967A-4E56-A086-48F2DD1A218F}"/>
    <dgm:cxn modelId="{DF1CAF1F-287F-4057-925C-8E98E39317CF}" srcId="{19F27613-99B0-4B35-87F8-635A7BCAF2C7}" destId="{1D91977D-EDE9-4FBF-BD76-59E227BC62C1}" srcOrd="1" destOrd="0" parTransId="{565C5730-3EF7-4E87-BC63-14952E133494}" sibTransId="{E135DFDC-37B7-412A-80AC-2E00207A5680}"/>
    <dgm:cxn modelId="{33EA5338-8DB3-4C49-99C3-6A36768ADF57}" srcId="{59A5D68F-9B73-4E4E-A56C-69586405E7ED}" destId="{19F27613-99B0-4B35-87F8-635A7BCAF2C7}" srcOrd="1" destOrd="0" parTransId="{DAA588B7-2C55-45CB-93D3-4E91373F2B86}" sibTransId="{5413CB0D-5145-42D5-8C21-4CB96F6AFA02}"/>
    <dgm:cxn modelId="{2549EC40-73AB-4D4D-94A9-93353C25A3B8}" type="presOf" srcId="{582ACB30-9D9C-4D92-83FB-AF7645B876EE}" destId="{4083DAD8-6D12-4C81-B984-ECDBCECE0D85}" srcOrd="0" destOrd="0" presId="urn:microsoft.com/office/officeart/2005/8/layout/vList2"/>
    <dgm:cxn modelId="{069B755D-BB2C-4B5B-B6B8-4B4916A6091C}" srcId="{59A5D68F-9B73-4E4E-A56C-69586405E7ED}" destId="{197BC6B2-7118-4B37-8C7C-5AE23B763C9F}" srcOrd="2" destOrd="0" parTransId="{B857F449-BB94-4775-BD0D-23352F53A392}" sibTransId="{E42FD321-B85C-45CA-9FB4-E4905520C4C6}"/>
    <dgm:cxn modelId="{3EBBB166-574A-43B8-9279-A837EBD46BF4}" type="presOf" srcId="{BAB4629A-E8DF-4E18-8EC4-EE7E451B2863}" destId="{19272C5C-0309-4AA6-B22A-934F4C90F73D}" srcOrd="0" destOrd="5" presId="urn:microsoft.com/office/officeart/2005/8/layout/vList2"/>
    <dgm:cxn modelId="{E6FB4547-A1E7-4C32-9431-9123D93D32D1}" srcId="{19F27613-99B0-4B35-87F8-635A7BCAF2C7}" destId="{62D4E24E-BFBE-41B1-815F-EB20F8FDFE81}" srcOrd="2" destOrd="0" parTransId="{D83757ED-1F75-4828-A08B-20C8E54110DA}" sibTransId="{D300F10C-3DC1-4413-84A7-E11DF9A6841D}"/>
    <dgm:cxn modelId="{82D6F56C-7193-40EA-8525-3E2E9A13AB3A}" srcId="{19F27613-99B0-4B35-87F8-635A7BCAF2C7}" destId="{25769F6C-B000-4326-979A-3F25840BFD0F}" srcOrd="0" destOrd="0" parTransId="{781362A6-9331-4E7F-8254-7CF8544A7957}" sibTransId="{973F0CDB-8C61-407E-9827-5B2396233089}"/>
    <dgm:cxn modelId="{61B40D73-055D-4662-B4C8-3850EBD93C63}" type="presOf" srcId="{96E08B16-1FBA-4217-8C5A-2CEB49211A52}" destId="{19272C5C-0309-4AA6-B22A-934F4C90F73D}" srcOrd="0" destOrd="3" presId="urn:microsoft.com/office/officeart/2005/8/layout/vList2"/>
    <dgm:cxn modelId="{789EC253-0DF5-40F9-A6EA-80CDD1CAFDA8}" srcId="{59A5D68F-9B73-4E4E-A56C-69586405E7ED}" destId="{582ACB30-9D9C-4D92-83FB-AF7645B876EE}" srcOrd="0" destOrd="0" parTransId="{68105FFE-5A13-4390-A0B0-BCF947011C58}" sibTransId="{F0D2878F-F41C-4BCC-B645-CB9047BDC752}"/>
    <dgm:cxn modelId="{1E3A0179-CE6B-4DE7-9EE1-1B56E11F3F2C}" type="presOf" srcId="{59A5D68F-9B73-4E4E-A56C-69586405E7ED}" destId="{70358BB6-066C-4CF2-82CE-1FCAADFB53CF}" srcOrd="0" destOrd="0" presId="urn:microsoft.com/office/officeart/2005/8/layout/vList2"/>
    <dgm:cxn modelId="{199E6E8F-8C82-4EC7-8912-81C6109915EC}" type="presOf" srcId="{197BC6B2-7118-4B37-8C7C-5AE23B763C9F}" destId="{448C6342-F1DE-450C-B35A-6A82A20B834A}" srcOrd="0" destOrd="0" presId="urn:microsoft.com/office/officeart/2005/8/layout/vList2"/>
    <dgm:cxn modelId="{FDC9CD90-DA05-4883-AFF0-23BF580D9679}" srcId="{19F27613-99B0-4B35-87F8-635A7BCAF2C7}" destId="{BAB4629A-E8DF-4E18-8EC4-EE7E451B2863}" srcOrd="5" destOrd="0" parTransId="{3B4FCB76-A9EA-4BC0-B12B-B6DC0FC40D21}" sibTransId="{6F179F04-404C-4A08-8156-7DAD22118CFF}"/>
    <dgm:cxn modelId="{B967BD9A-6608-44BD-9BCE-264704790943}" type="presOf" srcId="{25769F6C-B000-4326-979A-3F25840BFD0F}" destId="{19272C5C-0309-4AA6-B22A-934F4C90F73D}" srcOrd="0" destOrd="0" presId="urn:microsoft.com/office/officeart/2005/8/layout/vList2"/>
    <dgm:cxn modelId="{D4049BA7-E2F2-4433-BC74-5118BE72F761}" type="presOf" srcId="{62D4E24E-BFBE-41B1-815F-EB20F8FDFE81}" destId="{19272C5C-0309-4AA6-B22A-934F4C90F73D}" srcOrd="0" destOrd="2" presId="urn:microsoft.com/office/officeart/2005/8/layout/vList2"/>
    <dgm:cxn modelId="{0A3C14E3-3E0B-4C28-B98B-04E3AB7B3D25}" type="presOf" srcId="{19F27613-99B0-4B35-87F8-635A7BCAF2C7}" destId="{CE6810D6-D975-4C78-96F1-ED8AA04225B9}" srcOrd="0" destOrd="0" presId="urn:microsoft.com/office/officeart/2005/8/layout/vList2"/>
    <dgm:cxn modelId="{52D63795-E821-4327-86BE-DB650DD4F67E}" type="presParOf" srcId="{70358BB6-066C-4CF2-82CE-1FCAADFB53CF}" destId="{4083DAD8-6D12-4C81-B984-ECDBCECE0D85}" srcOrd="0" destOrd="0" presId="urn:microsoft.com/office/officeart/2005/8/layout/vList2"/>
    <dgm:cxn modelId="{4281FC64-9E97-4ADA-B972-641B7F426109}" type="presParOf" srcId="{70358BB6-066C-4CF2-82CE-1FCAADFB53CF}" destId="{149CFE0C-5BD2-46C8-A52A-372F714C54FF}" srcOrd="1" destOrd="0" presId="urn:microsoft.com/office/officeart/2005/8/layout/vList2"/>
    <dgm:cxn modelId="{6E4F6418-B7C1-4009-90D9-CD507A7A46C0}" type="presParOf" srcId="{70358BB6-066C-4CF2-82CE-1FCAADFB53CF}" destId="{CE6810D6-D975-4C78-96F1-ED8AA04225B9}" srcOrd="2" destOrd="0" presId="urn:microsoft.com/office/officeart/2005/8/layout/vList2"/>
    <dgm:cxn modelId="{01808424-D9A3-40E4-848F-3C082E622F73}" type="presParOf" srcId="{70358BB6-066C-4CF2-82CE-1FCAADFB53CF}" destId="{19272C5C-0309-4AA6-B22A-934F4C90F73D}" srcOrd="3" destOrd="0" presId="urn:microsoft.com/office/officeart/2005/8/layout/vList2"/>
    <dgm:cxn modelId="{7CD2364C-902C-4807-94C0-9076DE7B9AD8}" type="presParOf" srcId="{70358BB6-066C-4CF2-82CE-1FCAADFB53CF}" destId="{448C6342-F1DE-450C-B35A-6A82A20B834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499F5C-EAB2-4ACA-9FF7-A8D2B03B98CD}">
      <dsp:nvSpPr>
        <dsp:cNvPr id="0" name=""/>
        <dsp:cNvSpPr/>
      </dsp:nvSpPr>
      <dsp:spPr>
        <a:xfrm>
          <a:off x="0" y="87569"/>
          <a:ext cx="5000124" cy="9981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Name </a:t>
          </a:r>
        </a:p>
      </dsp:txBody>
      <dsp:txXfrm>
        <a:off x="48726" y="136295"/>
        <a:ext cx="4902672" cy="900704"/>
      </dsp:txXfrm>
    </dsp:sp>
    <dsp:sp modelId="{CB261362-4001-4F91-A30C-CD5BB8D32C59}">
      <dsp:nvSpPr>
        <dsp:cNvPr id="0" name=""/>
        <dsp:cNvSpPr/>
      </dsp:nvSpPr>
      <dsp:spPr>
        <a:xfrm>
          <a:off x="0" y="1157725"/>
          <a:ext cx="5000124" cy="9981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Undergrad Institution and Major </a:t>
          </a:r>
        </a:p>
      </dsp:txBody>
      <dsp:txXfrm>
        <a:off x="48726" y="1206451"/>
        <a:ext cx="4902672" cy="900704"/>
      </dsp:txXfrm>
    </dsp:sp>
    <dsp:sp modelId="{486650F0-57DC-414A-ACDE-FB1B47533CDF}">
      <dsp:nvSpPr>
        <dsp:cNvPr id="0" name=""/>
        <dsp:cNvSpPr/>
      </dsp:nvSpPr>
      <dsp:spPr>
        <a:xfrm>
          <a:off x="0" y="2227881"/>
          <a:ext cx="5000124" cy="9981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Your hometown</a:t>
          </a:r>
        </a:p>
      </dsp:txBody>
      <dsp:txXfrm>
        <a:off x="48726" y="2276607"/>
        <a:ext cx="4902672" cy="900704"/>
      </dsp:txXfrm>
    </dsp:sp>
    <dsp:sp modelId="{440B373C-58C6-4233-99EF-DC0483410950}">
      <dsp:nvSpPr>
        <dsp:cNvPr id="0" name=""/>
        <dsp:cNvSpPr/>
      </dsp:nvSpPr>
      <dsp:spPr>
        <a:xfrm>
          <a:off x="0" y="3298038"/>
          <a:ext cx="5000124" cy="9981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Something Interesting about a Classmate</a:t>
          </a:r>
        </a:p>
      </dsp:txBody>
      <dsp:txXfrm>
        <a:off x="48726" y="3346764"/>
        <a:ext cx="4902672" cy="900704"/>
      </dsp:txXfrm>
    </dsp:sp>
    <dsp:sp modelId="{5381B310-6B79-47CB-BB23-ACC2C2426ACF}">
      <dsp:nvSpPr>
        <dsp:cNvPr id="0" name=""/>
        <dsp:cNvSpPr/>
      </dsp:nvSpPr>
      <dsp:spPr>
        <a:xfrm>
          <a:off x="0" y="4368194"/>
          <a:ext cx="5000124" cy="998156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is </a:t>
          </a:r>
          <a:r>
            <a:rPr lang="en-US" sz="2500" b="1" u="sng" kern="1200"/>
            <a:t>a</a:t>
          </a:r>
          <a:r>
            <a:rPr lang="en-US" sz="2500" kern="1200"/>
            <a:t> Role of a Lawyer?</a:t>
          </a:r>
        </a:p>
      </dsp:txBody>
      <dsp:txXfrm>
        <a:off x="48726" y="4416920"/>
        <a:ext cx="4902672" cy="90070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47C4C6D-B758-4131-A5FC-465BB95C64BC}">
      <dsp:nvSpPr>
        <dsp:cNvPr id="0" name=""/>
        <dsp:cNvSpPr/>
      </dsp:nvSpPr>
      <dsp:spPr>
        <a:xfrm>
          <a:off x="0" y="84604"/>
          <a:ext cx="5000124" cy="12714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Office in O’Quinn Building: 342L</a:t>
          </a:r>
        </a:p>
      </dsp:txBody>
      <dsp:txXfrm>
        <a:off x="62069" y="146673"/>
        <a:ext cx="4875986" cy="1147359"/>
      </dsp:txXfrm>
    </dsp:sp>
    <dsp:sp modelId="{05A9B92F-E067-4B79-86D3-D36319C89716}">
      <dsp:nvSpPr>
        <dsp:cNvPr id="0" name=""/>
        <dsp:cNvSpPr/>
      </dsp:nvSpPr>
      <dsp:spPr>
        <a:xfrm>
          <a:off x="0" y="1422342"/>
          <a:ext cx="5000124" cy="12714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Email:	</a:t>
          </a:r>
          <a:r>
            <a:rPr lang="en-US" sz="2300" u="sng" kern="1200">
              <a:hlinkClick xmlns:r="http://schemas.openxmlformats.org/officeDocument/2006/relationships" r:id="rId1"/>
            </a:rPr>
            <a:t>hatruske@central.uh.edu</a:t>
          </a:r>
          <a:endParaRPr lang="en-US" sz="2300" kern="1200"/>
        </a:p>
      </dsp:txBody>
      <dsp:txXfrm>
        <a:off x="62069" y="1484411"/>
        <a:ext cx="4875986" cy="1147359"/>
      </dsp:txXfrm>
    </dsp:sp>
    <dsp:sp modelId="{83BF49C6-20B1-48E5-9820-078862575D8F}">
      <dsp:nvSpPr>
        <dsp:cNvPr id="0" name=""/>
        <dsp:cNvSpPr/>
      </dsp:nvSpPr>
      <dsp:spPr>
        <a:xfrm>
          <a:off x="0" y="2760080"/>
          <a:ext cx="5000124" cy="12714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Office Telephone</a:t>
          </a:r>
          <a:r>
            <a:rPr lang="en-US" sz="2300" kern="1200"/>
            <a:t>: 713-743-4638</a:t>
          </a:r>
          <a:endParaRPr lang="en-US" sz="2300" kern="1200" dirty="0"/>
        </a:p>
      </dsp:txBody>
      <dsp:txXfrm>
        <a:off x="62069" y="2822149"/>
        <a:ext cx="4875986" cy="1147359"/>
      </dsp:txXfrm>
    </dsp:sp>
    <dsp:sp modelId="{E15F6BAB-815E-4B6F-9267-C65AB3A922E9}">
      <dsp:nvSpPr>
        <dsp:cNvPr id="0" name=""/>
        <dsp:cNvSpPr/>
      </dsp:nvSpPr>
      <dsp:spPr>
        <a:xfrm>
          <a:off x="0" y="4097817"/>
          <a:ext cx="5000124" cy="1271497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Office Hours: Tuesdays &amp; Thursdays 4:00 pm–5:00 pm; and via appointment</a:t>
          </a:r>
        </a:p>
      </dsp:txBody>
      <dsp:txXfrm>
        <a:off x="62069" y="4159886"/>
        <a:ext cx="4875986" cy="114735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71F7D34-B22E-4CC5-BF10-D2FB06872630}">
      <dsp:nvSpPr>
        <dsp:cNvPr id="0" name=""/>
        <dsp:cNvSpPr/>
      </dsp:nvSpPr>
      <dsp:spPr>
        <a:xfrm>
          <a:off x="0" y="2677"/>
          <a:ext cx="6572250" cy="4032000"/>
        </a:xfrm>
        <a:prstGeom prst="rightArrow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1BC65-6D82-4EEA-AEC5-361F0EE9C823}">
      <dsp:nvSpPr>
        <dsp:cNvPr id="0" name=""/>
        <dsp:cNvSpPr/>
      </dsp:nvSpPr>
      <dsp:spPr>
        <a:xfrm>
          <a:off x="533414" y="1010677"/>
          <a:ext cx="5381610" cy="2016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447040" rIns="0" bIns="44704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>
              <a:solidFill>
                <a:schemeClr val="bg1"/>
              </a:solidFill>
            </a:rPr>
            <a:t>Making</a:t>
          </a:r>
          <a:r>
            <a:rPr lang="en-US" sz="4400" kern="1200" baseline="0" dirty="0">
              <a:solidFill>
                <a:schemeClr val="bg1"/>
              </a:solidFill>
            </a:rPr>
            <a:t> a Legal Prediction</a:t>
          </a:r>
          <a:endParaRPr lang="en-US" sz="4400" kern="1200" dirty="0">
            <a:solidFill>
              <a:schemeClr val="bg1"/>
            </a:solidFill>
          </a:endParaRPr>
        </a:p>
      </dsp:txBody>
      <dsp:txXfrm>
        <a:off x="533414" y="1010677"/>
        <a:ext cx="5381610" cy="2016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F0FC6-F4F0-8E41-B8CB-7832EB071B19}">
      <dsp:nvSpPr>
        <dsp:cNvPr id="0" name=""/>
        <dsp:cNvSpPr/>
      </dsp:nvSpPr>
      <dsp:spPr>
        <a:xfrm>
          <a:off x="0" y="50872"/>
          <a:ext cx="4717670" cy="1228500"/>
        </a:xfrm>
        <a:prstGeom prst="round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Issue</a:t>
          </a:r>
        </a:p>
      </dsp:txBody>
      <dsp:txXfrm>
        <a:off x="59970" y="110842"/>
        <a:ext cx="4597730" cy="1108560"/>
      </dsp:txXfrm>
    </dsp:sp>
    <dsp:sp modelId="{E399D61E-26A0-854A-B4C5-FD6A4B5E3625}">
      <dsp:nvSpPr>
        <dsp:cNvPr id="0" name=""/>
        <dsp:cNvSpPr/>
      </dsp:nvSpPr>
      <dsp:spPr>
        <a:xfrm>
          <a:off x="0" y="1423372"/>
          <a:ext cx="4717670" cy="1228500"/>
        </a:xfrm>
        <a:prstGeom prst="roundRect">
          <a:avLst/>
        </a:prstGeom>
        <a:solidFill>
          <a:srgbClr val="FFC00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Rule </a:t>
          </a:r>
        </a:p>
      </dsp:txBody>
      <dsp:txXfrm>
        <a:off x="59970" y="1483342"/>
        <a:ext cx="4597730" cy="1108560"/>
      </dsp:txXfrm>
    </dsp:sp>
    <dsp:sp modelId="{A4ED34D1-A3A2-F845-AC9D-7D3A37D08E68}">
      <dsp:nvSpPr>
        <dsp:cNvPr id="0" name=""/>
        <dsp:cNvSpPr/>
      </dsp:nvSpPr>
      <dsp:spPr>
        <a:xfrm>
          <a:off x="0" y="2795872"/>
          <a:ext cx="4717670" cy="1228500"/>
        </a:xfrm>
        <a:prstGeom prst="roundRect">
          <a:avLst/>
        </a:prstGeom>
        <a:solidFill>
          <a:srgbClr val="00B0F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Application</a:t>
          </a:r>
        </a:p>
      </dsp:txBody>
      <dsp:txXfrm>
        <a:off x="59970" y="2855842"/>
        <a:ext cx="4597730" cy="1108560"/>
      </dsp:txXfrm>
    </dsp:sp>
    <dsp:sp modelId="{C2F5103A-5486-FF4C-A1DF-FA171AC6C9EA}">
      <dsp:nvSpPr>
        <dsp:cNvPr id="0" name=""/>
        <dsp:cNvSpPr/>
      </dsp:nvSpPr>
      <dsp:spPr>
        <a:xfrm>
          <a:off x="0" y="4168372"/>
          <a:ext cx="4717670" cy="1228500"/>
        </a:xfrm>
        <a:prstGeom prst="roundRect">
          <a:avLst/>
        </a:prstGeom>
        <a:solidFill>
          <a:srgbClr val="00B050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l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000" kern="1200"/>
            <a:t>Conclusion</a:t>
          </a:r>
        </a:p>
      </dsp:txBody>
      <dsp:txXfrm>
        <a:off x="59970" y="4228342"/>
        <a:ext cx="4597730" cy="110856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83DAD8-6D12-4C81-B984-ECDBCECE0D85}">
      <dsp:nvSpPr>
        <dsp:cNvPr id="0" name=""/>
        <dsp:cNvSpPr/>
      </dsp:nvSpPr>
      <dsp:spPr>
        <a:xfrm>
          <a:off x="0" y="158197"/>
          <a:ext cx="4717669" cy="83537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Get into your law firms and discuss Exercise 3.2.1 (15 minutes)</a:t>
          </a:r>
        </a:p>
      </dsp:txBody>
      <dsp:txXfrm>
        <a:off x="40780" y="198977"/>
        <a:ext cx="4636109" cy="753819"/>
      </dsp:txXfrm>
    </dsp:sp>
    <dsp:sp modelId="{CE6810D6-D975-4C78-96F1-ED8AA04225B9}">
      <dsp:nvSpPr>
        <dsp:cNvPr id="0" name=""/>
        <dsp:cNvSpPr/>
      </dsp:nvSpPr>
      <dsp:spPr>
        <a:xfrm>
          <a:off x="0" y="1054057"/>
          <a:ext cx="4717669" cy="835379"/>
        </a:xfrm>
        <a:prstGeom prst="roundRect">
          <a:avLst/>
        </a:prstGeom>
        <a:solidFill>
          <a:schemeClr val="accent5">
            <a:hueOff val="1163773"/>
            <a:satOff val="3877"/>
            <a:lumOff val="441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Focus on your answers to these questions</a:t>
          </a:r>
        </a:p>
      </dsp:txBody>
      <dsp:txXfrm>
        <a:off x="40780" y="1094837"/>
        <a:ext cx="4636109" cy="753819"/>
      </dsp:txXfrm>
    </dsp:sp>
    <dsp:sp modelId="{19272C5C-0309-4AA6-B22A-934F4C90F73D}">
      <dsp:nvSpPr>
        <dsp:cNvPr id="0" name=""/>
        <dsp:cNvSpPr/>
      </dsp:nvSpPr>
      <dsp:spPr>
        <a:xfrm>
          <a:off x="0" y="1889437"/>
          <a:ext cx="4717669" cy="25647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9786" tIns="26670" rIns="149352" bIns="2667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What was the issue before the court?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What was the governing rule?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Any sub-rules?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Both sides differed on whether “ship” could be included as “vehicle” under the statute. How and why? 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What argument did the court find more convincing? The dissent?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600" kern="1200" dirty="0"/>
            <a:t>Do you think a court would include a drone as a “motor vehicle”?</a:t>
          </a:r>
        </a:p>
      </dsp:txBody>
      <dsp:txXfrm>
        <a:off x="0" y="1889437"/>
        <a:ext cx="4717669" cy="2564729"/>
      </dsp:txXfrm>
    </dsp:sp>
    <dsp:sp modelId="{448C6342-F1DE-450C-B35A-6A82A20B834A}">
      <dsp:nvSpPr>
        <dsp:cNvPr id="0" name=""/>
        <dsp:cNvSpPr/>
      </dsp:nvSpPr>
      <dsp:spPr>
        <a:xfrm>
          <a:off x="0" y="4454167"/>
          <a:ext cx="4717669" cy="835379"/>
        </a:xfrm>
        <a:prstGeom prst="roundRect">
          <a:avLst/>
        </a:prstGeom>
        <a:solidFill>
          <a:schemeClr val="accent5">
            <a:hueOff val="2327545"/>
            <a:satOff val="7755"/>
            <a:lumOff val="882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100" kern="1200"/>
            <a:t>Be ready to share and appoint someone to speak for your firm</a:t>
          </a:r>
        </a:p>
      </dsp:txBody>
      <dsp:txXfrm>
        <a:off x="40780" y="4494947"/>
        <a:ext cx="4636109" cy="7538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2589C42-3C6F-4E4F-9F6F-C8233DDD9B5C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FE57EA-13D6-424E-9A71-65FFABB373D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255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BFE57EA-13D6-424E-9A71-65FFABB373D4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49078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E57EA-13D6-424E-9A71-65FFABB373D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57021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AA0725-9309-41CE-9CA4-0798B0FC23CB}" type="slidenum">
              <a:rPr lang="en-US"/>
              <a:pPr/>
              <a:t>3</a:t>
            </a:fld>
            <a:endParaRPr lang="en-US"/>
          </a:p>
        </p:txBody>
      </p:sp>
      <p:sp>
        <p:nvSpPr>
          <p:cNvPr id="102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2768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E57EA-13D6-424E-9A71-65FFABB373D4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280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E57EA-13D6-424E-9A71-65FFABB373D4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590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86488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550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FE57EA-13D6-424E-9A71-65FFABB373D4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135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400" dirty="0">
                <a:ea typeface="ＭＳ Ｐゴシック" pitchFamily="34" charset="-128"/>
              </a:rPr>
              <a:t>THIS IS WHY WE BRIEF CASES TO TRACK THESE SAME TOPICS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</a:pPr>
            <a:fld id="{905CF9ED-F1B3-4B52-BC40-CE288A119B97}" type="slidenum">
              <a:rPr lang="en-US" altLang="en-US" sz="1200"/>
              <a:pPr eaLnBrk="1" hangingPunct="1">
                <a:spcBef>
                  <a:spcPct val="0"/>
                </a:spcBef>
              </a:pPr>
              <a:t>15</a:t>
            </a:fld>
            <a:endParaRPr lang="en-US" altLang="en-US" sz="1200"/>
          </a:p>
        </p:txBody>
      </p:sp>
    </p:spTree>
    <p:extLst>
      <p:ext uri="{BB962C8B-B14F-4D97-AF65-F5344CB8AC3E}">
        <p14:creationId xmlns:p14="http://schemas.microsoft.com/office/powerpoint/2010/main" val="36352370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1400">
                <a:ea typeface="ＭＳ Ｐゴシック" pitchFamily="34" charset="-128"/>
              </a:rPr>
              <a:t>THIS IS WHY WE BRIEF CASES TO TRACK THESE SAME TOPICS</a:t>
            </a:r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30000"/>
              </a:spcBef>
              <a:defRPr sz="11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30000"/>
              </a:spcBef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000">
                <a:solidFill>
                  <a:schemeClr val="tx1"/>
                </a:solidFill>
                <a:latin typeface="Calibri" pitchFamily="34" charset="0"/>
                <a:ea typeface="ＭＳ Ｐゴシック" pitchFamily="34" charset="-128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5CF9ED-F1B3-4B52-BC40-CE288A119B97}" type="slidenum">
              <a:rPr kumimoji="0" lang="en-US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34" charset="-128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34" charset="-128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FE57EA-13D6-424E-9A71-65FFABB373D4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7037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803405"/>
            <a:ext cx="73152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632201"/>
            <a:ext cx="73152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177" indent="0" algn="ctr">
              <a:buNone/>
              <a:defRPr sz="2000"/>
            </a:lvl2pPr>
            <a:lvl3pPr marL="914353" indent="0" algn="ctr">
              <a:buNone/>
              <a:defRPr sz="1800"/>
            </a:lvl3pPr>
            <a:lvl4pPr marL="1371530" indent="0" algn="ctr">
              <a:buNone/>
              <a:defRPr sz="1600"/>
            </a:lvl4pPr>
            <a:lvl5pPr marL="1828706" indent="0" algn="ctr">
              <a:buNone/>
              <a:defRPr sz="1600"/>
            </a:lvl5pPr>
            <a:lvl6pPr marL="2285883" indent="0" algn="ctr">
              <a:buNone/>
              <a:defRPr sz="1600"/>
            </a:lvl6pPr>
            <a:lvl7pPr marL="2743060" indent="0" algn="ctr">
              <a:buNone/>
              <a:defRPr sz="1600"/>
            </a:lvl7pPr>
            <a:lvl8pPr marL="3200236" indent="0" algn="ctr">
              <a:buNone/>
              <a:defRPr sz="1600"/>
            </a:lvl8pPr>
            <a:lvl9pPr marL="3657413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932171" y="4323846"/>
            <a:ext cx="2297429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4323847"/>
            <a:ext cx="488061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057900" y="1430868"/>
            <a:ext cx="2171700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1263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370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5"/>
            <a:ext cx="7955280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1" y="3641726"/>
            <a:ext cx="7955281" cy="1354134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17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3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2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2"/>
            <a:ext cx="667173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86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94361" y="2194560"/>
            <a:ext cx="3910579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2099" y="2194560"/>
            <a:ext cx="3907540" cy="40690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064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71700" y="762000"/>
            <a:ext cx="637794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1280" y="2183802"/>
            <a:ext cx="3683659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359" y="3132668"/>
            <a:ext cx="3910579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9019" y="2183802"/>
            <a:ext cx="368062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2098" y="3132668"/>
            <a:ext cx="3907541" cy="31309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67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278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64908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30861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746760"/>
            <a:ext cx="4663440" cy="551688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308610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5086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1524000"/>
            <a:ext cx="407573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77524" y="751242"/>
            <a:ext cx="3674234" cy="551239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3124200"/>
            <a:ext cx="4075730" cy="3139440"/>
          </a:xfrm>
        </p:spPr>
        <p:txBody>
          <a:bodyPr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98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55" y="4697362"/>
            <a:ext cx="7956482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94355" y="977035"/>
            <a:ext cx="7950260" cy="3406972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177" indent="0">
              <a:buNone/>
              <a:defRPr sz="2800"/>
            </a:lvl2pPr>
            <a:lvl3pPr marL="914353" indent="0">
              <a:buNone/>
              <a:defRPr sz="2400"/>
            </a:lvl3pPr>
            <a:lvl4pPr marL="1371530" indent="0">
              <a:buNone/>
              <a:defRPr sz="2000"/>
            </a:lvl4pPr>
            <a:lvl5pPr marL="1828706" indent="0">
              <a:buNone/>
              <a:defRPr sz="2000"/>
            </a:lvl5pPr>
            <a:lvl6pPr marL="2285883" indent="0">
              <a:buNone/>
              <a:defRPr sz="2000"/>
            </a:lvl6pPr>
            <a:lvl7pPr marL="2743060" indent="0">
              <a:buNone/>
              <a:defRPr sz="2000"/>
            </a:lvl7pPr>
            <a:lvl8pPr marL="3200236" indent="0">
              <a:buNone/>
              <a:defRPr sz="2000"/>
            </a:lvl8pPr>
            <a:lvl9pPr marL="3657413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4360" y="5516716"/>
            <a:ext cx="7955280" cy="746924"/>
          </a:xfrm>
        </p:spPr>
        <p:txBody>
          <a:bodyPr/>
          <a:lstStyle>
            <a:lvl1pPr marL="0" indent="0" algn="l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89201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4360" y="753534"/>
            <a:ext cx="795528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649135"/>
            <a:ext cx="7772400" cy="1330852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81002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2"/>
            <a:ext cx="667174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4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351" y="753534"/>
            <a:ext cx="7613650" cy="2756234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77899" y="3509769"/>
            <a:ext cx="7194552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174598"/>
            <a:ext cx="7778752" cy="821265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8100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9439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2"/>
            <a:ext cx="667174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231458" y="807721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6733" y="302133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51737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124703"/>
            <a:ext cx="7774782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92" y="3648317"/>
            <a:ext cx="7773608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177" indent="0">
              <a:buNone/>
              <a:defRPr sz="1400"/>
            </a:lvl2pPr>
            <a:lvl3pPr marL="914353" indent="0">
              <a:buNone/>
              <a:defRPr sz="1200"/>
            </a:lvl3pPr>
            <a:lvl4pPr marL="1371530" indent="0">
              <a:buNone/>
              <a:defRPr sz="1000"/>
            </a:lvl4pPr>
            <a:lvl5pPr marL="1828706" indent="0">
              <a:buNone/>
              <a:defRPr sz="1000"/>
            </a:lvl5pPr>
            <a:lvl6pPr marL="2285883" indent="0">
              <a:buNone/>
              <a:defRPr sz="1000"/>
            </a:lvl6pPr>
            <a:lvl7pPr marL="2743060" indent="0">
              <a:buNone/>
              <a:defRPr sz="1000"/>
            </a:lvl7pPr>
            <a:lvl8pPr marL="3200236" indent="0">
              <a:buNone/>
              <a:defRPr sz="1000"/>
            </a:lvl8pPr>
            <a:lvl9pPr marL="365741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562176" y="378885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4360" y="378885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82466" y="381002"/>
            <a:ext cx="667174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5735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171702" y="762001"/>
            <a:ext cx="6377939" cy="13038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94361" y="2202080"/>
            <a:ext cx="2560320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94360" y="2904565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02237" y="2201333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00781" y="2904068"/>
            <a:ext cx="2560320" cy="335957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9319" y="2192867"/>
            <a:ext cx="2560320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9320" y="2904565"/>
            <a:ext cx="2560320" cy="335907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495618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77" indent="0">
              <a:buNone/>
              <a:defRPr sz="1600"/>
            </a:lvl2pPr>
            <a:lvl3pPr marL="914353" indent="0">
              <a:buNone/>
              <a:defRPr sz="1600"/>
            </a:lvl3pPr>
            <a:lvl4pPr marL="1371530" indent="0">
              <a:buNone/>
              <a:defRPr sz="1600"/>
            </a:lvl4pPr>
            <a:lvl5pPr marL="1828706" indent="0">
              <a:buNone/>
              <a:defRPr sz="1600"/>
            </a:lvl5pPr>
            <a:lvl6pPr marL="2285883" indent="0">
              <a:buNone/>
              <a:defRPr sz="1600"/>
            </a:lvl6pPr>
            <a:lvl7pPr marL="2743060" indent="0">
              <a:buNone/>
              <a:defRPr sz="1600"/>
            </a:lvl7pPr>
            <a:lvl8pPr marL="3200236" indent="0">
              <a:buNone/>
              <a:defRPr sz="1600"/>
            </a:lvl8pPr>
            <a:lvl9pPr marL="3657413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4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77" indent="0">
              <a:buNone/>
              <a:defRPr sz="1600"/>
            </a:lvl2pPr>
            <a:lvl3pPr marL="914353" indent="0">
              <a:buNone/>
              <a:defRPr sz="1600"/>
            </a:lvl3pPr>
            <a:lvl4pPr marL="1371530" indent="0">
              <a:buNone/>
              <a:defRPr sz="1600"/>
            </a:lvl4pPr>
            <a:lvl5pPr marL="1828706" indent="0">
              <a:buNone/>
              <a:defRPr sz="1600"/>
            </a:lvl5pPr>
            <a:lvl6pPr marL="2285883" indent="0">
              <a:buNone/>
              <a:defRPr sz="1600"/>
            </a:lvl6pPr>
            <a:lvl7pPr marL="2743060" indent="0">
              <a:buNone/>
              <a:defRPr sz="1600"/>
            </a:lvl7pPr>
            <a:lvl8pPr marL="3200236" indent="0">
              <a:buNone/>
              <a:defRPr sz="1600"/>
            </a:lvl8pPr>
            <a:lvl9pPr marL="3657413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2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0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177" indent="0">
              <a:buNone/>
              <a:defRPr sz="2000" b="1"/>
            </a:lvl2pPr>
            <a:lvl3pPr marL="914353" indent="0">
              <a:buNone/>
              <a:defRPr sz="1800" b="1"/>
            </a:lvl3pPr>
            <a:lvl4pPr marL="1371530" indent="0">
              <a:buNone/>
              <a:defRPr sz="1600" b="1"/>
            </a:lvl4pPr>
            <a:lvl5pPr marL="1828706" indent="0">
              <a:buNone/>
              <a:defRPr sz="1600" b="1"/>
            </a:lvl5pPr>
            <a:lvl6pPr marL="2285883" indent="0">
              <a:buNone/>
              <a:defRPr sz="1600" b="1"/>
            </a:lvl6pPr>
            <a:lvl7pPr marL="2743060" indent="0">
              <a:buNone/>
              <a:defRPr sz="1600" b="1"/>
            </a:lvl7pPr>
            <a:lvl8pPr marL="3200236" indent="0">
              <a:buNone/>
              <a:defRPr sz="1600" b="1"/>
            </a:lvl8pPr>
            <a:lvl9pPr marL="365741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1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77" indent="0">
              <a:buNone/>
              <a:defRPr sz="1600"/>
            </a:lvl2pPr>
            <a:lvl3pPr marL="914353" indent="0">
              <a:buNone/>
              <a:defRPr sz="1600"/>
            </a:lvl3pPr>
            <a:lvl4pPr marL="1371530" indent="0">
              <a:buNone/>
              <a:defRPr sz="1600"/>
            </a:lvl4pPr>
            <a:lvl5pPr marL="1828706" indent="0">
              <a:buNone/>
              <a:defRPr sz="1600"/>
            </a:lvl5pPr>
            <a:lvl6pPr marL="2285883" indent="0">
              <a:buNone/>
              <a:defRPr sz="1600"/>
            </a:lvl6pPr>
            <a:lvl7pPr marL="2743060" indent="0">
              <a:buNone/>
              <a:defRPr sz="1600"/>
            </a:lvl7pPr>
            <a:lvl8pPr marL="3200236" indent="0">
              <a:buNone/>
              <a:defRPr sz="1600"/>
            </a:lvl8pPr>
            <a:lvl9pPr marL="3657413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1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177" indent="0">
              <a:buNone/>
              <a:defRPr sz="1200"/>
            </a:lvl2pPr>
            <a:lvl3pPr marL="914353" indent="0">
              <a:buNone/>
              <a:defRPr sz="1000"/>
            </a:lvl3pPr>
            <a:lvl4pPr marL="1371530" indent="0">
              <a:buNone/>
              <a:defRPr sz="900"/>
            </a:lvl4pPr>
            <a:lvl5pPr marL="1828706" indent="0">
              <a:buNone/>
              <a:defRPr sz="900"/>
            </a:lvl5pPr>
            <a:lvl6pPr marL="2285883" indent="0">
              <a:buNone/>
              <a:defRPr sz="900"/>
            </a:lvl6pPr>
            <a:lvl7pPr marL="2743060" indent="0">
              <a:buNone/>
              <a:defRPr sz="900"/>
            </a:lvl7pPr>
            <a:lvl8pPr marL="3200236" indent="0">
              <a:buNone/>
              <a:defRPr sz="900"/>
            </a:lvl8pPr>
            <a:lvl9pPr marL="365741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289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0" y="2194560"/>
            <a:ext cx="7955280" cy="40690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95017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95862"/>
            <a:ext cx="9144000" cy="1862138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06590" y="747184"/>
            <a:ext cx="1543050" cy="424867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94361" y="746126"/>
            <a:ext cx="6278035" cy="42497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562176" y="381002"/>
            <a:ext cx="218313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94360" y="381002"/>
            <a:ext cx="4830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82466" y="381002"/>
            <a:ext cx="667174" cy="365125"/>
          </a:xfr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7540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732235" y="187523"/>
            <a:ext cx="7679531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Shape 89"/>
          <p:cNvSpPr>
            <a:spLocks noGrp="1"/>
          </p:cNvSpPr>
          <p:nvPr>
            <p:ph type="body" idx="1"/>
          </p:nvPr>
        </p:nvSpPr>
        <p:spPr>
          <a:xfrm>
            <a:off x="732235" y="1946672"/>
            <a:ext cx="7679531" cy="4018359"/>
          </a:xfrm>
          <a:prstGeom prst="rect">
            <a:avLst/>
          </a:prstGeom>
        </p:spPr>
        <p:txBody>
          <a:bodyPr anchor="t"/>
          <a:lstStyle>
            <a:lvl1pPr marL="312528" indent="-312528">
              <a:buBlip>
                <a:blip r:embed="rId2"/>
              </a:buBlip>
            </a:lvl1pPr>
            <a:lvl2pPr marL="625056" indent="-312528">
              <a:buBlip>
                <a:blip r:embed="rId2"/>
              </a:buBlip>
            </a:lvl2pPr>
            <a:lvl3pPr marL="937584" indent="-312528">
              <a:buBlip>
                <a:blip r:embed="rId2"/>
              </a:buBlip>
            </a:lvl3pPr>
            <a:lvl4pPr marL="1250112" indent="-312528">
              <a:buBlip>
                <a:blip r:embed="rId2"/>
              </a:buBlip>
            </a:lvl4pPr>
            <a:lvl5pPr marL="1562640" indent="-312528"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0244855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Shape 97"/>
          <p:cNvSpPr>
            <a:spLocks noGrp="1"/>
          </p:cNvSpPr>
          <p:nvPr>
            <p:ph type="pic" sz="quarter" idx="13"/>
          </p:nvPr>
        </p:nvSpPr>
        <p:spPr>
          <a:xfrm>
            <a:off x="5375672" y="1946672"/>
            <a:ext cx="3018234" cy="4018359"/>
          </a:xfrm>
          <a:prstGeom prst="rect">
            <a:avLst/>
          </a:prstGeom>
          <a:ln w="9525">
            <a:round/>
          </a:ln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98" name="Shape 98"/>
          <p:cNvSpPr>
            <a:spLocks noGrp="1"/>
          </p:cNvSpPr>
          <p:nvPr>
            <p:ph type="title"/>
          </p:nvPr>
        </p:nvSpPr>
        <p:spPr>
          <a:xfrm>
            <a:off x="732235" y="187523"/>
            <a:ext cx="7679531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99" name="Shape 99"/>
          <p:cNvSpPr>
            <a:spLocks noGrp="1"/>
          </p:cNvSpPr>
          <p:nvPr>
            <p:ph type="body" sz="half" idx="1"/>
          </p:nvPr>
        </p:nvSpPr>
        <p:spPr>
          <a:xfrm>
            <a:off x="732234" y="1946672"/>
            <a:ext cx="3750469" cy="4018359"/>
          </a:xfrm>
          <a:prstGeom prst="rect">
            <a:avLst/>
          </a:prstGeom>
        </p:spPr>
        <p:txBody>
          <a:bodyPr/>
          <a:lstStyle>
            <a:lvl1pPr marL="267881" indent="-267881">
              <a:spcBef>
                <a:spcPts val="1969"/>
              </a:spcBef>
              <a:buBlip>
                <a:blip r:embed="rId2"/>
              </a:buBlip>
              <a:defRPr sz="2109"/>
            </a:lvl1pPr>
            <a:lvl2pPr marL="535762" indent="-267881">
              <a:spcBef>
                <a:spcPts val="1969"/>
              </a:spcBef>
              <a:buBlip>
                <a:blip r:embed="rId2"/>
              </a:buBlip>
              <a:defRPr sz="2109"/>
            </a:lvl2pPr>
            <a:lvl3pPr marL="803643" indent="-267881">
              <a:spcBef>
                <a:spcPts val="1969"/>
              </a:spcBef>
              <a:buBlip>
                <a:blip r:embed="rId2"/>
              </a:buBlip>
              <a:defRPr sz="2109"/>
            </a:lvl3pPr>
            <a:lvl4pPr marL="1071524" indent="-267881">
              <a:spcBef>
                <a:spcPts val="1969"/>
              </a:spcBef>
              <a:buBlip>
                <a:blip r:embed="rId2"/>
              </a:buBlip>
              <a:defRPr sz="2109"/>
            </a:lvl4pPr>
            <a:lvl5pPr marL="1339406" indent="-267881">
              <a:spcBef>
                <a:spcPts val="1969"/>
              </a:spcBef>
              <a:buBlip>
                <a:blip r:embed="rId2"/>
              </a:buBlip>
              <a:defRPr sz="2109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0" name="Shape 10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17530085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1182-77A3-268C-42EA-5815421AA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F0EBE-68DE-746F-2237-1C76B053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617B-FB64-B5F2-430E-29E8FCF0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4AE3E-CE37-C27F-87BD-7F90E36D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FD360-68D8-EC68-0D7F-49F6378A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1956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1E22-973C-D607-BD26-5418702C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91A9-D7B6-D088-1C5E-FC5D9612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D66D-0E64-F54F-ED7D-67C0706A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737AB-A046-863F-9C5E-6EA6BB5E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7400-CAB6-8EC1-BDAA-B11287F7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28200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F844-A49E-67BD-E96A-8F69EE83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6D6E-352A-C5A3-03CF-103C303B2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84C-A932-31D1-3B01-10D46301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4E22-B53F-B837-2D3F-66EC5D20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C4FF-51EE-4EA2-641A-B22162B1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9361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FC51-45DB-CC87-6BA9-7B86AC6A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73F2-813A-2078-3F67-84EB5EE5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019B9-25DF-E302-F19B-B2AB0F11D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7FB4C-CEBB-3FAB-3942-2972E217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F83C9-E2F2-4C48-FD96-8D27FC90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C6352-BD8B-F219-ABCB-E966A5A8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98503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4103-81E5-D747-20C1-C4D80DD1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80446-E030-035B-5810-8368E5B9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429F2-0FE2-DFF0-6BDD-21ECD974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37F83-326C-746C-F7C5-D276126FC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4C460-9262-5D30-C14B-61236FB49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F6F178-E1D2-7364-F956-D205FA44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0509D-99C4-43AD-C33A-B6C06731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4894B-FE0D-4DEE-8720-DA93507E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14642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3D88-3A7C-2575-4387-4E251068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FAF2F-25D8-8BF5-EDFD-8947397C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DEBCF-05D0-75B8-29A2-73AAF022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07E5F-64E4-3386-BF55-668991BA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66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84EDE-3E0D-3051-40CE-80DD7530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00D91-C51E-163B-EAEA-3DF5500C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25458-28F1-7E8E-CB12-47D62350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23123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628B-9930-561A-F409-5E8A7FD2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9842-161C-614C-7027-3B7606B2D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718FF-E65C-3F25-1AC4-660B0752E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8C0A1-B371-0AD2-0D8A-517883C7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82FB7-7304-A219-87CD-4CD6B4E2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F7068-AC25-037A-124E-C015A4B2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523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206B-BCE6-CEF9-9058-DEBAE2FF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A602C-231F-4C64-90AB-6643E96A1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6EC96-0CE9-9E30-72D5-49452522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43C0-A858-2501-65E0-7173F970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DB91C-F9A4-9FBA-B7B4-0EA3CB4D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C84FB-8565-BF05-BE81-34BD783C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06444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1E71-8A4E-06A2-D12B-4E9B67EE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F6F12-0192-4219-67FB-1C9EC6AC4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57C71-043E-1EF9-445A-CE742DBE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A13B-8499-0266-0293-821B4ACC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F7CE-657A-6373-93CC-A05B65C6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68789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E3FE1-AA9A-14D7-46B2-7F7CC882D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C8B0-10B6-F742-558E-22FD6F130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5EFA-9731-5D3A-1F50-955CE027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EBADC-6E34-1032-F62D-87ADD259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AFE74-7181-EECE-8BAD-45E0C4EB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33750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732235" y="187523"/>
            <a:ext cx="7679531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Shape 89"/>
          <p:cNvSpPr>
            <a:spLocks noGrp="1"/>
          </p:cNvSpPr>
          <p:nvPr>
            <p:ph type="body" idx="1"/>
          </p:nvPr>
        </p:nvSpPr>
        <p:spPr>
          <a:xfrm>
            <a:off x="732235" y="1946672"/>
            <a:ext cx="7679531" cy="4018359"/>
          </a:xfrm>
          <a:prstGeom prst="rect">
            <a:avLst/>
          </a:prstGeom>
        </p:spPr>
        <p:txBody>
          <a:bodyPr anchor="t"/>
          <a:lstStyle>
            <a:lvl1pPr marL="312528" indent="-312528">
              <a:buBlip>
                <a:blip r:embed="rId2"/>
              </a:buBlip>
            </a:lvl1pPr>
            <a:lvl2pPr marL="625056" indent="-312528">
              <a:buBlip>
                <a:blip r:embed="rId2"/>
              </a:buBlip>
            </a:lvl2pPr>
            <a:lvl3pPr marL="937584" indent="-312528">
              <a:buBlip>
                <a:blip r:embed="rId2"/>
              </a:buBlip>
            </a:lvl3pPr>
            <a:lvl4pPr marL="1250112" indent="-312528">
              <a:buBlip>
                <a:blip r:embed="rId2"/>
              </a:buBlip>
            </a:lvl4pPr>
            <a:lvl5pPr marL="1562640" indent="-312528"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3126264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C1182-77A3-268C-42EA-5815421AA9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8F0EBE-68DE-746F-2237-1C76B05301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68617B-FB64-B5F2-430E-29E8FCF0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4AE3E-CE37-C27F-87BD-7F90E36DF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FD360-68D8-EC68-0D7F-49F6378AB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293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491E22-973C-D607-BD26-5418702C9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6D91A9-D7B6-D088-1C5E-FC5D9612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10D66D-0E64-F54F-ED7D-67C0706A0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737AB-A046-863F-9C5E-6EA6BB5E6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07400-CAB6-8EC1-BDAA-B11287F75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29072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4CF844-A49E-67BD-E96A-8F69EE83F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EA6D6E-352A-C5A3-03CF-103C303B27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82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82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90184C-A932-31D1-3B01-10D463019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1A4E22-B53F-B837-2D3F-66EC5D201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89C4FF-51EE-4EA2-641A-B22162B12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29743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FC51-45DB-CC87-6BA9-7B86AC6A3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A73F2-813A-2078-3F67-84EB5EE55D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3019B9-25DF-E302-F19B-B2AB0F11D5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E7FB4C-CEBB-3FAB-3942-2972E2178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4F83C9-E2F2-4C48-FD96-8D27FC905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EC6352-BD8B-F219-ABCB-E966A5A8C7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29974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A84103-81E5-D747-20C1-C4D80DD1A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80446-E030-035B-5810-8368E5B9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4429F2-0FE2-DFF0-6BDD-21ECD974C1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37F83-326C-746C-F7C5-D276126FC9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14C460-9262-5D30-C14B-61236FB494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F6F178-E1D2-7364-F956-D205FA447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0509D-99C4-43AD-C33A-B6C06731E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4894B-FE0D-4DEE-8720-DA93507E4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2659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C3D88-3A7C-2575-4387-4E251068D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0FAF2F-25D8-8BF5-EDFD-8947397C9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7DEBCF-05D0-75B8-29A2-73AAF022C6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507E5F-64E4-3386-BF55-668991BAD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81560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C84EDE-3E0D-3051-40CE-80DD753083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D00D91-C51E-163B-EAEA-3DF5500CB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25458-28F1-7E8E-CB12-47D623505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57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5628B-9930-561A-F409-5E8A7FD24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19842-161C-614C-7027-3B7606B2D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A718FF-E65C-3F25-1AC4-660B0752E9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18C0A1-B371-0AD2-0D8A-517883C7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D82FB7-7304-A219-87CD-4CD6B4E2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3F7068-AC25-037A-124E-C015A4B28E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8988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3206B-BCE6-CEF9-9058-DEBAE2FFC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2A602C-231F-4C64-90AB-6643E96A13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6EC96-0CE9-9E30-72D5-494525227F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E743C0-A858-2501-65E0-7173F970DA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EDB91C-F9A4-9FBA-B7B4-0EA3CB4D5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C84FB-8565-BF05-BE81-34BD783CC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05615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61E71-8A4E-06A2-D12B-4E9B67EE7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AF6F12-0192-4219-67FB-1C9EC6AC4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57C71-043E-1EF9-445A-CE742DBEC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5A13B-8499-0266-0293-821B4ACCD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5F7CE-657A-6373-93CC-A05B65C600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549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3E3FE1-AA9A-14D7-46B2-7F7CC882D9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53C8B0-10B6-F742-558E-22FD6F1305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D5EFA-9731-5D3A-1F50-955CE027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AEBADC-6E34-1032-F62D-87ADD2596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AFE74-7181-EECE-8BAD-45E0C4EB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26520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>
            <a:spLocks noGrp="1"/>
          </p:cNvSpPr>
          <p:nvPr>
            <p:ph type="title"/>
          </p:nvPr>
        </p:nvSpPr>
        <p:spPr>
          <a:xfrm>
            <a:off x="732236" y="187523"/>
            <a:ext cx="7679531" cy="17145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558AAB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89" name="Shape 89"/>
          <p:cNvSpPr>
            <a:spLocks noGrp="1"/>
          </p:cNvSpPr>
          <p:nvPr>
            <p:ph type="body" idx="1"/>
          </p:nvPr>
        </p:nvSpPr>
        <p:spPr>
          <a:xfrm>
            <a:off x="732236" y="1946674"/>
            <a:ext cx="7679531" cy="4018359"/>
          </a:xfrm>
          <a:prstGeom prst="rect">
            <a:avLst/>
          </a:prstGeom>
        </p:spPr>
        <p:txBody>
          <a:bodyPr anchor="t"/>
          <a:lstStyle>
            <a:lvl1pPr marL="234396" indent="-234396">
              <a:buBlip>
                <a:blip r:embed="rId2"/>
              </a:buBlip>
            </a:lvl1pPr>
            <a:lvl2pPr marL="468792" indent="-234396">
              <a:buBlip>
                <a:blip r:embed="rId2"/>
              </a:buBlip>
            </a:lvl2pPr>
            <a:lvl3pPr marL="703188" indent="-234396">
              <a:buBlip>
                <a:blip r:embed="rId2"/>
              </a:buBlip>
            </a:lvl3pPr>
            <a:lvl4pPr marL="937584" indent="-234396">
              <a:buBlip>
                <a:blip r:embed="rId2"/>
              </a:buBlip>
            </a:lvl4pPr>
            <a:lvl5pPr marL="1171980" indent="-234396">
              <a:buBlip>
                <a:blip r:embed="rId2"/>
              </a:buBlip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0" name="Shape 9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3357102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171702" y="762000"/>
            <a:ext cx="6381984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94360" y="4113342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883" indent="0">
              <a:buNone/>
              <a:defRPr sz="1500" b="1"/>
            </a:lvl2pPr>
            <a:lvl3pPr marL="685765" indent="0">
              <a:buNone/>
              <a:defRPr sz="1350" b="1"/>
            </a:lvl3pPr>
            <a:lvl4pPr marL="1028648" indent="0">
              <a:buNone/>
              <a:defRPr sz="1200" b="1"/>
            </a:lvl4pPr>
            <a:lvl5pPr marL="1371530" indent="0">
              <a:buNone/>
              <a:defRPr sz="1200" b="1"/>
            </a:lvl5pPr>
            <a:lvl6pPr marL="1714412" indent="0">
              <a:buNone/>
              <a:defRPr sz="1200" b="1"/>
            </a:lvl6pPr>
            <a:lvl7pPr marL="2057295" indent="0">
              <a:buNone/>
              <a:defRPr sz="1200" b="1"/>
            </a:lvl7pPr>
            <a:lvl8pPr marL="2400177" indent="0">
              <a:buNone/>
              <a:defRPr sz="1200" b="1"/>
            </a:lvl8pPr>
            <a:lvl9pPr marL="274306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94360" y="2331720"/>
            <a:ext cx="2560320" cy="15073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83" indent="0">
              <a:buNone/>
              <a:defRPr sz="1200"/>
            </a:lvl2pPr>
            <a:lvl3pPr marL="685765" indent="0">
              <a:buNone/>
              <a:defRPr sz="1200"/>
            </a:lvl3pPr>
            <a:lvl4pPr marL="1028648" indent="0">
              <a:buNone/>
              <a:defRPr sz="1200"/>
            </a:lvl4pPr>
            <a:lvl5pPr marL="1371530" indent="0">
              <a:buNone/>
              <a:defRPr sz="1200"/>
            </a:lvl5pPr>
            <a:lvl6pPr marL="1714412" indent="0">
              <a:buNone/>
              <a:defRPr sz="1200"/>
            </a:lvl6pPr>
            <a:lvl7pPr marL="2057295" indent="0">
              <a:buNone/>
              <a:defRPr sz="1200"/>
            </a:lvl7pPr>
            <a:lvl8pPr marL="2400177" indent="0">
              <a:buNone/>
              <a:defRPr sz="1200"/>
            </a:lvl8pPr>
            <a:lvl9pPr marL="274306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94360" y="4796106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883" indent="0">
              <a:buNone/>
              <a:defRPr sz="900"/>
            </a:lvl2pPr>
            <a:lvl3pPr marL="685765" indent="0">
              <a:buNone/>
              <a:defRPr sz="750"/>
            </a:lvl3pPr>
            <a:lvl4pPr marL="1028648" indent="0">
              <a:buNone/>
              <a:defRPr sz="675"/>
            </a:lvl4pPr>
            <a:lvl5pPr marL="1371530" indent="0">
              <a:buNone/>
              <a:defRPr sz="675"/>
            </a:lvl5pPr>
            <a:lvl6pPr marL="1714412" indent="0">
              <a:buNone/>
              <a:defRPr sz="675"/>
            </a:lvl6pPr>
            <a:lvl7pPr marL="2057295" indent="0">
              <a:buNone/>
              <a:defRPr sz="675"/>
            </a:lvl7pPr>
            <a:lvl8pPr marL="2400177" indent="0">
              <a:buNone/>
              <a:defRPr sz="675"/>
            </a:lvl8pPr>
            <a:lvl9pPr marL="274306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91873" y="4113342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883" indent="0">
              <a:buNone/>
              <a:defRPr sz="1500" b="1"/>
            </a:lvl2pPr>
            <a:lvl3pPr marL="685765" indent="0">
              <a:buNone/>
              <a:defRPr sz="1350" b="1"/>
            </a:lvl3pPr>
            <a:lvl4pPr marL="1028648" indent="0">
              <a:buNone/>
              <a:defRPr sz="1200" b="1"/>
            </a:lvl4pPr>
            <a:lvl5pPr marL="1371530" indent="0">
              <a:buNone/>
              <a:defRPr sz="1200" b="1"/>
            </a:lvl5pPr>
            <a:lvl6pPr marL="1714412" indent="0">
              <a:buNone/>
              <a:defRPr sz="1200" b="1"/>
            </a:lvl6pPr>
            <a:lvl7pPr marL="2057295" indent="0">
              <a:buNone/>
              <a:defRPr sz="1200" b="1"/>
            </a:lvl7pPr>
            <a:lvl8pPr marL="2400177" indent="0">
              <a:buNone/>
              <a:defRPr sz="1200" b="1"/>
            </a:lvl8pPr>
            <a:lvl9pPr marL="274306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291872" y="2331720"/>
            <a:ext cx="2560320" cy="1509862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83" indent="0">
              <a:buNone/>
              <a:defRPr sz="1200"/>
            </a:lvl2pPr>
            <a:lvl3pPr marL="685765" indent="0">
              <a:buNone/>
              <a:defRPr sz="1200"/>
            </a:lvl3pPr>
            <a:lvl4pPr marL="1028648" indent="0">
              <a:buNone/>
              <a:defRPr sz="1200"/>
            </a:lvl4pPr>
            <a:lvl5pPr marL="1371530" indent="0">
              <a:buNone/>
              <a:defRPr sz="1200"/>
            </a:lvl5pPr>
            <a:lvl6pPr marL="1714412" indent="0">
              <a:buNone/>
              <a:defRPr sz="1200"/>
            </a:lvl6pPr>
            <a:lvl7pPr marL="2057295" indent="0">
              <a:buNone/>
              <a:defRPr sz="1200"/>
            </a:lvl7pPr>
            <a:lvl8pPr marL="2400177" indent="0">
              <a:buNone/>
              <a:defRPr sz="1200"/>
            </a:lvl8pPr>
            <a:lvl9pPr marL="274306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290858" y="4796104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883" indent="0">
              <a:buNone/>
              <a:defRPr sz="900"/>
            </a:lvl2pPr>
            <a:lvl3pPr marL="685765" indent="0">
              <a:buNone/>
              <a:defRPr sz="750"/>
            </a:lvl3pPr>
            <a:lvl4pPr marL="1028648" indent="0">
              <a:buNone/>
              <a:defRPr sz="675"/>
            </a:lvl4pPr>
            <a:lvl5pPr marL="1371530" indent="0">
              <a:buNone/>
              <a:defRPr sz="675"/>
            </a:lvl5pPr>
            <a:lvl6pPr marL="1714412" indent="0">
              <a:buNone/>
              <a:defRPr sz="675"/>
            </a:lvl6pPr>
            <a:lvl7pPr marL="2057295" indent="0">
              <a:buNone/>
              <a:defRPr sz="675"/>
            </a:lvl7pPr>
            <a:lvl8pPr marL="2400177" indent="0">
              <a:buNone/>
              <a:defRPr sz="675"/>
            </a:lvl8pPr>
            <a:lvl9pPr marL="274306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93365" y="4113342"/>
            <a:ext cx="2560320" cy="682765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883" indent="0">
              <a:buNone/>
              <a:defRPr sz="1500" b="1"/>
            </a:lvl2pPr>
            <a:lvl3pPr marL="685765" indent="0">
              <a:buNone/>
              <a:defRPr sz="1350" b="1"/>
            </a:lvl3pPr>
            <a:lvl4pPr marL="1028648" indent="0">
              <a:buNone/>
              <a:defRPr sz="1200" b="1"/>
            </a:lvl4pPr>
            <a:lvl5pPr marL="1371530" indent="0">
              <a:buNone/>
              <a:defRPr sz="1200" b="1"/>
            </a:lvl5pPr>
            <a:lvl6pPr marL="1714412" indent="0">
              <a:buNone/>
              <a:defRPr sz="1200" b="1"/>
            </a:lvl6pPr>
            <a:lvl7pPr marL="2057295" indent="0">
              <a:buNone/>
              <a:defRPr sz="1200" b="1"/>
            </a:lvl7pPr>
            <a:lvl8pPr marL="2400177" indent="0">
              <a:buNone/>
              <a:defRPr sz="1200" b="1"/>
            </a:lvl8pPr>
            <a:lvl9pPr marL="274306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93364" y="2331723"/>
            <a:ext cx="2560320" cy="1508919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83" indent="0">
              <a:buNone/>
              <a:defRPr sz="1200"/>
            </a:lvl2pPr>
            <a:lvl3pPr marL="685765" indent="0">
              <a:buNone/>
              <a:defRPr sz="1200"/>
            </a:lvl3pPr>
            <a:lvl4pPr marL="1028648" indent="0">
              <a:buNone/>
              <a:defRPr sz="1200"/>
            </a:lvl4pPr>
            <a:lvl5pPr marL="1371530" indent="0">
              <a:buNone/>
              <a:defRPr sz="1200"/>
            </a:lvl5pPr>
            <a:lvl6pPr marL="1714412" indent="0">
              <a:buNone/>
              <a:defRPr sz="1200"/>
            </a:lvl6pPr>
            <a:lvl7pPr marL="2057295" indent="0">
              <a:buNone/>
              <a:defRPr sz="1200"/>
            </a:lvl7pPr>
            <a:lvl8pPr marL="2400177" indent="0">
              <a:buNone/>
              <a:defRPr sz="1200"/>
            </a:lvl8pPr>
            <a:lvl9pPr marL="2743060" indent="0">
              <a:buNone/>
              <a:defRPr sz="12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93272" y="4796103"/>
            <a:ext cx="2560320" cy="146753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883" indent="0">
              <a:buNone/>
              <a:defRPr sz="900"/>
            </a:lvl2pPr>
            <a:lvl3pPr marL="685765" indent="0">
              <a:buNone/>
              <a:defRPr sz="750"/>
            </a:lvl3pPr>
            <a:lvl4pPr marL="1028648" indent="0">
              <a:buNone/>
              <a:defRPr sz="675"/>
            </a:lvl4pPr>
            <a:lvl5pPr marL="1371530" indent="0">
              <a:buNone/>
              <a:defRPr sz="675"/>
            </a:lvl5pPr>
            <a:lvl6pPr marL="1714412" indent="0">
              <a:buNone/>
              <a:defRPr sz="675"/>
            </a:lvl6pPr>
            <a:lvl7pPr marL="2057295" indent="0">
              <a:buNone/>
              <a:defRPr sz="675"/>
            </a:lvl7pPr>
            <a:lvl8pPr marL="2400177" indent="0">
              <a:buNone/>
              <a:defRPr sz="675"/>
            </a:lvl8pPr>
            <a:lvl9pPr marL="274306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8/25/2026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461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9.xml"/><Relationship Id="rId13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5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41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108108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171700" y="764373"/>
            <a:ext cx="637794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2194560"/>
            <a:ext cx="7955280" cy="406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12230" y="6356352"/>
            <a:ext cx="21374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8/25/2026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4360" y="6355847"/>
            <a:ext cx="56807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72250" y="381002"/>
            <a:ext cx="19773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95467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  <p:sldLayoutId id="2147483839" r:id="rId12"/>
    <p:sldLayoutId id="2147483840" r:id="rId13"/>
    <p:sldLayoutId id="2147483841" r:id="rId14"/>
    <p:sldLayoutId id="2147483842" r:id="rId15"/>
    <p:sldLayoutId id="2147483843" r:id="rId16"/>
    <p:sldLayoutId id="2147483844" r:id="rId17"/>
    <p:sldLayoutId id="2147483845" r:id="rId18"/>
    <p:sldLayoutId id="2147483846" r:id="rId19"/>
  </p:sldLayoutIdLst>
  <p:txStyles>
    <p:titleStyle>
      <a:lvl1pPr algn="r" defTabSz="914353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8" indent="-228588" algn="l" defTabSz="914353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1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48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5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1" indent="-228588" algn="l" defTabSz="914353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7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0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36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3" algn="l" defTabSz="91435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2BCE3-716E-514A-4031-D1547534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C478D-856C-0626-059F-EE46B615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AA332-9780-499C-3726-3C25B131F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DB09-54DC-9D85-3D73-DCA3E3B10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6FCB4-FE9F-0184-9950-2EA9160D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88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8" r:id="rId1"/>
    <p:sldLayoutId id="2147483849" r:id="rId2"/>
    <p:sldLayoutId id="2147483850" r:id="rId3"/>
    <p:sldLayoutId id="2147483851" r:id="rId4"/>
    <p:sldLayoutId id="2147483852" r:id="rId5"/>
    <p:sldLayoutId id="2147483853" r:id="rId6"/>
    <p:sldLayoutId id="2147483854" r:id="rId7"/>
    <p:sldLayoutId id="2147483855" r:id="rId8"/>
    <p:sldLayoutId id="2147483856" r:id="rId9"/>
    <p:sldLayoutId id="2147483857" r:id="rId10"/>
    <p:sldLayoutId id="2147483858" r:id="rId11"/>
    <p:sldLayoutId id="2147483859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F2BCE3-716E-514A-4031-D15475347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C478D-856C-0626-059F-EE46B6152D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AA332-9780-499C-3726-3C25B131FF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D60B40-9DA5-46DF-83C8-816115071631}" type="datetimeFigureOut">
              <a:rPr lang="en-US" smtClean="0"/>
              <a:pPr/>
              <a:t>8/25/2026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1DDB09-54DC-9D85-3D73-DCA3E3B10E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06FCB4-FE9F-0184-9950-2EA9160D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38051C-9957-4DAB-B5E7-E9CEFA41961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20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  <p:sldLayoutId id="2147483873" r:id="rId13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1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1.xml"/><Relationship Id="rId1" Type="http://schemas.openxmlformats.org/officeDocument/2006/relationships/tags" Target="../tags/tag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5.xml"/><Relationship Id="rId3" Type="http://schemas.openxmlformats.org/officeDocument/2006/relationships/notesSlide" Target="../notesSlides/notesSlide11.xml"/><Relationship Id="rId7" Type="http://schemas.openxmlformats.org/officeDocument/2006/relationships/diagramLayout" Target="../diagrams/layout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6" Type="http://schemas.openxmlformats.org/officeDocument/2006/relationships/diagramData" Target="../diagrams/data5.xml"/><Relationship Id="rId5" Type="http://schemas.openxmlformats.org/officeDocument/2006/relationships/image" Target="../media/image2.png"/><Relationship Id="rId10" Type="http://schemas.microsoft.com/office/2007/relationships/diagramDrawing" Target="../diagrams/drawing5.xml"/><Relationship Id="rId4" Type="http://schemas.openxmlformats.org/officeDocument/2006/relationships/image" Target="../media/image1.png"/><Relationship Id="rId9" Type="http://schemas.openxmlformats.org/officeDocument/2006/relationships/diagramColors" Target="../diagrams/colors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slideLayout" Target="../slideLayouts/slideLayout21.xml"/><Relationship Id="rId1" Type="http://schemas.openxmlformats.org/officeDocument/2006/relationships/themeOverride" Target="../theme/themeOverr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43000" y="857253"/>
            <a:ext cx="6858000" cy="514349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298974" y="2299223"/>
            <a:ext cx="5156864" cy="2272919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44908" y="3230624"/>
            <a:ext cx="3266696" cy="2272918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en-US" sz="1350">
              <a:solidFill>
                <a:prstClr val="white"/>
              </a:solidFill>
              <a:latin typeface="Aptos" panose="02110004020202020204"/>
            </a:endParaRPr>
          </a:p>
        </p:txBody>
      </p:sp>
      <p:pic>
        <p:nvPicPr>
          <p:cNvPr id="5" name="Picture 4" descr="Abstract blurred public library with bookshelves">
            <a:extLst>
              <a:ext uri="{FF2B5EF4-FFF2-40B4-BE49-F238E27FC236}">
                <a16:creationId xmlns:a16="http://schemas.microsoft.com/office/drawing/2014/main" id="{5EFA7819-B51C-1E05-6A31-F533A4DB3B6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1" r="31386"/>
          <a:stretch>
            <a:fillRect/>
          </a:stretch>
        </p:blipFill>
        <p:spPr>
          <a:xfrm>
            <a:off x="3414713" y="857259"/>
            <a:ext cx="4590014" cy="5156857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271834" y="2141546"/>
            <a:ext cx="3606227" cy="2299875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 defTabSz="342900"/>
            <a:endParaRPr lang="en-US" sz="1350" dirty="0">
              <a:solidFill>
                <a:prstClr val="white"/>
              </a:solidFill>
              <a:latin typeface="Aptos" panose="021100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AC14B3-2F1D-42AD-8D5C-25496602B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3641" y="3070042"/>
            <a:ext cx="1716915" cy="2648552"/>
          </a:xfrm>
        </p:spPr>
        <p:txBody>
          <a:bodyPr anchor="t">
            <a:normAutofit/>
          </a:bodyPr>
          <a:lstStyle/>
          <a:p>
            <a:pPr algn="r"/>
            <a:r>
              <a:rPr lang="en-US" sz="2625" dirty="0">
                <a:solidFill>
                  <a:srgbClr val="FFFFFF"/>
                </a:solidFill>
              </a:rPr>
              <a:t>Welcome to LSS (and the Law Center)!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3621B8-1B5C-4F3E-9CDC-14E60A614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0582" y="1415102"/>
            <a:ext cx="1579975" cy="1036794"/>
          </a:xfrm>
        </p:spPr>
        <p:txBody>
          <a:bodyPr anchor="b">
            <a:normAutofit/>
          </a:bodyPr>
          <a:lstStyle/>
          <a:p>
            <a:pPr algn="r"/>
            <a:r>
              <a:rPr lang="en-US" sz="1275" dirty="0">
                <a:solidFill>
                  <a:srgbClr val="FFFFFF"/>
                </a:solidFill>
              </a:rPr>
              <a:t>Fall 2026</a:t>
            </a:r>
          </a:p>
          <a:p>
            <a:pPr algn="r"/>
            <a:r>
              <a:rPr lang="en-US" sz="1275" dirty="0">
                <a:solidFill>
                  <a:srgbClr val="FFFFFF"/>
                </a:solidFill>
              </a:rPr>
              <a:t>Professor Truskett</a:t>
            </a:r>
          </a:p>
        </p:txBody>
      </p:sp>
    </p:spTree>
    <p:extLst>
      <p:ext uri="{BB962C8B-B14F-4D97-AF65-F5344CB8AC3E}">
        <p14:creationId xmlns:p14="http://schemas.microsoft.com/office/powerpoint/2010/main" val="5958113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75AEBDD3-B56F-481F-B681-E422663D2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82342"/>
          </a:xfrm>
          <a:custGeom>
            <a:avLst/>
            <a:gdLst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467374 w 12192000"/>
              <a:gd name="connsiteY53" fmla="*/ 1959575 h 3482342"/>
              <a:gd name="connsiteX54" fmla="*/ 8447067 w 12192000"/>
              <a:gd name="connsiteY54" fmla="*/ 1949706 h 3482342"/>
              <a:gd name="connsiteX55" fmla="*/ 8426060 w 12192000"/>
              <a:gd name="connsiteY55" fmla="*/ 1947126 h 3482342"/>
              <a:gd name="connsiteX56" fmla="*/ 8424042 w 12192000"/>
              <a:gd name="connsiteY56" fmla="*/ 1949367 h 3482342"/>
              <a:gd name="connsiteX57" fmla="*/ 8401276 w 12192000"/>
              <a:gd name="connsiteY57" fmla="*/ 1953968 h 3482342"/>
              <a:gd name="connsiteX58" fmla="*/ 8294129 w 12192000"/>
              <a:gd name="connsiteY58" fmla="*/ 1958387 h 3482342"/>
              <a:gd name="connsiteX59" fmla="*/ 8293892 w 12192000"/>
              <a:gd name="connsiteY59" fmla="*/ 1960370 h 3482342"/>
              <a:gd name="connsiteX60" fmla="*/ 8288078 w 12192000"/>
              <a:gd name="connsiteY60" fmla="*/ 1965222 h 3482342"/>
              <a:gd name="connsiteX61" fmla="*/ 8248914 w 12192000"/>
              <a:gd name="connsiteY61" fmla="*/ 1954175 h 3482342"/>
              <a:gd name="connsiteX62" fmla="*/ 8132104 w 12192000"/>
              <a:gd name="connsiteY62" fmla="*/ 1895727 h 3482342"/>
              <a:gd name="connsiteX63" fmla="*/ 7918078 w 12192000"/>
              <a:gd name="connsiteY63" fmla="*/ 1862668 h 3482342"/>
              <a:gd name="connsiteX64" fmla="*/ 7817899 w 12192000"/>
              <a:gd name="connsiteY64" fmla="*/ 1862176 h 3482342"/>
              <a:gd name="connsiteX65" fmla="*/ 7768994 w 12192000"/>
              <a:gd name="connsiteY65" fmla="*/ 1855721 h 3482342"/>
              <a:gd name="connsiteX66" fmla="*/ 7618027 w 12192000"/>
              <a:gd name="connsiteY66" fmla="*/ 1830959 h 3482342"/>
              <a:gd name="connsiteX67" fmla="*/ 7449425 w 12192000"/>
              <a:gd name="connsiteY67" fmla="*/ 1810910 h 3482342"/>
              <a:gd name="connsiteX68" fmla="*/ 7342915 w 12192000"/>
              <a:gd name="connsiteY68" fmla="*/ 1819827 h 3482342"/>
              <a:gd name="connsiteX69" fmla="*/ 7255191 w 12192000"/>
              <a:gd name="connsiteY69" fmla="*/ 1834354 h 3482342"/>
              <a:gd name="connsiteX70" fmla="*/ 7131205 w 12192000"/>
              <a:gd name="connsiteY70" fmla="*/ 1845557 h 3482342"/>
              <a:gd name="connsiteX71" fmla="*/ 6917124 w 12192000"/>
              <a:gd name="connsiteY71" fmla="*/ 1837109 h 3482342"/>
              <a:gd name="connsiteX72" fmla="*/ 6837145 w 12192000"/>
              <a:gd name="connsiteY72" fmla="*/ 1870724 h 3482342"/>
              <a:gd name="connsiteX73" fmla="*/ 6753991 w 12192000"/>
              <a:gd name="connsiteY73" fmla="*/ 1860969 h 3482342"/>
              <a:gd name="connsiteX74" fmla="*/ 6727754 w 12192000"/>
              <a:gd name="connsiteY74" fmla="*/ 1882372 h 3482342"/>
              <a:gd name="connsiteX75" fmla="*/ 6723371 w 12192000"/>
              <a:gd name="connsiteY75" fmla="*/ 1886494 h 3482342"/>
              <a:gd name="connsiteX76" fmla="*/ 6702779 w 12192000"/>
              <a:gd name="connsiteY76" fmla="*/ 1893601 h 3482342"/>
              <a:gd name="connsiteX77" fmla="*/ 6700779 w 12192000"/>
              <a:gd name="connsiteY77" fmla="*/ 1907344 h 3482342"/>
              <a:gd name="connsiteX78" fmla="*/ 6672513 w 12192000"/>
              <a:gd name="connsiteY78" fmla="*/ 1926452 h 3482342"/>
              <a:gd name="connsiteX79" fmla="*/ 6633549 w 12192000"/>
              <a:gd name="connsiteY79" fmla="*/ 1936255 h 3482342"/>
              <a:gd name="connsiteX80" fmla="*/ 6444344 w 12192000"/>
              <a:gd name="connsiteY80" fmla="*/ 1969663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42310 w 12192000"/>
              <a:gd name="connsiteY84" fmla="*/ 2092510 h 3482342"/>
              <a:gd name="connsiteX85" fmla="*/ 6007916 w 12192000"/>
              <a:gd name="connsiteY85" fmla="*/ 2143752 h 3482342"/>
              <a:gd name="connsiteX86" fmla="*/ 5894610 w 12192000"/>
              <a:gd name="connsiteY86" fmla="*/ 2130684 h 3482342"/>
              <a:gd name="connsiteX87" fmla="*/ 5817682 w 12192000"/>
              <a:gd name="connsiteY87" fmla="*/ 2157358 h 3482342"/>
              <a:gd name="connsiteX88" fmla="*/ 5591469 w 12192000"/>
              <a:gd name="connsiteY88" fmla="*/ 2178389 h 3482342"/>
              <a:gd name="connsiteX89" fmla="*/ 5414282 w 12192000"/>
              <a:gd name="connsiteY89" fmla="*/ 2183070 h 3482342"/>
              <a:gd name="connsiteX90" fmla="*/ 5368369 w 12192000"/>
              <a:gd name="connsiteY90" fmla="*/ 2204272 h 3482342"/>
              <a:gd name="connsiteX91" fmla="*/ 5291263 w 12192000"/>
              <a:gd name="connsiteY91" fmla="*/ 2239182 h 3482342"/>
              <a:gd name="connsiteX92" fmla="*/ 5240857 w 12192000"/>
              <a:gd name="connsiteY92" fmla="*/ 2289444 h 3482342"/>
              <a:gd name="connsiteX93" fmla="*/ 5173523 w 12192000"/>
              <a:gd name="connsiteY93" fmla="*/ 2309057 h 3482342"/>
              <a:gd name="connsiteX94" fmla="*/ 5148543 w 12192000"/>
              <a:gd name="connsiteY94" fmla="*/ 2282356 h 3482342"/>
              <a:gd name="connsiteX95" fmla="*/ 5079548 w 12192000"/>
              <a:gd name="connsiteY95" fmla="*/ 2313485 h 3482342"/>
              <a:gd name="connsiteX96" fmla="*/ 4975908 w 12192000"/>
              <a:gd name="connsiteY96" fmla="*/ 2364128 h 3482342"/>
              <a:gd name="connsiteX97" fmla="*/ 4913723 w 12192000"/>
              <a:gd name="connsiteY97" fmla="*/ 2385265 h 3482342"/>
              <a:gd name="connsiteX98" fmla="*/ 4746485 w 12192000"/>
              <a:gd name="connsiteY98" fmla="*/ 2451769 h 3482342"/>
              <a:gd name="connsiteX99" fmla="*/ 4681588 w 12192000"/>
              <a:gd name="connsiteY99" fmla="*/ 2467494 h 3482342"/>
              <a:gd name="connsiteX100" fmla="*/ 1783655 w 12192000"/>
              <a:gd name="connsiteY100" fmla="*/ 3163860 h 3482342"/>
              <a:gd name="connsiteX101" fmla="*/ 1325955 w 12192000"/>
              <a:gd name="connsiteY101" fmla="*/ 3176692 h 3482342"/>
              <a:gd name="connsiteX102" fmla="*/ 1190384 w 12192000"/>
              <a:gd name="connsiteY102" fmla="*/ 3203504 h 3482342"/>
              <a:gd name="connsiteX103" fmla="*/ 1094537 w 12192000"/>
              <a:gd name="connsiteY103" fmla="*/ 3229469 h 3482342"/>
              <a:gd name="connsiteX104" fmla="*/ 779276 w 12192000"/>
              <a:gd name="connsiteY104" fmla="*/ 3327290 h 3482342"/>
              <a:gd name="connsiteX105" fmla="*/ 600378 w 12192000"/>
              <a:gd name="connsiteY105" fmla="*/ 3335250 h 3482342"/>
              <a:gd name="connsiteX106" fmla="*/ 493457 w 12192000"/>
              <a:gd name="connsiteY106" fmla="*/ 3365044 h 3482342"/>
              <a:gd name="connsiteX107" fmla="*/ 349402 w 12192000"/>
              <a:gd name="connsiteY107" fmla="*/ 3380897 h 3482342"/>
              <a:gd name="connsiteX108" fmla="*/ 192183 w 12192000"/>
              <a:gd name="connsiteY108" fmla="*/ 3460075 h 3482342"/>
              <a:gd name="connsiteX109" fmla="*/ 46713 w 12192000"/>
              <a:gd name="connsiteY109" fmla="*/ 3462986 h 3482342"/>
              <a:gd name="connsiteX110" fmla="*/ 2765 w 12192000"/>
              <a:gd name="connsiteY110" fmla="*/ 3480770 h 3482342"/>
              <a:gd name="connsiteX111" fmla="*/ 0 w 12192000"/>
              <a:gd name="connsiteY111" fmla="*/ 3482342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47067 w 12192000"/>
              <a:gd name="connsiteY54" fmla="*/ 1949706 h 3482342"/>
              <a:gd name="connsiteX55" fmla="*/ 8426060 w 12192000"/>
              <a:gd name="connsiteY55" fmla="*/ 1947126 h 3482342"/>
              <a:gd name="connsiteX56" fmla="*/ 8424042 w 12192000"/>
              <a:gd name="connsiteY56" fmla="*/ 1949367 h 3482342"/>
              <a:gd name="connsiteX57" fmla="*/ 8401276 w 12192000"/>
              <a:gd name="connsiteY57" fmla="*/ 1953968 h 3482342"/>
              <a:gd name="connsiteX58" fmla="*/ 8294129 w 12192000"/>
              <a:gd name="connsiteY58" fmla="*/ 1958387 h 3482342"/>
              <a:gd name="connsiteX59" fmla="*/ 8293892 w 12192000"/>
              <a:gd name="connsiteY59" fmla="*/ 1960370 h 3482342"/>
              <a:gd name="connsiteX60" fmla="*/ 8288078 w 12192000"/>
              <a:gd name="connsiteY60" fmla="*/ 1965222 h 3482342"/>
              <a:gd name="connsiteX61" fmla="*/ 8248914 w 12192000"/>
              <a:gd name="connsiteY61" fmla="*/ 1954175 h 3482342"/>
              <a:gd name="connsiteX62" fmla="*/ 8132104 w 12192000"/>
              <a:gd name="connsiteY62" fmla="*/ 1895727 h 3482342"/>
              <a:gd name="connsiteX63" fmla="*/ 7918078 w 12192000"/>
              <a:gd name="connsiteY63" fmla="*/ 1862668 h 3482342"/>
              <a:gd name="connsiteX64" fmla="*/ 7817899 w 12192000"/>
              <a:gd name="connsiteY64" fmla="*/ 1862176 h 3482342"/>
              <a:gd name="connsiteX65" fmla="*/ 7768994 w 12192000"/>
              <a:gd name="connsiteY65" fmla="*/ 1855721 h 3482342"/>
              <a:gd name="connsiteX66" fmla="*/ 7618027 w 12192000"/>
              <a:gd name="connsiteY66" fmla="*/ 1830959 h 3482342"/>
              <a:gd name="connsiteX67" fmla="*/ 7449425 w 12192000"/>
              <a:gd name="connsiteY67" fmla="*/ 1810910 h 3482342"/>
              <a:gd name="connsiteX68" fmla="*/ 7342915 w 12192000"/>
              <a:gd name="connsiteY68" fmla="*/ 1819827 h 3482342"/>
              <a:gd name="connsiteX69" fmla="*/ 7255191 w 12192000"/>
              <a:gd name="connsiteY69" fmla="*/ 1834354 h 3482342"/>
              <a:gd name="connsiteX70" fmla="*/ 7131205 w 12192000"/>
              <a:gd name="connsiteY70" fmla="*/ 1845557 h 3482342"/>
              <a:gd name="connsiteX71" fmla="*/ 6917124 w 12192000"/>
              <a:gd name="connsiteY71" fmla="*/ 1837109 h 3482342"/>
              <a:gd name="connsiteX72" fmla="*/ 6837145 w 12192000"/>
              <a:gd name="connsiteY72" fmla="*/ 1870724 h 3482342"/>
              <a:gd name="connsiteX73" fmla="*/ 6753991 w 12192000"/>
              <a:gd name="connsiteY73" fmla="*/ 1860969 h 3482342"/>
              <a:gd name="connsiteX74" fmla="*/ 6727754 w 12192000"/>
              <a:gd name="connsiteY74" fmla="*/ 1882372 h 3482342"/>
              <a:gd name="connsiteX75" fmla="*/ 6723371 w 12192000"/>
              <a:gd name="connsiteY75" fmla="*/ 1886494 h 3482342"/>
              <a:gd name="connsiteX76" fmla="*/ 6702779 w 12192000"/>
              <a:gd name="connsiteY76" fmla="*/ 1893601 h 3482342"/>
              <a:gd name="connsiteX77" fmla="*/ 6700779 w 12192000"/>
              <a:gd name="connsiteY77" fmla="*/ 1907344 h 3482342"/>
              <a:gd name="connsiteX78" fmla="*/ 6672513 w 12192000"/>
              <a:gd name="connsiteY78" fmla="*/ 1926452 h 3482342"/>
              <a:gd name="connsiteX79" fmla="*/ 6633549 w 12192000"/>
              <a:gd name="connsiteY79" fmla="*/ 1936255 h 3482342"/>
              <a:gd name="connsiteX80" fmla="*/ 6444344 w 12192000"/>
              <a:gd name="connsiteY80" fmla="*/ 1969663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42310 w 12192000"/>
              <a:gd name="connsiteY84" fmla="*/ 2092510 h 3482342"/>
              <a:gd name="connsiteX85" fmla="*/ 6007916 w 12192000"/>
              <a:gd name="connsiteY85" fmla="*/ 2143752 h 3482342"/>
              <a:gd name="connsiteX86" fmla="*/ 5894610 w 12192000"/>
              <a:gd name="connsiteY86" fmla="*/ 2130684 h 3482342"/>
              <a:gd name="connsiteX87" fmla="*/ 5817682 w 12192000"/>
              <a:gd name="connsiteY87" fmla="*/ 2157358 h 3482342"/>
              <a:gd name="connsiteX88" fmla="*/ 5591469 w 12192000"/>
              <a:gd name="connsiteY88" fmla="*/ 2178389 h 3482342"/>
              <a:gd name="connsiteX89" fmla="*/ 5414282 w 12192000"/>
              <a:gd name="connsiteY89" fmla="*/ 2183070 h 3482342"/>
              <a:gd name="connsiteX90" fmla="*/ 5368369 w 12192000"/>
              <a:gd name="connsiteY90" fmla="*/ 2204272 h 3482342"/>
              <a:gd name="connsiteX91" fmla="*/ 5291263 w 12192000"/>
              <a:gd name="connsiteY91" fmla="*/ 2239182 h 3482342"/>
              <a:gd name="connsiteX92" fmla="*/ 5240857 w 12192000"/>
              <a:gd name="connsiteY92" fmla="*/ 2289444 h 3482342"/>
              <a:gd name="connsiteX93" fmla="*/ 5173523 w 12192000"/>
              <a:gd name="connsiteY93" fmla="*/ 2309057 h 3482342"/>
              <a:gd name="connsiteX94" fmla="*/ 5148543 w 12192000"/>
              <a:gd name="connsiteY94" fmla="*/ 2282356 h 3482342"/>
              <a:gd name="connsiteX95" fmla="*/ 5079548 w 12192000"/>
              <a:gd name="connsiteY95" fmla="*/ 2313485 h 3482342"/>
              <a:gd name="connsiteX96" fmla="*/ 4975908 w 12192000"/>
              <a:gd name="connsiteY96" fmla="*/ 2364128 h 3482342"/>
              <a:gd name="connsiteX97" fmla="*/ 4913723 w 12192000"/>
              <a:gd name="connsiteY97" fmla="*/ 2385265 h 3482342"/>
              <a:gd name="connsiteX98" fmla="*/ 4746485 w 12192000"/>
              <a:gd name="connsiteY98" fmla="*/ 2451769 h 3482342"/>
              <a:gd name="connsiteX99" fmla="*/ 4681588 w 12192000"/>
              <a:gd name="connsiteY99" fmla="*/ 2467494 h 3482342"/>
              <a:gd name="connsiteX100" fmla="*/ 1783655 w 12192000"/>
              <a:gd name="connsiteY100" fmla="*/ 3163860 h 3482342"/>
              <a:gd name="connsiteX101" fmla="*/ 1325955 w 12192000"/>
              <a:gd name="connsiteY101" fmla="*/ 3176692 h 3482342"/>
              <a:gd name="connsiteX102" fmla="*/ 1190384 w 12192000"/>
              <a:gd name="connsiteY102" fmla="*/ 3203504 h 3482342"/>
              <a:gd name="connsiteX103" fmla="*/ 1094537 w 12192000"/>
              <a:gd name="connsiteY103" fmla="*/ 3229469 h 3482342"/>
              <a:gd name="connsiteX104" fmla="*/ 779276 w 12192000"/>
              <a:gd name="connsiteY104" fmla="*/ 3327290 h 3482342"/>
              <a:gd name="connsiteX105" fmla="*/ 600378 w 12192000"/>
              <a:gd name="connsiteY105" fmla="*/ 3335250 h 3482342"/>
              <a:gd name="connsiteX106" fmla="*/ 493457 w 12192000"/>
              <a:gd name="connsiteY106" fmla="*/ 3365044 h 3482342"/>
              <a:gd name="connsiteX107" fmla="*/ 349402 w 12192000"/>
              <a:gd name="connsiteY107" fmla="*/ 3380897 h 3482342"/>
              <a:gd name="connsiteX108" fmla="*/ 192183 w 12192000"/>
              <a:gd name="connsiteY108" fmla="*/ 3460075 h 3482342"/>
              <a:gd name="connsiteX109" fmla="*/ 46713 w 12192000"/>
              <a:gd name="connsiteY109" fmla="*/ 3462986 h 3482342"/>
              <a:gd name="connsiteX110" fmla="*/ 2765 w 12192000"/>
              <a:gd name="connsiteY110" fmla="*/ 3480770 h 3482342"/>
              <a:gd name="connsiteX111" fmla="*/ 0 w 12192000"/>
              <a:gd name="connsiteY111" fmla="*/ 3482342 h 3482342"/>
              <a:gd name="connsiteX112" fmla="*/ 0 w 12192000"/>
              <a:gd name="connsiteY11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294129 w 12192000"/>
              <a:gd name="connsiteY57" fmla="*/ 1958387 h 3482342"/>
              <a:gd name="connsiteX58" fmla="*/ 8293892 w 12192000"/>
              <a:gd name="connsiteY58" fmla="*/ 1960370 h 3482342"/>
              <a:gd name="connsiteX59" fmla="*/ 8288078 w 12192000"/>
              <a:gd name="connsiteY59" fmla="*/ 1965222 h 3482342"/>
              <a:gd name="connsiteX60" fmla="*/ 8248914 w 12192000"/>
              <a:gd name="connsiteY60" fmla="*/ 1954175 h 3482342"/>
              <a:gd name="connsiteX61" fmla="*/ 8132104 w 12192000"/>
              <a:gd name="connsiteY61" fmla="*/ 1895727 h 3482342"/>
              <a:gd name="connsiteX62" fmla="*/ 7918078 w 12192000"/>
              <a:gd name="connsiteY62" fmla="*/ 1862668 h 3482342"/>
              <a:gd name="connsiteX63" fmla="*/ 7817899 w 12192000"/>
              <a:gd name="connsiteY63" fmla="*/ 1862176 h 3482342"/>
              <a:gd name="connsiteX64" fmla="*/ 7768994 w 12192000"/>
              <a:gd name="connsiteY64" fmla="*/ 1855721 h 3482342"/>
              <a:gd name="connsiteX65" fmla="*/ 7618027 w 12192000"/>
              <a:gd name="connsiteY65" fmla="*/ 1830959 h 3482342"/>
              <a:gd name="connsiteX66" fmla="*/ 7449425 w 12192000"/>
              <a:gd name="connsiteY66" fmla="*/ 1810910 h 3482342"/>
              <a:gd name="connsiteX67" fmla="*/ 7342915 w 12192000"/>
              <a:gd name="connsiteY67" fmla="*/ 1819827 h 3482342"/>
              <a:gd name="connsiteX68" fmla="*/ 7255191 w 12192000"/>
              <a:gd name="connsiteY68" fmla="*/ 1834354 h 3482342"/>
              <a:gd name="connsiteX69" fmla="*/ 7131205 w 12192000"/>
              <a:gd name="connsiteY69" fmla="*/ 1845557 h 3482342"/>
              <a:gd name="connsiteX70" fmla="*/ 6917124 w 12192000"/>
              <a:gd name="connsiteY70" fmla="*/ 1837109 h 3482342"/>
              <a:gd name="connsiteX71" fmla="*/ 6837145 w 12192000"/>
              <a:gd name="connsiteY71" fmla="*/ 1870724 h 3482342"/>
              <a:gd name="connsiteX72" fmla="*/ 6753991 w 12192000"/>
              <a:gd name="connsiteY72" fmla="*/ 1860969 h 3482342"/>
              <a:gd name="connsiteX73" fmla="*/ 6727754 w 12192000"/>
              <a:gd name="connsiteY73" fmla="*/ 1882372 h 3482342"/>
              <a:gd name="connsiteX74" fmla="*/ 6723371 w 12192000"/>
              <a:gd name="connsiteY74" fmla="*/ 1886494 h 3482342"/>
              <a:gd name="connsiteX75" fmla="*/ 6702779 w 12192000"/>
              <a:gd name="connsiteY75" fmla="*/ 1893601 h 3482342"/>
              <a:gd name="connsiteX76" fmla="*/ 6700779 w 12192000"/>
              <a:gd name="connsiteY76" fmla="*/ 1907344 h 3482342"/>
              <a:gd name="connsiteX77" fmla="*/ 6672513 w 12192000"/>
              <a:gd name="connsiteY77" fmla="*/ 1926452 h 3482342"/>
              <a:gd name="connsiteX78" fmla="*/ 6633549 w 12192000"/>
              <a:gd name="connsiteY78" fmla="*/ 1936255 h 3482342"/>
              <a:gd name="connsiteX79" fmla="*/ 6444344 w 12192000"/>
              <a:gd name="connsiteY79" fmla="*/ 1969663 h 3482342"/>
              <a:gd name="connsiteX80" fmla="*/ 6333446 w 12192000"/>
              <a:gd name="connsiteY80" fmla="*/ 1997163 h 3482342"/>
              <a:gd name="connsiteX81" fmla="*/ 6294933 w 12192000"/>
              <a:gd name="connsiteY81" fmla="*/ 2019412 h 3482342"/>
              <a:gd name="connsiteX82" fmla="*/ 6238719 w 12192000"/>
              <a:gd name="connsiteY82" fmla="*/ 2042547 h 3482342"/>
              <a:gd name="connsiteX83" fmla="*/ 6142310 w 12192000"/>
              <a:gd name="connsiteY83" fmla="*/ 2092510 h 3482342"/>
              <a:gd name="connsiteX84" fmla="*/ 6007916 w 12192000"/>
              <a:gd name="connsiteY84" fmla="*/ 2143752 h 3482342"/>
              <a:gd name="connsiteX85" fmla="*/ 5894610 w 12192000"/>
              <a:gd name="connsiteY85" fmla="*/ 2130684 h 3482342"/>
              <a:gd name="connsiteX86" fmla="*/ 5817682 w 12192000"/>
              <a:gd name="connsiteY86" fmla="*/ 2157358 h 3482342"/>
              <a:gd name="connsiteX87" fmla="*/ 5591469 w 12192000"/>
              <a:gd name="connsiteY87" fmla="*/ 2178389 h 3482342"/>
              <a:gd name="connsiteX88" fmla="*/ 5414282 w 12192000"/>
              <a:gd name="connsiteY88" fmla="*/ 2183070 h 3482342"/>
              <a:gd name="connsiteX89" fmla="*/ 5368369 w 12192000"/>
              <a:gd name="connsiteY89" fmla="*/ 2204272 h 3482342"/>
              <a:gd name="connsiteX90" fmla="*/ 5291263 w 12192000"/>
              <a:gd name="connsiteY90" fmla="*/ 2239182 h 3482342"/>
              <a:gd name="connsiteX91" fmla="*/ 5240857 w 12192000"/>
              <a:gd name="connsiteY91" fmla="*/ 2289444 h 3482342"/>
              <a:gd name="connsiteX92" fmla="*/ 5173523 w 12192000"/>
              <a:gd name="connsiteY92" fmla="*/ 2309057 h 3482342"/>
              <a:gd name="connsiteX93" fmla="*/ 5148543 w 12192000"/>
              <a:gd name="connsiteY93" fmla="*/ 2282356 h 3482342"/>
              <a:gd name="connsiteX94" fmla="*/ 5079548 w 12192000"/>
              <a:gd name="connsiteY94" fmla="*/ 2313485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294129 w 12192000"/>
              <a:gd name="connsiteY57" fmla="*/ 1958387 h 3482342"/>
              <a:gd name="connsiteX58" fmla="*/ 8293892 w 12192000"/>
              <a:gd name="connsiteY58" fmla="*/ 1960370 h 3482342"/>
              <a:gd name="connsiteX59" fmla="*/ 8351578 w 12192000"/>
              <a:gd name="connsiteY59" fmla="*/ 1914422 h 3482342"/>
              <a:gd name="connsiteX60" fmla="*/ 8248914 w 12192000"/>
              <a:gd name="connsiteY60" fmla="*/ 1954175 h 3482342"/>
              <a:gd name="connsiteX61" fmla="*/ 8132104 w 12192000"/>
              <a:gd name="connsiteY61" fmla="*/ 1895727 h 3482342"/>
              <a:gd name="connsiteX62" fmla="*/ 7918078 w 12192000"/>
              <a:gd name="connsiteY62" fmla="*/ 1862668 h 3482342"/>
              <a:gd name="connsiteX63" fmla="*/ 7817899 w 12192000"/>
              <a:gd name="connsiteY63" fmla="*/ 1862176 h 3482342"/>
              <a:gd name="connsiteX64" fmla="*/ 7768994 w 12192000"/>
              <a:gd name="connsiteY64" fmla="*/ 1855721 h 3482342"/>
              <a:gd name="connsiteX65" fmla="*/ 7618027 w 12192000"/>
              <a:gd name="connsiteY65" fmla="*/ 1830959 h 3482342"/>
              <a:gd name="connsiteX66" fmla="*/ 7449425 w 12192000"/>
              <a:gd name="connsiteY66" fmla="*/ 1810910 h 3482342"/>
              <a:gd name="connsiteX67" fmla="*/ 7342915 w 12192000"/>
              <a:gd name="connsiteY67" fmla="*/ 1819827 h 3482342"/>
              <a:gd name="connsiteX68" fmla="*/ 7255191 w 12192000"/>
              <a:gd name="connsiteY68" fmla="*/ 1834354 h 3482342"/>
              <a:gd name="connsiteX69" fmla="*/ 7131205 w 12192000"/>
              <a:gd name="connsiteY69" fmla="*/ 1845557 h 3482342"/>
              <a:gd name="connsiteX70" fmla="*/ 6917124 w 12192000"/>
              <a:gd name="connsiteY70" fmla="*/ 1837109 h 3482342"/>
              <a:gd name="connsiteX71" fmla="*/ 6837145 w 12192000"/>
              <a:gd name="connsiteY71" fmla="*/ 1870724 h 3482342"/>
              <a:gd name="connsiteX72" fmla="*/ 6753991 w 12192000"/>
              <a:gd name="connsiteY72" fmla="*/ 1860969 h 3482342"/>
              <a:gd name="connsiteX73" fmla="*/ 6727754 w 12192000"/>
              <a:gd name="connsiteY73" fmla="*/ 1882372 h 3482342"/>
              <a:gd name="connsiteX74" fmla="*/ 6723371 w 12192000"/>
              <a:gd name="connsiteY74" fmla="*/ 1886494 h 3482342"/>
              <a:gd name="connsiteX75" fmla="*/ 6702779 w 12192000"/>
              <a:gd name="connsiteY75" fmla="*/ 1893601 h 3482342"/>
              <a:gd name="connsiteX76" fmla="*/ 6700779 w 12192000"/>
              <a:gd name="connsiteY76" fmla="*/ 1907344 h 3482342"/>
              <a:gd name="connsiteX77" fmla="*/ 6672513 w 12192000"/>
              <a:gd name="connsiteY77" fmla="*/ 1926452 h 3482342"/>
              <a:gd name="connsiteX78" fmla="*/ 6633549 w 12192000"/>
              <a:gd name="connsiteY78" fmla="*/ 1936255 h 3482342"/>
              <a:gd name="connsiteX79" fmla="*/ 6444344 w 12192000"/>
              <a:gd name="connsiteY79" fmla="*/ 1969663 h 3482342"/>
              <a:gd name="connsiteX80" fmla="*/ 6333446 w 12192000"/>
              <a:gd name="connsiteY80" fmla="*/ 1997163 h 3482342"/>
              <a:gd name="connsiteX81" fmla="*/ 6294933 w 12192000"/>
              <a:gd name="connsiteY81" fmla="*/ 2019412 h 3482342"/>
              <a:gd name="connsiteX82" fmla="*/ 6238719 w 12192000"/>
              <a:gd name="connsiteY82" fmla="*/ 2042547 h 3482342"/>
              <a:gd name="connsiteX83" fmla="*/ 6142310 w 12192000"/>
              <a:gd name="connsiteY83" fmla="*/ 2092510 h 3482342"/>
              <a:gd name="connsiteX84" fmla="*/ 6007916 w 12192000"/>
              <a:gd name="connsiteY84" fmla="*/ 2143752 h 3482342"/>
              <a:gd name="connsiteX85" fmla="*/ 5894610 w 12192000"/>
              <a:gd name="connsiteY85" fmla="*/ 2130684 h 3482342"/>
              <a:gd name="connsiteX86" fmla="*/ 5817682 w 12192000"/>
              <a:gd name="connsiteY86" fmla="*/ 2157358 h 3482342"/>
              <a:gd name="connsiteX87" fmla="*/ 5591469 w 12192000"/>
              <a:gd name="connsiteY87" fmla="*/ 2178389 h 3482342"/>
              <a:gd name="connsiteX88" fmla="*/ 5414282 w 12192000"/>
              <a:gd name="connsiteY88" fmla="*/ 2183070 h 3482342"/>
              <a:gd name="connsiteX89" fmla="*/ 5368369 w 12192000"/>
              <a:gd name="connsiteY89" fmla="*/ 2204272 h 3482342"/>
              <a:gd name="connsiteX90" fmla="*/ 5291263 w 12192000"/>
              <a:gd name="connsiteY90" fmla="*/ 2239182 h 3482342"/>
              <a:gd name="connsiteX91" fmla="*/ 5240857 w 12192000"/>
              <a:gd name="connsiteY91" fmla="*/ 2289444 h 3482342"/>
              <a:gd name="connsiteX92" fmla="*/ 5173523 w 12192000"/>
              <a:gd name="connsiteY92" fmla="*/ 2309057 h 3482342"/>
              <a:gd name="connsiteX93" fmla="*/ 5148543 w 12192000"/>
              <a:gd name="connsiteY93" fmla="*/ 2282356 h 3482342"/>
              <a:gd name="connsiteX94" fmla="*/ 5079548 w 12192000"/>
              <a:gd name="connsiteY94" fmla="*/ 2313485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294129 w 12192000"/>
              <a:gd name="connsiteY57" fmla="*/ 1958387 h 3482342"/>
              <a:gd name="connsiteX58" fmla="*/ 8351578 w 12192000"/>
              <a:gd name="connsiteY58" fmla="*/ 1914422 h 3482342"/>
              <a:gd name="connsiteX59" fmla="*/ 8248914 w 12192000"/>
              <a:gd name="connsiteY59" fmla="*/ 1954175 h 3482342"/>
              <a:gd name="connsiteX60" fmla="*/ 8132104 w 12192000"/>
              <a:gd name="connsiteY60" fmla="*/ 1895727 h 3482342"/>
              <a:gd name="connsiteX61" fmla="*/ 7918078 w 12192000"/>
              <a:gd name="connsiteY61" fmla="*/ 1862668 h 3482342"/>
              <a:gd name="connsiteX62" fmla="*/ 7817899 w 12192000"/>
              <a:gd name="connsiteY62" fmla="*/ 1862176 h 3482342"/>
              <a:gd name="connsiteX63" fmla="*/ 7768994 w 12192000"/>
              <a:gd name="connsiteY63" fmla="*/ 1855721 h 3482342"/>
              <a:gd name="connsiteX64" fmla="*/ 7618027 w 12192000"/>
              <a:gd name="connsiteY64" fmla="*/ 1830959 h 3482342"/>
              <a:gd name="connsiteX65" fmla="*/ 7449425 w 12192000"/>
              <a:gd name="connsiteY65" fmla="*/ 1810910 h 3482342"/>
              <a:gd name="connsiteX66" fmla="*/ 7342915 w 12192000"/>
              <a:gd name="connsiteY66" fmla="*/ 1819827 h 3482342"/>
              <a:gd name="connsiteX67" fmla="*/ 7255191 w 12192000"/>
              <a:gd name="connsiteY67" fmla="*/ 1834354 h 3482342"/>
              <a:gd name="connsiteX68" fmla="*/ 7131205 w 12192000"/>
              <a:gd name="connsiteY68" fmla="*/ 1845557 h 3482342"/>
              <a:gd name="connsiteX69" fmla="*/ 6917124 w 12192000"/>
              <a:gd name="connsiteY69" fmla="*/ 1837109 h 3482342"/>
              <a:gd name="connsiteX70" fmla="*/ 6837145 w 12192000"/>
              <a:gd name="connsiteY70" fmla="*/ 1870724 h 3482342"/>
              <a:gd name="connsiteX71" fmla="*/ 6753991 w 12192000"/>
              <a:gd name="connsiteY71" fmla="*/ 1860969 h 3482342"/>
              <a:gd name="connsiteX72" fmla="*/ 6727754 w 12192000"/>
              <a:gd name="connsiteY72" fmla="*/ 1882372 h 3482342"/>
              <a:gd name="connsiteX73" fmla="*/ 6723371 w 12192000"/>
              <a:gd name="connsiteY73" fmla="*/ 1886494 h 3482342"/>
              <a:gd name="connsiteX74" fmla="*/ 6702779 w 12192000"/>
              <a:gd name="connsiteY74" fmla="*/ 1893601 h 3482342"/>
              <a:gd name="connsiteX75" fmla="*/ 6700779 w 12192000"/>
              <a:gd name="connsiteY75" fmla="*/ 1907344 h 3482342"/>
              <a:gd name="connsiteX76" fmla="*/ 6672513 w 12192000"/>
              <a:gd name="connsiteY76" fmla="*/ 1926452 h 3482342"/>
              <a:gd name="connsiteX77" fmla="*/ 6633549 w 12192000"/>
              <a:gd name="connsiteY77" fmla="*/ 1936255 h 3482342"/>
              <a:gd name="connsiteX78" fmla="*/ 6444344 w 12192000"/>
              <a:gd name="connsiteY78" fmla="*/ 1969663 h 3482342"/>
              <a:gd name="connsiteX79" fmla="*/ 6333446 w 12192000"/>
              <a:gd name="connsiteY79" fmla="*/ 1997163 h 3482342"/>
              <a:gd name="connsiteX80" fmla="*/ 6294933 w 12192000"/>
              <a:gd name="connsiteY80" fmla="*/ 2019412 h 3482342"/>
              <a:gd name="connsiteX81" fmla="*/ 6238719 w 12192000"/>
              <a:gd name="connsiteY81" fmla="*/ 2042547 h 3482342"/>
              <a:gd name="connsiteX82" fmla="*/ 6142310 w 12192000"/>
              <a:gd name="connsiteY82" fmla="*/ 2092510 h 3482342"/>
              <a:gd name="connsiteX83" fmla="*/ 6007916 w 12192000"/>
              <a:gd name="connsiteY83" fmla="*/ 2143752 h 3482342"/>
              <a:gd name="connsiteX84" fmla="*/ 5894610 w 12192000"/>
              <a:gd name="connsiteY84" fmla="*/ 2130684 h 3482342"/>
              <a:gd name="connsiteX85" fmla="*/ 5817682 w 12192000"/>
              <a:gd name="connsiteY85" fmla="*/ 2157358 h 3482342"/>
              <a:gd name="connsiteX86" fmla="*/ 5591469 w 12192000"/>
              <a:gd name="connsiteY86" fmla="*/ 2178389 h 3482342"/>
              <a:gd name="connsiteX87" fmla="*/ 5414282 w 12192000"/>
              <a:gd name="connsiteY87" fmla="*/ 2183070 h 3482342"/>
              <a:gd name="connsiteX88" fmla="*/ 5368369 w 12192000"/>
              <a:gd name="connsiteY88" fmla="*/ 2204272 h 3482342"/>
              <a:gd name="connsiteX89" fmla="*/ 5291263 w 12192000"/>
              <a:gd name="connsiteY89" fmla="*/ 2239182 h 3482342"/>
              <a:gd name="connsiteX90" fmla="*/ 5240857 w 12192000"/>
              <a:gd name="connsiteY90" fmla="*/ 2289444 h 3482342"/>
              <a:gd name="connsiteX91" fmla="*/ 5173523 w 12192000"/>
              <a:gd name="connsiteY91" fmla="*/ 2309057 h 3482342"/>
              <a:gd name="connsiteX92" fmla="*/ 5148543 w 12192000"/>
              <a:gd name="connsiteY92" fmla="*/ 2282356 h 3482342"/>
              <a:gd name="connsiteX93" fmla="*/ 5079548 w 12192000"/>
              <a:gd name="connsiteY93" fmla="*/ 2313485 h 3482342"/>
              <a:gd name="connsiteX94" fmla="*/ 4975908 w 12192000"/>
              <a:gd name="connsiteY94" fmla="*/ 2364128 h 3482342"/>
              <a:gd name="connsiteX95" fmla="*/ 4913723 w 12192000"/>
              <a:gd name="connsiteY95" fmla="*/ 2385265 h 3482342"/>
              <a:gd name="connsiteX96" fmla="*/ 4746485 w 12192000"/>
              <a:gd name="connsiteY96" fmla="*/ 2451769 h 3482342"/>
              <a:gd name="connsiteX97" fmla="*/ 4681588 w 12192000"/>
              <a:gd name="connsiteY97" fmla="*/ 2467494 h 3482342"/>
              <a:gd name="connsiteX98" fmla="*/ 1783655 w 12192000"/>
              <a:gd name="connsiteY98" fmla="*/ 3163860 h 3482342"/>
              <a:gd name="connsiteX99" fmla="*/ 1325955 w 12192000"/>
              <a:gd name="connsiteY99" fmla="*/ 3176692 h 3482342"/>
              <a:gd name="connsiteX100" fmla="*/ 1190384 w 12192000"/>
              <a:gd name="connsiteY100" fmla="*/ 3203504 h 3482342"/>
              <a:gd name="connsiteX101" fmla="*/ 1094537 w 12192000"/>
              <a:gd name="connsiteY101" fmla="*/ 3229469 h 3482342"/>
              <a:gd name="connsiteX102" fmla="*/ 779276 w 12192000"/>
              <a:gd name="connsiteY102" fmla="*/ 3327290 h 3482342"/>
              <a:gd name="connsiteX103" fmla="*/ 600378 w 12192000"/>
              <a:gd name="connsiteY103" fmla="*/ 3335250 h 3482342"/>
              <a:gd name="connsiteX104" fmla="*/ 493457 w 12192000"/>
              <a:gd name="connsiteY104" fmla="*/ 3365044 h 3482342"/>
              <a:gd name="connsiteX105" fmla="*/ 349402 w 12192000"/>
              <a:gd name="connsiteY105" fmla="*/ 3380897 h 3482342"/>
              <a:gd name="connsiteX106" fmla="*/ 192183 w 12192000"/>
              <a:gd name="connsiteY106" fmla="*/ 3460075 h 3482342"/>
              <a:gd name="connsiteX107" fmla="*/ 46713 w 12192000"/>
              <a:gd name="connsiteY107" fmla="*/ 3462986 h 3482342"/>
              <a:gd name="connsiteX108" fmla="*/ 2765 w 12192000"/>
              <a:gd name="connsiteY108" fmla="*/ 3480770 h 3482342"/>
              <a:gd name="connsiteX109" fmla="*/ 0 w 12192000"/>
              <a:gd name="connsiteY109" fmla="*/ 3482342 h 3482342"/>
              <a:gd name="connsiteX110" fmla="*/ 0 w 12192000"/>
              <a:gd name="connsiteY11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351578 w 12192000"/>
              <a:gd name="connsiteY57" fmla="*/ 1914422 h 3482342"/>
              <a:gd name="connsiteX58" fmla="*/ 8248914 w 12192000"/>
              <a:gd name="connsiteY58" fmla="*/ 195417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17124 w 12192000"/>
              <a:gd name="connsiteY68" fmla="*/ 1837109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700779 w 12192000"/>
              <a:gd name="connsiteY74" fmla="*/ 1907344 h 3482342"/>
              <a:gd name="connsiteX75" fmla="*/ 6672513 w 12192000"/>
              <a:gd name="connsiteY75" fmla="*/ 1926452 h 3482342"/>
              <a:gd name="connsiteX76" fmla="*/ 6633549 w 12192000"/>
              <a:gd name="connsiteY76" fmla="*/ 1936255 h 3482342"/>
              <a:gd name="connsiteX77" fmla="*/ 6444344 w 12192000"/>
              <a:gd name="connsiteY77" fmla="*/ 1969663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42310 w 12192000"/>
              <a:gd name="connsiteY81" fmla="*/ 2092510 h 3482342"/>
              <a:gd name="connsiteX82" fmla="*/ 6007916 w 12192000"/>
              <a:gd name="connsiteY82" fmla="*/ 2143752 h 3482342"/>
              <a:gd name="connsiteX83" fmla="*/ 5894610 w 12192000"/>
              <a:gd name="connsiteY83" fmla="*/ 2130684 h 3482342"/>
              <a:gd name="connsiteX84" fmla="*/ 5817682 w 12192000"/>
              <a:gd name="connsiteY84" fmla="*/ 2157358 h 3482342"/>
              <a:gd name="connsiteX85" fmla="*/ 5591469 w 12192000"/>
              <a:gd name="connsiteY85" fmla="*/ 2178389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291263 w 12192000"/>
              <a:gd name="connsiteY88" fmla="*/ 2239182 h 3482342"/>
              <a:gd name="connsiteX89" fmla="*/ 5240857 w 12192000"/>
              <a:gd name="connsiteY89" fmla="*/ 2289444 h 3482342"/>
              <a:gd name="connsiteX90" fmla="*/ 5173523 w 12192000"/>
              <a:gd name="connsiteY90" fmla="*/ 2309057 h 3482342"/>
              <a:gd name="connsiteX91" fmla="*/ 5148543 w 12192000"/>
              <a:gd name="connsiteY91" fmla="*/ 2282356 h 3482342"/>
              <a:gd name="connsiteX92" fmla="*/ 5079548 w 12192000"/>
              <a:gd name="connsiteY92" fmla="*/ 2313485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351578 w 12192000"/>
              <a:gd name="connsiteY57" fmla="*/ 1914422 h 3482342"/>
              <a:gd name="connsiteX58" fmla="*/ 8236214 w 12192000"/>
              <a:gd name="connsiteY58" fmla="*/ 190972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17124 w 12192000"/>
              <a:gd name="connsiteY68" fmla="*/ 1837109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700779 w 12192000"/>
              <a:gd name="connsiteY74" fmla="*/ 1907344 h 3482342"/>
              <a:gd name="connsiteX75" fmla="*/ 6672513 w 12192000"/>
              <a:gd name="connsiteY75" fmla="*/ 1926452 h 3482342"/>
              <a:gd name="connsiteX76" fmla="*/ 6633549 w 12192000"/>
              <a:gd name="connsiteY76" fmla="*/ 1936255 h 3482342"/>
              <a:gd name="connsiteX77" fmla="*/ 6444344 w 12192000"/>
              <a:gd name="connsiteY77" fmla="*/ 1969663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42310 w 12192000"/>
              <a:gd name="connsiteY81" fmla="*/ 2092510 h 3482342"/>
              <a:gd name="connsiteX82" fmla="*/ 6007916 w 12192000"/>
              <a:gd name="connsiteY82" fmla="*/ 2143752 h 3482342"/>
              <a:gd name="connsiteX83" fmla="*/ 5894610 w 12192000"/>
              <a:gd name="connsiteY83" fmla="*/ 2130684 h 3482342"/>
              <a:gd name="connsiteX84" fmla="*/ 5817682 w 12192000"/>
              <a:gd name="connsiteY84" fmla="*/ 2157358 h 3482342"/>
              <a:gd name="connsiteX85" fmla="*/ 5591469 w 12192000"/>
              <a:gd name="connsiteY85" fmla="*/ 2178389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291263 w 12192000"/>
              <a:gd name="connsiteY88" fmla="*/ 2239182 h 3482342"/>
              <a:gd name="connsiteX89" fmla="*/ 5240857 w 12192000"/>
              <a:gd name="connsiteY89" fmla="*/ 2289444 h 3482342"/>
              <a:gd name="connsiteX90" fmla="*/ 5173523 w 12192000"/>
              <a:gd name="connsiteY90" fmla="*/ 2309057 h 3482342"/>
              <a:gd name="connsiteX91" fmla="*/ 5148543 w 12192000"/>
              <a:gd name="connsiteY91" fmla="*/ 2282356 h 3482342"/>
              <a:gd name="connsiteX92" fmla="*/ 5079548 w 12192000"/>
              <a:gd name="connsiteY92" fmla="*/ 2313485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401276 w 12192000"/>
              <a:gd name="connsiteY56" fmla="*/ 1953968 h 3482342"/>
              <a:gd name="connsiteX57" fmla="*/ 8345228 w 12192000"/>
              <a:gd name="connsiteY57" fmla="*/ 1939822 h 3482342"/>
              <a:gd name="connsiteX58" fmla="*/ 8236214 w 12192000"/>
              <a:gd name="connsiteY58" fmla="*/ 190972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17124 w 12192000"/>
              <a:gd name="connsiteY68" fmla="*/ 1837109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700779 w 12192000"/>
              <a:gd name="connsiteY74" fmla="*/ 1907344 h 3482342"/>
              <a:gd name="connsiteX75" fmla="*/ 6672513 w 12192000"/>
              <a:gd name="connsiteY75" fmla="*/ 1926452 h 3482342"/>
              <a:gd name="connsiteX76" fmla="*/ 6633549 w 12192000"/>
              <a:gd name="connsiteY76" fmla="*/ 1936255 h 3482342"/>
              <a:gd name="connsiteX77" fmla="*/ 6444344 w 12192000"/>
              <a:gd name="connsiteY77" fmla="*/ 1969663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42310 w 12192000"/>
              <a:gd name="connsiteY81" fmla="*/ 2092510 h 3482342"/>
              <a:gd name="connsiteX82" fmla="*/ 6007916 w 12192000"/>
              <a:gd name="connsiteY82" fmla="*/ 2143752 h 3482342"/>
              <a:gd name="connsiteX83" fmla="*/ 5894610 w 12192000"/>
              <a:gd name="connsiteY83" fmla="*/ 2130684 h 3482342"/>
              <a:gd name="connsiteX84" fmla="*/ 5817682 w 12192000"/>
              <a:gd name="connsiteY84" fmla="*/ 2157358 h 3482342"/>
              <a:gd name="connsiteX85" fmla="*/ 5591469 w 12192000"/>
              <a:gd name="connsiteY85" fmla="*/ 2178389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291263 w 12192000"/>
              <a:gd name="connsiteY88" fmla="*/ 2239182 h 3482342"/>
              <a:gd name="connsiteX89" fmla="*/ 5240857 w 12192000"/>
              <a:gd name="connsiteY89" fmla="*/ 2289444 h 3482342"/>
              <a:gd name="connsiteX90" fmla="*/ 5173523 w 12192000"/>
              <a:gd name="connsiteY90" fmla="*/ 2309057 h 3482342"/>
              <a:gd name="connsiteX91" fmla="*/ 5148543 w 12192000"/>
              <a:gd name="connsiteY91" fmla="*/ 2282356 h 3482342"/>
              <a:gd name="connsiteX92" fmla="*/ 5079548 w 12192000"/>
              <a:gd name="connsiteY92" fmla="*/ 2313485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24042 w 12192000"/>
              <a:gd name="connsiteY55" fmla="*/ 1949367 h 3482342"/>
              <a:gd name="connsiteX56" fmla="*/ 8345228 w 12192000"/>
              <a:gd name="connsiteY56" fmla="*/ 1939822 h 3482342"/>
              <a:gd name="connsiteX57" fmla="*/ 8236214 w 12192000"/>
              <a:gd name="connsiteY57" fmla="*/ 1909725 h 3482342"/>
              <a:gd name="connsiteX58" fmla="*/ 8132104 w 12192000"/>
              <a:gd name="connsiteY58" fmla="*/ 1895727 h 3482342"/>
              <a:gd name="connsiteX59" fmla="*/ 7918078 w 12192000"/>
              <a:gd name="connsiteY59" fmla="*/ 1862668 h 3482342"/>
              <a:gd name="connsiteX60" fmla="*/ 7817899 w 12192000"/>
              <a:gd name="connsiteY60" fmla="*/ 1862176 h 3482342"/>
              <a:gd name="connsiteX61" fmla="*/ 7768994 w 12192000"/>
              <a:gd name="connsiteY61" fmla="*/ 1855721 h 3482342"/>
              <a:gd name="connsiteX62" fmla="*/ 7618027 w 12192000"/>
              <a:gd name="connsiteY62" fmla="*/ 1830959 h 3482342"/>
              <a:gd name="connsiteX63" fmla="*/ 7449425 w 12192000"/>
              <a:gd name="connsiteY63" fmla="*/ 1810910 h 3482342"/>
              <a:gd name="connsiteX64" fmla="*/ 7342915 w 12192000"/>
              <a:gd name="connsiteY64" fmla="*/ 1819827 h 3482342"/>
              <a:gd name="connsiteX65" fmla="*/ 7255191 w 12192000"/>
              <a:gd name="connsiteY65" fmla="*/ 1834354 h 3482342"/>
              <a:gd name="connsiteX66" fmla="*/ 7131205 w 12192000"/>
              <a:gd name="connsiteY66" fmla="*/ 1845557 h 3482342"/>
              <a:gd name="connsiteX67" fmla="*/ 6917124 w 12192000"/>
              <a:gd name="connsiteY67" fmla="*/ 1837109 h 3482342"/>
              <a:gd name="connsiteX68" fmla="*/ 6837145 w 12192000"/>
              <a:gd name="connsiteY68" fmla="*/ 1870724 h 3482342"/>
              <a:gd name="connsiteX69" fmla="*/ 6753991 w 12192000"/>
              <a:gd name="connsiteY69" fmla="*/ 1860969 h 3482342"/>
              <a:gd name="connsiteX70" fmla="*/ 6727754 w 12192000"/>
              <a:gd name="connsiteY70" fmla="*/ 1882372 h 3482342"/>
              <a:gd name="connsiteX71" fmla="*/ 6723371 w 12192000"/>
              <a:gd name="connsiteY71" fmla="*/ 1886494 h 3482342"/>
              <a:gd name="connsiteX72" fmla="*/ 6702779 w 12192000"/>
              <a:gd name="connsiteY72" fmla="*/ 1893601 h 3482342"/>
              <a:gd name="connsiteX73" fmla="*/ 6700779 w 12192000"/>
              <a:gd name="connsiteY73" fmla="*/ 1907344 h 3482342"/>
              <a:gd name="connsiteX74" fmla="*/ 6672513 w 12192000"/>
              <a:gd name="connsiteY74" fmla="*/ 1926452 h 3482342"/>
              <a:gd name="connsiteX75" fmla="*/ 6633549 w 12192000"/>
              <a:gd name="connsiteY75" fmla="*/ 1936255 h 3482342"/>
              <a:gd name="connsiteX76" fmla="*/ 6444344 w 12192000"/>
              <a:gd name="connsiteY76" fmla="*/ 1969663 h 3482342"/>
              <a:gd name="connsiteX77" fmla="*/ 6333446 w 12192000"/>
              <a:gd name="connsiteY77" fmla="*/ 1997163 h 3482342"/>
              <a:gd name="connsiteX78" fmla="*/ 6294933 w 12192000"/>
              <a:gd name="connsiteY78" fmla="*/ 2019412 h 3482342"/>
              <a:gd name="connsiteX79" fmla="*/ 6238719 w 12192000"/>
              <a:gd name="connsiteY79" fmla="*/ 2042547 h 3482342"/>
              <a:gd name="connsiteX80" fmla="*/ 6142310 w 12192000"/>
              <a:gd name="connsiteY80" fmla="*/ 2092510 h 3482342"/>
              <a:gd name="connsiteX81" fmla="*/ 6007916 w 12192000"/>
              <a:gd name="connsiteY81" fmla="*/ 2143752 h 3482342"/>
              <a:gd name="connsiteX82" fmla="*/ 5894610 w 12192000"/>
              <a:gd name="connsiteY82" fmla="*/ 2130684 h 3482342"/>
              <a:gd name="connsiteX83" fmla="*/ 5817682 w 12192000"/>
              <a:gd name="connsiteY83" fmla="*/ 2157358 h 3482342"/>
              <a:gd name="connsiteX84" fmla="*/ 5591469 w 12192000"/>
              <a:gd name="connsiteY84" fmla="*/ 2178389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291263 w 12192000"/>
              <a:gd name="connsiteY87" fmla="*/ 2239182 h 3482342"/>
              <a:gd name="connsiteX88" fmla="*/ 5240857 w 12192000"/>
              <a:gd name="connsiteY88" fmla="*/ 2289444 h 3482342"/>
              <a:gd name="connsiteX89" fmla="*/ 5173523 w 12192000"/>
              <a:gd name="connsiteY89" fmla="*/ 2309057 h 3482342"/>
              <a:gd name="connsiteX90" fmla="*/ 5148543 w 12192000"/>
              <a:gd name="connsiteY90" fmla="*/ 2282356 h 3482342"/>
              <a:gd name="connsiteX91" fmla="*/ 5079548 w 12192000"/>
              <a:gd name="connsiteY91" fmla="*/ 2313485 h 3482342"/>
              <a:gd name="connsiteX92" fmla="*/ 4975908 w 12192000"/>
              <a:gd name="connsiteY92" fmla="*/ 2364128 h 3482342"/>
              <a:gd name="connsiteX93" fmla="*/ 4913723 w 12192000"/>
              <a:gd name="connsiteY93" fmla="*/ 2385265 h 3482342"/>
              <a:gd name="connsiteX94" fmla="*/ 4746485 w 12192000"/>
              <a:gd name="connsiteY94" fmla="*/ 2451769 h 3482342"/>
              <a:gd name="connsiteX95" fmla="*/ 4681588 w 12192000"/>
              <a:gd name="connsiteY95" fmla="*/ 2467494 h 3482342"/>
              <a:gd name="connsiteX96" fmla="*/ 1783655 w 12192000"/>
              <a:gd name="connsiteY96" fmla="*/ 3163860 h 3482342"/>
              <a:gd name="connsiteX97" fmla="*/ 1325955 w 12192000"/>
              <a:gd name="connsiteY97" fmla="*/ 3176692 h 3482342"/>
              <a:gd name="connsiteX98" fmla="*/ 1190384 w 12192000"/>
              <a:gd name="connsiteY98" fmla="*/ 3203504 h 3482342"/>
              <a:gd name="connsiteX99" fmla="*/ 1094537 w 12192000"/>
              <a:gd name="connsiteY99" fmla="*/ 3229469 h 3482342"/>
              <a:gd name="connsiteX100" fmla="*/ 779276 w 12192000"/>
              <a:gd name="connsiteY100" fmla="*/ 3327290 h 3482342"/>
              <a:gd name="connsiteX101" fmla="*/ 600378 w 12192000"/>
              <a:gd name="connsiteY101" fmla="*/ 3335250 h 3482342"/>
              <a:gd name="connsiteX102" fmla="*/ 493457 w 12192000"/>
              <a:gd name="connsiteY102" fmla="*/ 3365044 h 3482342"/>
              <a:gd name="connsiteX103" fmla="*/ 349402 w 12192000"/>
              <a:gd name="connsiteY103" fmla="*/ 3380897 h 3482342"/>
              <a:gd name="connsiteX104" fmla="*/ 192183 w 12192000"/>
              <a:gd name="connsiteY104" fmla="*/ 3460075 h 3482342"/>
              <a:gd name="connsiteX105" fmla="*/ 46713 w 12192000"/>
              <a:gd name="connsiteY105" fmla="*/ 3462986 h 3482342"/>
              <a:gd name="connsiteX106" fmla="*/ 2765 w 12192000"/>
              <a:gd name="connsiteY106" fmla="*/ 3480770 h 3482342"/>
              <a:gd name="connsiteX107" fmla="*/ 0 w 12192000"/>
              <a:gd name="connsiteY107" fmla="*/ 3482342 h 3482342"/>
              <a:gd name="connsiteX108" fmla="*/ 0 w 12192000"/>
              <a:gd name="connsiteY10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26060 w 12192000"/>
              <a:gd name="connsiteY54" fmla="*/ 1947126 h 3482342"/>
              <a:gd name="connsiteX55" fmla="*/ 8430392 w 12192000"/>
              <a:gd name="connsiteY55" fmla="*/ 1898567 h 3482342"/>
              <a:gd name="connsiteX56" fmla="*/ 8345228 w 12192000"/>
              <a:gd name="connsiteY56" fmla="*/ 1939822 h 3482342"/>
              <a:gd name="connsiteX57" fmla="*/ 8236214 w 12192000"/>
              <a:gd name="connsiteY57" fmla="*/ 1909725 h 3482342"/>
              <a:gd name="connsiteX58" fmla="*/ 8132104 w 12192000"/>
              <a:gd name="connsiteY58" fmla="*/ 1895727 h 3482342"/>
              <a:gd name="connsiteX59" fmla="*/ 7918078 w 12192000"/>
              <a:gd name="connsiteY59" fmla="*/ 1862668 h 3482342"/>
              <a:gd name="connsiteX60" fmla="*/ 7817899 w 12192000"/>
              <a:gd name="connsiteY60" fmla="*/ 1862176 h 3482342"/>
              <a:gd name="connsiteX61" fmla="*/ 7768994 w 12192000"/>
              <a:gd name="connsiteY61" fmla="*/ 1855721 h 3482342"/>
              <a:gd name="connsiteX62" fmla="*/ 7618027 w 12192000"/>
              <a:gd name="connsiteY62" fmla="*/ 1830959 h 3482342"/>
              <a:gd name="connsiteX63" fmla="*/ 7449425 w 12192000"/>
              <a:gd name="connsiteY63" fmla="*/ 1810910 h 3482342"/>
              <a:gd name="connsiteX64" fmla="*/ 7342915 w 12192000"/>
              <a:gd name="connsiteY64" fmla="*/ 1819827 h 3482342"/>
              <a:gd name="connsiteX65" fmla="*/ 7255191 w 12192000"/>
              <a:gd name="connsiteY65" fmla="*/ 1834354 h 3482342"/>
              <a:gd name="connsiteX66" fmla="*/ 7131205 w 12192000"/>
              <a:gd name="connsiteY66" fmla="*/ 1845557 h 3482342"/>
              <a:gd name="connsiteX67" fmla="*/ 6917124 w 12192000"/>
              <a:gd name="connsiteY67" fmla="*/ 1837109 h 3482342"/>
              <a:gd name="connsiteX68" fmla="*/ 6837145 w 12192000"/>
              <a:gd name="connsiteY68" fmla="*/ 1870724 h 3482342"/>
              <a:gd name="connsiteX69" fmla="*/ 6753991 w 12192000"/>
              <a:gd name="connsiteY69" fmla="*/ 1860969 h 3482342"/>
              <a:gd name="connsiteX70" fmla="*/ 6727754 w 12192000"/>
              <a:gd name="connsiteY70" fmla="*/ 1882372 h 3482342"/>
              <a:gd name="connsiteX71" fmla="*/ 6723371 w 12192000"/>
              <a:gd name="connsiteY71" fmla="*/ 1886494 h 3482342"/>
              <a:gd name="connsiteX72" fmla="*/ 6702779 w 12192000"/>
              <a:gd name="connsiteY72" fmla="*/ 1893601 h 3482342"/>
              <a:gd name="connsiteX73" fmla="*/ 6700779 w 12192000"/>
              <a:gd name="connsiteY73" fmla="*/ 1907344 h 3482342"/>
              <a:gd name="connsiteX74" fmla="*/ 6672513 w 12192000"/>
              <a:gd name="connsiteY74" fmla="*/ 1926452 h 3482342"/>
              <a:gd name="connsiteX75" fmla="*/ 6633549 w 12192000"/>
              <a:gd name="connsiteY75" fmla="*/ 1936255 h 3482342"/>
              <a:gd name="connsiteX76" fmla="*/ 6444344 w 12192000"/>
              <a:gd name="connsiteY76" fmla="*/ 1969663 h 3482342"/>
              <a:gd name="connsiteX77" fmla="*/ 6333446 w 12192000"/>
              <a:gd name="connsiteY77" fmla="*/ 1997163 h 3482342"/>
              <a:gd name="connsiteX78" fmla="*/ 6294933 w 12192000"/>
              <a:gd name="connsiteY78" fmla="*/ 2019412 h 3482342"/>
              <a:gd name="connsiteX79" fmla="*/ 6238719 w 12192000"/>
              <a:gd name="connsiteY79" fmla="*/ 2042547 h 3482342"/>
              <a:gd name="connsiteX80" fmla="*/ 6142310 w 12192000"/>
              <a:gd name="connsiteY80" fmla="*/ 2092510 h 3482342"/>
              <a:gd name="connsiteX81" fmla="*/ 6007916 w 12192000"/>
              <a:gd name="connsiteY81" fmla="*/ 2143752 h 3482342"/>
              <a:gd name="connsiteX82" fmla="*/ 5894610 w 12192000"/>
              <a:gd name="connsiteY82" fmla="*/ 2130684 h 3482342"/>
              <a:gd name="connsiteX83" fmla="*/ 5817682 w 12192000"/>
              <a:gd name="connsiteY83" fmla="*/ 2157358 h 3482342"/>
              <a:gd name="connsiteX84" fmla="*/ 5591469 w 12192000"/>
              <a:gd name="connsiteY84" fmla="*/ 2178389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291263 w 12192000"/>
              <a:gd name="connsiteY87" fmla="*/ 2239182 h 3482342"/>
              <a:gd name="connsiteX88" fmla="*/ 5240857 w 12192000"/>
              <a:gd name="connsiteY88" fmla="*/ 2289444 h 3482342"/>
              <a:gd name="connsiteX89" fmla="*/ 5173523 w 12192000"/>
              <a:gd name="connsiteY89" fmla="*/ 2309057 h 3482342"/>
              <a:gd name="connsiteX90" fmla="*/ 5148543 w 12192000"/>
              <a:gd name="connsiteY90" fmla="*/ 2282356 h 3482342"/>
              <a:gd name="connsiteX91" fmla="*/ 5079548 w 12192000"/>
              <a:gd name="connsiteY91" fmla="*/ 2313485 h 3482342"/>
              <a:gd name="connsiteX92" fmla="*/ 4975908 w 12192000"/>
              <a:gd name="connsiteY92" fmla="*/ 2364128 h 3482342"/>
              <a:gd name="connsiteX93" fmla="*/ 4913723 w 12192000"/>
              <a:gd name="connsiteY93" fmla="*/ 2385265 h 3482342"/>
              <a:gd name="connsiteX94" fmla="*/ 4746485 w 12192000"/>
              <a:gd name="connsiteY94" fmla="*/ 2451769 h 3482342"/>
              <a:gd name="connsiteX95" fmla="*/ 4681588 w 12192000"/>
              <a:gd name="connsiteY95" fmla="*/ 2467494 h 3482342"/>
              <a:gd name="connsiteX96" fmla="*/ 1783655 w 12192000"/>
              <a:gd name="connsiteY96" fmla="*/ 3163860 h 3482342"/>
              <a:gd name="connsiteX97" fmla="*/ 1325955 w 12192000"/>
              <a:gd name="connsiteY97" fmla="*/ 3176692 h 3482342"/>
              <a:gd name="connsiteX98" fmla="*/ 1190384 w 12192000"/>
              <a:gd name="connsiteY98" fmla="*/ 3203504 h 3482342"/>
              <a:gd name="connsiteX99" fmla="*/ 1094537 w 12192000"/>
              <a:gd name="connsiteY99" fmla="*/ 3229469 h 3482342"/>
              <a:gd name="connsiteX100" fmla="*/ 779276 w 12192000"/>
              <a:gd name="connsiteY100" fmla="*/ 3327290 h 3482342"/>
              <a:gd name="connsiteX101" fmla="*/ 600378 w 12192000"/>
              <a:gd name="connsiteY101" fmla="*/ 3335250 h 3482342"/>
              <a:gd name="connsiteX102" fmla="*/ 493457 w 12192000"/>
              <a:gd name="connsiteY102" fmla="*/ 3365044 h 3482342"/>
              <a:gd name="connsiteX103" fmla="*/ 349402 w 12192000"/>
              <a:gd name="connsiteY103" fmla="*/ 3380897 h 3482342"/>
              <a:gd name="connsiteX104" fmla="*/ 192183 w 12192000"/>
              <a:gd name="connsiteY104" fmla="*/ 3460075 h 3482342"/>
              <a:gd name="connsiteX105" fmla="*/ 46713 w 12192000"/>
              <a:gd name="connsiteY105" fmla="*/ 3462986 h 3482342"/>
              <a:gd name="connsiteX106" fmla="*/ 2765 w 12192000"/>
              <a:gd name="connsiteY106" fmla="*/ 3480770 h 3482342"/>
              <a:gd name="connsiteX107" fmla="*/ 0 w 12192000"/>
              <a:gd name="connsiteY107" fmla="*/ 3482342 h 3482342"/>
              <a:gd name="connsiteX108" fmla="*/ 0 w 12192000"/>
              <a:gd name="connsiteY10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30392 w 12192000"/>
              <a:gd name="connsiteY54" fmla="*/ 1898567 h 3482342"/>
              <a:gd name="connsiteX55" fmla="*/ 8345228 w 12192000"/>
              <a:gd name="connsiteY55" fmla="*/ 1939822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17124 w 12192000"/>
              <a:gd name="connsiteY66" fmla="*/ 1837109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700779 w 12192000"/>
              <a:gd name="connsiteY72" fmla="*/ 1907344 h 3482342"/>
              <a:gd name="connsiteX73" fmla="*/ 6672513 w 12192000"/>
              <a:gd name="connsiteY73" fmla="*/ 1926452 h 3482342"/>
              <a:gd name="connsiteX74" fmla="*/ 6633549 w 12192000"/>
              <a:gd name="connsiteY74" fmla="*/ 1936255 h 3482342"/>
              <a:gd name="connsiteX75" fmla="*/ 6444344 w 12192000"/>
              <a:gd name="connsiteY75" fmla="*/ 1969663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42310 w 12192000"/>
              <a:gd name="connsiteY79" fmla="*/ 2092510 h 3482342"/>
              <a:gd name="connsiteX80" fmla="*/ 6007916 w 12192000"/>
              <a:gd name="connsiteY80" fmla="*/ 2143752 h 3482342"/>
              <a:gd name="connsiteX81" fmla="*/ 5894610 w 12192000"/>
              <a:gd name="connsiteY81" fmla="*/ 2130684 h 3482342"/>
              <a:gd name="connsiteX82" fmla="*/ 5817682 w 12192000"/>
              <a:gd name="connsiteY82" fmla="*/ 2157358 h 3482342"/>
              <a:gd name="connsiteX83" fmla="*/ 5591469 w 12192000"/>
              <a:gd name="connsiteY83" fmla="*/ 2178389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291263 w 12192000"/>
              <a:gd name="connsiteY86" fmla="*/ 2239182 h 3482342"/>
              <a:gd name="connsiteX87" fmla="*/ 5240857 w 12192000"/>
              <a:gd name="connsiteY87" fmla="*/ 2289444 h 3482342"/>
              <a:gd name="connsiteX88" fmla="*/ 5173523 w 12192000"/>
              <a:gd name="connsiteY88" fmla="*/ 2309057 h 3482342"/>
              <a:gd name="connsiteX89" fmla="*/ 5148543 w 12192000"/>
              <a:gd name="connsiteY89" fmla="*/ 2282356 h 3482342"/>
              <a:gd name="connsiteX90" fmla="*/ 5079548 w 12192000"/>
              <a:gd name="connsiteY90" fmla="*/ 2313485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6797 w 12192000"/>
              <a:gd name="connsiteY23" fmla="*/ 13505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36742 w 12192000"/>
              <a:gd name="connsiteY54" fmla="*/ 1923967 h 3482342"/>
              <a:gd name="connsiteX55" fmla="*/ 8345228 w 12192000"/>
              <a:gd name="connsiteY55" fmla="*/ 1939822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17124 w 12192000"/>
              <a:gd name="connsiteY66" fmla="*/ 1837109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700779 w 12192000"/>
              <a:gd name="connsiteY72" fmla="*/ 1907344 h 3482342"/>
              <a:gd name="connsiteX73" fmla="*/ 6672513 w 12192000"/>
              <a:gd name="connsiteY73" fmla="*/ 1926452 h 3482342"/>
              <a:gd name="connsiteX74" fmla="*/ 6633549 w 12192000"/>
              <a:gd name="connsiteY74" fmla="*/ 1936255 h 3482342"/>
              <a:gd name="connsiteX75" fmla="*/ 6444344 w 12192000"/>
              <a:gd name="connsiteY75" fmla="*/ 1969663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42310 w 12192000"/>
              <a:gd name="connsiteY79" fmla="*/ 2092510 h 3482342"/>
              <a:gd name="connsiteX80" fmla="*/ 6007916 w 12192000"/>
              <a:gd name="connsiteY80" fmla="*/ 2143752 h 3482342"/>
              <a:gd name="connsiteX81" fmla="*/ 5894610 w 12192000"/>
              <a:gd name="connsiteY81" fmla="*/ 2130684 h 3482342"/>
              <a:gd name="connsiteX82" fmla="*/ 5817682 w 12192000"/>
              <a:gd name="connsiteY82" fmla="*/ 2157358 h 3482342"/>
              <a:gd name="connsiteX83" fmla="*/ 5591469 w 12192000"/>
              <a:gd name="connsiteY83" fmla="*/ 2178389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291263 w 12192000"/>
              <a:gd name="connsiteY86" fmla="*/ 2239182 h 3482342"/>
              <a:gd name="connsiteX87" fmla="*/ 5240857 w 12192000"/>
              <a:gd name="connsiteY87" fmla="*/ 2289444 h 3482342"/>
              <a:gd name="connsiteX88" fmla="*/ 5173523 w 12192000"/>
              <a:gd name="connsiteY88" fmla="*/ 2309057 h 3482342"/>
              <a:gd name="connsiteX89" fmla="*/ 5148543 w 12192000"/>
              <a:gd name="connsiteY89" fmla="*/ 2282356 h 3482342"/>
              <a:gd name="connsiteX90" fmla="*/ 5079548 w 12192000"/>
              <a:gd name="connsiteY90" fmla="*/ 2313485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65056 w 12192000"/>
              <a:gd name="connsiteY17" fmla="*/ 804087 h 3482342"/>
              <a:gd name="connsiteX18" fmla="*/ 11294073 w 12192000"/>
              <a:gd name="connsiteY18" fmla="*/ 897260 h 3482342"/>
              <a:gd name="connsiteX19" fmla="*/ 11228040 w 12192000"/>
              <a:gd name="connsiteY19" fmla="*/ 958953 h 3482342"/>
              <a:gd name="connsiteX20" fmla="*/ 11193568 w 12192000"/>
              <a:gd name="connsiteY20" fmla="*/ 982314 h 3482342"/>
              <a:gd name="connsiteX21" fmla="*/ 11139869 w 12192000"/>
              <a:gd name="connsiteY21" fmla="*/ 1126133 h 3482342"/>
              <a:gd name="connsiteX22" fmla="*/ 11003287 w 12192000"/>
              <a:gd name="connsiteY22" fmla="*/ 1243468 h 3482342"/>
              <a:gd name="connsiteX23" fmla="*/ 10930447 w 12192000"/>
              <a:gd name="connsiteY23" fmla="*/ 1287088 h 3482342"/>
              <a:gd name="connsiteX24" fmla="*/ 10832727 w 12192000"/>
              <a:gd name="connsiteY24" fmla="*/ 1341335 h 3482342"/>
              <a:gd name="connsiteX25" fmla="*/ 10720408 w 12192000"/>
              <a:gd name="connsiteY25" fmla="*/ 1344999 h 3482342"/>
              <a:gd name="connsiteX26" fmla="*/ 10635456 w 12192000"/>
              <a:gd name="connsiteY26" fmla="*/ 1337688 h 3482342"/>
              <a:gd name="connsiteX27" fmla="*/ 10629954 w 12192000"/>
              <a:gd name="connsiteY27" fmla="*/ 1330628 h 3482342"/>
              <a:gd name="connsiteX28" fmla="*/ 10623883 w 12192000"/>
              <a:gd name="connsiteY28" fmla="*/ 1332776 h 3482342"/>
              <a:gd name="connsiteX29" fmla="*/ 10622090 w 12192000"/>
              <a:gd name="connsiteY29" fmla="*/ 1341385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264922 w 12192000"/>
              <a:gd name="connsiteY35" fmla="*/ 1472107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524524 w 12192000"/>
              <a:gd name="connsiteY53" fmla="*/ 1902425 h 3482342"/>
              <a:gd name="connsiteX54" fmla="*/ 8436742 w 12192000"/>
              <a:gd name="connsiteY54" fmla="*/ 1923967 h 3482342"/>
              <a:gd name="connsiteX55" fmla="*/ 8345228 w 12192000"/>
              <a:gd name="connsiteY55" fmla="*/ 1939822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17124 w 12192000"/>
              <a:gd name="connsiteY66" fmla="*/ 1837109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700779 w 12192000"/>
              <a:gd name="connsiteY72" fmla="*/ 1907344 h 3482342"/>
              <a:gd name="connsiteX73" fmla="*/ 6672513 w 12192000"/>
              <a:gd name="connsiteY73" fmla="*/ 1926452 h 3482342"/>
              <a:gd name="connsiteX74" fmla="*/ 6633549 w 12192000"/>
              <a:gd name="connsiteY74" fmla="*/ 1936255 h 3482342"/>
              <a:gd name="connsiteX75" fmla="*/ 6444344 w 12192000"/>
              <a:gd name="connsiteY75" fmla="*/ 1969663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42310 w 12192000"/>
              <a:gd name="connsiteY79" fmla="*/ 2092510 h 3482342"/>
              <a:gd name="connsiteX80" fmla="*/ 6007916 w 12192000"/>
              <a:gd name="connsiteY80" fmla="*/ 2143752 h 3482342"/>
              <a:gd name="connsiteX81" fmla="*/ 5894610 w 12192000"/>
              <a:gd name="connsiteY81" fmla="*/ 2130684 h 3482342"/>
              <a:gd name="connsiteX82" fmla="*/ 5817682 w 12192000"/>
              <a:gd name="connsiteY82" fmla="*/ 2157358 h 3482342"/>
              <a:gd name="connsiteX83" fmla="*/ 5591469 w 12192000"/>
              <a:gd name="connsiteY83" fmla="*/ 2178389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291263 w 12192000"/>
              <a:gd name="connsiteY86" fmla="*/ 2239182 h 3482342"/>
              <a:gd name="connsiteX87" fmla="*/ 5240857 w 12192000"/>
              <a:gd name="connsiteY87" fmla="*/ 2289444 h 3482342"/>
              <a:gd name="connsiteX88" fmla="*/ 5173523 w 12192000"/>
              <a:gd name="connsiteY88" fmla="*/ 2309057 h 3482342"/>
              <a:gd name="connsiteX89" fmla="*/ 5148543 w 12192000"/>
              <a:gd name="connsiteY89" fmla="*/ 2282356 h 3482342"/>
              <a:gd name="connsiteX90" fmla="*/ 5079548 w 12192000"/>
              <a:gd name="connsiteY90" fmla="*/ 2313485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294073 w 12192000"/>
              <a:gd name="connsiteY17" fmla="*/ 897260 h 3482342"/>
              <a:gd name="connsiteX18" fmla="*/ 11228040 w 12192000"/>
              <a:gd name="connsiteY18" fmla="*/ 958953 h 3482342"/>
              <a:gd name="connsiteX19" fmla="*/ 11193568 w 12192000"/>
              <a:gd name="connsiteY19" fmla="*/ 982314 h 3482342"/>
              <a:gd name="connsiteX20" fmla="*/ 11139869 w 12192000"/>
              <a:gd name="connsiteY20" fmla="*/ 1126133 h 3482342"/>
              <a:gd name="connsiteX21" fmla="*/ 11003287 w 12192000"/>
              <a:gd name="connsiteY21" fmla="*/ 1243468 h 3482342"/>
              <a:gd name="connsiteX22" fmla="*/ 10930447 w 12192000"/>
              <a:gd name="connsiteY22" fmla="*/ 1287088 h 3482342"/>
              <a:gd name="connsiteX23" fmla="*/ 10832727 w 12192000"/>
              <a:gd name="connsiteY23" fmla="*/ 1341335 h 3482342"/>
              <a:gd name="connsiteX24" fmla="*/ 10720408 w 12192000"/>
              <a:gd name="connsiteY24" fmla="*/ 1344999 h 3482342"/>
              <a:gd name="connsiteX25" fmla="*/ 10635456 w 12192000"/>
              <a:gd name="connsiteY25" fmla="*/ 1337688 h 3482342"/>
              <a:gd name="connsiteX26" fmla="*/ 10629954 w 12192000"/>
              <a:gd name="connsiteY26" fmla="*/ 1330628 h 3482342"/>
              <a:gd name="connsiteX27" fmla="*/ 10623883 w 12192000"/>
              <a:gd name="connsiteY27" fmla="*/ 1332776 h 3482342"/>
              <a:gd name="connsiteX28" fmla="*/ 10622090 w 12192000"/>
              <a:gd name="connsiteY28" fmla="*/ 1341385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264922 w 12192000"/>
              <a:gd name="connsiteY34" fmla="*/ 1472107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524524 w 12192000"/>
              <a:gd name="connsiteY52" fmla="*/ 1902425 h 3482342"/>
              <a:gd name="connsiteX53" fmla="*/ 8436742 w 12192000"/>
              <a:gd name="connsiteY53" fmla="*/ 1923967 h 3482342"/>
              <a:gd name="connsiteX54" fmla="*/ 8345228 w 12192000"/>
              <a:gd name="connsiteY54" fmla="*/ 1939822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17124 w 12192000"/>
              <a:gd name="connsiteY65" fmla="*/ 1837109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700779 w 12192000"/>
              <a:gd name="connsiteY71" fmla="*/ 1907344 h 3482342"/>
              <a:gd name="connsiteX72" fmla="*/ 6672513 w 12192000"/>
              <a:gd name="connsiteY72" fmla="*/ 1926452 h 3482342"/>
              <a:gd name="connsiteX73" fmla="*/ 6633549 w 12192000"/>
              <a:gd name="connsiteY73" fmla="*/ 1936255 h 3482342"/>
              <a:gd name="connsiteX74" fmla="*/ 6444344 w 12192000"/>
              <a:gd name="connsiteY74" fmla="*/ 1969663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42310 w 12192000"/>
              <a:gd name="connsiteY78" fmla="*/ 2092510 h 3482342"/>
              <a:gd name="connsiteX79" fmla="*/ 6007916 w 12192000"/>
              <a:gd name="connsiteY79" fmla="*/ 2143752 h 3482342"/>
              <a:gd name="connsiteX80" fmla="*/ 5894610 w 12192000"/>
              <a:gd name="connsiteY80" fmla="*/ 2130684 h 3482342"/>
              <a:gd name="connsiteX81" fmla="*/ 5817682 w 12192000"/>
              <a:gd name="connsiteY81" fmla="*/ 2157358 h 3482342"/>
              <a:gd name="connsiteX82" fmla="*/ 5591469 w 12192000"/>
              <a:gd name="connsiteY82" fmla="*/ 2178389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291263 w 12192000"/>
              <a:gd name="connsiteY85" fmla="*/ 2239182 h 3482342"/>
              <a:gd name="connsiteX86" fmla="*/ 5240857 w 12192000"/>
              <a:gd name="connsiteY86" fmla="*/ 2289444 h 3482342"/>
              <a:gd name="connsiteX87" fmla="*/ 5173523 w 12192000"/>
              <a:gd name="connsiteY87" fmla="*/ 2309057 h 3482342"/>
              <a:gd name="connsiteX88" fmla="*/ 5148543 w 12192000"/>
              <a:gd name="connsiteY88" fmla="*/ 2282356 h 3482342"/>
              <a:gd name="connsiteX89" fmla="*/ 5079548 w 12192000"/>
              <a:gd name="connsiteY89" fmla="*/ 2313485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40020 w 12192000"/>
              <a:gd name="connsiteY16" fmla="*/ 794059 h 3482342"/>
              <a:gd name="connsiteX17" fmla="*/ 11338523 w 12192000"/>
              <a:gd name="connsiteY17" fmla="*/ 852810 h 3482342"/>
              <a:gd name="connsiteX18" fmla="*/ 11228040 w 12192000"/>
              <a:gd name="connsiteY18" fmla="*/ 958953 h 3482342"/>
              <a:gd name="connsiteX19" fmla="*/ 11193568 w 12192000"/>
              <a:gd name="connsiteY19" fmla="*/ 982314 h 3482342"/>
              <a:gd name="connsiteX20" fmla="*/ 11139869 w 12192000"/>
              <a:gd name="connsiteY20" fmla="*/ 1126133 h 3482342"/>
              <a:gd name="connsiteX21" fmla="*/ 11003287 w 12192000"/>
              <a:gd name="connsiteY21" fmla="*/ 1243468 h 3482342"/>
              <a:gd name="connsiteX22" fmla="*/ 10930447 w 12192000"/>
              <a:gd name="connsiteY22" fmla="*/ 1287088 h 3482342"/>
              <a:gd name="connsiteX23" fmla="*/ 10832727 w 12192000"/>
              <a:gd name="connsiteY23" fmla="*/ 1341335 h 3482342"/>
              <a:gd name="connsiteX24" fmla="*/ 10720408 w 12192000"/>
              <a:gd name="connsiteY24" fmla="*/ 1344999 h 3482342"/>
              <a:gd name="connsiteX25" fmla="*/ 10635456 w 12192000"/>
              <a:gd name="connsiteY25" fmla="*/ 1337688 h 3482342"/>
              <a:gd name="connsiteX26" fmla="*/ 10629954 w 12192000"/>
              <a:gd name="connsiteY26" fmla="*/ 1330628 h 3482342"/>
              <a:gd name="connsiteX27" fmla="*/ 10623883 w 12192000"/>
              <a:gd name="connsiteY27" fmla="*/ 1332776 h 3482342"/>
              <a:gd name="connsiteX28" fmla="*/ 10622090 w 12192000"/>
              <a:gd name="connsiteY28" fmla="*/ 1341385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264922 w 12192000"/>
              <a:gd name="connsiteY34" fmla="*/ 1472107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524524 w 12192000"/>
              <a:gd name="connsiteY52" fmla="*/ 1902425 h 3482342"/>
              <a:gd name="connsiteX53" fmla="*/ 8436742 w 12192000"/>
              <a:gd name="connsiteY53" fmla="*/ 1923967 h 3482342"/>
              <a:gd name="connsiteX54" fmla="*/ 8345228 w 12192000"/>
              <a:gd name="connsiteY54" fmla="*/ 1939822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17124 w 12192000"/>
              <a:gd name="connsiteY65" fmla="*/ 1837109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700779 w 12192000"/>
              <a:gd name="connsiteY71" fmla="*/ 1907344 h 3482342"/>
              <a:gd name="connsiteX72" fmla="*/ 6672513 w 12192000"/>
              <a:gd name="connsiteY72" fmla="*/ 1926452 h 3482342"/>
              <a:gd name="connsiteX73" fmla="*/ 6633549 w 12192000"/>
              <a:gd name="connsiteY73" fmla="*/ 1936255 h 3482342"/>
              <a:gd name="connsiteX74" fmla="*/ 6444344 w 12192000"/>
              <a:gd name="connsiteY74" fmla="*/ 1969663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42310 w 12192000"/>
              <a:gd name="connsiteY78" fmla="*/ 2092510 h 3482342"/>
              <a:gd name="connsiteX79" fmla="*/ 6007916 w 12192000"/>
              <a:gd name="connsiteY79" fmla="*/ 2143752 h 3482342"/>
              <a:gd name="connsiteX80" fmla="*/ 5894610 w 12192000"/>
              <a:gd name="connsiteY80" fmla="*/ 2130684 h 3482342"/>
              <a:gd name="connsiteX81" fmla="*/ 5817682 w 12192000"/>
              <a:gd name="connsiteY81" fmla="*/ 2157358 h 3482342"/>
              <a:gd name="connsiteX82" fmla="*/ 5591469 w 12192000"/>
              <a:gd name="connsiteY82" fmla="*/ 2178389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291263 w 12192000"/>
              <a:gd name="connsiteY85" fmla="*/ 2239182 h 3482342"/>
              <a:gd name="connsiteX86" fmla="*/ 5240857 w 12192000"/>
              <a:gd name="connsiteY86" fmla="*/ 2289444 h 3482342"/>
              <a:gd name="connsiteX87" fmla="*/ 5173523 w 12192000"/>
              <a:gd name="connsiteY87" fmla="*/ 2309057 h 3482342"/>
              <a:gd name="connsiteX88" fmla="*/ 5148543 w 12192000"/>
              <a:gd name="connsiteY88" fmla="*/ 2282356 h 3482342"/>
              <a:gd name="connsiteX89" fmla="*/ 5079548 w 12192000"/>
              <a:gd name="connsiteY89" fmla="*/ 2313485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77421 w 12192000"/>
              <a:gd name="connsiteY15" fmla="*/ 763181 h 3482342"/>
              <a:gd name="connsiteX16" fmla="*/ 11501920 w 12192000"/>
              <a:gd name="connsiteY16" fmla="*/ 813109 h 3482342"/>
              <a:gd name="connsiteX17" fmla="*/ 11338523 w 12192000"/>
              <a:gd name="connsiteY17" fmla="*/ 852810 h 3482342"/>
              <a:gd name="connsiteX18" fmla="*/ 11228040 w 12192000"/>
              <a:gd name="connsiteY18" fmla="*/ 958953 h 3482342"/>
              <a:gd name="connsiteX19" fmla="*/ 11193568 w 12192000"/>
              <a:gd name="connsiteY19" fmla="*/ 982314 h 3482342"/>
              <a:gd name="connsiteX20" fmla="*/ 11139869 w 12192000"/>
              <a:gd name="connsiteY20" fmla="*/ 1126133 h 3482342"/>
              <a:gd name="connsiteX21" fmla="*/ 11003287 w 12192000"/>
              <a:gd name="connsiteY21" fmla="*/ 1243468 h 3482342"/>
              <a:gd name="connsiteX22" fmla="*/ 10930447 w 12192000"/>
              <a:gd name="connsiteY22" fmla="*/ 1287088 h 3482342"/>
              <a:gd name="connsiteX23" fmla="*/ 10832727 w 12192000"/>
              <a:gd name="connsiteY23" fmla="*/ 1341335 h 3482342"/>
              <a:gd name="connsiteX24" fmla="*/ 10720408 w 12192000"/>
              <a:gd name="connsiteY24" fmla="*/ 1344999 h 3482342"/>
              <a:gd name="connsiteX25" fmla="*/ 10635456 w 12192000"/>
              <a:gd name="connsiteY25" fmla="*/ 1337688 h 3482342"/>
              <a:gd name="connsiteX26" fmla="*/ 10629954 w 12192000"/>
              <a:gd name="connsiteY26" fmla="*/ 1330628 h 3482342"/>
              <a:gd name="connsiteX27" fmla="*/ 10623883 w 12192000"/>
              <a:gd name="connsiteY27" fmla="*/ 1332776 h 3482342"/>
              <a:gd name="connsiteX28" fmla="*/ 10622090 w 12192000"/>
              <a:gd name="connsiteY28" fmla="*/ 1341385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264922 w 12192000"/>
              <a:gd name="connsiteY34" fmla="*/ 1472107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524524 w 12192000"/>
              <a:gd name="connsiteY52" fmla="*/ 1902425 h 3482342"/>
              <a:gd name="connsiteX53" fmla="*/ 8436742 w 12192000"/>
              <a:gd name="connsiteY53" fmla="*/ 1923967 h 3482342"/>
              <a:gd name="connsiteX54" fmla="*/ 8345228 w 12192000"/>
              <a:gd name="connsiteY54" fmla="*/ 1939822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17124 w 12192000"/>
              <a:gd name="connsiteY65" fmla="*/ 1837109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700779 w 12192000"/>
              <a:gd name="connsiteY71" fmla="*/ 1907344 h 3482342"/>
              <a:gd name="connsiteX72" fmla="*/ 6672513 w 12192000"/>
              <a:gd name="connsiteY72" fmla="*/ 1926452 h 3482342"/>
              <a:gd name="connsiteX73" fmla="*/ 6633549 w 12192000"/>
              <a:gd name="connsiteY73" fmla="*/ 1936255 h 3482342"/>
              <a:gd name="connsiteX74" fmla="*/ 6444344 w 12192000"/>
              <a:gd name="connsiteY74" fmla="*/ 1969663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42310 w 12192000"/>
              <a:gd name="connsiteY78" fmla="*/ 2092510 h 3482342"/>
              <a:gd name="connsiteX79" fmla="*/ 6007916 w 12192000"/>
              <a:gd name="connsiteY79" fmla="*/ 2143752 h 3482342"/>
              <a:gd name="connsiteX80" fmla="*/ 5894610 w 12192000"/>
              <a:gd name="connsiteY80" fmla="*/ 2130684 h 3482342"/>
              <a:gd name="connsiteX81" fmla="*/ 5817682 w 12192000"/>
              <a:gd name="connsiteY81" fmla="*/ 2157358 h 3482342"/>
              <a:gd name="connsiteX82" fmla="*/ 5591469 w 12192000"/>
              <a:gd name="connsiteY82" fmla="*/ 2178389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291263 w 12192000"/>
              <a:gd name="connsiteY85" fmla="*/ 2239182 h 3482342"/>
              <a:gd name="connsiteX86" fmla="*/ 5240857 w 12192000"/>
              <a:gd name="connsiteY86" fmla="*/ 2289444 h 3482342"/>
              <a:gd name="connsiteX87" fmla="*/ 5173523 w 12192000"/>
              <a:gd name="connsiteY87" fmla="*/ 2309057 h 3482342"/>
              <a:gd name="connsiteX88" fmla="*/ 5148543 w 12192000"/>
              <a:gd name="connsiteY88" fmla="*/ 2282356 h 3482342"/>
              <a:gd name="connsiteX89" fmla="*/ 5079548 w 12192000"/>
              <a:gd name="connsiteY89" fmla="*/ 2313485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98231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930447 w 12192000"/>
              <a:gd name="connsiteY21" fmla="*/ 1287088 h 3482342"/>
              <a:gd name="connsiteX22" fmla="*/ 10832727 w 12192000"/>
              <a:gd name="connsiteY22" fmla="*/ 1341335 h 3482342"/>
              <a:gd name="connsiteX23" fmla="*/ 10720408 w 12192000"/>
              <a:gd name="connsiteY23" fmla="*/ 1344999 h 3482342"/>
              <a:gd name="connsiteX24" fmla="*/ 10635456 w 12192000"/>
              <a:gd name="connsiteY24" fmla="*/ 1337688 h 3482342"/>
              <a:gd name="connsiteX25" fmla="*/ 10629954 w 12192000"/>
              <a:gd name="connsiteY25" fmla="*/ 1330628 h 3482342"/>
              <a:gd name="connsiteX26" fmla="*/ 10623883 w 12192000"/>
              <a:gd name="connsiteY26" fmla="*/ 1332776 h 3482342"/>
              <a:gd name="connsiteX27" fmla="*/ 10622090 w 12192000"/>
              <a:gd name="connsiteY27" fmla="*/ 1341385 h 3482342"/>
              <a:gd name="connsiteX28" fmla="*/ 10573203 w 12192000"/>
              <a:gd name="connsiteY28" fmla="*/ 1351996 h 3482342"/>
              <a:gd name="connsiteX29" fmla="*/ 10513263 w 12192000"/>
              <a:gd name="connsiteY29" fmla="*/ 1350756 h 3482342"/>
              <a:gd name="connsiteX30" fmla="*/ 10464012 w 12192000"/>
              <a:gd name="connsiteY30" fmla="*/ 1391778 h 3482342"/>
              <a:gd name="connsiteX31" fmla="*/ 10405409 w 12192000"/>
              <a:gd name="connsiteY31" fmla="*/ 1422789 h 3482342"/>
              <a:gd name="connsiteX32" fmla="*/ 10370530 w 12192000"/>
              <a:gd name="connsiteY32" fmla="*/ 1441596 h 3482342"/>
              <a:gd name="connsiteX33" fmla="*/ 10264922 w 12192000"/>
              <a:gd name="connsiteY33" fmla="*/ 1472107 h 3482342"/>
              <a:gd name="connsiteX34" fmla="*/ 10058690 w 12192000"/>
              <a:gd name="connsiteY34" fmla="*/ 1474888 h 3482342"/>
              <a:gd name="connsiteX35" fmla="*/ 10004424 w 12192000"/>
              <a:gd name="connsiteY35" fmla="*/ 1489801 h 3482342"/>
              <a:gd name="connsiteX36" fmla="*/ 9999951 w 12192000"/>
              <a:gd name="connsiteY36" fmla="*/ 1499127 h 3482342"/>
              <a:gd name="connsiteX37" fmla="*/ 9845462 w 12192000"/>
              <a:gd name="connsiteY37" fmla="*/ 1548192 h 3482342"/>
              <a:gd name="connsiteX38" fmla="*/ 9736156 w 12192000"/>
              <a:gd name="connsiteY38" fmla="*/ 1581928 h 3482342"/>
              <a:gd name="connsiteX39" fmla="*/ 9693355 w 12192000"/>
              <a:gd name="connsiteY39" fmla="*/ 1602632 h 3482342"/>
              <a:gd name="connsiteX40" fmla="*/ 9664242 w 12192000"/>
              <a:gd name="connsiteY40" fmla="*/ 1622075 h 3482342"/>
              <a:gd name="connsiteX41" fmla="*/ 9579195 w 12192000"/>
              <a:gd name="connsiteY41" fmla="*/ 1648017 h 3482342"/>
              <a:gd name="connsiteX42" fmla="*/ 9433652 w 12192000"/>
              <a:gd name="connsiteY42" fmla="*/ 1681174 h 3482342"/>
              <a:gd name="connsiteX43" fmla="*/ 9403775 w 12192000"/>
              <a:gd name="connsiteY43" fmla="*/ 1690403 h 3482342"/>
              <a:gd name="connsiteX44" fmla="*/ 9382503 w 12192000"/>
              <a:gd name="connsiteY44" fmla="*/ 1706957 h 3482342"/>
              <a:gd name="connsiteX45" fmla="*/ 9381410 w 12192000"/>
              <a:gd name="connsiteY45" fmla="*/ 1718312 h 3482342"/>
              <a:gd name="connsiteX46" fmla="*/ 9365685 w 12192000"/>
              <a:gd name="connsiteY46" fmla="*/ 1724772 h 3482342"/>
              <a:gd name="connsiteX47" fmla="*/ 9278020 w 12192000"/>
              <a:gd name="connsiteY47" fmla="*/ 1741161 h 3482342"/>
              <a:gd name="connsiteX48" fmla="*/ 9217145 w 12192000"/>
              <a:gd name="connsiteY48" fmla="*/ 1771195 h 3482342"/>
              <a:gd name="connsiteX49" fmla="*/ 8955875 w 12192000"/>
              <a:gd name="connsiteY49" fmla="*/ 1796806 h 3482342"/>
              <a:gd name="connsiteX50" fmla="*/ 8648415 w 12192000"/>
              <a:gd name="connsiteY50" fmla="*/ 1878623 h 3482342"/>
              <a:gd name="connsiteX51" fmla="*/ 8524524 w 12192000"/>
              <a:gd name="connsiteY51" fmla="*/ 1902425 h 3482342"/>
              <a:gd name="connsiteX52" fmla="*/ 8436742 w 12192000"/>
              <a:gd name="connsiteY52" fmla="*/ 1923967 h 3482342"/>
              <a:gd name="connsiteX53" fmla="*/ 8345228 w 12192000"/>
              <a:gd name="connsiteY53" fmla="*/ 1939822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17124 w 12192000"/>
              <a:gd name="connsiteY64" fmla="*/ 1837109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700779 w 12192000"/>
              <a:gd name="connsiteY70" fmla="*/ 1907344 h 3482342"/>
              <a:gd name="connsiteX71" fmla="*/ 6672513 w 12192000"/>
              <a:gd name="connsiteY71" fmla="*/ 1926452 h 3482342"/>
              <a:gd name="connsiteX72" fmla="*/ 6633549 w 12192000"/>
              <a:gd name="connsiteY72" fmla="*/ 1936255 h 3482342"/>
              <a:gd name="connsiteX73" fmla="*/ 6444344 w 12192000"/>
              <a:gd name="connsiteY73" fmla="*/ 1969663 h 3482342"/>
              <a:gd name="connsiteX74" fmla="*/ 6333446 w 12192000"/>
              <a:gd name="connsiteY74" fmla="*/ 1997163 h 3482342"/>
              <a:gd name="connsiteX75" fmla="*/ 6294933 w 12192000"/>
              <a:gd name="connsiteY75" fmla="*/ 2019412 h 3482342"/>
              <a:gd name="connsiteX76" fmla="*/ 6238719 w 12192000"/>
              <a:gd name="connsiteY76" fmla="*/ 2042547 h 3482342"/>
              <a:gd name="connsiteX77" fmla="*/ 6142310 w 12192000"/>
              <a:gd name="connsiteY77" fmla="*/ 2092510 h 3482342"/>
              <a:gd name="connsiteX78" fmla="*/ 6007916 w 12192000"/>
              <a:gd name="connsiteY78" fmla="*/ 2143752 h 3482342"/>
              <a:gd name="connsiteX79" fmla="*/ 5894610 w 12192000"/>
              <a:gd name="connsiteY79" fmla="*/ 2130684 h 3482342"/>
              <a:gd name="connsiteX80" fmla="*/ 5817682 w 12192000"/>
              <a:gd name="connsiteY80" fmla="*/ 2157358 h 3482342"/>
              <a:gd name="connsiteX81" fmla="*/ 5591469 w 12192000"/>
              <a:gd name="connsiteY81" fmla="*/ 2178389 h 3482342"/>
              <a:gd name="connsiteX82" fmla="*/ 5414282 w 12192000"/>
              <a:gd name="connsiteY82" fmla="*/ 2183070 h 3482342"/>
              <a:gd name="connsiteX83" fmla="*/ 5368369 w 12192000"/>
              <a:gd name="connsiteY83" fmla="*/ 2204272 h 3482342"/>
              <a:gd name="connsiteX84" fmla="*/ 5291263 w 12192000"/>
              <a:gd name="connsiteY84" fmla="*/ 2239182 h 3482342"/>
              <a:gd name="connsiteX85" fmla="*/ 5240857 w 12192000"/>
              <a:gd name="connsiteY85" fmla="*/ 2289444 h 3482342"/>
              <a:gd name="connsiteX86" fmla="*/ 5173523 w 12192000"/>
              <a:gd name="connsiteY86" fmla="*/ 2309057 h 3482342"/>
              <a:gd name="connsiteX87" fmla="*/ 5148543 w 12192000"/>
              <a:gd name="connsiteY87" fmla="*/ 2282356 h 3482342"/>
              <a:gd name="connsiteX88" fmla="*/ 5079548 w 12192000"/>
              <a:gd name="connsiteY88" fmla="*/ 2313485 h 3482342"/>
              <a:gd name="connsiteX89" fmla="*/ 4975908 w 12192000"/>
              <a:gd name="connsiteY89" fmla="*/ 2364128 h 3482342"/>
              <a:gd name="connsiteX90" fmla="*/ 4913723 w 12192000"/>
              <a:gd name="connsiteY90" fmla="*/ 2385265 h 3482342"/>
              <a:gd name="connsiteX91" fmla="*/ 4746485 w 12192000"/>
              <a:gd name="connsiteY91" fmla="*/ 2451769 h 3482342"/>
              <a:gd name="connsiteX92" fmla="*/ 4681588 w 12192000"/>
              <a:gd name="connsiteY92" fmla="*/ 2467494 h 3482342"/>
              <a:gd name="connsiteX93" fmla="*/ 1783655 w 12192000"/>
              <a:gd name="connsiteY93" fmla="*/ 3163860 h 3482342"/>
              <a:gd name="connsiteX94" fmla="*/ 1325955 w 12192000"/>
              <a:gd name="connsiteY94" fmla="*/ 3176692 h 3482342"/>
              <a:gd name="connsiteX95" fmla="*/ 1190384 w 12192000"/>
              <a:gd name="connsiteY95" fmla="*/ 3203504 h 3482342"/>
              <a:gd name="connsiteX96" fmla="*/ 1094537 w 12192000"/>
              <a:gd name="connsiteY96" fmla="*/ 3229469 h 3482342"/>
              <a:gd name="connsiteX97" fmla="*/ 779276 w 12192000"/>
              <a:gd name="connsiteY97" fmla="*/ 3327290 h 3482342"/>
              <a:gd name="connsiteX98" fmla="*/ 600378 w 12192000"/>
              <a:gd name="connsiteY98" fmla="*/ 3335250 h 3482342"/>
              <a:gd name="connsiteX99" fmla="*/ 493457 w 12192000"/>
              <a:gd name="connsiteY99" fmla="*/ 3365044 h 3482342"/>
              <a:gd name="connsiteX100" fmla="*/ 349402 w 12192000"/>
              <a:gd name="connsiteY100" fmla="*/ 3380897 h 3482342"/>
              <a:gd name="connsiteX101" fmla="*/ 192183 w 12192000"/>
              <a:gd name="connsiteY101" fmla="*/ 3460075 h 3482342"/>
              <a:gd name="connsiteX102" fmla="*/ 46713 w 12192000"/>
              <a:gd name="connsiteY102" fmla="*/ 3462986 h 3482342"/>
              <a:gd name="connsiteX103" fmla="*/ 2765 w 12192000"/>
              <a:gd name="connsiteY103" fmla="*/ 3480770 h 3482342"/>
              <a:gd name="connsiteX104" fmla="*/ 0 w 12192000"/>
              <a:gd name="connsiteY104" fmla="*/ 3482342 h 3482342"/>
              <a:gd name="connsiteX105" fmla="*/ 0 w 12192000"/>
              <a:gd name="connsiteY10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930447 w 12192000"/>
              <a:gd name="connsiteY21" fmla="*/ 1287088 h 3482342"/>
              <a:gd name="connsiteX22" fmla="*/ 10832727 w 12192000"/>
              <a:gd name="connsiteY22" fmla="*/ 1341335 h 3482342"/>
              <a:gd name="connsiteX23" fmla="*/ 10720408 w 12192000"/>
              <a:gd name="connsiteY23" fmla="*/ 1344999 h 3482342"/>
              <a:gd name="connsiteX24" fmla="*/ 10635456 w 12192000"/>
              <a:gd name="connsiteY24" fmla="*/ 1337688 h 3482342"/>
              <a:gd name="connsiteX25" fmla="*/ 10629954 w 12192000"/>
              <a:gd name="connsiteY25" fmla="*/ 1330628 h 3482342"/>
              <a:gd name="connsiteX26" fmla="*/ 10623883 w 12192000"/>
              <a:gd name="connsiteY26" fmla="*/ 1332776 h 3482342"/>
              <a:gd name="connsiteX27" fmla="*/ 10622090 w 12192000"/>
              <a:gd name="connsiteY27" fmla="*/ 1341385 h 3482342"/>
              <a:gd name="connsiteX28" fmla="*/ 10573203 w 12192000"/>
              <a:gd name="connsiteY28" fmla="*/ 1351996 h 3482342"/>
              <a:gd name="connsiteX29" fmla="*/ 10513263 w 12192000"/>
              <a:gd name="connsiteY29" fmla="*/ 1350756 h 3482342"/>
              <a:gd name="connsiteX30" fmla="*/ 10464012 w 12192000"/>
              <a:gd name="connsiteY30" fmla="*/ 1391778 h 3482342"/>
              <a:gd name="connsiteX31" fmla="*/ 10405409 w 12192000"/>
              <a:gd name="connsiteY31" fmla="*/ 1422789 h 3482342"/>
              <a:gd name="connsiteX32" fmla="*/ 10370530 w 12192000"/>
              <a:gd name="connsiteY32" fmla="*/ 1441596 h 3482342"/>
              <a:gd name="connsiteX33" fmla="*/ 10264922 w 12192000"/>
              <a:gd name="connsiteY33" fmla="*/ 1472107 h 3482342"/>
              <a:gd name="connsiteX34" fmla="*/ 10058690 w 12192000"/>
              <a:gd name="connsiteY34" fmla="*/ 1474888 h 3482342"/>
              <a:gd name="connsiteX35" fmla="*/ 10004424 w 12192000"/>
              <a:gd name="connsiteY35" fmla="*/ 1489801 h 3482342"/>
              <a:gd name="connsiteX36" fmla="*/ 9999951 w 12192000"/>
              <a:gd name="connsiteY36" fmla="*/ 1499127 h 3482342"/>
              <a:gd name="connsiteX37" fmla="*/ 9845462 w 12192000"/>
              <a:gd name="connsiteY37" fmla="*/ 1548192 h 3482342"/>
              <a:gd name="connsiteX38" fmla="*/ 9736156 w 12192000"/>
              <a:gd name="connsiteY38" fmla="*/ 1581928 h 3482342"/>
              <a:gd name="connsiteX39" fmla="*/ 9693355 w 12192000"/>
              <a:gd name="connsiteY39" fmla="*/ 1602632 h 3482342"/>
              <a:gd name="connsiteX40" fmla="*/ 9664242 w 12192000"/>
              <a:gd name="connsiteY40" fmla="*/ 1622075 h 3482342"/>
              <a:gd name="connsiteX41" fmla="*/ 9579195 w 12192000"/>
              <a:gd name="connsiteY41" fmla="*/ 1648017 h 3482342"/>
              <a:gd name="connsiteX42" fmla="*/ 9433652 w 12192000"/>
              <a:gd name="connsiteY42" fmla="*/ 1681174 h 3482342"/>
              <a:gd name="connsiteX43" fmla="*/ 9403775 w 12192000"/>
              <a:gd name="connsiteY43" fmla="*/ 1690403 h 3482342"/>
              <a:gd name="connsiteX44" fmla="*/ 9382503 w 12192000"/>
              <a:gd name="connsiteY44" fmla="*/ 1706957 h 3482342"/>
              <a:gd name="connsiteX45" fmla="*/ 9381410 w 12192000"/>
              <a:gd name="connsiteY45" fmla="*/ 1718312 h 3482342"/>
              <a:gd name="connsiteX46" fmla="*/ 9365685 w 12192000"/>
              <a:gd name="connsiteY46" fmla="*/ 1724772 h 3482342"/>
              <a:gd name="connsiteX47" fmla="*/ 9278020 w 12192000"/>
              <a:gd name="connsiteY47" fmla="*/ 1741161 h 3482342"/>
              <a:gd name="connsiteX48" fmla="*/ 9217145 w 12192000"/>
              <a:gd name="connsiteY48" fmla="*/ 1771195 h 3482342"/>
              <a:gd name="connsiteX49" fmla="*/ 8955875 w 12192000"/>
              <a:gd name="connsiteY49" fmla="*/ 1796806 h 3482342"/>
              <a:gd name="connsiteX50" fmla="*/ 8648415 w 12192000"/>
              <a:gd name="connsiteY50" fmla="*/ 1878623 h 3482342"/>
              <a:gd name="connsiteX51" fmla="*/ 8524524 w 12192000"/>
              <a:gd name="connsiteY51" fmla="*/ 1902425 h 3482342"/>
              <a:gd name="connsiteX52" fmla="*/ 8436742 w 12192000"/>
              <a:gd name="connsiteY52" fmla="*/ 1923967 h 3482342"/>
              <a:gd name="connsiteX53" fmla="*/ 8345228 w 12192000"/>
              <a:gd name="connsiteY53" fmla="*/ 1939822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17124 w 12192000"/>
              <a:gd name="connsiteY64" fmla="*/ 1837109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700779 w 12192000"/>
              <a:gd name="connsiteY70" fmla="*/ 1907344 h 3482342"/>
              <a:gd name="connsiteX71" fmla="*/ 6672513 w 12192000"/>
              <a:gd name="connsiteY71" fmla="*/ 1926452 h 3482342"/>
              <a:gd name="connsiteX72" fmla="*/ 6633549 w 12192000"/>
              <a:gd name="connsiteY72" fmla="*/ 1936255 h 3482342"/>
              <a:gd name="connsiteX73" fmla="*/ 6444344 w 12192000"/>
              <a:gd name="connsiteY73" fmla="*/ 1969663 h 3482342"/>
              <a:gd name="connsiteX74" fmla="*/ 6333446 w 12192000"/>
              <a:gd name="connsiteY74" fmla="*/ 1997163 h 3482342"/>
              <a:gd name="connsiteX75" fmla="*/ 6294933 w 12192000"/>
              <a:gd name="connsiteY75" fmla="*/ 2019412 h 3482342"/>
              <a:gd name="connsiteX76" fmla="*/ 6238719 w 12192000"/>
              <a:gd name="connsiteY76" fmla="*/ 2042547 h 3482342"/>
              <a:gd name="connsiteX77" fmla="*/ 6142310 w 12192000"/>
              <a:gd name="connsiteY77" fmla="*/ 2092510 h 3482342"/>
              <a:gd name="connsiteX78" fmla="*/ 6007916 w 12192000"/>
              <a:gd name="connsiteY78" fmla="*/ 2143752 h 3482342"/>
              <a:gd name="connsiteX79" fmla="*/ 5894610 w 12192000"/>
              <a:gd name="connsiteY79" fmla="*/ 2130684 h 3482342"/>
              <a:gd name="connsiteX80" fmla="*/ 5817682 w 12192000"/>
              <a:gd name="connsiteY80" fmla="*/ 2157358 h 3482342"/>
              <a:gd name="connsiteX81" fmla="*/ 5591469 w 12192000"/>
              <a:gd name="connsiteY81" fmla="*/ 2178389 h 3482342"/>
              <a:gd name="connsiteX82" fmla="*/ 5414282 w 12192000"/>
              <a:gd name="connsiteY82" fmla="*/ 2183070 h 3482342"/>
              <a:gd name="connsiteX83" fmla="*/ 5368369 w 12192000"/>
              <a:gd name="connsiteY83" fmla="*/ 2204272 h 3482342"/>
              <a:gd name="connsiteX84" fmla="*/ 5291263 w 12192000"/>
              <a:gd name="connsiteY84" fmla="*/ 2239182 h 3482342"/>
              <a:gd name="connsiteX85" fmla="*/ 5240857 w 12192000"/>
              <a:gd name="connsiteY85" fmla="*/ 2289444 h 3482342"/>
              <a:gd name="connsiteX86" fmla="*/ 5173523 w 12192000"/>
              <a:gd name="connsiteY86" fmla="*/ 2309057 h 3482342"/>
              <a:gd name="connsiteX87" fmla="*/ 5148543 w 12192000"/>
              <a:gd name="connsiteY87" fmla="*/ 2282356 h 3482342"/>
              <a:gd name="connsiteX88" fmla="*/ 5079548 w 12192000"/>
              <a:gd name="connsiteY88" fmla="*/ 2313485 h 3482342"/>
              <a:gd name="connsiteX89" fmla="*/ 4975908 w 12192000"/>
              <a:gd name="connsiteY89" fmla="*/ 2364128 h 3482342"/>
              <a:gd name="connsiteX90" fmla="*/ 4913723 w 12192000"/>
              <a:gd name="connsiteY90" fmla="*/ 2385265 h 3482342"/>
              <a:gd name="connsiteX91" fmla="*/ 4746485 w 12192000"/>
              <a:gd name="connsiteY91" fmla="*/ 2451769 h 3482342"/>
              <a:gd name="connsiteX92" fmla="*/ 4681588 w 12192000"/>
              <a:gd name="connsiteY92" fmla="*/ 2467494 h 3482342"/>
              <a:gd name="connsiteX93" fmla="*/ 1783655 w 12192000"/>
              <a:gd name="connsiteY93" fmla="*/ 3163860 h 3482342"/>
              <a:gd name="connsiteX94" fmla="*/ 1325955 w 12192000"/>
              <a:gd name="connsiteY94" fmla="*/ 3176692 h 3482342"/>
              <a:gd name="connsiteX95" fmla="*/ 1190384 w 12192000"/>
              <a:gd name="connsiteY95" fmla="*/ 3203504 h 3482342"/>
              <a:gd name="connsiteX96" fmla="*/ 1094537 w 12192000"/>
              <a:gd name="connsiteY96" fmla="*/ 3229469 h 3482342"/>
              <a:gd name="connsiteX97" fmla="*/ 779276 w 12192000"/>
              <a:gd name="connsiteY97" fmla="*/ 3327290 h 3482342"/>
              <a:gd name="connsiteX98" fmla="*/ 600378 w 12192000"/>
              <a:gd name="connsiteY98" fmla="*/ 3335250 h 3482342"/>
              <a:gd name="connsiteX99" fmla="*/ 493457 w 12192000"/>
              <a:gd name="connsiteY99" fmla="*/ 3365044 h 3482342"/>
              <a:gd name="connsiteX100" fmla="*/ 349402 w 12192000"/>
              <a:gd name="connsiteY100" fmla="*/ 3380897 h 3482342"/>
              <a:gd name="connsiteX101" fmla="*/ 192183 w 12192000"/>
              <a:gd name="connsiteY101" fmla="*/ 3460075 h 3482342"/>
              <a:gd name="connsiteX102" fmla="*/ 46713 w 12192000"/>
              <a:gd name="connsiteY102" fmla="*/ 3462986 h 3482342"/>
              <a:gd name="connsiteX103" fmla="*/ 2765 w 12192000"/>
              <a:gd name="connsiteY103" fmla="*/ 3480770 h 3482342"/>
              <a:gd name="connsiteX104" fmla="*/ 0 w 12192000"/>
              <a:gd name="connsiteY104" fmla="*/ 3482342 h 3482342"/>
              <a:gd name="connsiteX105" fmla="*/ 0 w 12192000"/>
              <a:gd name="connsiteY10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832727 w 12192000"/>
              <a:gd name="connsiteY21" fmla="*/ 1341335 h 3482342"/>
              <a:gd name="connsiteX22" fmla="*/ 10720408 w 12192000"/>
              <a:gd name="connsiteY22" fmla="*/ 1344999 h 3482342"/>
              <a:gd name="connsiteX23" fmla="*/ 10635456 w 12192000"/>
              <a:gd name="connsiteY23" fmla="*/ 1337688 h 3482342"/>
              <a:gd name="connsiteX24" fmla="*/ 10629954 w 12192000"/>
              <a:gd name="connsiteY24" fmla="*/ 1330628 h 3482342"/>
              <a:gd name="connsiteX25" fmla="*/ 10623883 w 12192000"/>
              <a:gd name="connsiteY25" fmla="*/ 1332776 h 3482342"/>
              <a:gd name="connsiteX26" fmla="*/ 10622090 w 12192000"/>
              <a:gd name="connsiteY26" fmla="*/ 1341385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264922 w 12192000"/>
              <a:gd name="connsiteY32" fmla="*/ 1472107 h 3482342"/>
              <a:gd name="connsiteX33" fmla="*/ 10058690 w 12192000"/>
              <a:gd name="connsiteY33" fmla="*/ 1474888 h 3482342"/>
              <a:gd name="connsiteX34" fmla="*/ 10004424 w 12192000"/>
              <a:gd name="connsiteY34" fmla="*/ 1489801 h 3482342"/>
              <a:gd name="connsiteX35" fmla="*/ 9999951 w 12192000"/>
              <a:gd name="connsiteY35" fmla="*/ 1499127 h 3482342"/>
              <a:gd name="connsiteX36" fmla="*/ 9845462 w 12192000"/>
              <a:gd name="connsiteY36" fmla="*/ 1548192 h 3482342"/>
              <a:gd name="connsiteX37" fmla="*/ 9736156 w 12192000"/>
              <a:gd name="connsiteY37" fmla="*/ 1581928 h 3482342"/>
              <a:gd name="connsiteX38" fmla="*/ 9693355 w 12192000"/>
              <a:gd name="connsiteY38" fmla="*/ 1602632 h 3482342"/>
              <a:gd name="connsiteX39" fmla="*/ 9664242 w 12192000"/>
              <a:gd name="connsiteY39" fmla="*/ 1622075 h 3482342"/>
              <a:gd name="connsiteX40" fmla="*/ 9579195 w 12192000"/>
              <a:gd name="connsiteY40" fmla="*/ 1648017 h 3482342"/>
              <a:gd name="connsiteX41" fmla="*/ 9433652 w 12192000"/>
              <a:gd name="connsiteY41" fmla="*/ 1681174 h 3482342"/>
              <a:gd name="connsiteX42" fmla="*/ 9403775 w 12192000"/>
              <a:gd name="connsiteY42" fmla="*/ 1690403 h 3482342"/>
              <a:gd name="connsiteX43" fmla="*/ 9382503 w 12192000"/>
              <a:gd name="connsiteY43" fmla="*/ 1706957 h 3482342"/>
              <a:gd name="connsiteX44" fmla="*/ 9381410 w 12192000"/>
              <a:gd name="connsiteY44" fmla="*/ 1718312 h 3482342"/>
              <a:gd name="connsiteX45" fmla="*/ 9365685 w 12192000"/>
              <a:gd name="connsiteY45" fmla="*/ 1724772 h 3482342"/>
              <a:gd name="connsiteX46" fmla="*/ 9278020 w 12192000"/>
              <a:gd name="connsiteY46" fmla="*/ 1741161 h 3482342"/>
              <a:gd name="connsiteX47" fmla="*/ 9217145 w 12192000"/>
              <a:gd name="connsiteY47" fmla="*/ 1771195 h 3482342"/>
              <a:gd name="connsiteX48" fmla="*/ 8955875 w 12192000"/>
              <a:gd name="connsiteY48" fmla="*/ 1796806 h 3482342"/>
              <a:gd name="connsiteX49" fmla="*/ 8648415 w 12192000"/>
              <a:gd name="connsiteY49" fmla="*/ 1878623 h 3482342"/>
              <a:gd name="connsiteX50" fmla="*/ 8524524 w 12192000"/>
              <a:gd name="connsiteY50" fmla="*/ 1902425 h 3482342"/>
              <a:gd name="connsiteX51" fmla="*/ 8436742 w 12192000"/>
              <a:gd name="connsiteY51" fmla="*/ 1923967 h 3482342"/>
              <a:gd name="connsiteX52" fmla="*/ 8345228 w 12192000"/>
              <a:gd name="connsiteY52" fmla="*/ 1939822 h 3482342"/>
              <a:gd name="connsiteX53" fmla="*/ 8236214 w 12192000"/>
              <a:gd name="connsiteY53" fmla="*/ 1909725 h 3482342"/>
              <a:gd name="connsiteX54" fmla="*/ 8132104 w 12192000"/>
              <a:gd name="connsiteY54" fmla="*/ 1895727 h 3482342"/>
              <a:gd name="connsiteX55" fmla="*/ 7918078 w 12192000"/>
              <a:gd name="connsiteY55" fmla="*/ 1862668 h 3482342"/>
              <a:gd name="connsiteX56" fmla="*/ 7817899 w 12192000"/>
              <a:gd name="connsiteY56" fmla="*/ 1862176 h 3482342"/>
              <a:gd name="connsiteX57" fmla="*/ 7768994 w 12192000"/>
              <a:gd name="connsiteY57" fmla="*/ 1855721 h 3482342"/>
              <a:gd name="connsiteX58" fmla="*/ 7618027 w 12192000"/>
              <a:gd name="connsiteY58" fmla="*/ 1830959 h 3482342"/>
              <a:gd name="connsiteX59" fmla="*/ 7449425 w 12192000"/>
              <a:gd name="connsiteY59" fmla="*/ 1810910 h 3482342"/>
              <a:gd name="connsiteX60" fmla="*/ 7342915 w 12192000"/>
              <a:gd name="connsiteY60" fmla="*/ 1819827 h 3482342"/>
              <a:gd name="connsiteX61" fmla="*/ 7255191 w 12192000"/>
              <a:gd name="connsiteY61" fmla="*/ 1834354 h 3482342"/>
              <a:gd name="connsiteX62" fmla="*/ 7131205 w 12192000"/>
              <a:gd name="connsiteY62" fmla="*/ 1845557 h 3482342"/>
              <a:gd name="connsiteX63" fmla="*/ 6917124 w 12192000"/>
              <a:gd name="connsiteY63" fmla="*/ 1837109 h 3482342"/>
              <a:gd name="connsiteX64" fmla="*/ 6837145 w 12192000"/>
              <a:gd name="connsiteY64" fmla="*/ 1870724 h 3482342"/>
              <a:gd name="connsiteX65" fmla="*/ 6753991 w 12192000"/>
              <a:gd name="connsiteY65" fmla="*/ 1860969 h 3482342"/>
              <a:gd name="connsiteX66" fmla="*/ 6727754 w 12192000"/>
              <a:gd name="connsiteY66" fmla="*/ 1882372 h 3482342"/>
              <a:gd name="connsiteX67" fmla="*/ 6723371 w 12192000"/>
              <a:gd name="connsiteY67" fmla="*/ 1886494 h 3482342"/>
              <a:gd name="connsiteX68" fmla="*/ 6702779 w 12192000"/>
              <a:gd name="connsiteY68" fmla="*/ 1893601 h 3482342"/>
              <a:gd name="connsiteX69" fmla="*/ 6700779 w 12192000"/>
              <a:gd name="connsiteY69" fmla="*/ 1907344 h 3482342"/>
              <a:gd name="connsiteX70" fmla="*/ 6672513 w 12192000"/>
              <a:gd name="connsiteY70" fmla="*/ 1926452 h 3482342"/>
              <a:gd name="connsiteX71" fmla="*/ 6633549 w 12192000"/>
              <a:gd name="connsiteY71" fmla="*/ 1936255 h 3482342"/>
              <a:gd name="connsiteX72" fmla="*/ 6444344 w 12192000"/>
              <a:gd name="connsiteY72" fmla="*/ 1969663 h 3482342"/>
              <a:gd name="connsiteX73" fmla="*/ 6333446 w 12192000"/>
              <a:gd name="connsiteY73" fmla="*/ 1997163 h 3482342"/>
              <a:gd name="connsiteX74" fmla="*/ 6294933 w 12192000"/>
              <a:gd name="connsiteY74" fmla="*/ 2019412 h 3482342"/>
              <a:gd name="connsiteX75" fmla="*/ 6238719 w 12192000"/>
              <a:gd name="connsiteY75" fmla="*/ 2042547 h 3482342"/>
              <a:gd name="connsiteX76" fmla="*/ 6142310 w 12192000"/>
              <a:gd name="connsiteY76" fmla="*/ 2092510 h 3482342"/>
              <a:gd name="connsiteX77" fmla="*/ 6007916 w 12192000"/>
              <a:gd name="connsiteY77" fmla="*/ 2143752 h 3482342"/>
              <a:gd name="connsiteX78" fmla="*/ 5894610 w 12192000"/>
              <a:gd name="connsiteY78" fmla="*/ 2130684 h 3482342"/>
              <a:gd name="connsiteX79" fmla="*/ 5817682 w 12192000"/>
              <a:gd name="connsiteY79" fmla="*/ 2157358 h 3482342"/>
              <a:gd name="connsiteX80" fmla="*/ 5591469 w 12192000"/>
              <a:gd name="connsiteY80" fmla="*/ 2178389 h 3482342"/>
              <a:gd name="connsiteX81" fmla="*/ 5414282 w 12192000"/>
              <a:gd name="connsiteY81" fmla="*/ 2183070 h 3482342"/>
              <a:gd name="connsiteX82" fmla="*/ 5368369 w 12192000"/>
              <a:gd name="connsiteY82" fmla="*/ 2204272 h 3482342"/>
              <a:gd name="connsiteX83" fmla="*/ 5291263 w 12192000"/>
              <a:gd name="connsiteY83" fmla="*/ 2239182 h 3482342"/>
              <a:gd name="connsiteX84" fmla="*/ 5240857 w 12192000"/>
              <a:gd name="connsiteY84" fmla="*/ 2289444 h 3482342"/>
              <a:gd name="connsiteX85" fmla="*/ 5173523 w 12192000"/>
              <a:gd name="connsiteY85" fmla="*/ 2309057 h 3482342"/>
              <a:gd name="connsiteX86" fmla="*/ 5148543 w 12192000"/>
              <a:gd name="connsiteY86" fmla="*/ 2282356 h 3482342"/>
              <a:gd name="connsiteX87" fmla="*/ 5079548 w 12192000"/>
              <a:gd name="connsiteY87" fmla="*/ 2313485 h 3482342"/>
              <a:gd name="connsiteX88" fmla="*/ 4975908 w 12192000"/>
              <a:gd name="connsiteY88" fmla="*/ 2364128 h 3482342"/>
              <a:gd name="connsiteX89" fmla="*/ 4913723 w 12192000"/>
              <a:gd name="connsiteY89" fmla="*/ 2385265 h 3482342"/>
              <a:gd name="connsiteX90" fmla="*/ 4746485 w 12192000"/>
              <a:gd name="connsiteY90" fmla="*/ 2451769 h 3482342"/>
              <a:gd name="connsiteX91" fmla="*/ 4681588 w 12192000"/>
              <a:gd name="connsiteY91" fmla="*/ 2467494 h 3482342"/>
              <a:gd name="connsiteX92" fmla="*/ 1783655 w 12192000"/>
              <a:gd name="connsiteY92" fmla="*/ 3163860 h 3482342"/>
              <a:gd name="connsiteX93" fmla="*/ 1325955 w 12192000"/>
              <a:gd name="connsiteY93" fmla="*/ 3176692 h 3482342"/>
              <a:gd name="connsiteX94" fmla="*/ 1190384 w 12192000"/>
              <a:gd name="connsiteY94" fmla="*/ 3203504 h 3482342"/>
              <a:gd name="connsiteX95" fmla="*/ 1094537 w 12192000"/>
              <a:gd name="connsiteY95" fmla="*/ 3229469 h 3482342"/>
              <a:gd name="connsiteX96" fmla="*/ 779276 w 12192000"/>
              <a:gd name="connsiteY96" fmla="*/ 3327290 h 3482342"/>
              <a:gd name="connsiteX97" fmla="*/ 600378 w 12192000"/>
              <a:gd name="connsiteY97" fmla="*/ 3335250 h 3482342"/>
              <a:gd name="connsiteX98" fmla="*/ 493457 w 12192000"/>
              <a:gd name="connsiteY98" fmla="*/ 3365044 h 3482342"/>
              <a:gd name="connsiteX99" fmla="*/ 349402 w 12192000"/>
              <a:gd name="connsiteY99" fmla="*/ 3380897 h 3482342"/>
              <a:gd name="connsiteX100" fmla="*/ 192183 w 12192000"/>
              <a:gd name="connsiteY100" fmla="*/ 3460075 h 3482342"/>
              <a:gd name="connsiteX101" fmla="*/ 46713 w 12192000"/>
              <a:gd name="connsiteY101" fmla="*/ 3462986 h 3482342"/>
              <a:gd name="connsiteX102" fmla="*/ 2765 w 12192000"/>
              <a:gd name="connsiteY102" fmla="*/ 3480770 h 3482342"/>
              <a:gd name="connsiteX103" fmla="*/ 0 w 12192000"/>
              <a:gd name="connsiteY103" fmla="*/ 3482342 h 3482342"/>
              <a:gd name="connsiteX104" fmla="*/ 0 w 12192000"/>
              <a:gd name="connsiteY10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720408 w 12192000"/>
              <a:gd name="connsiteY21" fmla="*/ 134499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03287 w 12192000"/>
              <a:gd name="connsiteY20" fmla="*/ 124346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3986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622090 w 12192000"/>
              <a:gd name="connsiteY25" fmla="*/ 1341385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524524 w 12192000"/>
              <a:gd name="connsiteY49" fmla="*/ 1902425 h 3482342"/>
              <a:gd name="connsiteX50" fmla="*/ 8436742 w 12192000"/>
              <a:gd name="connsiteY50" fmla="*/ 1923967 h 3482342"/>
              <a:gd name="connsiteX51" fmla="*/ 8345228 w 12192000"/>
              <a:gd name="connsiteY51" fmla="*/ 1939822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17124 w 12192000"/>
              <a:gd name="connsiteY62" fmla="*/ 1837109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700779 w 12192000"/>
              <a:gd name="connsiteY68" fmla="*/ 1907344 h 3482342"/>
              <a:gd name="connsiteX69" fmla="*/ 6672513 w 12192000"/>
              <a:gd name="connsiteY69" fmla="*/ 1926452 h 3482342"/>
              <a:gd name="connsiteX70" fmla="*/ 6633549 w 12192000"/>
              <a:gd name="connsiteY70" fmla="*/ 1936255 h 3482342"/>
              <a:gd name="connsiteX71" fmla="*/ 6444344 w 12192000"/>
              <a:gd name="connsiteY71" fmla="*/ 1969663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42310 w 12192000"/>
              <a:gd name="connsiteY75" fmla="*/ 2092510 h 3482342"/>
              <a:gd name="connsiteX76" fmla="*/ 6007916 w 12192000"/>
              <a:gd name="connsiteY76" fmla="*/ 2143752 h 3482342"/>
              <a:gd name="connsiteX77" fmla="*/ 5894610 w 12192000"/>
              <a:gd name="connsiteY77" fmla="*/ 2130684 h 3482342"/>
              <a:gd name="connsiteX78" fmla="*/ 5817682 w 12192000"/>
              <a:gd name="connsiteY78" fmla="*/ 2157358 h 3482342"/>
              <a:gd name="connsiteX79" fmla="*/ 5591469 w 12192000"/>
              <a:gd name="connsiteY79" fmla="*/ 2178389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291263 w 12192000"/>
              <a:gd name="connsiteY82" fmla="*/ 2239182 h 3482342"/>
              <a:gd name="connsiteX83" fmla="*/ 5240857 w 12192000"/>
              <a:gd name="connsiteY83" fmla="*/ 2289444 h 3482342"/>
              <a:gd name="connsiteX84" fmla="*/ 5173523 w 12192000"/>
              <a:gd name="connsiteY84" fmla="*/ 2309057 h 3482342"/>
              <a:gd name="connsiteX85" fmla="*/ 5148543 w 12192000"/>
              <a:gd name="connsiteY85" fmla="*/ 2282356 h 3482342"/>
              <a:gd name="connsiteX86" fmla="*/ 5079548 w 12192000"/>
              <a:gd name="connsiteY86" fmla="*/ 2313485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623883 w 12192000"/>
              <a:gd name="connsiteY24" fmla="*/ 1332776 h 3482342"/>
              <a:gd name="connsiteX25" fmla="*/ 10573203 w 12192000"/>
              <a:gd name="connsiteY25" fmla="*/ 1351996 h 3482342"/>
              <a:gd name="connsiteX26" fmla="*/ 10513263 w 12192000"/>
              <a:gd name="connsiteY26" fmla="*/ 1350756 h 3482342"/>
              <a:gd name="connsiteX27" fmla="*/ 10464012 w 12192000"/>
              <a:gd name="connsiteY27" fmla="*/ 1391778 h 3482342"/>
              <a:gd name="connsiteX28" fmla="*/ 10405409 w 12192000"/>
              <a:gd name="connsiteY28" fmla="*/ 1422789 h 3482342"/>
              <a:gd name="connsiteX29" fmla="*/ 10370530 w 12192000"/>
              <a:gd name="connsiteY29" fmla="*/ 1441596 h 3482342"/>
              <a:gd name="connsiteX30" fmla="*/ 10264922 w 12192000"/>
              <a:gd name="connsiteY30" fmla="*/ 1472107 h 3482342"/>
              <a:gd name="connsiteX31" fmla="*/ 10058690 w 12192000"/>
              <a:gd name="connsiteY31" fmla="*/ 1474888 h 3482342"/>
              <a:gd name="connsiteX32" fmla="*/ 10004424 w 12192000"/>
              <a:gd name="connsiteY32" fmla="*/ 1489801 h 3482342"/>
              <a:gd name="connsiteX33" fmla="*/ 9999951 w 12192000"/>
              <a:gd name="connsiteY33" fmla="*/ 1499127 h 3482342"/>
              <a:gd name="connsiteX34" fmla="*/ 9845462 w 12192000"/>
              <a:gd name="connsiteY34" fmla="*/ 1548192 h 3482342"/>
              <a:gd name="connsiteX35" fmla="*/ 9736156 w 12192000"/>
              <a:gd name="connsiteY35" fmla="*/ 1581928 h 3482342"/>
              <a:gd name="connsiteX36" fmla="*/ 9693355 w 12192000"/>
              <a:gd name="connsiteY36" fmla="*/ 1602632 h 3482342"/>
              <a:gd name="connsiteX37" fmla="*/ 9664242 w 12192000"/>
              <a:gd name="connsiteY37" fmla="*/ 1622075 h 3482342"/>
              <a:gd name="connsiteX38" fmla="*/ 9579195 w 12192000"/>
              <a:gd name="connsiteY38" fmla="*/ 1648017 h 3482342"/>
              <a:gd name="connsiteX39" fmla="*/ 9433652 w 12192000"/>
              <a:gd name="connsiteY39" fmla="*/ 1681174 h 3482342"/>
              <a:gd name="connsiteX40" fmla="*/ 9403775 w 12192000"/>
              <a:gd name="connsiteY40" fmla="*/ 1690403 h 3482342"/>
              <a:gd name="connsiteX41" fmla="*/ 9382503 w 12192000"/>
              <a:gd name="connsiteY41" fmla="*/ 1706957 h 3482342"/>
              <a:gd name="connsiteX42" fmla="*/ 9381410 w 12192000"/>
              <a:gd name="connsiteY42" fmla="*/ 1718312 h 3482342"/>
              <a:gd name="connsiteX43" fmla="*/ 9365685 w 12192000"/>
              <a:gd name="connsiteY43" fmla="*/ 1724772 h 3482342"/>
              <a:gd name="connsiteX44" fmla="*/ 9278020 w 12192000"/>
              <a:gd name="connsiteY44" fmla="*/ 1741161 h 3482342"/>
              <a:gd name="connsiteX45" fmla="*/ 9217145 w 12192000"/>
              <a:gd name="connsiteY45" fmla="*/ 1771195 h 3482342"/>
              <a:gd name="connsiteX46" fmla="*/ 8955875 w 12192000"/>
              <a:gd name="connsiteY46" fmla="*/ 1796806 h 3482342"/>
              <a:gd name="connsiteX47" fmla="*/ 8648415 w 12192000"/>
              <a:gd name="connsiteY47" fmla="*/ 1878623 h 3482342"/>
              <a:gd name="connsiteX48" fmla="*/ 8524524 w 12192000"/>
              <a:gd name="connsiteY48" fmla="*/ 1902425 h 3482342"/>
              <a:gd name="connsiteX49" fmla="*/ 8436742 w 12192000"/>
              <a:gd name="connsiteY49" fmla="*/ 1923967 h 3482342"/>
              <a:gd name="connsiteX50" fmla="*/ 8345228 w 12192000"/>
              <a:gd name="connsiteY50" fmla="*/ 1939822 h 3482342"/>
              <a:gd name="connsiteX51" fmla="*/ 8236214 w 12192000"/>
              <a:gd name="connsiteY51" fmla="*/ 1909725 h 3482342"/>
              <a:gd name="connsiteX52" fmla="*/ 8132104 w 12192000"/>
              <a:gd name="connsiteY52" fmla="*/ 1895727 h 3482342"/>
              <a:gd name="connsiteX53" fmla="*/ 7918078 w 12192000"/>
              <a:gd name="connsiteY53" fmla="*/ 1862668 h 3482342"/>
              <a:gd name="connsiteX54" fmla="*/ 7817899 w 12192000"/>
              <a:gd name="connsiteY54" fmla="*/ 1862176 h 3482342"/>
              <a:gd name="connsiteX55" fmla="*/ 7768994 w 12192000"/>
              <a:gd name="connsiteY55" fmla="*/ 1855721 h 3482342"/>
              <a:gd name="connsiteX56" fmla="*/ 7618027 w 12192000"/>
              <a:gd name="connsiteY56" fmla="*/ 1830959 h 3482342"/>
              <a:gd name="connsiteX57" fmla="*/ 7449425 w 12192000"/>
              <a:gd name="connsiteY57" fmla="*/ 1810910 h 3482342"/>
              <a:gd name="connsiteX58" fmla="*/ 7342915 w 12192000"/>
              <a:gd name="connsiteY58" fmla="*/ 1819827 h 3482342"/>
              <a:gd name="connsiteX59" fmla="*/ 7255191 w 12192000"/>
              <a:gd name="connsiteY59" fmla="*/ 1834354 h 3482342"/>
              <a:gd name="connsiteX60" fmla="*/ 7131205 w 12192000"/>
              <a:gd name="connsiteY60" fmla="*/ 1845557 h 3482342"/>
              <a:gd name="connsiteX61" fmla="*/ 6917124 w 12192000"/>
              <a:gd name="connsiteY61" fmla="*/ 1837109 h 3482342"/>
              <a:gd name="connsiteX62" fmla="*/ 6837145 w 12192000"/>
              <a:gd name="connsiteY62" fmla="*/ 1870724 h 3482342"/>
              <a:gd name="connsiteX63" fmla="*/ 6753991 w 12192000"/>
              <a:gd name="connsiteY63" fmla="*/ 1860969 h 3482342"/>
              <a:gd name="connsiteX64" fmla="*/ 6727754 w 12192000"/>
              <a:gd name="connsiteY64" fmla="*/ 1882372 h 3482342"/>
              <a:gd name="connsiteX65" fmla="*/ 6723371 w 12192000"/>
              <a:gd name="connsiteY65" fmla="*/ 1886494 h 3482342"/>
              <a:gd name="connsiteX66" fmla="*/ 6702779 w 12192000"/>
              <a:gd name="connsiteY66" fmla="*/ 1893601 h 3482342"/>
              <a:gd name="connsiteX67" fmla="*/ 6700779 w 12192000"/>
              <a:gd name="connsiteY67" fmla="*/ 1907344 h 3482342"/>
              <a:gd name="connsiteX68" fmla="*/ 6672513 w 12192000"/>
              <a:gd name="connsiteY68" fmla="*/ 1926452 h 3482342"/>
              <a:gd name="connsiteX69" fmla="*/ 6633549 w 12192000"/>
              <a:gd name="connsiteY69" fmla="*/ 1936255 h 3482342"/>
              <a:gd name="connsiteX70" fmla="*/ 6444344 w 12192000"/>
              <a:gd name="connsiteY70" fmla="*/ 1969663 h 3482342"/>
              <a:gd name="connsiteX71" fmla="*/ 6333446 w 12192000"/>
              <a:gd name="connsiteY71" fmla="*/ 1997163 h 3482342"/>
              <a:gd name="connsiteX72" fmla="*/ 6294933 w 12192000"/>
              <a:gd name="connsiteY72" fmla="*/ 2019412 h 3482342"/>
              <a:gd name="connsiteX73" fmla="*/ 6238719 w 12192000"/>
              <a:gd name="connsiteY73" fmla="*/ 2042547 h 3482342"/>
              <a:gd name="connsiteX74" fmla="*/ 6142310 w 12192000"/>
              <a:gd name="connsiteY74" fmla="*/ 2092510 h 3482342"/>
              <a:gd name="connsiteX75" fmla="*/ 6007916 w 12192000"/>
              <a:gd name="connsiteY75" fmla="*/ 2143752 h 3482342"/>
              <a:gd name="connsiteX76" fmla="*/ 5894610 w 12192000"/>
              <a:gd name="connsiteY76" fmla="*/ 2130684 h 3482342"/>
              <a:gd name="connsiteX77" fmla="*/ 5817682 w 12192000"/>
              <a:gd name="connsiteY77" fmla="*/ 2157358 h 3482342"/>
              <a:gd name="connsiteX78" fmla="*/ 5591469 w 12192000"/>
              <a:gd name="connsiteY78" fmla="*/ 2178389 h 3482342"/>
              <a:gd name="connsiteX79" fmla="*/ 5414282 w 12192000"/>
              <a:gd name="connsiteY79" fmla="*/ 2183070 h 3482342"/>
              <a:gd name="connsiteX80" fmla="*/ 5368369 w 12192000"/>
              <a:gd name="connsiteY80" fmla="*/ 2204272 h 3482342"/>
              <a:gd name="connsiteX81" fmla="*/ 5291263 w 12192000"/>
              <a:gd name="connsiteY81" fmla="*/ 2239182 h 3482342"/>
              <a:gd name="connsiteX82" fmla="*/ 5240857 w 12192000"/>
              <a:gd name="connsiteY82" fmla="*/ 2289444 h 3482342"/>
              <a:gd name="connsiteX83" fmla="*/ 5173523 w 12192000"/>
              <a:gd name="connsiteY83" fmla="*/ 2309057 h 3482342"/>
              <a:gd name="connsiteX84" fmla="*/ 5148543 w 12192000"/>
              <a:gd name="connsiteY84" fmla="*/ 2282356 h 3482342"/>
              <a:gd name="connsiteX85" fmla="*/ 5079548 w 12192000"/>
              <a:gd name="connsiteY85" fmla="*/ 2313485 h 3482342"/>
              <a:gd name="connsiteX86" fmla="*/ 4975908 w 12192000"/>
              <a:gd name="connsiteY86" fmla="*/ 2364128 h 3482342"/>
              <a:gd name="connsiteX87" fmla="*/ 4913723 w 12192000"/>
              <a:gd name="connsiteY87" fmla="*/ 2385265 h 3482342"/>
              <a:gd name="connsiteX88" fmla="*/ 4746485 w 12192000"/>
              <a:gd name="connsiteY88" fmla="*/ 2451769 h 3482342"/>
              <a:gd name="connsiteX89" fmla="*/ 4681588 w 12192000"/>
              <a:gd name="connsiteY89" fmla="*/ 2467494 h 3482342"/>
              <a:gd name="connsiteX90" fmla="*/ 1783655 w 12192000"/>
              <a:gd name="connsiteY90" fmla="*/ 3163860 h 3482342"/>
              <a:gd name="connsiteX91" fmla="*/ 1325955 w 12192000"/>
              <a:gd name="connsiteY91" fmla="*/ 3176692 h 3482342"/>
              <a:gd name="connsiteX92" fmla="*/ 1190384 w 12192000"/>
              <a:gd name="connsiteY92" fmla="*/ 3203504 h 3482342"/>
              <a:gd name="connsiteX93" fmla="*/ 1094537 w 12192000"/>
              <a:gd name="connsiteY93" fmla="*/ 3229469 h 3482342"/>
              <a:gd name="connsiteX94" fmla="*/ 779276 w 12192000"/>
              <a:gd name="connsiteY94" fmla="*/ 3327290 h 3482342"/>
              <a:gd name="connsiteX95" fmla="*/ 600378 w 12192000"/>
              <a:gd name="connsiteY95" fmla="*/ 3335250 h 3482342"/>
              <a:gd name="connsiteX96" fmla="*/ 493457 w 12192000"/>
              <a:gd name="connsiteY96" fmla="*/ 3365044 h 3482342"/>
              <a:gd name="connsiteX97" fmla="*/ 349402 w 12192000"/>
              <a:gd name="connsiteY97" fmla="*/ 3380897 h 3482342"/>
              <a:gd name="connsiteX98" fmla="*/ 192183 w 12192000"/>
              <a:gd name="connsiteY98" fmla="*/ 3460075 h 3482342"/>
              <a:gd name="connsiteX99" fmla="*/ 46713 w 12192000"/>
              <a:gd name="connsiteY99" fmla="*/ 3462986 h 3482342"/>
              <a:gd name="connsiteX100" fmla="*/ 2765 w 12192000"/>
              <a:gd name="connsiteY100" fmla="*/ 3480770 h 3482342"/>
              <a:gd name="connsiteX101" fmla="*/ 0 w 12192000"/>
              <a:gd name="connsiteY101" fmla="*/ 3482342 h 3482342"/>
              <a:gd name="connsiteX102" fmla="*/ 0 w 12192000"/>
              <a:gd name="connsiteY10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29954 w 12192000"/>
              <a:gd name="connsiteY23" fmla="*/ 13306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35456 w 12192000"/>
              <a:gd name="connsiteY22" fmla="*/ 1337688 h 3482342"/>
              <a:gd name="connsiteX23" fmla="*/ 10668054 w 12192000"/>
              <a:gd name="connsiteY23" fmla="*/ 14195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68054 w 12192000"/>
              <a:gd name="connsiteY23" fmla="*/ 14195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345228 w 12192000"/>
              <a:gd name="connsiteY49" fmla="*/ 1939822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17124 w 12192000"/>
              <a:gd name="connsiteY60" fmla="*/ 1837109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700779 w 12192000"/>
              <a:gd name="connsiteY66" fmla="*/ 1907344 h 3482342"/>
              <a:gd name="connsiteX67" fmla="*/ 6672513 w 12192000"/>
              <a:gd name="connsiteY67" fmla="*/ 1926452 h 3482342"/>
              <a:gd name="connsiteX68" fmla="*/ 6633549 w 12192000"/>
              <a:gd name="connsiteY68" fmla="*/ 1936255 h 3482342"/>
              <a:gd name="connsiteX69" fmla="*/ 6444344 w 12192000"/>
              <a:gd name="connsiteY69" fmla="*/ 1969663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07916 w 12192000"/>
              <a:gd name="connsiteY74" fmla="*/ 2143752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291263 w 12192000"/>
              <a:gd name="connsiteY80" fmla="*/ 2239182 h 3482342"/>
              <a:gd name="connsiteX81" fmla="*/ 5240857 w 12192000"/>
              <a:gd name="connsiteY81" fmla="*/ 2289444 h 3482342"/>
              <a:gd name="connsiteX82" fmla="*/ 5173523 w 12192000"/>
              <a:gd name="connsiteY82" fmla="*/ 2309057 h 3482342"/>
              <a:gd name="connsiteX83" fmla="*/ 5148543 w 12192000"/>
              <a:gd name="connsiteY83" fmla="*/ 2282356 h 3482342"/>
              <a:gd name="connsiteX84" fmla="*/ 5079548 w 12192000"/>
              <a:gd name="connsiteY84" fmla="*/ 2313485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436742 w 12192000"/>
              <a:gd name="connsiteY48" fmla="*/ 1923967 h 3482342"/>
              <a:gd name="connsiteX49" fmla="*/ 8236214 w 12192000"/>
              <a:gd name="connsiteY49" fmla="*/ 1909725 h 3482342"/>
              <a:gd name="connsiteX50" fmla="*/ 8132104 w 12192000"/>
              <a:gd name="connsiteY50" fmla="*/ 1895727 h 3482342"/>
              <a:gd name="connsiteX51" fmla="*/ 7918078 w 12192000"/>
              <a:gd name="connsiteY51" fmla="*/ 1862668 h 3482342"/>
              <a:gd name="connsiteX52" fmla="*/ 7817899 w 12192000"/>
              <a:gd name="connsiteY52" fmla="*/ 1862176 h 3482342"/>
              <a:gd name="connsiteX53" fmla="*/ 7768994 w 12192000"/>
              <a:gd name="connsiteY53" fmla="*/ 1855721 h 3482342"/>
              <a:gd name="connsiteX54" fmla="*/ 7618027 w 12192000"/>
              <a:gd name="connsiteY54" fmla="*/ 1830959 h 3482342"/>
              <a:gd name="connsiteX55" fmla="*/ 7449425 w 12192000"/>
              <a:gd name="connsiteY55" fmla="*/ 1810910 h 3482342"/>
              <a:gd name="connsiteX56" fmla="*/ 7342915 w 12192000"/>
              <a:gd name="connsiteY56" fmla="*/ 1819827 h 3482342"/>
              <a:gd name="connsiteX57" fmla="*/ 7255191 w 12192000"/>
              <a:gd name="connsiteY57" fmla="*/ 1834354 h 3482342"/>
              <a:gd name="connsiteX58" fmla="*/ 7131205 w 12192000"/>
              <a:gd name="connsiteY58" fmla="*/ 1845557 h 3482342"/>
              <a:gd name="connsiteX59" fmla="*/ 6917124 w 12192000"/>
              <a:gd name="connsiteY59" fmla="*/ 1837109 h 3482342"/>
              <a:gd name="connsiteX60" fmla="*/ 6837145 w 12192000"/>
              <a:gd name="connsiteY60" fmla="*/ 1870724 h 3482342"/>
              <a:gd name="connsiteX61" fmla="*/ 6753991 w 12192000"/>
              <a:gd name="connsiteY61" fmla="*/ 1860969 h 3482342"/>
              <a:gd name="connsiteX62" fmla="*/ 6727754 w 12192000"/>
              <a:gd name="connsiteY62" fmla="*/ 1882372 h 3482342"/>
              <a:gd name="connsiteX63" fmla="*/ 6723371 w 12192000"/>
              <a:gd name="connsiteY63" fmla="*/ 1886494 h 3482342"/>
              <a:gd name="connsiteX64" fmla="*/ 6702779 w 12192000"/>
              <a:gd name="connsiteY64" fmla="*/ 1893601 h 3482342"/>
              <a:gd name="connsiteX65" fmla="*/ 6700779 w 12192000"/>
              <a:gd name="connsiteY65" fmla="*/ 1907344 h 3482342"/>
              <a:gd name="connsiteX66" fmla="*/ 6672513 w 12192000"/>
              <a:gd name="connsiteY66" fmla="*/ 1926452 h 3482342"/>
              <a:gd name="connsiteX67" fmla="*/ 6633549 w 12192000"/>
              <a:gd name="connsiteY67" fmla="*/ 1936255 h 3482342"/>
              <a:gd name="connsiteX68" fmla="*/ 6444344 w 12192000"/>
              <a:gd name="connsiteY68" fmla="*/ 1969663 h 3482342"/>
              <a:gd name="connsiteX69" fmla="*/ 6333446 w 12192000"/>
              <a:gd name="connsiteY69" fmla="*/ 1997163 h 3482342"/>
              <a:gd name="connsiteX70" fmla="*/ 6294933 w 12192000"/>
              <a:gd name="connsiteY70" fmla="*/ 2019412 h 3482342"/>
              <a:gd name="connsiteX71" fmla="*/ 6238719 w 12192000"/>
              <a:gd name="connsiteY71" fmla="*/ 2042547 h 3482342"/>
              <a:gd name="connsiteX72" fmla="*/ 6142310 w 12192000"/>
              <a:gd name="connsiteY72" fmla="*/ 2092510 h 3482342"/>
              <a:gd name="connsiteX73" fmla="*/ 6007916 w 12192000"/>
              <a:gd name="connsiteY73" fmla="*/ 2143752 h 3482342"/>
              <a:gd name="connsiteX74" fmla="*/ 5894610 w 12192000"/>
              <a:gd name="connsiteY74" fmla="*/ 2130684 h 3482342"/>
              <a:gd name="connsiteX75" fmla="*/ 5817682 w 12192000"/>
              <a:gd name="connsiteY75" fmla="*/ 2157358 h 3482342"/>
              <a:gd name="connsiteX76" fmla="*/ 5591469 w 12192000"/>
              <a:gd name="connsiteY76" fmla="*/ 2178389 h 3482342"/>
              <a:gd name="connsiteX77" fmla="*/ 5414282 w 12192000"/>
              <a:gd name="connsiteY77" fmla="*/ 2183070 h 3482342"/>
              <a:gd name="connsiteX78" fmla="*/ 5368369 w 12192000"/>
              <a:gd name="connsiteY78" fmla="*/ 2204272 h 3482342"/>
              <a:gd name="connsiteX79" fmla="*/ 5291263 w 12192000"/>
              <a:gd name="connsiteY79" fmla="*/ 2239182 h 3482342"/>
              <a:gd name="connsiteX80" fmla="*/ 5240857 w 12192000"/>
              <a:gd name="connsiteY80" fmla="*/ 2289444 h 3482342"/>
              <a:gd name="connsiteX81" fmla="*/ 5173523 w 12192000"/>
              <a:gd name="connsiteY81" fmla="*/ 2309057 h 3482342"/>
              <a:gd name="connsiteX82" fmla="*/ 5148543 w 12192000"/>
              <a:gd name="connsiteY82" fmla="*/ 2282356 h 3482342"/>
              <a:gd name="connsiteX83" fmla="*/ 5079548 w 12192000"/>
              <a:gd name="connsiteY83" fmla="*/ 2313485 h 3482342"/>
              <a:gd name="connsiteX84" fmla="*/ 4975908 w 12192000"/>
              <a:gd name="connsiteY84" fmla="*/ 2364128 h 3482342"/>
              <a:gd name="connsiteX85" fmla="*/ 4913723 w 12192000"/>
              <a:gd name="connsiteY85" fmla="*/ 2385265 h 3482342"/>
              <a:gd name="connsiteX86" fmla="*/ 4746485 w 12192000"/>
              <a:gd name="connsiteY86" fmla="*/ 2451769 h 3482342"/>
              <a:gd name="connsiteX87" fmla="*/ 4681588 w 12192000"/>
              <a:gd name="connsiteY87" fmla="*/ 2467494 h 3482342"/>
              <a:gd name="connsiteX88" fmla="*/ 1783655 w 12192000"/>
              <a:gd name="connsiteY88" fmla="*/ 3163860 h 3482342"/>
              <a:gd name="connsiteX89" fmla="*/ 1325955 w 12192000"/>
              <a:gd name="connsiteY89" fmla="*/ 3176692 h 3482342"/>
              <a:gd name="connsiteX90" fmla="*/ 1190384 w 12192000"/>
              <a:gd name="connsiteY90" fmla="*/ 3203504 h 3482342"/>
              <a:gd name="connsiteX91" fmla="*/ 1094537 w 12192000"/>
              <a:gd name="connsiteY91" fmla="*/ 3229469 h 3482342"/>
              <a:gd name="connsiteX92" fmla="*/ 779276 w 12192000"/>
              <a:gd name="connsiteY92" fmla="*/ 3327290 h 3482342"/>
              <a:gd name="connsiteX93" fmla="*/ 600378 w 12192000"/>
              <a:gd name="connsiteY93" fmla="*/ 3335250 h 3482342"/>
              <a:gd name="connsiteX94" fmla="*/ 493457 w 12192000"/>
              <a:gd name="connsiteY94" fmla="*/ 3365044 h 3482342"/>
              <a:gd name="connsiteX95" fmla="*/ 349402 w 12192000"/>
              <a:gd name="connsiteY95" fmla="*/ 3380897 h 3482342"/>
              <a:gd name="connsiteX96" fmla="*/ 192183 w 12192000"/>
              <a:gd name="connsiteY96" fmla="*/ 3460075 h 3482342"/>
              <a:gd name="connsiteX97" fmla="*/ 46713 w 12192000"/>
              <a:gd name="connsiteY97" fmla="*/ 3462986 h 3482342"/>
              <a:gd name="connsiteX98" fmla="*/ 2765 w 12192000"/>
              <a:gd name="connsiteY98" fmla="*/ 3480770 h 3482342"/>
              <a:gd name="connsiteX99" fmla="*/ 0 w 12192000"/>
              <a:gd name="connsiteY99" fmla="*/ 3482342 h 3482342"/>
              <a:gd name="connsiteX100" fmla="*/ 0 w 12192000"/>
              <a:gd name="connsiteY10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524524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17124 w 12192000"/>
              <a:gd name="connsiteY58" fmla="*/ 1837109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33549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72513 w 12192000"/>
              <a:gd name="connsiteY65" fmla="*/ 1926452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700779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79548 w 12192000"/>
              <a:gd name="connsiteY82" fmla="*/ 2313485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48543 w 12192000"/>
              <a:gd name="connsiteY81" fmla="*/ 2282356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40857 w 12192000"/>
              <a:gd name="connsiteY79" fmla="*/ 2289444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33796 w 12192000"/>
              <a:gd name="connsiteY79" fmla="*/ 2268260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33796 w 12192000"/>
              <a:gd name="connsiteY79" fmla="*/ 2268260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291263 w 12192000"/>
              <a:gd name="connsiteY78" fmla="*/ 2239182 h 3482342"/>
              <a:gd name="connsiteX79" fmla="*/ 5233796 w 12192000"/>
              <a:gd name="connsiteY79" fmla="*/ 2268260 h 3482342"/>
              <a:gd name="connsiteX80" fmla="*/ 5173523 w 12192000"/>
              <a:gd name="connsiteY80" fmla="*/ 2309057 h 3482342"/>
              <a:gd name="connsiteX81" fmla="*/ 5123830 w 12192000"/>
              <a:gd name="connsiteY81" fmla="*/ 2307070 h 3482342"/>
              <a:gd name="connsiteX82" fmla="*/ 5065426 w 12192000"/>
              <a:gd name="connsiteY82" fmla="*/ 2324076 h 3482342"/>
              <a:gd name="connsiteX83" fmla="*/ 4975908 w 12192000"/>
              <a:gd name="connsiteY83" fmla="*/ 2364128 h 3482342"/>
              <a:gd name="connsiteX84" fmla="*/ 4913723 w 12192000"/>
              <a:gd name="connsiteY84" fmla="*/ 2385265 h 3482342"/>
              <a:gd name="connsiteX85" fmla="*/ 4746485 w 12192000"/>
              <a:gd name="connsiteY85" fmla="*/ 2451769 h 3482342"/>
              <a:gd name="connsiteX86" fmla="*/ 4681588 w 12192000"/>
              <a:gd name="connsiteY86" fmla="*/ 2467494 h 3482342"/>
              <a:gd name="connsiteX87" fmla="*/ 1783655 w 12192000"/>
              <a:gd name="connsiteY87" fmla="*/ 3163860 h 3482342"/>
              <a:gd name="connsiteX88" fmla="*/ 1325955 w 12192000"/>
              <a:gd name="connsiteY88" fmla="*/ 3176692 h 3482342"/>
              <a:gd name="connsiteX89" fmla="*/ 1190384 w 12192000"/>
              <a:gd name="connsiteY89" fmla="*/ 3203504 h 3482342"/>
              <a:gd name="connsiteX90" fmla="*/ 1094537 w 12192000"/>
              <a:gd name="connsiteY90" fmla="*/ 3229469 h 3482342"/>
              <a:gd name="connsiteX91" fmla="*/ 779276 w 12192000"/>
              <a:gd name="connsiteY91" fmla="*/ 3327290 h 3482342"/>
              <a:gd name="connsiteX92" fmla="*/ 600378 w 12192000"/>
              <a:gd name="connsiteY92" fmla="*/ 3335250 h 3482342"/>
              <a:gd name="connsiteX93" fmla="*/ 493457 w 12192000"/>
              <a:gd name="connsiteY93" fmla="*/ 3365044 h 3482342"/>
              <a:gd name="connsiteX94" fmla="*/ 349402 w 12192000"/>
              <a:gd name="connsiteY94" fmla="*/ 3380897 h 3482342"/>
              <a:gd name="connsiteX95" fmla="*/ 192183 w 12192000"/>
              <a:gd name="connsiteY95" fmla="*/ 3460075 h 3482342"/>
              <a:gd name="connsiteX96" fmla="*/ 46713 w 12192000"/>
              <a:gd name="connsiteY96" fmla="*/ 3462986 h 3482342"/>
              <a:gd name="connsiteX97" fmla="*/ 2765 w 12192000"/>
              <a:gd name="connsiteY97" fmla="*/ 3480770 h 3482342"/>
              <a:gd name="connsiteX98" fmla="*/ 0 w 12192000"/>
              <a:gd name="connsiteY98" fmla="*/ 3482342 h 3482342"/>
              <a:gd name="connsiteX99" fmla="*/ 0 w 12192000"/>
              <a:gd name="connsiteY9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336354 w 12192000"/>
              <a:gd name="connsiteY78" fmla="*/ 2218920 h 3482342"/>
              <a:gd name="connsiteX79" fmla="*/ 5291263 w 12192000"/>
              <a:gd name="connsiteY79" fmla="*/ 2239182 h 3482342"/>
              <a:gd name="connsiteX80" fmla="*/ 5233796 w 12192000"/>
              <a:gd name="connsiteY80" fmla="*/ 2268260 h 3482342"/>
              <a:gd name="connsiteX81" fmla="*/ 5173523 w 12192000"/>
              <a:gd name="connsiteY81" fmla="*/ 2309057 h 3482342"/>
              <a:gd name="connsiteX82" fmla="*/ 5123830 w 12192000"/>
              <a:gd name="connsiteY82" fmla="*/ 2307070 h 3482342"/>
              <a:gd name="connsiteX83" fmla="*/ 5065426 w 12192000"/>
              <a:gd name="connsiteY83" fmla="*/ 2324076 h 3482342"/>
              <a:gd name="connsiteX84" fmla="*/ 4975908 w 12192000"/>
              <a:gd name="connsiteY84" fmla="*/ 2364128 h 3482342"/>
              <a:gd name="connsiteX85" fmla="*/ 4913723 w 12192000"/>
              <a:gd name="connsiteY85" fmla="*/ 2385265 h 3482342"/>
              <a:gd name="connsiteX86" fmla="*/ 4746485 w 12192000"/>
              <a:gd name="connsiteY86" fmla="*/ 2451769 h 3482342"/>
              <a:gd name="connsiteX87" fmla="*/ 4681588 w 12192000"/>
              <a:gd name="connsiteY87" fmla="*/ 2467494 h 3482342"/>
              <a:gd name="connsiteX88" fmla="*/ 1783655 w 12192000"/>
              <a:gd name="connsiteY88" fmla="*/ 3163860 h 3482342"/>
              <a:gd name="connsiteX89" fmla="*/ 1325955 w 12192000"/>
              <a:gd name="connsiteY89" fmla="*/ 3176692 h 3482342"/>
              <a:gd name="connsiteX90" fmla="*/ 1190384 w 12192000"/>
              <a:gd name="connsiteY90" fmla="*/ 3203504 h 3482342"/>
              <a:gd name="connsiteX91" fmla="*/ 1094537 w 12192000"/>
              <a:gd name="connsiteY91" fmla="*/ 3229469 h 3482342"/>
              <a:gd name="connsiteX92" fmla="*/ 779276 w 12192000"/>
              <a:gd name="connsiteY92" fmla="*/ 3327290 h 3482342"/>
              <a:gd name="connsiteX93" fmla="*/ 600378 w 12192000"/>
              <a:gd name="connsiteY93" fmla="*/ 3335250 h 3482342"/>
              <a:gd name="connsiteX94" fmla="*/ 493457 w 12192000"/>
              <a:gd name="connsiteY94" fmla="*/ 3365044 h 3482342"/>
              <a:gd name="connsiteX95" fmla="*/ 349402 w 12192000"/>
              <a:gd name="connsiteY95" fmla="*/ 3380897 h 3482342"/>
              <a:gd name="connsiteX96" fmla="*/ 192183 w 12192000"/>
              <a:gd name="connsiteY96" fmla="*/ 3460075 h 3482342"/>
              <a:gd name="connsiteX97" fmla="*/ 46713 w 12192000"/>
              <a:gd name="connsiteY97" fmla="*/ 3462986 h 3482342"/>
              <a:gd name="connsiteX98" fmla="*/ 2765 w 12192000"/>
              <a:gd name="connsiteY98" fmla="*/ 3480770 h 3482342"/>
              <a:gd name="connsiteX99" fmla="*/ 0 w 12192000"/>
              <a:gd name="connsiteY99" fmla="*/ 3482342 h 3482342"/>
              <a:gd name="connsiteX100" fmla="*/ 0 w 12192000"/>
              <a:gd name="connsiteY10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336354 w 12192000"/>
              <a:gd name="connsiteY78" fmla="*/ 2218920 h 3482342"/>
              <a:gd name="connsiteX79" fmla="*/ 5291263 w 12192000"/>
              <a:gd name="connsiteY79" fmla="*/ 2239182 h 3482342"/>
              <a:gd name="connsiteX80" fmla="*/ 5255152 w 12192000"/>
              <a:gd name="connsiteY80" fmla="*/ 2247164 h 3482342"/>
              <a:gd name="connsiteX81" fmla="*/ 5233796 w 12192000"/>
              <a:gd name="connsiteY81" fmla="*/ 2268260 h 3482342"/>
              <a:gd name="connsiteX82" fmla="*/ 5173523 w 12192000"/>
              <a:gd name="connsiteY82" fmla="*/ 2309057 h 3482342"/>
              <a:gd name="connsiteX83" fmla="*/ 5123830 w 12192000"/>
              <a:gd name="connsiteY83" fmla="*/ 2307070 h 3482342"/>
              <a:gd name="connsiteX84" fmla="*/ 5065426 w 12192000"/>
              <a:gd name="connsiteY84" fmla="*/ 2324076 h 3482342"/>
              <a:gd name="connsiteX85" fmla="*/ 4975908 w 12192000"/>
              <a:gd name="connsiteY85" fmla="*/ 2364128 h 3482342"/>
              <a:gd name="connsiteX86" fmla="*/ 4913723 w 12192000"/>
              <a:gd name="connsiteY86" fmla="*/ 2385265 h 3482342"/>
              <a:gd name="connsiteX87" fmla="*/ 4746485 w 12192000"/>
              <a:gd name="connsiteY87" fmla="*/ 2451769 h 3482342"/>
              <a:gd name="connsiteX88" fmla="*/ 4681588 w 12192000"/>
              <a:gd name="connsiteY88" fmla="*/ 2467494 h 3482342"/>
              <a:gd name="connsiteX89" fmla="*/ 1783655 w 12192000"/>
              <a:gd name="connsiteY89" fmla="*/ 3163860 h 3482342"/>
              <a:gd name="connsiteX90" fmla="*/ 1325955 w 12192000"/>
              <a:gd name="connsiteY90" fmla="*/ 3176692 h 3482342"/>
              <a:gd name="connsiteX91" fmla="*/ 1190384 w 12192000"/>
              <a:gd name="connsiteY91" fmla="*/ 3203504 h 3482342"/>
              <a:gd name="connsiteX92" fmla="*/ 1094537 w 12192000"/>
              <a:gd name="connsiteY92" fmla="*/ 3229469 h 3482342"/>
              <a:gd name="connsiteX93" fmla="*/ 779276 w 12192000"/>
              <a:gd name="connsiteY93" fmla="*/ 3327290 h 3482342"/>
              <a:gd name="connsiteX94" fmla="*/ 600378 w 12192000"/>
              <a:gd name="connsiteY94" fmla="*/ 3335250 h 3482342"/>
              <a:gd name="connsiteX95" fmla="*/ 493457 w 12192000"/>
              <a:gd name="connsiteY95" fmla="*/ 3365044 h 3482342"/>
              <a:gd name="connsiteX96" fmla="*/ 349402 w 12192000"/>
              <a:gd name="connsiteY96" fmla="*/ 3380897 h 3482342"/>
              <a:gd name="connsiteX97" fmla="*/ 192183 w 12192000"/>
              <a:gd name="connsiteY97" fmla="*/ 3460075 h 3482342"/>
              <a:gd name="connsiteX98" fmla="*/ 46713 w 12192000"/>
              <a:gd name="connsiteY98" fmla="*/ 3462986 h 3482342"/>
              <a:gd name="connsiteX99" fmla="*/ 2765 w 12192000"/>
              <a:gd name="connsiteY99" fmla="*/ 3480770 h 3482342"/>
              <a:gd name="connsiteX100" fmla="*/ 0 w 12192000"/>
              <a:gd name="connsiteY100" fmla="*/ 3482342 h 3482342"/>
              <a:gd name="connsiteX101" fmla="*/ 0 w 12192000"/>
              <a:gd name="connsiteY10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14282 w 12192000"/>
              <a:gd name="connsiteY76" fmla="*/ 2183070 h 3482342"/>
              <a:gd name="connsiteX77" fmla="*/ 5368369 w 12192000"/>
              <a:gd name="connsiteY77" fmla="*/ 2204272 h 3482342"/>
              <a:gd name="connsiteX78" fmla="*/ 5336354 w 12192000"/>
              <a:gd name="connsiteY78" fmla="*/ 2218920 h 3482342"/>
              <a:gd name="connsiteX79" fmla="*/ 5291263 w 12192000"/>
              <a:gd name="connsiteY79" fmla="*/ 2239182 h 3482342"/>
              <a:gd name="connsiteX80" fmla="*/ 5255152 w 12192000"/>
              <a:gd name="connsiteY80" fmla="*/ 2247164 h 3482342"/>
              <a:gd name="connsiteX81" fmla="*/ 5233796 w 12192000"/>
              <a:gd name="connsiteY81" fmla="*/ 2268260 h 3482342"/>
              <a:gd name="connsiteX82" fmla="*/ 5212786 w 12192000"/>
              <a:gd name="connsiteY82" fmla="*/ 2296592 h 3482342"/>
              <a:gd name="connsiteX83" fmla="*/ 5173523 w 12192000"/>
              <a:gd name="connsiteY83" fmla="*/ 2309057 h 3482342"/>
              <a:gd name="connsiteX84" fmla="*/ 5123830 w 12192000"/>
              <a:gd name="connsiteY84" fmla="*/ 2307070 h 3482342"/>
              <a:gd name="connsiteX85" fmla="*/ 5065426 w 12192000"/>
              <a:gd name="connsiteY85" fmla="*/ 2324076 h 3482342"/>
              <a:gd name="connsiteX86" fmla="*/ 4975908 w 12192000"/>
              <a:gd name="connsiteY86" fmla="*/ 2364128 h 3482342"/>
              <a:gd name="connsiteX87" fmla="*/ 4913723 w 12192000"/>
              <a:gd name="connsiteY87" fmla="*/ 2385265 h 3482342"/>
              <a:gd name="connsiteX88" fmla="*/ 4746485 w 12192000"/>
              <a:gd name="connsiteY88" fmla="*/ 2451769 h 3482342"/>
              <a:gd name="connsiteX89" fmla="*/ 4681588 w 12192000"/>
              <a:gd name="connsiteY89" fmla="*/ 2467494 h 3482342"/>
              <a:gd name="connsiteX90" fmla="*/ 1783655 w 12192000"/>
              <a:gd name="connsiteY90" fmla="*/ 3163860 h 3482342"/>
              <a:gd name="connsiteX91" fmla="*/ 1325955 w 12192000"/>
              <a:gd name="connsiteY91" fmla="*/ 3176692 h 3482342"/>
              <a:gd name="connsiteX92" fmla="*/ 1190384 w 12192000"/>
              <a:gd name="connsiteY92" fmla="*/ 3203504 h 3482342"/>
              <a:gd name="connsiteX93" fmla="*/ 1094537 w 12192000"/>
              <a:gd name="connsiteY93" fmla="*/ 3229469 h 3482342"/>
              <a:gd name="connsiteX94" fmla="*/ 779276 w 12192000"/>
              <a:gd name="connsiteY94" fmla="*/ 3327290 h 3482342"/>
              <a:gd name="connsiteX95" fmla="*/ 600378 w 12192000"/>
              <a:gd name="connsiteY95" fmla="*/ 3335250 h 3482342"/>
              <a:gd name="connsiteX96" fmla="*/ 493457 w 12192000"/>
              <a:gd name="connsiteY96" fmla="*/ 3365044 h 3482342"/>
              <a:gd name="connsiteX97" fmla="*/ 349402 w 12192000"/>
              <a:gd name="connsiteY97" fmla="*/ 3380897 h 3482342"/>
              <a:gd name="connsiteX98" fmla="*/ 192183 w 12192000"/>
              <a:gd name="connsiteY98" fmla="*/ 3460075 h 3482342"/>
              <a:gd name="connsiteX99" fmla="*/ 46713 w 12192000"/>
              <a:gd name="connsiteY99" fmla="*/ 3462986 h 3482342"/>
              <a:gd name="connsiteX100" fmla="*/ 2765 w 12192000"/>
              <a:gd name="connsiteY100" fmla="*/ 3480770 h 3482342"/>
              <a:gd name="connsiteX101" fmla="*/ 0 w 12192000"/>
              <a:gd name="connsiteY101" fmla="*/ 3482342 h 3482342"/>
              <a:gd name="connsiteX102" fmla="*/ 0 w 12192000"/>
              <a:gd name="connsiteY10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894610 w 12192000"/>
              <a:gd name="connsiteY73" fmla="*/ 2130684 h 3482342"/>
              <a:gd name="connsiteX74" fmla="*/ 5817682 w 12192000"/>
              <a:gd name="connsiteY74" fmla="*/ 2157358 h 3482342"/>
              <a:gd name="connsiteX75" fmla="*/ 5591469 w 12192000"/>
              <a:gd name="connsiteY75" fmla="*/ 2178389 h 3482342"/>
              <a:gd name="connsiteX76" fmla="*/ 5452860 w 12192000"/>
              <a:gd name="connsiteY76" fmla="*/ 2180085 h 3482342"/>
              <a:gd name="connsiteX77" fmla="*/ 5414282 w 12192000"/>
              <a:gd name="connsiteY77" fmla="*/ 2183070 h 3482342"/>
              <a:gd name="connsiteX78" fmla="*/ 5368369 w 12192000"/>
              <a:gd name="connsiteY78" fmla="*/ 2204272 h 3482342"/>
              <a:gd name="connsiteX79" fmla="*/ 5336354 w 12192000"/>
              <a:gd name="connsiteY79" fmla="*/ 2218920 h 3482342"/>
              <a:gd name="connsiteX80" fmla="*/ 5291263 w 12192000"/>
              <a:gd name="connsiteY80" fmla="*/ 2239182 h 3482342"/>
              <a:gd name="connsiteX81" fmla="*/ 5255152 w 12192000"/>
              <a:gd name="connsiteY81" fmla="*/ 2247164 h 3482342"/>
              <a:gd name="connsiteX82" fmla="*/ 5233796 w 12192000"/>
              <a:gd name="connsiteY82" fmla="*/ 2268260 h 3482342"/>
              <a:gd name="connsiteX83" fmla="*/ 5212786 w 12192000"/>
              <a:gd name="connsiteY83" fmla="*/ 2296592 h 3482342"/>
              <a:gd name="connsiteX84" fmla="*/ 5173523 w 12192000"/>
              <a:gd name="connsiteY84" fmla="*/ 2309057 h 3482342"/>
              <a:gd name="connsiteX85" fmla="*/ 5123830 w 12192000"/>
              <a:gd name="connsiteY85" fmla="*/ 2307070 h 3482342"/>
              <a:gd name="connsiteX86" fmla="*/ 5065426 w 12192000"/>
              <a:gd name="connsiteY86" fmla="*/ 2324076 h 3482342"/>
              <a:gd name="connsiteX87" fmla="*/ 4975908 w 12192000"/>
              <a:gd name="connsiteY87" fmla="*/ 2364128 h 3482342"/>
              <a:gd name="connsiteX88" fmla="*/ 4913723 w 12192000"/>
              <a:gd name="connsiteY88" fmla="*/ 2385265 h 3482342"/>
              <a:gd name="connsiteX89" fmla="*/ 4746485 w 12192000"/>
              <a:gd name="connsiteY89" fmla="*/ 2451769 h 3482342"/>
              <a:gd name="connsiteX90" fmla="*/ 4681588 w 12192000"/>
              <a:gd name="connsiteY90" fmla="*/ 2467494 h 3482342"/>
              <a:gd name="connsiteX91" fmla="*/ 1783655 w 12192000"/>
              <a:gd name="connsiteY91" fmla="*/ 3163860 h 3482342"/>
              <a:gd name="connsiteX92" fmla="*/ 1325955 w 12192000"/>
              <a:gd name="connsiteY92" fmla="*/ 3176692 h 3482342"/>
              <a:gd name="connsiteX93" fmla="*/ 1190384 w 12192000"/>
              <a:gd name="connsiteY93" fmla="*/ 3203504 h 3482342"/>
              <a:gd name="connsiteX94" fmla="*/ 1094537 w 12192000"/>
              <a:gd name="connsiteY94" fmla="*/ 3229469 h 3482342"/>
              <a:gd name="connsiteX95" fmla="*/ 779276 w 12192000"/>
              <a:gd name="connsiteY95" fmla="*/ 3327290 h 3482342"/>
              <a:gd name="connsiteX96" fmla="*/ 600378 w 12192000"/>
              <a:gd name="connsiteY96" fmla="*/ 3335250 h 3482342"/>
              <a:gd name="connsiteX97" fmla="*/ 493457 w 12192000"/>
              <a:gd name="connsiteY97" fmla="*/ 3365044 h 3482342"/>
              <a:gd name="connsiteX98" fmla="*/ 349402 w 12192000"/>
              <a:gd name="connsiteY98" fmla="*/ 3380897 h 3482342"/>
              <a:gd name="connsiteX99" fmla="*/ 192183 w 12192000"/>
              <a:gd name="connsiteY99" fmla="*/ 3460075 h 3482342"/>
              <a:gd name="connsiteX100" fmla="*/ 46713 w 12192000"/>
              <a:gd name="connsiteY100" fmla="*/ 3462986 h 3482342"/>
              <a:gd name="connsiteX101" fmla="*/ 2765 w 12192000"/>
              <a:gd name="connsiteY101" fmla="*/ 3480770 h 3482342"/>
              <a:gd name="connsiteX102" fmla="*/ 0 w 12192000"/>
              <a:gd name="connsiteY102" fmla="*/ 3482342 h 3482342"/>
              <a:gd name="connsiteX103" fmla="*/ 0 w 12192000"/>
              <a:gd name="connsiteY10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07916 w 12192000"/>
              <a:gd name="connsiteY72" fmla="*/ 2143752 h 3482342"/>
              <a:gd name="connsiteX73" fmla="*/ 5947131 w 12192000"/>
              <a:gd name="connsiteY73" fmla="*/ 2148310 h 3482342"/>
              <a:gd name="connsiteX74" fmla="*/ 5894610 w 12192000"/>
              <a:gd name="connsiteY74" fmla="*/ 2130684 h 3482342"/>
              <a:gd name="connsiteX75" fmla="*/ 5817682 w 12192000"/>
              <a:gd name="connsiteY75" fmla="*/ 2157358 h 3482342"/>
              <a:gd name="connsiteX76" fmla="*/ 5591469 w 12192000"/>
              <a:gd name="connsiteY76" fmla="*/ 2178389 h 3482342"/>
              <a:gd name="connsiteX77" fmla="*/ 5452860 w 12192000"/>
              <a:gd name="connsiteY77" fmla="*/ 2180085 h 3482342"/>
              <a:gd name="connsiteX78" fmla="*/ 5414282 w 12192000"/>
              <a:gd name="connsiteY78" fmla="*/ 2183070 h 3482342"/>
              <a:gd name="connsiteX79" fmla="*/ 5368369 w 12192000"/>
              <a:gd name="connsiteY79" fmla="*/ 2204272 h 3482342"/>
              <a:gd name="connsiteX80" fmla="*/ 5336354 w 12192000"/>
              <a:gd name="connsiteY80" fmla="*/ 2218920 h 3482342"/>
              <a:gd name="connsiteX81" fmla="*/ 5291263 w 12192000"/>
              <a:gd name="connsiteY81" fmla="*/ 2239182 h 3482342"/>
              <a:gd name="connsiteX82" fmla="*/ 5255152 w 12192000"/>
              <a:gd name="connsiteY82" fmla="*/ 2247164 h 3482342"/>
              <a:gd name="connsiteX83" fmla="*/ 5233796 w 12192000"/>
              <a:gd name="connsiteY83" fmla="*/ 2268260 h 3482342"/>
              <a:gd name="connsiteX84" fmla="*/ 5212786 w 12192000"/>
              <a:gd name="connsiteY84" fmla="*/ 2296592 h 3482342"/>
              <a:gd name="connsiteX85" fmla="*/ 5173523 w 12192000"/>
              <a:gd name="connsiteY85" fmla="*/ 2309057 h 3482342"/>
              <a:gd name="connsiteX86" fmla="*/ 5123830 w 12192000"/>
              <a:gd name="connsiteY86" fmla="*/ 2307070 h 3482342"/>
              <a:gd name="connsiteX87" fmla="*/ 5065426 w 12192000"/>
              <a:gd name="connsiteY87" fmla="*/ 2324076 h 3482342"/>
              <a:gd name="connsiteX88" fmla="*/ 4975908 w 12192000"/>
              <a:gd name="connsiteY88" fmla="*/ 2364128 h 3482342"/>
              <a:gd name="connsiteX89" fmla="*/ 4913723 w 12192000"/>
              <a:gd name="connsiteY89" fmla="*/ 2385265 h 3482342"/>
              <a:gd name="connsiteX90" fmla="*/ 4746485 w 12192000"/>
              <a:gd name="connsiteY90" fmla="*/ 2451769 h 3482342"/>
              <a:gd name="connsiteX91" fmla="*/ 4681588 w 12192000"/>
              <a:gd name="connsiteY91" fmla="*/ 2467494 h 3482342"/>
              <a:gd name="connsiteX92" fmla="*/ 1783655 w 12192000"/>
              <a:gd name="connsiteY92" fmla="*/ 3163860 h 3482342"/>
              <a:gd name="connsiteX93" fmla="*/ 1325955 w 12192000"/>
              <a:gd name="connsiteY93" fmla="*/ 3176692 h 3482342"/>
              <a:gd name="connsiteX94" fmla="*/ 1190384 w 12192000"/>
              <a:gd name="connsiteY94" fmla="*/ 3203504 h 3482342"/>
              <a:gd name="connsiteX95" fmla="*/ 1094537 w 12192000"/>
              <a:gd name="connsiteY95" fmla="*/ 3229469 h 3482342"/>
              <a:gd name="connsiteX96" fmla="*/ 779276 w 12192000"/>
              <a:gd name="connsiteY96" fmla="*/ 3327290 h 3482342"/>
              <a:gd name="connsiteX97" fmla="*/ 600378 w 12192000"/>
              <a:gd name="connsiteY97" fmla="*/ 3335250 h 3482342"/>
              <a:gd name="connsiteX98" fmla="*/ 493457 w 12192000"/>
              <a:gd name="connsiteY98" fmla="*/ 3365044 h 3482342"/>
              <a:gd name="connsiteX99" fmla="*/ 349402 w 12192000"/>
              <a:gd name="connsiteY99" fmla="*/ 3380897 h 3482342"/>
              <a:gd name="connsiteX100" fmla="*/ 192183 w 12192000"/>
              <a:gd name="connsiteY100" fmla="*/ 3460075 h 3482342"/>
              <a:gd name="connsiteX101" fmla="*/ 46713 w 12192000"/>
              <a:gd name="connsiteY101" fmla="*/ 3462986 h 3482342"/>
              <a:gd name="connsiteX102" fmla="*/ 2765 w 12192000"/>
              <a:gd name="connsiteY102" fmla="*/ 3480770 h 3482342"/>
              <a:gd name="connsiteX103" fmla="*/ 0 w 12192000"/>
              <a:gd name="connsiteY103" fmla="*/ 3482342 h 3482342"/>
              <a:gd name="connsiteX104" fmla="*/ 0 w 12192000"/>
              <a:gd name="connsiteY10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56576 w 12192000"/>
              <a:gd name="connsiteY72" fmla="*/ 2134188 h 3482342"/>
              <a:gd name="connsiteX73" fmla="*/ 6007916 w 12192000"/>
              <a:gd name="connsiteY73" fmla="*/ 2143752 h 3482342"/>
              <a:gd name="connsiteX74" fmla="*/ 5947131 w 12192000"/>
              <a:gd name="connsiteY74" fmla="*/ 2148310 h 3482342"/>
              <a:gd name="connsiteX75" fmla="*/ 5894610 w 12192000"/>
              <a:gd name="connsiteY75" fmla="*/ 2130684 h 3482342"/>
              <a:gd name="connsiteX76" fmla="*/ 5817682 w 12192000"/>
              <a:gd name="connsiteY76" fmla="*/ 2157358 h 3482342"/>
              <a:gd name="connsiteX77" fmla="*/ 5591469 w 12192000"/>
              <a:gd name="connsiteY77" fmla="*/ 2178389 h 3482342"/>
              <a:gd name="connsiteX78" fmla="*/ 5452860 w 12192000"/>
              <a:gd name="connsiteY78" fmla="*/ 2180085 h 3482342"/>
              <a:gd name="connsiteX79" fmla="*/ 5414282 w 12192000"/>
              <a:gd name="connsiteY79" fmla="*/ 2183070 h 3482342"/>
              <a:gd name="connsiteX80" fmla="*/ 5368369 w 12192000"/>
              <a:gd name="connsiteY80" fmla="*/ 2204272 h 3482342"/>
              <a:gd name="connsiteX81" fmla="*/ 5336354 w 12192000"/>
              <a:gd name="connsiteY81" fmla="*/ 2218920 h 3482342"/>
              <a:gd name="connsiteX82" fmla="*/ 5291263 w 12192000"/>
              <a:gd name="connsiteY82" fmla="*/ 2239182 h 3482342"/>
              <a:gd name="connsiteX83" fmla="*/ 5255152 w 12192000"/>
              <a:gd name="connsiteY83" fmla="*/ 2247164 h 3482342"/>
              <a:gd name="connsiteX84" fmla="*/ 5233796 w 12192000"/>
              <a:gd name="connsiteY84" fmla="*/ 2268260 h 3482342"/>
              <a:gd name="connsiteX85" fmla="*/ 5212786 w 12192000"/>
              <a:gd name="connsiteY85" fmla="*/ 2296592 h 3482342"/>
              <a:gd name="connsiteX86" fmla="*/ 5173523 w 12192000"/>
              <a:gd name="connsiteY86" fmla="*/ 2309057 h 3482342"/>
              <a:gd name="connsiteX87" fmla="*/ 5123830 w 12192000"/>
              <a:gd name="connsiteY87" fmla="*/ 2307070 h 3482342"/>
              <a:gd name="connsiteX88" fmla="*/ 5065426 w 12192000"/>
              <a:gd name="connsiteY88" fmla="*/ 2324076 h 3482342"/>
              <a:gd name="connsiteX89" fmla="*/ 4975908 w 12192000"/>
              <a:gd name="connsiteY89" fmla="*/ 2364128 h 3482342"/>
              <a:gd name="connsiteX90" fmla="*/ 4913723 w 12192000"/>
              <a:gd name="connsiteY90" fmla="*/ 2385265 h 3482342"/>
              <a:gd name="connsiteX91" fmla="*/ 4746485 w 12192000"/>
              <a:gd name="connsiteY91" fmla="*/ 2451769 h 3482342"/>
              <a:gd name="connsiteX92" fmla="*/ 4681588 w 12192000"/>
              <a:gd name="connsiteY92" fmla="*/ 2467494 h 3482342"/>
              <a:gd name="connsiteX93" fmla="*/ 1783655 w 12192000"/>
              <a:gd name="connsiteY93" fmla="*/ 3163860 h 3482342"/>
              <a:gd name="connsiteX94" fmla="*/ 1325955 w 12192000"/>
              <a:gd name="connsiteY94" fmla="*/ 3176692 h 3482342"/>
              <a:gd name="connsiteX95" fmla="*/ 1190384 w 12192000"/>
              <a:gd name="connsiteY95" fmla="*/ 3203504 h 3482342"/>
              <a:gd name="connsiteX96" fmla="*/ 1094537 w 12192000"/>
              <a:gd name="connsiteY96" fmla="*/ 3229469 h 3482342"/>
              <a:gd name="connsiteX97" fmla="*/ 779276 w 12192000"/>
              <a:gd name="connsiteY97" fmla="*/ 3327290 h 3482342"/>
              <a:gd name="connsiteX98" fmla="*/ 600378 w 12192000"/>
              <a:gd name="connsiteY98" fmla="*/ 3335250 h 3482342"/>
              <a:gd name="connsiteX99" fmla="*/ 493457 w 12192000"/>
              <a:gd name="connsiteY99" fmla="*/ 3365044 h 3482342"/>
              <a:gd name="connsiteX100" fmla="*/ 349402 w 12192000"/>
              <a:gd name="connsiteY100" fmla="*/ 3380897 h 3482342"/>
              <a:gd name="connsiteX101" fmla="*/ 192183 w 12192000"/>
              <a:gd name="connsiteY101" fmla="*/ 3460075 h 3482342"/>
              <a:gd name="connsiteX102" fmla="*/ 46713 w 12192000"/>
              <a:gd name="connsiteY102" fmla="*/ 3462986 h 3482342"/>
              <a:gd name="connsiteX103" fmla="*/ 2765 w 12192000"/>
              <a:gd name="connsiteY103" fmla="*/ 3480770 h 3482342"/>
              <a:gd name="connsiteX104" fmla="*/ 0 w 12192000"/>
              <a:gd name="connsiteY104" fmla="*/ 3482342 h 3482342"/>
              <a:gd name="connsiteX105" fmla="*/ 0 w 12192000"/>
              <a:gd name="connsiteY10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56576 w 12192000"/>
              <a:gd name="connsiteY72" fmla="*/ 2134188 h 3482342"/>
              <a:gd name="connsiteX73" fmla="*/ 6007916 w 12192000"/>
              <a:gd name="connsiteY73" fmla="*/ 2143752 h 3482342"/>
              <a:gd name="connsiteX74" fmla="*/ 5947131 w 12192000"/>
              <a:gd name="connsiteY74" fmla="*/ 2148310 h 3482342"/>
              <a:gd name="connsiteX75" fmla="*/ 5894610 w 12192000"/>
              <a:gd name="connsiteY75" fmla="*/ 2130684 h 3482342"/>
              <a:gd name="connsiteX76" fmla="*/ 5855337 w 12192000"/>
              <a:gd name="connsiteY76" fmla="*/ 2137719 h 3482342"/>
              <a:gd name="connsiteX77" fmla="*/ 5817682 w 12192000"/>
              <a:gd name="connsiteY77" fmla="*/ 2157358 h 3482342"/>
              <a:gd name="connsiteX78" fmla="*/ 5591469 w 12192000"/>
              <a:gd name="connsiteY78" fmla="*/ 2178389 h 3482342"/>
              <a:gd name="connsiteX79" fmla="*/ 5452860 w 12192000"/>
              <a:gd name="connsiteY79" fmla="*/ 2180085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336354 w 12192000"/>
              <a:gd name="connsiteY82" fmla="*/ 2218920 h 3482342"/>
              <a:gd name="connsiteX83" fmla="*/ 5291263 w 12192000"/>
              <a:gd name="connsiteY83" fmla="*/ 2239182 h 3482342"/>
              <a:gd name="connsiteX84" fmla="*/ 5255152 w 12192000"/>
              <a:gd name="connsiteY84" fmla="*/ 2247164 h 3482342"/>
              <a:gd name="connsiteX85" fmla="*/ 5233796 w 12192000"/>
              <a:gd name="connsiteY85" fmla="*/ 2268260 h 3482342"/>
              <a:gd name="connsiteX86" fmla="*/ 5212786 w 12192000"/>
              <a:gd name="connsiteY86" fmla="*/ 2296592 h 3482342"/>
              <a:gd name="connsiteX87" fmla="*/ 5173523 w 12192000"/>
              <a:gd name="connsiteY87" fmla="*/ 2309057 h 3482342"/>
              <a:gd name="connsiteX88" fmla="*/ 5123830 w 12192000"/>
              <a:gd name="connsiteY88" fmla="*/ 2307070 h 3482342"/>
              <a:gd name="connsiteX89" fmla="*/ 5065426 w 12192000"/>
              <a:gd name="connsiteY89" fmla="*/ 2324076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56576 w 12192000"/>
              <a:gd name="connsiteY72" fmla="*/ 2134188 h 3482342"/>
              <a:gd name="connsiteX73" fmla="*/ 6007916 w 12192000"/>
              <a:gd name="connsiteY73" fmla="*/ 2143752 h 3482342"/>
              <a:gd name="connsiteX74" fmla="*/ 5947131 w 12192000"/>
              <a:gd name="connsiteY74" fmla="*/ 2148310 h 3482342"/>
              <a:gd name="connsiteX75" fmla="*/ 5898141 w 12192000"/>
              <a:gd name="connsiteY75" fmla="*/ 2144806 h 3482342"/>
              <a:gd name="connsiteX76" fmla="*/ 5855337 w 12192000"/>
              <a:gd name="connsiteY76" fmla="*/ 2137719 h 3482342"/>
              <a:gd name="connsiteX77" fmla="*/ 5817682 w 12192000"/>
              <a:gd name="connsiteY77" fmla="*/ 2157358 h 3482342"/>
              <a:gd name="connsiteX78" fmla="*/ 5591469 w 12192000"/>
              <a:gd name="connsiteY78" fmla="*/ 2178389 h 3482342"/>
              <a:gd name="connsiteX79" fmla="*/ 5452860 w 12192000"/>
              <a:gd name="connsiteY79" fmla="*/ 2180085 h 3482342"/>
              <a:gd name="connsiteX80" fmla="*/ 5414282 w 12192000"/>
              <a:gd name="connsiteY80" fmla="*/ 2183070 h 3482342"/>
              <a:gd name="connsiteX81" fmla="*/ 5368369 w 12192000"/>
              <a:gd name="connsiteY81" fmla="*/ 2204272 h 3482342"/>
              <a:gd name="connsiteX82" fmla="*/ 5336354 w 12192000"/>
              <a:gd name="connsiteY82" fmla="*/ 2218920 h 3482342"/>
              <a:gd name="connsiteX83" fmla="*/ 5291263 w 12192000"/>
              <a:gd name="connsiteY83" fmla="*/ 2239182 h 3482342"/>
              <a:gd name="connsiteX84" fmla="*/ 5255152 w 12192000"/>
              <a:gd name="connsiteY84" fmla="*/ 2247164 h 3482342"/>
              <a:gd name="connsiteX85" fmla="*/ 5233796 w 12192000"/>
              <a:gd name="connsiteY85" fmla="*/ 2268260 h 3482342"/>
              <a:gd name="connsiteX86" fmla="*/ 5212786 w 12192000"/>
              <a:gd name="connsiteY86" fmla="*/ 2296592 h 3482342"/>
              <a:gd name="connsiteX87" fmla="*/ 5173523 w 12192000"/>
              <a:gd name="connsiteY87" fmla="*/ 2309057 h 3482342"/>
              <a:gd name="connsiteX88" fmla="*/ 5123830 w 12192000"/>
              <a:gd name="connsiteY88" fmla="*/ 2307070 h 3482342"/>
              <a:gd name="connsiteX89" fmla="*/ 5065426 w 12192000"/>
              <a:gd name="connsiteY89" fmla="*/ 2324076 h 3482342"/>
              <a:gd name="connsiteX90" fmla="*/ 4975908 w 12192000"/>
              <a:gd name="connsiteY90" fmla="*/ 2364128 h 3482342"/>
              <a:gd name="connsiteX91" fmla="*/ 4913723 w 12192000"/>
              <a:gd name="connsiteY91" fmla="*/ 2385265 h 3482342"/>
              <a:gd name="connsiteX92" fmla="*/ 4746485 w 12192000"/>
              <a:gd name="connsiteY92" fmla="*/ 2451769 h 3482342"/>
              <a:gd name="connsiteX93" fmla="*/ 4681588 w 12192000"/>
              <a:gd name="connsiteY93" fmla="*/ 2467494 h 3482342"/>
              <a:gd name="connsiteX94" fmla="*/ 1783655 w 12192000"/>
              <a:gd name="connsiteY94" fmla="*/ 3163860 h 3482342"/>
              <a:gd name="connsiteX95" fmla="*/ 1325955 w 12192000"/>
              <a:gd name="connsiteY95" fmla="*/ 3176692 h 3482342"/>
              <a:gd name="connsiteX96" fmla="*/ 1190384 w 12192000"/>
              <a:gd name="connsiteY96" fmla="*/ 3203504 h 3482342"/>
              <a:gd name="connsiteX97" fmla="*/ 1094537 w 12192000"/>
              <a:gd name="connsiteY97" fmla="*/ 3229469 h 3482342"/>
              <a:gd name="connsiteX98" fmla="*/ 779276 w 12192000"/>
              <a:gd name="connsiteY98" fmla="*/ 3327290 h 3482342"/>
              <a:gd name="connsiteX99" fmla="*/ 600378 w 12192000"/>
              <a:gd name="connsiteY99" fmla="*/ 3335250 h 3482342"/>
              <a:gd name="connsiteX100" fmla="*/ 493457 w 12192000"/>
              <a:gd name="connsiteY100" fmla="*/ 3365044 h 3482342"/>
              <a:gd name="connsiteX101" fmla="*/ 349402 w 12192000"/>
              <a:gd name="connsiteY101" fmla="*/ 3380897 h 3482342"/>
              <a:gd name="connsiteX102" fmla="*/ 192183 w 12192000"/>
              <a:gd name="connsiteY102" fmla="*/ 3460075 h 3482342"/>
              <a:gd name="connsiteX103" fmla="*/ 46713 w 12192000"/>
              <a:gd name="connsiteY103" fmla="*/ 3462986 h 3482342"/>
              <a:gd name="connsiteX104" fmla="*/ 2765 w 12192000"/>
              <a:gd name="connsiteY104" fmla="*/ 3480770 h 3482342"/>
              <a:gd name="connsiteX105" fmla="*/ 0 w 12192000"/>
              <a:gd name="connsiteY105" fmla="*/ 3482342 h 3482342"/>
              <a:gd name="connsiteX106" fmla="*/ 0 w 12192000"/>
              <a:gd name="connsiteY10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444344 w 12192000"/>
              <a:gd name="connsiteY67" fmla="*/ 1969663 h 3482342"/>
              <a:gd name="connsiteX68" fmla="*/ 6333446 w 12192000"/>
              <a:gd name="connsiteY68" fmla="*/ 1997163 h 3482342"/>
              <a:gd name="connsiteX69" fmla="*/ 6294933 w 12192000"/>
              <a:gd name="connsiteY69" fmla="*/ 2019412 h 3482342"/>
              <a:gd name="connsiteX70" fmla="*/ 6238719 w 12192000"/>
              <a:gd name="connsiteY70" fmla="*/ 2042547 h 3482342"/>
              <a:gd name="connsiteX71" fmla="*/ 6142310 w 12192000"/>
              <a:gd name="connsiteY71" fmla="*/ 2092510 h 3482342"/>
              <a:gd name="connsiteX72" fmla="*/ 6056576 w 12192000"/>
              <a:gd name="connsiteY72" fmla="*/ 2134188 h 3482342"/>
              <a:gd name="connsiteX73" fmla="*/ 6007916 w 12192000"/>
              <a:gd name="connsiteY73" fmla="*/ 2143752 h 3482342"/>
              <a:gd name="connsiteX74" fmla="*/ 5947131 w 12192000"/>
              <a:gd name="connsiteY74" fmla="*/ 2148310 h 3482342"/>
              <a:gd name="connsiteX75" fmla="*/ 5898141 w 12192000"/>
              <a:gd name="connsiteY75" fmla="*/ 2144806 h 3482342"/>
              <a:gd name="connsiteX76" fmla="*/ 5855337 w 12192000"/>
              <a:gd name="connsiteY76" fmla="*/ 2137719 h 3482342"/>
              <a:gd name="connsiteX77" fmla="*/ 5817682 w 12192000"/>
              <a:gd name="connsiteY77" fmla="*/ 2157358 h 3482342"/>
              <a:gd name="connsiteX78" fmla="*/ 5735300 w 12192000"/>
              <a:gd name="connsiteY78" fmla="*/ 2158902 h 3482342"/>
              <a:gd name="connsiteX79" fmla="*/ 5591469 w 12192000"/>
              <a:gd name="connsiteY79" fmla="*/ 2178389 h 3482342"/>
              <a:gd name="connsiteX80" fmla="*/ 5452860 w 12192000"/>
              <a:gd name="connsiteY80" fmla="*/ 2180085 h 3482342"/>
              <a:gd name="connsiteX81" fmla="*/ 5414282 w 12192000"/>
              <a:gd name="connsiteY81" fmla="*/ 2183070 h 3482342"/>
              <a:gd name="connsiteX82" fmla="*/ 5368369 w 12192000"/>
              <a:gd name="connsiteY82" fmla="*/ 2204272 h 3482342"/>
              <a:gd name="connsiteX83" fmla="*/ 5336354 w 12192000"/>
              <a:gd name="connsiteY83" fmla="*/ 2218920 h 3482342"/>
              <a:gd name="connsiteX84" fmla="*/ 5291263 w 12192000"/>
              <a:gd name="connsiteY84" fmla="*/ 2239182 h 3482342"/>
              <a:gd name="connsiteX85" fmla="*/ 5255152 w 12192000"/>
              <a:gd name="connsiteY85" fmla="*/ 2247164 h 3482342"/>
              <a:gd name="connsiteX86" fmla="*/ 5233796 w 12192000"/>
              <a:gd name="connsiteY86" fmla="*/ 2268260 h 3482342"/>
              <a:gd name="connsiteX87" fmla="*/ 5212786 w 12192000"/>
              <a:gd name="connsiteY87" fmla="*/ 2296592 h 3482342"/>
              <a:gd name="connsiteX88" fmla="*/ 5173523 w 12192000"/>
              <a:gd name="connsiteY88" fmla="*/ 2309057 h 3482342"/>
              <a:gd name="connsiteX89" fmla="*/ 5123830 w 12192000"/>
              <a:gd name="connsiteY89" fmla="*/ 2307070 h 3482342"/>
              <a:gd name="connsiteX90" fmla="*/ 5065426 w 12192000"/>
              <a:gd name="connsiteY90" fmla="*/ 2324076 h 3482342"/>
              <a:gd name="connsiteX91" fmla="*/ 4975908 w 12192000"/>
              <a:gd name="connsiteY91" fmla="*/ 2364128 h 3482342"/>
              <a:gd name="connsiteX92" fmla="*/ 4913723 w 12192000"/>
              <a:gd name="connsiteY92" fmla="*/ 2385265 h 3482342"/>
              <a:gd name="connsiteX93" fmla="*/ 4746485 w 12192000"/>
              <a:gd name="connsiteY93" fmla="*/ 2451769 h 3482342"/>
              <a:gd name="connsiteX94" fmla="*/ 4681588 w 12192000"/>
              <a:gd name="connsiteY94" fmla="*/ 2467494 h 3482342"/>
              <a:gd name="connsiteX95" fmla="*/ 1783655 w 12192000"/>
              <a:gd name="connsiteY95" fmla="*/ 3163860 h 3482342"/>
              <a:gd name="connsiteX96" fmla="*/ 1325955 w 12192000"/>
              <a:gd name="connsiteY96" fmla="*/ 3176692 h 3482342"/>
              <a:gd name="connsiteX97" fmla="*/ 1190384 w 12192000"/>
              <a:gd name="connsiteY97" fmla="*/ 3203504 h 3482342"/>
              <a:gd name="connsiteX98" fmla="*/ 1094537 w 12192000"/>
              <a:gd name="connsiteY98" fmla="*/ 3229469 h 3482342"/>
              <a:gd name="connsiteX99" fmla="*/ 779276 w 12192000"/>
              <a:gd name="connsiteY99" fmla="*/ 3327290 h 3482342"/>
              <a:gd name="connsiteX100" fmla="*/ 600378 w 12192000"/>
              <a:gd name="connsiteY100" fmla="*/ 3335250 h 3482342"/>
              <a:gd name="connsiteX101" fmla="*/ 493457 w 12192000"/>
              <a:gd name="connsiteY101" fmla="*/ 3365044 h 3482342"/>
              <a:gd name="connsiteX102" fmla="*/ 349402 w 12192000"/>
              <a:gd name="connsiteY102" fmla="*/ 3380897 h 3482342"/>
              <a:gd name="connsiteX103" fmla="*/ 192183 w 12192000"/>
              <a:gd name="connsiteY103" fmla="*/ 3460075 h 3482342"/>
              <a:gd name="connsiteX104" fmla="*/ 46713 w 12192000"/>
              <a:gd name="connsiteY104" fmla="*/ 3462986 h 3482342"/>
              <a:gd name="connsiteX105" fmla="*/ 2765 w 12192000"/>
              <a:gd name="connsiteY105" fmla="*/ 3480770 h 3482342"/>
              <a:gd name="connsiteX106" fmla="*/ 0 w 12192000"/>
              <a:gd name="connsiteY106" fmla="*/ 3482342 h 3482342"/>
              <a:gd name="connsiteX107" fmla="*/ 0 w 12192000"/>
              <a:gd name="connsiteY10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333446 w 12192000"/>
              <a:gd name="connsiteY69" fmla="*/ 1997163 h 3482342"/>
              <a:gd name="connsiteX70" fmla="*/ 6294933 w 12192000"/>
              <a:gd name="connsiteY70" fmla="*/ 2019412 h 3482342"/>
              <a:gd name="connsiteX71" fmla="*/ 6238719 w 12192000"/>
              <a:gd name="connsiteY71" fmla="*/ 2042547 h 3482342"/>
              <a:gd name="connsiteX72" fmla="*/ 6142310 w 12192000"/>
              <a:gd name="connsiteY72" fmla="*/ 2092510 h 3482342"/>
              <a:gd name="connsiteX73" fmla="*/ 6056576 w 12192000"/>
              <a:gd name="connsiteY73" fmla="*/ 2134188 h 3482342"/>
              <a:gd name="connsiteX74" fmla="*/ 6007916 w 12192000"/>
              <a:gd name="connsiteY74" fmla="*/ 2143752 h 3482342"/>
              <a:gd name="connsiteX75" fmla="*/ 5947131 w 12192000"/>
              <a:gd name="connsiteY75" fmla="*/ 2148310 h 3482342"/>
              <a:gd name="connsiteX76" fmla="*/ 5898141 w 12192000"/>
              <a:gd name="connsiteY76" fmla="*/ 2144806 h 3482342"/>
              <a:gd name="connsiteX77" fmla="*/ 5855337 w 12192000"/>
              <a:gd name="connsiteY77" fmla="*/ 2137719 h 3482342"/>
              <a:gd name="connsiteX78" fmla="*/ 5817682 w 12192000"/>
              <a:gd name="connsiteY78" fmla="*/ 2157358 h 3482342"/>
              <a:gd name="connsiteX79" fmla="*/ 5735300 w 12192000"/>
              <a:gd name="connsiteY79" fmla="*/ 2158902 h 3482342"/>
              <a:gd name="connsiteX80" fmla="*/ 5591469 w 12192000"/>
              <a:gd name="connsiteY80" fmla="*/ 2178389 h 3482342"/>
              <a:gd name="connsiteX81" fmla="*/ 5452860 w 12192000"/>
              <a:gd name="connsiteY81" fmla="*/ 2180085 h 3482342"/>
              <a:gd name="connsiteX82" fmla="*/ 5414282 w 12192000"/>
              <a:gd name="connsiteY82" fmla="*/ 2183070 h 3482342"/>
              <a:gd name="connsiteX83" fmla="*/ 5368369 w 12192000"/>
              <a:gd name="connsiteY83" fmla="*/ 2204272 h 3482342"/>
              <a:gd name="connsiteX84" fmla="*/ 5336354 w 12192000"/>
              <a:gd name="connsiteY84" fmla="*/ 2218920 h 3482342"/>
              <a:gd name="connsiteX85" fmla="*/ 5291263 w 12192000"/>
              <a:gd name="connsiteY85" fmla="*/ 2239182 h 3482342"/>
              <a:gd name="connsiteX86" fmla="*/ 5255152 w 12192000"/>
              <a:gd name="connsiteY86" fmla="*/ 2247164 h 3482342"/>
              <a:gd name="connsiteX87" fmla="*/ 5233796 w 12192000"/>
              <a:gd name="connsiteY87" fmla="*/ 2268260 h 3482342"/>
              <a:gd name="connsiteX88" fmla="*/ 5212786 w 12192000"/>
              <a:gd name="connsiteY88" fmla="*/ 2296592 h 3482342"/>
              <a:gd name="connsiteX89" fmla="*/ 5173523 w 12192000"/>
              <a:gd name="connsiteY89" fmla="*/ 2309057 h 3482342"/>
              <a:gd name="connsiteX90" fmla="*/ 5123830 w 12192000"/>
              <a:gd name="connsiteY90" fmla="*/ 2307070 h 3482342"/>
              <a:gd name="connsiteX91" fmla="*/ 5065426 w 12192000"/>
              <a:gd name="connsiteY91" fmla="*/ 2324076 h 3482342"/>
              <a:gd name="connsiteX92" fmla="*/ 4975908 w 12192000"/>
              <a:gd name="connsiteY92" fmla="*/ 2364128 h 3482342"/>
              <a:gd name="connsiteX93" fmla="*/ 4913723 w 12192000"/>
              <a:gd name="connsiteY93" fmla="*/ 2385265 h 3482342"/>
              <a:gd name="connsiteX94" fmla="*/ 4746485 w 12192000"/>
              <a:gd name="connsiteY94" fmla="*/ 2451769 h 3482342"/>
              <a:gd name="connsiteX95" fmla="*/ 4681588 w 12192000"/>
              <a:gd name="connsiteY95" fmla="*/ 2467494 h 3482342"/>
              <a:gd name="connsiteX96" fmla="*/ 1783655 w 12192000"/>
              <a:gd name="connsiteY96" fmla="*/ 3163860 h 3482342"/>
              <a:gd name="connsiteX97" fmla="*/ 1325955 w 12192000"/>
              <a:gd name="connsiteY97" fmla="*/ 3176692 h 3482342"/>
              <a:gd name="connsiteX98" fmla="*/ 1190384 w 12192000"/>
              <a:gd name="connsiteY98" fmla="*/ 3203504 h 3482342"/>
              <a:gd name="connsiteX99" fmla="*/ 1094537 w 12192000"/>
              <a:gd name="connsiteY99" fmla="*/ 3229469 h 3482342"/>
              <a:gd name="connsiteX100" fmla="*/ 779276 w 12192000"/>
              <a:gd name="connsiteY100" fmla="*/ 3327290 h 3482342"/>
              <a:gd name="connsiteX101" fmla="*/ 600378 w 12192000"/>
              <a:gd name="connsiteY101" fmla="*/ 3335250 h 3482342"/>
              <a:gd name="connsiteX102" fmla="*/ 493457 w 12192000"/>
              <a:gd name="connsiteY102" fmla="*/ 3365044 h 3482342"/>
              <a:gd name="connsiteX103" fmla="*/ 349402 w 12192000"/>
              <a:gd name="connsiteY103" fmla="*/ 3380897 h 3482342"/>
              <a:gd name="connsiteX104" fmla="*/ 192183 w 12192000"/>
              <a:gd name="connsiteY104" fmla="*/ 3460075 h 3482342"/>
              <a:gd name="connsiteX105" fmla="*/ 46713 w 12192000"/>
              <a:gd name="connsiteY105" fmla="*/ 3462986 h 3482342"/>
              <a:gd name="connsiteX106" fmla="*/ 2765 w 12192000"/>
              <a:gd name="connsiteY106" fmla="*/ 3480770 h 3482342"/>
              <a:gd name="connsiteX107" fmla="*/ 0 w 12192000"/>
              <a:gd name="connsiteY107" fmla="*/ 3482342 h 3482342"/>
              <a:gd name="connsiteX108" fmla="*/ 0 w 12192000"/>
              <a:gd name="connsiteY10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42310 w 12192000"/>
              <a:gd name="connsiteY73" fmla="*/ 2092510 h 3482342"/>
              <a:gd name="connsiteX74" fmla="*/ 6056576 w 12192000"/>
              <a:gd name="connsiteY74" fmla="*/ 2134188 h 3482342"/>
              <a:gd name="connsiteX75" fmla="*/ 6007916 w 12192000"/>
              <a:gd name="connsiteY75" fmla="*/ 2143752 h 3482342"/>
              <a:gd name="connsiteX76" fmla="*/ 5947131 w 12192000"/>
              <a:gd name="connsiteY76" fmla="*/ 2148310 h 3482342"/>
              <a:gd name="connsiteX77" fmla="*/ 5898141 w 12192000"/>
              <a:gd name="connsiteY77" fmla="*/ 2144806 h 3482342"/>
              <a:gd name="connsiteX78" fmla="*/ 5855337 w 12192000"/>
              <a:gd name="connsiteY78" fmla="*/ 2137719 h 3482342"/>
              <a:gd name="connsiteX79" fmla="*/ 5817682 w 12192000"/>
              <a:gd name="connsiteY79" fmla="*/ 2157358 h 3482342"/>
              <a:gd name="connsiteX80" fmla="*/ 5735300 w 12192000"/>
              <a:gd name="connsiteY80" fmla="*/ 2158902 h 3482342"/>
              <a:gd name="connsiteX81" fmla="*/ 5591469 w 12192000"/>
              <a:gd name="connsiteY81" fmla="*/ 2178389 h 3482342"/>
              <a:gd name="connsiteX82" fmla="*/ 5452860 w 12192000"/>
              <a:gd name="connsiteY82" fmla="*/ 2180085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336354 w 12192000"/>
              <a:gd name="connsiteY85" fmla="*/ 2218920 h 3482342"/>
              <a:gd name="connsiteX86" fmla="*/ 5291263 w 12192000"/>
              <a:gd name="connsiteY86" fmla="*/ 2239182 h 3482342"/>
              <a:gd name="connsiteX87" fmla="*/ 5255152 w 12192000"/>
              <a:gd name="connsiteY87" fmla="*/ 2247164 h 3482342"/>
              <a:gd name="connsiteX88" fmla="*/ 5233796 w 12192000"/>
              <a:gd name="connsiteY88" fmla="*/ 2268260 h 3482342"/>
              <a:gd name="connsiteX89" fmla="*/ 5212786 w 12192000"/>
              <a:gd name="connsiteY89" fmla="*/ 2296592 h 3482342"/>
              <a:gd name="connsiteX90" fmla="*/ 5173523 w 12192000"/>
              <a:gd name="connsiteY90" fmla="*/ 2309057 h 3482342"/>
              <a:gd name="connsiteX91" fmla="*/ 5123830 w 12192000"/>
              <a:gd name="connsiteY91" fmla="*/ 2307070 h 3482342"/>
              <a:gd name="connsiteX92" fmla="*/ 5065426 w 12192000"/>
              <a:gd name="connsiteY92" fmla="*/ 2324076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38780 w 12192000"/>
              <a:gd name="connsiteY73" fmla="*/ 2081918 h 3482342"/>
              <a:gd name="connsiteX74" fmla="*/ 6056576 w 12192000"/>
              <a:gd name="connsiteY74" fmla="*/ 2134188 h 3482342"/>
              <a:gd name="connsiteX75" fmla="*/ 6007916 w 12192000"/>
              <a:gd name="connsiteY75" fmla="*/ 2143752 h 3482342"/>
              <a:gd name="connsiteX76" fmla="*/ 5947131 w 12192000"/>
              <a:gd name="connsiteY76" fmla="*/ 2148310 h 3482342"/>
              <a:gd name="connsiteX77" fmla="*/ 5898141 w 12192000"/>
              <a:gd name="connsiteY77" fmla="*/ 2144806 h 3482342"/>
              <a:gd name="connsiteX78" fmla="*/ 5855337 w 12192000"/>
              <a:gd name="connsiteY78" fmla="*/ 2137719 h 3482342"/>
              <a:gd name="connsiteX79" fmla="*/ 5817682 w 12192000"/>
              <a:gd name="connsiteY79" fmla="*/ 2157358 h 3482342"/>
              <a:gd name="connsiteX80" fmla="*/ 5735300 w 12192000"/>
              <a:gd name="connsiteY80" fmla="*/ 2158902 h 3482342"/>
              <a:gd name="connsiteX81" fmla="*/ 5591469 w 12192000"/>
              <a:gd name="connsiteY81" fmla="*/ 2178389 h 3482342"/>
              <a:gd name="connsiteX82" fmla="*/ 5452860 w 12192000"/>
              <a:gd name="connsiteY82" fmla="*/ 2180085 h 3482342"/>
              <a:gd name="connsiteX83" fmla="*/ 5414282 w 12192000"/>
              <a:gd name="connsiteY83" fmla="*/ 2183070 h 3482342"/>
              <a:gd name="connsiteX84" fmla="*/ 5368369 w 12192000"/>
              <a:gd name="connsiteY84" fmla="*/ 2204272 h 3482342"/>
              <a:gd name="connsiteX85" fmla="*/ 5336354 w 12192000"/>
              <a:gd name="connsiteY85" fmla="*/ 2218920 h 3482342"/>
              <a:gd name="connsiteX86" fmla="*/ 5291263 w 12192000"/>
              <a:gd name="connsiteY86" fmla="*/ 2239182 h 3482342"/>
              <a:gd name="connsiteX87" fmla="*/ 5255152 w 12192000"/>
              <a:gd name="connsiteY87" fmla="*/ 2247164 h 3482342"/>
              <a:gd name="connsiteX88" fmla="*/ 5233796 w 12192000"/>
              <a:gd name="connsiteY88" fmla="*/ 2268260 h 3482342"/>
              <a:gd name="connsiteX89" fmla="*/ 5212786 w 12192000"/>
              <a:gd name="connsiteY89" fmla="*/ 2296592 h 3482342"/>
              <a:gd name="connsiteX90" fmla="*/ 5173523 w 12192000"/>
              <a:gd name="connsiteY90" fmla="*/ 2309057 h 3482342"/>
              <a:gd name="connsiteX91" fmla="*/ 5123830 w 12192000"/>
              <a:gd name="connsiteY91" fmla="*/ 2307070 h 3482342"/>
              <a:gd name="connsiteX92" fmla="*/ 5065426 w 12192000"/>
              <a:gd name="connsiteY92" fmla="*/ 2324076 h 3482342"/>
              <a:gd name="connsiteX93" fmla="*/ 4975908 w 12192000"/>
              <a:gd name="connsiteY93" fmla="*/ 2364128 h 3482342"/>
              <a:gd name="connsiteX94" fmla="*/ 4913723 w 12192000"/>
              <a:gd name="connsiteY94" fmla="*/ 2385265 h 3482342"/>
              <a:gd name="connsiteX95" fmla="*/ 4746485 w 12192000"/>
              <a:gd name="connsiteY95" fmla="*/ 2451769 h 3482342"/>
              <a:gd name="connsiteX96" fmla="*/ 4681588 w 12192000"/>
              <a:gd name="connsiteY96" fmla="*/ 2467494 h 3482342"/>
              <a:gd name="connsiteX97" fmla="*/ 1783655 w 12192000"/>
              <a:gd name="connsiteY97" fmla="*/ 3163860 h 3482342"/>
              <a:gd name="connsiteX98" fmla="*/ 1325955 w 12192000"/>
              <a:gd name="connsiteY98" fmla="*/ 3176692 h 3482342"/>
              <a:gd name="connsiteX99" fmla="*/ 1190384 w 12192000"/>
              <a:gd name="connsiteY99" fmla="*/ 3203504 h 3482342"/>
              <a:gd name="connsiteX100" fmla="*/ 1094537 w 12192000"/>
              <a:gd name="connsiteY100" fmla="*/ 3229469 h 3482342"/>
              <a:gd name="connsiteX101" fmla="*/ 779276 w 12192000"/>
              <a:gd name="connsiteY101" fmla="*/ 3327290 h 3482342"/>
              <a:gd name="connsiteX102" fmla="*/ 600378 w 12192000"/>
              <a:gd name="connsiteY102" fmla="*/ 3335250 h 3482342"/>
              <a:gd name="connsiteX103" fmla="*/ 493457 w 12192000"/>
              <a:gd name="connsiteY103" fmla="*/ 3365044 h 3482342"/>
              <a:gd name="connsiteX104" fmla="*/ 349402 w 12192000"/>
              <a:gd name="connsiteY104" fmla="*/ 3380897 h 3482342"/>
              <a:gd name="connsiteX105" fmla="*/ 192183 w 12192000"/>
              <a:gd name="connsiteY105" fmla="*/ 3460075 h 3482342"/>
              <a:gd name="connsiteX106" fmla="*/ 46713 w 12192000"/>
              <a:gd name="connsiteY106" fmla="*/ 3462986 h 3482342"/>
              <a:gd name="connsiteX107" fmla="*/ 2765 w 12192000"/>
              <a:gd name="connsiteY107" fmla="*/ 3480770 h 3482342"/>
              <a:gd name="connsiteX108" fmla="*/ 0 w 12192000"/>
              <a:gd name="connsiteY108" fmla="*/ 3482342 h 3482342"/>
              <a:gd name="connsiteX109" fmla="*/ 0 w 12192000"/>
              <a:gd name="connsiteY10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056576 w 12192000"/>
              <a:gd name="connsiteY75" fmla="*/ 2134188 h 3482342"/>
              <a:gd name="connsiteX76" fmla="*/ 6007916 w 12192000"/>
              <a:gd name="connsiteY76" fmla="*/ 2143752 h 3482342"/>
              <a:gd name="connsiteX77" fmla="*/ 5947131 w 12192000"/>
              <a:gd name="connsiteY77" fmla="*/ 2148310 h 3482342"/>
              <a:gd name="connsiteX78" fmla="*/ 5898141 w 12192000"/>
              <a:gd name="connsiteY78" fmla="*/ 2144806 h 3482342"/>
              <a:gd name="connsiteX79" fmla="*/ 5855337 w 12192000"/>
              <a:gd name="connsiteY79" fmla="*/ 2137719 h 3482342"/>
              <a:gd name="connsiteX80" fmla="*/ 5817682 w 12192000"/>
              <a:gd name="connsiteY80" fmla="*/ 2157358 h 3482342"/>
              <a:gd name="connsiteX81" fmla="*/ 5735300 w 12192000"/>
              <a:gd name="connsiteY81" fmla="*/ 2158902 h 3482342"/>
              <a:gd name="connsiteX82" fmla="*/ 5591469 w 12192000"/>
              <a:gd name="connsiteY82" fmla="*/ 2178389 h 3482342"/>
              <a:gd name="connsiteX83" fmla="*/ 5452860 w 12192000"/>
              <a:gd name="connsiteY83" fmla="*/ 2180085 h 3482342"/>
              <a:gd name="connsiteX84" fmla="*/ 5414282 w 12192000"/>
              <a:gd name="connsiteY84" fmla="*/ 2183070 h 3482342"/>
              <a:gd name="connsiteX85" fmla="*/ 5368369 w 12192000"/>
              <a:gd name="connsiteY85" fmla="*/ 2204272 h 3482342"/>
              <a:gd name="connsiteX86" fmla="*/ 5336354 w 12192000"/>
              <a:gd name="connsiteY86" fmla="*/ 2218920 h 3482342"/>
              <a:gd name="connsiteX87" fmla="*/ 5291263 w 12192000"/>
              <a:gd name="connsiteY87" fmla="*/ 2239182 h 3482342"/>
              <a:gd name="connsiteX88" fmla="*/ 5255152 w 12192000"/>
              <a:gd name="connsiteY88" fmla="*/ 2247164 h 3482342"/>
              <a:gd name="connsiteX89" fmla="*/ 5233796 w 12192000"/>
              <a:gd name="connsiteY89" fmla="*/ 2268260 h 3482342"/>
              <a:gd name="connsiteX90" fmla="*/ 5212786 w 12192000"/>
              <a:gd name="connsiteY90" fmla="*/ 2296592 h 3482342"/>
              <a:gd name="connsiteX91" fmla="*/ 5173523 w 12192000"/>
              <a:gd name="connsiteY91" fmla="*/ 2309057 h 3482342"/>
              <a:gd name="connsiteX92" fmla="*/ 5123830 w 12192000"/>
              <a:gd name="connsiteY92" fmla="*/ 2307070 h 3482342"/>
              <a:gd name="connsiteX93" fmla="*/ 5065426 w 12192000"/>
              <a:gd name="connsiteY93" fmla="*/ 2324076 h 3482342"/>
              <a:gd name="connsiteX94" fmla="*/ 4975908 w 12192000"/>
              <a:gd name="connsiteY94" fmla="*/ 2364128 h 3482342"/>
              <a:gd name="connsiteX95" fmla="*/ 4913723 w 12192000"/>
              <a:gd name="connsiteY95" fmla="*/ 2385265 h 3482342"/>
              <a:gd name="connsiteX96" fmla="*/ 4746485 w 12192000"/>
              <a:gd name="connsiteY96" fmla="*/ 2451769 h 3482342"/>
              <a:gd name="connsiteX97" fmla="*/ 4681588 w 12192000"/>
              <a:gd name="connsiteY97" fmla="*/ 2467494 h 3482342"/>
              <a:gd name="connsiteX98" fmla="*/ 1783655 w 12192000"/>
              <a:gd name="connsiteY98" fmla="*/ 3163860 h 3482342"/>
              <a:gd name="connsiteX99" fmla="*/ 1325955 w 12192000"/>
              <a:gd name="connsiteY99" fmla="*/ 3176692 h 3482342"/>
              <a:gd name="connsiteX100" fmla="*/ 1190384 w 12192000"/>
              <a:gd name="connsiteY100" fmla="*/ 3203504 h 3482342"/>
              <a:gd name="connsiteX101" fmla="*/ 1094537 w 12192000"/>
              <a:gd name="connsiteY101" fmla="*/ 3229469 h 3482342"/>
              <a:gd name="connsiteX102" fmla="*/ 779276 w 12192000"/>
              <a:gd name="connsiteY102" fmla="*/ 3327290 h 3482342"/>
              <a:gd name="connsiteX103" fmla="*/ 600378 w 12192000"/>
              <a:gd name="connsiteY103" fmla="*/ 3335250 h 3482342"/>
              <a:gd name="connsiteX104" fmla="*/ 493457 w 12192000"/>
              <a:gd name="connsiteY104" fmla="*/ 3365044 h 3482342"/>
              <a:gd name="connsiteX105" fmla="*/ 349402 w 12192000"/>
              <a:gd name="connsiteY105" fmla="*/ 3380897 h 3482342"/>
              <a:gd name="connsiteX106" fmla="*/ 192183 w 12192000"/>
              <a:gd name="connsiteY106" fmla="*/ 3460075 h 3482342"/>
              <a:gd name="connsiteX107" fmla="*/ 46713 w 12192000"/>
              <a:gd name="connsiteY107" fmla="*/ 3462986 h 3482342"/>
              <a:gd name="connsiteX108" fmla="*/ 2765 w 12192000"/>
              <a:gd name="connsiteY108" fmla="*/ 3480770 h 3482342"/>
              <a:gd name="connsiteX109" fmla="*/ 0 w 12192000"/>
              <a:gd name="connsiteY109" fmla="*/ 3482342 h 3482342"/>
              <a:gd name="connsiteX110" fmla="*/ 0 w 12192000"/>
              <a:gd name="connsiteY11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120125 w 12192000"/>
              <a:gd name="connsiteY75" fmla="*/ 2109475 h 3482342"/>
              <a:gd name="connsiteX76" fmla="*/ 6056576 w 12192000"/>
              <a:gd name="connsiteY76" fmla="*/ 2134188 h 3482342"/>
              <a:gd name="connsiteX77" fmla="*/ 6007916 w 12192000"/>
              <a:gd name="connsiteY77" fmla="*/ 2143752 h 3482342"/>
              <a:gd name="connsiteX78" fmla="*/ 5947131 w 12192000"/>
              <a:gd name="connsiteY78" fmla="*/ 2148310 h 3482342"/>
              <a:gd name="connsiteX79" fmla="*/ 5898141 w 12192000"/>
              <a:gd name="connsiteY79" fmla="*/ 2144806 h 3482342"/>
              <a:gd name="connsiteX80" fmla="*/ 5855337 w 12192000"/>
              <a:gd name="connsiteY80" fmla="*/ 2137719 h 3482342"/>
              <a:gd name="connsiteX81" fmla="*/ 5817682 w 12192000"/>
              <a:gd name="connsiteY81" fmla="*/ 2157358 h 3482342"/>
              <a:gd name="connsiteX82" fmla="*/ 5735300 w 12192000"/>
              <a:gd name="connsiteY82" fmla="*/ 2158902 h 3482342"/>
              <a:gd name="connsiteX83" fmla="*/ 5591469 w 12192000"/>
              <a:gd name="connsiteY83" fmla="*/ 2178389 h 3482342"/>
              <a:gd name="connsiteX84" fmla="*/ 5452860 w 12192000"/>
              <a:gd name="connsiteY84" fmla="*/ 2180085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336354 w 12192000"/>
              <a:gd name="connsiteY87" fmla="*/ 2218920 h 3482342"/>
              <a:gd name="connsiteX88" fmla="*/ 5291263 w 12192000"/>
              <a:gd name="connsiteY88" fmla="*/ 2239182 h 3482342"/>
              <a:gd name="connsiteX89" fmla="*/ 5255152 w 12192000"/>
              <a:gd name="connsiteY89" fmla="*/ 2247164 h 3482342"/>
              <a:gd name="connsiteX90" fmla="*/ 5233796 w 12192000"/>
              <a:gd name="connsiteY90" fmla="*/ 2268260 h 3482342"/>
              <a:gd name="connsiteX91" fmla="*/ 5212786 w 12192000"/>
              <a:gd name="connsiteY91" fmla="*/ 2296592 h 3482342"/>
              <a:gd name="connsiteX92" fmla="*/ 5173523 w 12192000"/>
              <a:gd name="connsiteY92" fmla="*/ 2309057 h 3482342"/>
              <a:gd name="connsiteX93" fmla="*/ 5123830 w 12192000"/>
              <a:gd name="connsiteY93" fmla="*/ 2307070 h 3482342"/>
              <a:gd name="connsiteX94" fmla="*/ 5065426 w 12192000"/>
              <a:gd name="connsiteY94" fmla="*/ 2324076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120125 w 12192000"/>
              <a:gd name="connsiteY75" fmla="*/ 2109475 h 3482342"/>
              <a:gd name="connsiteX76" fmla="*/ 6056576 w 12192000"/>
              <a:gd name="connsiteY76" fmla="*/ 2120066 h 3482342"/>
              <a:gd name="connsiteX77" fmla="*/ 6007916 w 12192000"/>
              <a:gd name="connsiteY77" fmla="*/ 2143752 h 3482342"/>
              <a:gd name="connsiteX78" fmla="*/ 5947131 w 12192000"/>
              <a:gd name="connsiteY78" fmla="*/ 2148310 h 3482342"/>
              <a:gd name="connsiteX79" fmla="*/ 5898141 w 12192000"/>
              <a:gd name="connsiteY79" fmla="*/ 2144806 h 3482342"/>
              <a:gd name="connsiteX80" fmla="*/ 5855337 w 12192000"/>
              <a:gd name="connsiteY80" fmla="*/ 2137719 h 3482342"/>
              <a:gd name="connsiteX81" fmla="*/ 5817682 w 12192000"/>
              <a:gd name="connsiteY81" fmla="*/ 2157358 h 3482342"/>
              <a:gd name="connsiteX82" fmla="*/ 5735300 w 12192000"/>
              <a:gd name="connsiteY82" fmla="*/ 2158902 h 3482342"/>
              <a:gd name="connsiteX83" fmla="*/ 5591469 w 12192000"/>
              <a:gd name="connsiteY83" fmla="*/ 2178389 h 3482342"/>
              <a:gd name="connsiteX84" fmla="*/ 5452860 w 12192000"/>
              <a:gd name="connsiteY84" fmla="*/ 2180085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336354 w 12192000"/>
              <a:gd name="connsiteY87" fmla="*/ 2218920 h 3482342"/>
              <a:gd name="connsiteX88" fmla="*/ 5291263 w 12192000"/>
              <a:gd name="connsiteY88" fmla="*/ 2239182 h 3482342"/>
              <a:gd name="connsiteX89" fmla="*/ 5255152 w 12192000"/>
              <a:gd name="connsiteY89" fmla="*/ 2247164 h 3482342"/>
              <a:gd name="connsiteX90" fmla="*/ 5233796 w 12192000"/>
              <a:gd name="connsiteY90" fmla="*/ 2268260 h 3482342"/>
              <a:gd name="connsiteX91" fmla="*/ 5212786 w 12192000"/>
              <a:gd name="connsiteY91" fmla="*/ 2296592 h 3482342"/>
              <a:gd name="connsiteX92" fmla="*/ 5173523 w 12192000"/>
              <a:gd name="connsiteY92" fmla="*/ 2309057 h 3482342"/>
              <a:gd name="connsiteX93" fmla="*/ 5123830 w 12192000"/>
              <a:gd name="connsiteY93" fmla="*/ 2307070 h 3482342"/>
              <a:gd name="connsiteX94" fmla="*/ 5065426 w 12192000"/>
              <a:gd name="connsiteY94" fmla="*/ 2324076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120125 w 12192000"/>
              <a:gd name="connsiteY75" fmla="*/ 2109475 h 3482342"/>
              <a:gd name="connsiteX76" fmla="*/ 6056576 w 12192000"/>
              <a:gd name="connsiteY76" fmla="*/ 2120066 h 3482342"/>
              <a:gd name="connsiteX77" fmla="*/ 5993794 w 12192000"/>
              <a:gd name="connsiteY77" fmla="*/ 2122569 h 3482342"/>
              <a:gd name="connsiteX78" fmla="*/ 5947131 w 12192000"/>
              <a:gd name="connsiteY78" fmla="*/ 2148310 h 3482342"/>
              <a:gd name="connsiteX79" fmla="*/ 5898141 w 12192000"/>
              <a:gd name="connsiteY79" fmla="*/ 2144806 h 3482342"/>
              <a:gd name="connsiteX80" fmla="*/ 5855337 w 12192000"/>
              <a:gd name="connsiteY80" fmla="*/ 2137719 h 3482342"/>
              <a:gd name="connsiteX81" fmla="*/ 5817682 w 12192000"/>
              <a:gd name="connsiteY81" fmla="*/ 2157358 h 3482342"/>
              <a:gd name="connsiteX82" fmla="*/ 5735300 w 12192000"/>
              <a:gd name="connsiteY82" fmla="*/ 2158902 h 3482342"/>
              <a:gd name="connsiteX83" fmla="*/ 5591469 w 12192000"/>
              <a:gd name="connsiteY83" fmla="*/ 2178389 h 3482342"/>
              <a:gd name="connsiteX84" fmla="*/ 5452860 w 12192000"/>
              <a:gd name="connsiteY84" fmla="*/ 2180085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336354 w 12192000"/>
              <a:gd name="connsiteY87" fmla="*/ 2218920 h 3482342"/>
              <a:gd name="connsiteX88" fmla="*/ 5291263 w 12192000"/>
              <a:gd name="connsiteY88" fmla="*/ 2239182 h 3482342"/>
              <a:gd name="connsiteX89" fmla="*/ 5255152 w 12192000"/>
              <a:gd name="connsiteY89" fmla="*/ 2247164 h 3482342"/>
              <a:gd name="connsiteX90" fmla="*/ 5233796 w 12192000"/>
              <a:gd name="connsiteY90" fmla="*/ 2268260 h 3482342"/>
              <a:gd name="connsiteX91" fmla="*/ 5212786 w 12192000"/>
              <a:gd name="connsiteY91" fmla="*/ 2296592 h 3482342"/>
              <a:gd name="connsiteX92" fmla="*/ 5173523 w 12192000"/>
              <a:gd name="connsiteY92" fmla="*/ 2309057 h 3482342"/>
              <a:gd name="connsiteX93" fmla="*/ 5123830 w 12192000"/>
              <a:gd name="connsiteY93" fmla="*/ 2307070 h 3482342"/>
              <a:gd name="connsiteX94" fmla="*/ 5065426 w 12192000"/>
              <a:gd name="connsiteY94" fmla="*/ 2324076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120125 w 12192000"/>
              <a:gd name="connsiteY75" fmla="*/ 2109475 h 3482342"/>
              <a:gd name="connsiteX76" fmla="*/ 6056576 w 12192000"/>
              <a:gd name="connsiteY76" fmla="*/ 2120066 h 3482342"/>
              <a:gd name="connsiteX77" fmla="*/ 5993794 w 12192000"/>
              <a:gd name="connsiteY77" fmla="*/ 2122569 h 3482342"/>
              <a:gd name="connsiteX78" fmla="*/ 5943601 w 12192000"/>
              <a:gd name="connsiteY78" fmla="*/ 2137719 h 3482342"/>
              <a:gd name="connsiteX79" fmla="*/ 5898141 w 12192000"/>
              <a:gd name="connsiteY79" fmla="*/ 2144806 h 3482342"/>
              <a:gd name="connsiteX80" fmla="*/ 5855337 w 12192000"/>
              <a:gd name="connsiteY80" fmla="*/ 2137719 h 3482342"/>
              <a:gd name="connsiteX81" fmla="*/ 5817682 w 12192000"/>
              <a:gd name="connsiteY81" fmla="*/ 2157358 h 3482342"/>
              <a:gd name="connsiteX82" fmla="*/ 5735300 w 12192000"/>
              <a:gd name="connsiteY82" fmla="*/ 2158902 h 3482342"/>
              <a:gd name="connsiteX83" fmla="*/ 5591469 w 12192000"/>
              <a:gd name="connsiteY83" fmla="*/ 2178389 h 3482342"/>
              <a:gd name="connsiteX84" fmla="*/ 5452860 w 12192000"/>
              <a:gd name="connsiteY84" fmla="*/ 2180085 h 3482342"/>
              <a:gd name="connsiteX85" fmla="*/ 5414282 w 12192000"/>
              <a:gd name="connsiteY85" fmla="*/ 2183070 h 3482342"/>
              <a:gd name="connsiteX86" fmla="*/ 5368369 w 12192000"/>
              <a:gd name="connsiteY86" fmla="*/ 2204272 h 3482342"/>
              <a:gd name="connsiteX87" fmla="*/ 5336354 w 12192000"/>
              <a:gd name="connsiteY87" fmla="*/ 2218920 h 3482342"/>
              <a:gd name="connsiteX88" fmla="*/ 5291263 w 12192000"/>
              <a:gd name="connsiteY88" fmla="*/ 2239182 h 3482342"/>
              <a:gd name="connsiteX89" fmla="*/ 5255152 w 12192000"/>
              <a:gd name="connsiteY89" fmla="*/ 2247164 h 3482342"/>
              <a:gd name="connsiteX90" fmla="*/ 5233796 w 12192000"/>
              <a:gd name="connsiteY90" fmla="*/ 2268260 h 3482342"/>
              <a:gd name="connsiteX91" fmla="*/ 5212786 w 12192000"/>
              <a:gd name="connsiteY91" fmla="*/ 2296592 h 3482342"/>
              <a:gd name="connsiteX92" fmla="*/ 5173523 w 12192000"/>
              <a:gd name="connsiteY92" fmla="*/ 2309057 h 3482342"/>
              <a:gd name="connsiteX93" fmla="*/ 5123830 w 12192000"/>
              <a:gd name="connsiteY93" fmla="*/ 2307070 h 3482342"/>
              <a:gd name="connsiteX94" fmla="*/ 5065426 w 12192000"/>
              <a:gd name="connsiteY94" fmla="*/ 2324076 h 3482342"/>
              <a:gd name="connsiteX95" fmla="*/ 4975908 w 12192000"/>
              <a:gd name="connsiteY95" fmla="*/ 2364128 h 3482342"/>
              <a:gd name="connsiteX96" fmla="*/ 4913723 w 12192000"/>
              <a:gd name="connsiteY96" fmla="*/ 2385265 h 3482342"/>
              <a:gd name="connsiteX97" fmla="*/ 4746485 w 12192000"/>
              <a:gd name="connsiteY97" fmla="*/ 2451769 h 3482342"/>
              <a:gd name="connsiteX98" fmla="*/ 4681588 w 12192000"/>
              <a:gd name="connsiteY98" fmla="*/ 2467494 h 3482342"/>
              <a:gd name="connsiteX99" fmla="*/ 1783655 w 12192000"/>
              <a:gd name="connsiteY99" fmla="*/ 3163860 h 3482342"/>
              <a:gd name="connsiteX100" fmla="*/ 1325955 w 12192000"/>
              <a:gd name="connsiteY100" fmla="*/ 3176692 h 3482342"/>
              <a:gd name="connsiteX101" fmla="*/ 1190384 w 12192000"/>
              <a:gd name="connsiteY101" fmla="*/ 3203504 h 3482342"/>
              <a:gd name="connsiteX102" fmla="*/ 1094537 w 12192000"/>
              <a:gd name="connsiteY102" fmla="*/ 3229469 h 3482342"/>
              <a:gd name="connsiteX103" fmla="*/ 779276 w 12192000"/>
              <a:gd name="connsiteY103" fmla="*/ 3327290 h 3482342"/>
              <a:gd name="connsiteX104" fmla="*/ 600378 w 12192000"/>
              <a:gd name="connsiteY104" fmla="*/ 3335250 h 3482342"/>
              <a:gd name="connsiteX105" fmla="*/ 493457 w 12192000"/>
              <a:gd name="connsiteY105" fmla="*/ 3365044 h 3482342"/>
              <a:gd name="connsiteX106" fmla="*/ 349402 w 12192000"/>
              <a:gd name="connsiteY106" fmla="*/ 3380897 h 3482342"/>
              <a:gd name="connsiteX107" fmla="*/ 192183 w 12192000"/>
              <a:gd name="connsiteY107" fmla="*/ 3460075 h 3482342"/>
              <a:gd name="connsiteX108" fmla="*/ 46713 w 12192000"/>
              <a:gd name="connsiteY108" fmla="*/ 3462986 h 3482342"/>
              <a:gd name="connsiteX109" fmla="*/ 2765 w 12192000"/>
              <a:gd name="connsiteY109" fmla="*/ 3480770 h 3482342"/>
              <a:gd name="connsiteX110" fmla="*/ 0 w 12192000"/>
              <a:gd name="connsiteY110" fmla="*/ 3482342 h 3482342"/>
              <a:gd name="connsiteX111" fmla="*/ 0 w 12192000"/>
              <a:gd name="connsiteY11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120125 w 12192000"/>
              <a:gd name="connsiteY75" fmla="*/ 2109475 h 3482342"/>
              <a:gd name="connsiteX76" fmla="*/ 6056576 w 12192000"/>
              <a:gd name="connsiteY76" fmla="*/ 2120066 h 3482342"/>
              <a:gd name="connsiteX77" fmla="*/ 5993794 w 12192000"/>
              <a:gd name="connsiteY77" fmla="*/ 2122569 h 3482342"/>
              <a:gd name="connsiteX78" fmla="*/ 5943601 w 12192000"/>
              <a:gd name="connsiteY78" fmla="*/ 2137719 h 3482342"/>
              <a:gd name="connsiteX79" fmla="*/ 5898141 w 12192000"/>
              <a:gd name="connsiteY79" fmla="*/ 2144806 h 3482342"/>
              <a:gd name="connsiteX80" fmla="*/ 5855337 w 12192000"/>
              <a:gd name="connsiteY80" fmla="*/ 2137719 h 3482342"/>
              <a:gd name="connsiteX81" fmla="*/ 5817682 w 12192000"/>
              <a:gd name="connsiteY81" fmla="*/ 2157358 h 3482342"/>
              <a:gd name="connsiteX82" fmla="*/ 5735300 w 12192000"/>
              <a:gd name="connsiteY82" fmla="*/ 2158902 h 3482342"/>
              <a:gd name="connsiteX83" fmla="*/ 5591469 w 12192000"/>
              <a:gd name="connsiteY83" fmla="*/ 2178389 h 3482342"/>
              <a:gd name="connsiteX84" fmla="*/ 5505818 w 12192000"/>
              <a:gd name="connsiteY84" fmla="*/ 2194207 h 3482342"/>
              <a:gd name="connsiteX85" fmla="*/ 5452860 w 12192000"/>
              <a:gd name="connsiteY85" fmla="*/ 2180085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336354 w 12192000"/>
              <a:gd name="connsiteY88" fmla="*/ 2218920 h 3482342"/>
              <a:gd name="connsiteX89" fmla="*/ 5291263 w 12192000"/>
              <a:gd name="connsiteY89" fmla="*/ 2239182 h 3482342"/>
              <a:gd name="connsiteX90" fmla="*/ 5255152 w 12192000"/>
              <a:gd name="connsiteY90" fmla="*/ 2247164 h 3482342"/>
              <a:gd name="connsiteX91" fmla="*/ 5233796 w 12192000"/>
              <a:gd name="connsiteY91" fmla="*/ 2268260 h 3482342"/>
              <a:gd name="connsiteX92" fmla="*/ 5212786 w 12192000"/>
              <a:gd name="connsiteY92" fmla="*/ 2296592 h 3482342"/>
              <a:gd name="connsiteX93" fmla="*/ 5173523 w 12192000"/>
              <a:gd name="connsiteY93" fmla="*/ 2309057 h 3482342"/>
              <a:gd name="connsiteX94" fmla="*/ 5123830 w 12192000"/>
              <a:gd name="connsiteY94" fmla="*/ 2307070 h 3482342"/>
              <a:gd name="connsiteX95" fmla="*/ 5065426 w 12192000"/>
              <a:gd name="connsiteY95" fmla="*/ 2324076 h 3482342"/>
              <a:gd name="connsiteX96" fmla="*/ 4975908 w 12192000"/>
              <a:gd name="connsiteY96" fmla="*/ 2364128 h 3482342"/>
              <a:gd name="connsiteX97" fmla="*/ 4913723 w 12192000"/>
              <a:gd name="connsiteY97" fmla="*/ 2385265 h 3482342"/>
              <a:gd name="connsiteX98" fmla="*/ 4746485 w 12192000"/>
              <a:gd name="connsiteY98" fmla="*/ 2451769 h 3482342"/>
              <a:gd name="connsiteX99" fmla="*/ 4681588 w 12192000"/>
              <a:gd name="connsiteY99" fmla="*/ 2467494 h 3482342"/>
              <a:gd name="connsiteX100" fmla="*/ 1783655 w 12192000"/>
              <a:gd name="connsiteY100" fmla="*/ 3163860 h 3482342"/>
              <a:gd name="connsiteX101" fmla="*/ 1325955 w 12192000"/>
              <a:gd name="connsiteY101" fmla="*/ 3176692 h 3482342"/>
              <a:gd name="connsiteX102" fmla="*/ 1190384 w 12192000"/>
              <a:gd name="connsiteY102" fmla="*/ 3203504 h 3482342"/>
              <a:gd name="connsiteX103" fmla="*/ 1094537 w 12192000"/>
              <a:gd name="connsiteY103" fmla="*/ 3229469 h 3482342"/>
              <a:gd name="connsiteX104" fmla="*/ 779276 w 12192000"/>
              <a:gd name="connsiteY104" fmla="*/ 3327290 h 3482342"/>
              <a:gd name="connsiteX105" fmla="*/ 600378 w 12192000"/>
              <a:gd name="connsiteY105" fmla="*/ 3335250 h 3482342"/>
              <a:gd name="connsiteX106" fmla="*/ 493457 w 12192000"/>
              <a:gd name="connsiteY106" fmla="*/ 3365044 h 3482342"/>
              <a:gd name="connsiteX107" fmla="*/ 349402 w 12192000"/>
              <a:gd name="connsiteY107" fmla="*/ 3380897 h 3482342"/>
              <a:gd name="connsiteX108" fmla="*/ 192183 w 12192000"/>
              <a:gd name="connsiteY108" fmla="*/ 3460075 h 3482342"/>
              <a:gd name="connsiteX109" fmla="*/ 46713 w 12192000"/>
              <a:gd name="connsiteY109" fmla="*/ 3462986 h 3482342"/>
              <a:gd name="connsiteX110" fmla="*/ 2765 w 12192000"/>
              <a:gd name="connsiteY110" fmla="*/ 3480770 h 3482342"/>
              <a:gd name="connsiteX111" fmla="*/ 0 w 12192000"/>
              <a:gd name="connsiteY111" fmla="*/ 3482342 h 3482342"/>
              <a:gd name="connsiteX112" fmla="*/ 0 w 12192000"/>
              <a:gd name="connsiteY11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15658 w 12192000"/>
              <a:gd name="connsiteY21" fmla="*/ 1287849 h 3482342"/>
              <a:gd name="connsiteX22" fmla="*/ 10679906 w 12192000"/>
              <a:gd name="connsiteY22" fmla="*/ 1324988 h 3482342"/>
              <a:gd name="connsiteX23" fmla="*/ 10636304 w 12192000"/>
              <a:gd name="connsiteY23" fmla="*/ 1317928 h 3482342"/>
              <a:gd name="connsiteX24" fmla="*/ 10573203 w 12192000"/>
              <a:gd name="connsiteY24" fmla="*/ 1351996 h 3482342"/>
              <a:gd name="connsiteX25" fmla="*/ 10513263 w 12192000"/>
              <a:gd name="connsiteY25" fmla="*/ 1350756 h 3482342"/>
              <a:gd name="connsiteX26" fmla="*/ 10464012 w 12192000"/>
              <a:gd name="connsiteY26" fmla="*/ 1391778 h 3482342"/>
              <a:gd name="connsiteX27" fmla="*/ 10405409 w 12192000"/>
              <a:gd name="connsiteY27" fmla="*/ 1422789 h 3482342"/>
              <a:gd name="connsiteX28" fmla="*/ 10370530 w 12192000"/>
              <a:gd name="connsiteY28" fmla="*/ 1441596 h 3482342"/>
              <a:gd name="connsiteX29" fmla="*/ 10264922 w 12192000"/>
              <a:gd name="connsiteY29" fmla="*/ 1472107 h 3482342"/>
              <a:gd name="connsiteX30" fmla="*/ 10058690 w 12192000"/>
              <a:gd name="connsiteY30" fmla="*/ 1474888 h 3482342"/>
              <a:gd name="connsiteX31" fmla="*/ 10004424 w 12192000"/>
              <a:gd name="connsiteY31" fmla="*/ 1489801 h 3482342"/>
              <a:gd name="connsiteX32" fmla="*/ 9999951 w 12192000"/>
              <a:gd name="connsiteY32" fmla="*/ 1499127 h 3482342"/>
              <a:gd name="connsiteX33" fmla="*/ 9845462 w 12192000"/>
              <a:gd name="connsiteY33" fmla="*/ 1548192 h 3482342"/>
              <a:gd name="connsiteX34" fmla="*/ 9736156 w 12192000"/>
              <a:gd name="connsiteY34" fmla="*/ 1581928 h 3482342"/>
              <a:gd name="connsiteX35" fmla="*/ 9693355 w 12192000"/>
              <a:gd name="connsiteY35" fmla="*/ 1602632 h 3482342"/>
              <a:gd name="connsiteX36" fmla="*/ 9664242 w 12192000"/>
              <a:gd name="connsiteY36" fmla="*/ 1622075 h 3482342"/>
              <a:gd name="connsiteX37" fmla="*/ 9579195 w 12192000"/>
              <a:gd name="connsiteY37" fmla="*/ 1648017 h 3482342"/>
              <a:gd name="connsiteX38" fmla="*/ 9433652 w 12192000"/>
              <a:gd name="connsiteY38" fmla="*/ 1681174 h 3482342"/>
              <a:gd name="connsiteX39" fmla="*/ 9403775 w 12192000"/>
              <a:gd name="connsiteY39" fmla="*/ 1690403 h 3482342"/>
              <a:gd name="connsiteX40" fmla="*/ 9382503 w 12192000"/>
              <a:gd name="connsiteY40" fmla="*/ 1706957 h 3482342"/>
              <a:gd name="connsiteX41" fmla="*/ 9381410 w 12192000"/>
              <a:gd name="connsiteY41" fmla="*/ 1718312 h 3482342"/>
              <a:gd name="connsiteX42" fmla="*/ 9365685 w 12192000"/>
              <a:gd name="connsiteY42" fmla="*/ 1724772 h 3482342"/>
              <a:gd name="connsiteX43" fmla="*/ 9278020 w 12192000"/>
              <a:gd name="connsiteY43" fmla="*/ 1741161 h 3482342"/>
              <a:gd name="connsiteX44" fmla="*/ 9217145 w 12192000"/>
              <a:gd name="connsiteY44" fmla="*/ 1771195 h 3482342"/>
              <a:gd name="connsiteX45" fmla="*/ 8955875 w 12192000"/>
              <a:gd name="connsiteY45" fmla="*/ 1796806 h 3482342"/>
              <a:gd name="connsiteX46" fmla="*/ 8648415 w 12192000"/>
              <a:gd name="connsiteY46" fmla="*/ 1878623 h 3482342"/>
              <a:gd name="connsiteX47" fmla="*/ 8495949 w 12192000"/>
              <a:gd name="connsiteY47" fmla="*/ 1902425 h 3482342"/>
              <a:gd name="connsiteX48" fmla="*/ 8236214 w 12192000"/>
              <a:gd name="connsiteY48" fmla="*/ 1909725 h 3482342"/>
              <a:gd name="connsiteX49" fmla="*/ 8132104 w 12192000"/>
              <a:gd name="connsiteY49" fmla="*/ 1895727 h 3482342"/>
              <a:gd name="connsiteX50" fmla="*/ 7918078 w 12192000"/>
              <a:gd name="connsiteY50" fmla="*/ 1862668 h 3482342"/>
              <a:gd name="connsiteX51" fmla="*/ 7817899 w 12192000"/>
              <a:gd name="connsiteY51" fmla="*/ 1862176 h 3482342"/>
              <a:gd name="connsiteX52" fmla="*/ 7768994 w 12192000"/>
              <a:gd name="connsiteY52" fmla="*/ 1855721 h 3482342"/>
              <a:gd name="connsiteX53" fmla="*/ 7618027 w 12192000"/>
              <a:gd name="connsiteY53" fmla="*/ 1830959 h 3482342"/>
              <a:gd name="connsiteX54" fmla="*/ 7449425 w 12192000"/>
              <a:gd name="connsiteY54" fmla="*/ 1810910 h 3482342"/>
              <a:gd name="connsiteX55" fmla="*/ 7342915 w 12192000"/>
              <a:gd name="connsiteY55" fmla="*/ 1819827 h 3482342"/>
              <a:gd name="connsiteX56" fmla="*/ 7255191 w 12192000"/>
              <a:gd name="connsiteY56" fmla="*/ 1834354 h 3482342"/>
              <a:gd name="connsiteX57" fmla="*/ 7131205 w 12192000"/>
              <a:gd name="connsiteY57" fmla="*/ 1845557 h 3482342"/>
              <a:gd name="connsiteX58" fmla="*/ 6941837 w 12192000"/>
              <a:gd name="connsiteY58" fmla="*/ 1840640 h 3482342"/>
              <a:gd name="connsiteX59" fmla="*/ 6837145 w 12192000"/>
              <a:gd name="connsiteY59" fmla="*/ 1870724 h 3482342"/>
              <a:gd name="connsiteX60" fmla="*/ 6753991 w 12192000"/>
              <a:gd name="connsiteY60" fmla="*/ 1860969 h 3482342"/>
              <a:gd name="connsiteX61" fmla="*/ 6727754 w 12192000"/>
              <a:gd name="connsiteY61" fmla="*/ 1882372 h 3482342"/>
              <a:gd name="connsiteX62" fmla="*/ 6723371 w 12192000"/>
              <a:gd name="connsiteY62" fmla="*/ 1886494 h 3482342"/>
              <a:gd name="connsiteX63" fmla="*/ 6702779 w 12192000"/>
              <a:gd name="connsiteY63" fmla="*/ 1893601 h 3482342"/>
              <a:gd name="connsiteX64" fmla="*/ 6686657 w 12192000"/>
              <a:gd name="connsiteY64" fmla="*/ 1907344 h 3482342"/>
              <a:gd name="connsiteX65" fmla="*/ 6651330 w 12192000"/>
              <a:gd name="connsiteY65" fmla="*/ 1922921 h 3482342"/>
              <a:gd name="connsiteX66" fmla="*/ 6622958 w 12192000"/>
              <a:gd name="connsiteY66" fmla="*/ 1936255 h 3482342"/>
              <a:gd name="connsiteX67" fmla="*/ 6522602 w 12192000"/>
              <a:gd name="connsiteY67" fmla="*/ 1954133 h 3482342"/>
              <a:gd name="connsiteX68" fmla="*/ 6444344 w 12192000"/>
              <a:gd name="connsiteY68" fmla="*/ 1969663 h 3482342"/>
              <a:gd name="connsiteX69" fmla="*/ 6409626 w 12192000"/>
              <a:gd name="connsiteY69" fmla="*/ 1978846 h 3482342"/>
              <a:gd name="connsiteX70" fmla="*/ 6333446 w 12192000"/>
              <a:gd name="connsiteY70" fmla="*/ 1997163 h 3482342"/>
              <a:gd name="connsiteX71" fmla="*/ 6294933 w 12192000"/>
              <a:gd name="connsiteY71" fmla="*/ 2019412 h 3482342"/>
              <a:gd name="connsiteX72" fmla="*/ 6238719 w 12192000"/>
              <a:gd name="connsiteY72" fmla="*/ 2042547 h 3482342"/>
              <a:gd name="connsiteX73" fmla="*/ 6187205 w 12192000"/>
              <a:gd name="connsiteY73" fmla="*/ 2060048 h 3482342"/>
              <a:gd name="connsiteX74" fmla="*/ 6138780 w 12192000"/>
              <a:gd name="connsiteY74" fmla="*/ 2081918 h 3482342"/>
              <a:gd name="connsiteX75" fmla="*/ 6120125 w 12192000"/>
              <a:gd name="connsiteY75" fmla="*/ 2109475 h 3482342"/>
              <a:gd name="connsiteX76" fmla="*/ 6056576 w 12192000"/>
              <a:gd name="connsiteY76" fmla="*/ 2120066 h 3482342"/>
              <a:gd name="connsiteX77" fmla="*/ 5993794 w 12192000"/>
              <a:gd name="connsiteY77" fmla="*/ 2122569 h 3482342"/>
              <a:gd name="connsiteX78" fmla="*/ 5943601 w 12192000"/>
              <a:gd name="connsiteY78" fmla="*/ 2137719 h 3482342"/>
              <a:gd name="connsiteX79" fmla="*/ 5898141 w 12192000"/>
              <a:gd name="connsiteY79" fmla="*/ 2144806 h 3482342"/>
              <a:gd name="connsiteX80" fmla="*/ 5855337 w 12192000"/>
              <a:gd name="connsiteY80" fmla="*/ 2137719 h 3482342"/>
              <a:gd name="connsiteX81" fmla="*/ 5817682 w 12192000"/>
              <a:gd name="connsiteY81" fmla="*/ 2157358 h 3482342"/>
              <a:gd name="connsiteX82" fmla="*/ 5735300 w 12192000"/>
              <a:gd name="connsiteY82" fmla="*/ 2158902 h 3482342"/>
              <a:gd name="connsiteX83" fmla="*/ 5591469 w 12192000"/>
              <a:gd name="connsiteY83" fmla="*/ 2178389 h 3482342"/>
              <a:gd name="connsiteX84" fmla="*/ 5505818 w 12192000"/>
              <a:gd name="connsiteY84" fmla="*/ 2194207 h 3482342"/>
              <a:gd name="connsiteX85" fmla="*/ 5452860 w 12192000"/>
              <a:gd name="connsiteY85" fmla="*/ 2180085 h 3482342"/>
              <a:gd name="connsiteX86" fmla="*/ 5414282 w 12192000"/>
              <a:gd name="connsiteY86" fmla="*/ 2183070 h 3482342"/>
              <a:gd name="connsiteX87" fmla="*/ 5368369 w 12192000"/>
              <a:gd name="connsiteY87" fmla="*/ 2204272 h 3482342"/>
              <a:gd name="connsiteX88" fmla="*/ 5336354 w 12192000"/>
              <a:gd name="connsiteY88" fmla="*/ 2218920 h 3482342"/>
              <a:gd name="connsiteX89" fmla="*/ 5291263 w 12192000"/>
              <a:gd name="connsiteY89" fmla="*/ 2239182 h 3482342"/>
              <a:gd name="connsiteX90" fmla="*/ 5255152 w 12192000"/>
              <a:gd name="connsiteY90" fmla="*/ 2247164 h 3482342"/>
              <a:gd name="connsiteX91" fmla="*/ 5233796 w 12192000"/>
              <a:gd name="connsiteY91" fmla="*/ 2268260 h 3482342"/>
              <a:gd name="connsiteX92" fmla="*/ 5212786 w 12192000"/>
              <a:gd name="connsiteY92" fmla="*/ 2296592 h 3482342"/>
              <a:gd name="connsiteX93" fmla="*/ 5173523 w 12192000"/>
              <a:gd name="connsiteY93" fmla="*/ 2309057 h 3482342"/>
              <a:gd name="connsiteX94" fmla="*/ 5123830 w 12192000"/>
              <a:gd name="connsiteY94" fmla="*/ 2307070 h 3482342"/>
              <a:gd name="connsiteX95" fmla="*/ 5065426 w 12192000"/>
              <a:gd name="connsiteY95" fmla="*/ 2324076 h 3482342"/>
              <a:gd name="connsiteX96" fmla="*/ 4975908 w 12192000"/>
              <a:gd name="connsiteY96" fmla="*/ 2364128 h 3482342"/>
              <a:gd name="connsiteX97" fmla="*/ 4913723 w 12192000"/>
              <a:gd name="connsiteY97" fmla="*/ 2385265 h 3482342"/>
              <a:gd name="connsiteX98" fmla="*/ 4746485 w 12192000"/>
              <a:gd name="connsiteY98" fmla="*/ 2451769 h 3482342"/>
              <a:gd name="connsiteX99" fmla="*/ 4681588 w 12192000"/>
              <a:gd name="connsiteY99" fmla="*/ 2467494 h 3482342"/>
              <a:gd name="connsiteX100" fmla="*/ 1783655 w 12192000"/>
              <a:gd name="connsiteY100" fmla="*/ 3163860 h 3482342"/>
              <a:gd name="connsiteX101" fmla="*/ 1325955 w 12192000"/>
              <a:gd name="connsiteY101" fmla="*/ 3176692 h 3482342"/>
              <a:gd name="connsiteX102" fmla="*/ 1190384 w 12192000"/>
              <a:gd name="connsiteY102" fmla="*/ 3203504 h 3482342"/>
              <a:gd name="connsiteX103" fmla="*/ 1094537 w 12192000"/>
              <a:gd name="connsiteY103" fmla="*/ 3229469 h 3482342"/>
              <a:gd name="connsiteX104" fmla="*/ 779276 w 12192000"/>
              <a:gd name="connsiteY104" fmla="*/ 3327290 h 3482342"/>
              <a:gd name="connsiteX105" fmla="*/ 600378 w 12192000"/>
              <a:gd name="connsiteY105" fmla="*/ 3335250 h 3482342"/>
              <a:gd name="connsiteX106" fmla="*/ 493457 w 12192000"/>
              <a:gd name="connsiteY106" fmla="*/ 3365044 h 3482342"/>
              <a:gd name="connsiteX107" fmla="*/ 349402 w 12192000"/>
              <a:gd name="connsiteY107" fmla="*/ 3380897 h 3482342"/>
              <a:gd name="connsiteX108" fmla="*/ 192183 w 12192000"/>
              <a:gd name="connsiteY108" fmla="*/ 3460075 h 3482342"/>
              <a:gd name="connsiteX109" fmla="*/ 46713 w 12192000"/>
              <a:gd name="connsiteY109" fmla="*/ 3462986 h 3482342"/>
              <a:gd name="connsiteX110" fmla="*/ 2765 w 12192000"/>
              <a:gd name="connsiteY110" fmla="*/ 3480770 h 3482342"/>
              <a:gd name="connsiteX111" fmla="*/ 0 w 12192000"/>
              <a:gd name="connsiteY111" fmla="*/ 3482342 h 3482342"/>
              <a:gd name="connsiteX112" fmla="*/ 0 w 12192000"/>
              <a:gd name="connsiteY11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850998 w 12192000"/>
              <a:gd name="connsiteY21" fmla="*/ 1269215 h 3482342"/>
              <a:gd name="connsiteX22" fmla="*/ 10815658 w 12192000"/>
              <a:gd name="connsiteY22" fmla="*/ 1287849 h 3482342"/>
              <a:gd name="connsiteX23" fmla="*/ 10679906 w 12192000"/>
              <a:gd name="connsiteY23" fmla="*/ 1324988 h 3482342"/>
              <a:gd name="connsiteX24" fmla="*/ 10636304 w 12192000"/>
              <a:gd name="connsiteY24" fmla="*/ 1317928 h 3482342"/>
              <a:gd name="connsiteX25" fmla="*/ 10573203 w 12192000"/>
              <a:gd name="connsiteY25" fmla="*/ 1351996 h 3482342"/>
              <a:gd name="connsiteX26" fmla="*/ 10513263 w 12192000"/>
              <a:gd name="connsiteY26" fmla="*/ 1350756 h 3482342"/>
              <a:gd name="connsiteX27" fmla="*/ 10464012 w 12192000"/>
              <a:gd name="connsiteY27" fmla="*/ 1391778 h 3482342"/>
              <a:gd name="connsiteX28" fmla="*/ 10405409 w 12192000"/>
              <a:gd name="connsiteY28" fmla="*/ 1422789 h 3482342"/>
              <a:gd name="connsiteX29" fmla="*/ 10370530 w 12192000"/>
              <a:gd name="connsiteY29" fmla="*/ 1441596 h 3482342"/>
              <a:gd name="connsiteX30" fmla="*/ 10264922 w 12192000"/>
              <a:gd name="connsiteY30" fmla="*/ 1472107 h 3482342"/>
              <a:gd name="connsiteX31" fmla="*/ 10058690 w 12192000"/>
              <a:gd name="connsiteY31" fmla="*/ 1474888 h 3482342"/>
              <a:gd name="connsiteX32" fmla="*/ 10004424 w 12192000"/>
              <a:gd name="connsiteY32" fmla="*/ 1489801 h 3482342"/>
              <a:gd name="connsiteX33" fmla="*/ 9999951 w 12192000"/>
              <a:gd name="connsiteY33" fmla="*/ 1499127 h 3482342"/>
              <a:gd name="connsiteX34" fmla="*/ 9845462 w 12192000"/>
              <a:gd name="connsiteY34" fmla="*/ 1548192 h 3482342"/>
              <a:gd name="connsiteX35" fmla="*/ 9736156 w 12192000"/>
              <a:gd name="connsiteY35" fmla="*/ 1581928 h 3482342"/>
              <a:gd name="connsiteX36" fmla="*/ 9693355 w 12192000"/>
              <a:gd name="connsiteY36" fmla="*/ 1602632 h 3482342"/>
              <a:gd name="connsiteX37" fmla="*/ 9664242 w 12192000"/>
              <a:gd name="connsiteY37" fmla="*/ 1622075 h 3482342"/>
              <a:gd name="connsiteX38" fmla="*/ 9579195 w 12192000"/>
              <a:gd name="connsiteY38" fmla="*/ 1648017 h 3482342"/>
              <a:gd name="connsiteX39" fmla="*/ 9433652 w 12192000"/>
              <a:gd name="connsiteY39" fmla="*/ 1681174 h 3482342"/>
              <a:gd name="connsiteX40" fmla="*/ 9403775 w 12192000"/>
              <a:gd name="connsiteY40" fmla="*/ 1690403 h 3482342"/>
              <a:gd name="connsiteX41" fmla="*/ 9382503 w 12192000"/>
              <a:gd name="connsiteY41" fmla="*/ 1706957 h 3482342"/>
              <a:gd name="connsiteX42" fmla="*/ 9381410 w 12192000"/>
              <a:gd name="connsiteY42" fmla="*/ 1718312 h 3482342"/>
              <a:gd name="connsiteX43" fmla="*/ 9365685 w 12192000"/>
              <a:gd name="connsiteY43" fmla="*/ 1724772 h 3482342"/>
              <a:gd name="connsiteX44" fmla="*/ 9278020 w 12192000"/>
              <a:gd name="connsiteY44" fmla="*/ 1741161 h 3482342"/>
              <a:gd name="connsiteX45" fmla="*/ 9217145 w 12192000"/>
              <a:gd name="connsiteY45" fmla="*/ 1771195 h 3482342"/>
              <a:gd name="connsiteX46" fmla="*/ 8955875 w 12192000"/>
              <a:gd name="connsiteY46" fmla="*/ 1796806 h 3482342"/>
              <a:gd name="connsiteX47" fmla="*/ 8648415 w 12192000"/>
              <a:gd name="connsiteY47" fmla="*/ 1878623 h 3482342"/>
              <a:gd name="connsiteX48" fmla="*/ 8495949 w 12192000"/>
              <a:gd name="connsiteY48" fmla="*/ 1902425 h 3482342"/>
              <a:gd name="connsiteX49" fmla="*/ 8236214 w 12192000"/>
              <a:gd name="connsiteY49" fmla="*/ 1909725 h 3482342"/>
              <a:gd name="connsiteX50" fmla="*/ 8132104 w 12192000"/>
              <a:gd name="connsiteY50" fmla="*/ 1895727 h 3482342"/>
              <a:gd name="connsiteX51" fmla="*/ 7918078 w 12192000"/>
              <a:gd name="connsiteY51" fmla="*/ 1862668 h 3482342"/>
              <a:gd name="connsiteX52" fmla="*/ 7817899 w 12192000"/>
              <a:gd name="connsiteY52" fmla="*/ 1862176 h 3482342"/>
              <a:gd name="connsiteX53" fmla="*/ 7768994 w 12192000"/>
              <a:gd name="connsiteY53" fmla="*/ 1855721 h 3482342"/>
              <a:gd name="connsiteX54" fmla="*/ 7618027 w 12192000"/>
              <a:gd name="connsiteY54" fmla="*/ 1830959 h 3482342"/>
              <a:gd name="connsiteX55" fmla="*/ 7449425 w 12192000"/>
              <a:gd name="connsiteY55" fmla="*/ 1810910 h 3482342"/>
              <a:gd name="connsiteX56" fmla="*/ 7342915 w 12192000"/>
              <a:gd name="connsiteY56" fmla="*/ 1819827 h 3482342"/>
              <a:gd name="connsiteX57" fmla="*/ 7255191 w 12192000"/>
              <a:gd name="connsiteY57" fmla="*/ 1834354 h 3482342"/>
              <a:gd name="connsiteX58" fmla="*/ 7131205 w 12192000"/>
              <a:gd name="connsiteY58" fmla="*/ 1845557 h 3482342"/>
              <a:gd name="connsiteX59" fmla="*/ 6941837 w 12192000"/>
              <a:gd name="connsiteY59" fmla="*/ 1840640 h 3482342"/>
              <a:gd name="connsiteX60" fmla="*/ 6837145 w 12192000"/>
              <a:gd name="connsiteY60" fmla="*/ 1870724 h 3482342"/>
              <a:gd name="connsiteX61" fmla="*/ 6753991 w 12192000"/>
              <a:gd name="connsiteY61" fmla="*/ 1860969 h 3482342"/>
              <a:gd name="connsiteX62" fmla="*/ 6727754 w 12192000"/>
              <a:gd name="connsiteY62" fmla="*/ 1882372 h 3482342"/>
              <a:gd name="connsiteX63" fmla="*/ 6723371 w 12192000"/>
              <a:gd name="connsiteY63" fmla="*/ 1886494 h 3482342"/>
              <a:gd name="connsiteX64" fmla="*/ 6702779 w 12192000"/>
              <a:gd name="connsiteY64" fmla="*/ 1893601 h 3482342"/>
              <a:gd name="connsiteX65" fmla="*/ 6686657 w 12192000"/>
              <a:gd name="connsiteY65" fmla="*/ 1907344 h 3482342"/>
              <a:gd name="connsiteX66" fmla="*/ 6651330 w 12192000"/>
              <a:gd name="connsiteY66" fmla="*/ 1922921 h 3482342"/>
              <a:gd name="connsiteX67" fmla="*/ 6622958 w 12192000"/>
              <a:gd name="connsiteY67" fmla="*/ 1936255 h 3482342"/>
              <a:gd name="connsiteX68" fmla="*/ 6522602 w 12192000"/>
              <a:gd name="connsiteY68" fmla="*/ 1954133 h 3482342"/>
              <a:gd name="connsiteX69" fmla="*/ 6444344 w 12192000"/>
              <a:gd name="connsiteY69" fmla="*/ 1969663 h 3482342"/>
              <a:gd name="connsiteX70" fmla="*/ 6409626 w 12192000"/>
              <a:gd name="connsiteY70" fmla="*/ 1978846 h 3482342"/>
              <a:gd name="connsiteX71" fmla="*/ 6333446 w 12192000"/>
              <a:gd name="connsiteY71" fmla="*/ 1997163 h 3482342"/>
              <a:gd name="connsiteX72" fmla="*/ 6294933 w 12192000"/>
              <a:gd name="connsiteY72" fmla="*/ 2019412 h 3482342"/>
              <a:gd name="connsiteX73" fmla="*/ 6238719 w 12192000"/>
              <a:gd name="connsiteY73" fmla="*/ 2042547 h 3482342"/>
              <a:gd name="connsiteX74" fmla="*/ 6187205 w 12192000"/>
              <a:gd name="connsiteY74" fmla="*/ 2060048 h 3482342"/>
              <a:gd name="connsiteX75" fmla="*/ 6138780 w 12192000"/>
              <a:gd name="connsiteY75" fmla="*/ 2081918 h 3482342"/>
              <a:gd name="connsiteX76" fmla="*/ 6120125 w 12192000"/>
              <a:gd name="connsiteY76" fmla="*/ 2109475 h 3482342"/>
              <a:gd name="connsiteX77" fmla="*/ 6056576 w 12192000"/>
              <a:gd name="connsiteY77" fmla="*/ 2120066 h 3482342"/>
              <a:gd name="connsiteX78" fmla="*/ 5993794 w 12192000"/>
              <a:gd name="connsiteY78" fmla="*/ 2122569 h 3482342"/>
              <a:gd name="connsiteX79" fmla="*/ 5943601 w 12192000"/>
              <a:gd name="connsiteY79" fmla="*/ 2137719 h 3482342"/>
              <a:gd name="connsiteX80" fmla="*/ 5898141 w 12192000"/>
              <a:gd name="connsiteY80" fmla="*/ 2144806 h 3482342"/>
              <a:gd name="connsiteX81" fmla="*/ 5855337 w 12192000"/>
              <a:gd name="connsiteY81" fmla="*/ 2137719 h 3482342"/>
              <a:gd name="connsiteX82" fmla="*/ 5817682 w 12192000"/>
              <a:gd name="connsiteY82" fmla="*/ 2157358 h 3482342"/>
              <a:gd name="connsiteX83" fmla="*/ 5735300 w 12192000"/>
              <a:gd name="connsiteY83" fmla="*/ 2158902 h 3482342"/>
              <a:gd name="connsiteX84" fmla="*/ 5591469 w 12192000"/>
              <a:gd name="connsiteY84" fmla="*/ 2178389 h 3482342"/>
              <a:gd name="connsiteX85" fmla="*/ 5505818 w 12192000"/>
              <a:gd name="connsiteY85" fmla="*/ 2194207 h 3482342"/>
              <a:gd name="connsiteX86" fmla="*/ 5452860 w 12192000"/>
              <a:gd name="connsiteY86" fmla="*/ 2180085 h 3482342"/>
              <a:gd name="connsiteX87" fmla="*/ 5414282 w 12192000"/>
              <a:gd name="connsiteY87" fmla="*/ 2183070 h 3482342"/>
              <a:gd name="connsiteX88" fmla="*/ 5368369 w 12192000"/>
              <a:gd name="connsiteY88" fmla="*/ 2204272 h 3482342"/>
              <a:gd name="connsiteX89" fmla="*/ 5336354 w 12192000"/>
              <a:gd name="connsiteY89" fmla="*/ 2218920 h 3482342"/>
              <a:gd name="connsiteX90" fmla="*/ 5291263 w 12192000"/>
              <a:gd name="connsiteY90" fmla="*/ 2239182 h 3482342"/>
              <a:gd name="connsiteX91" fmla="*/ 5255152 w 12192000"/>
              <a:gd name="connsiteY91" fmla="*/ 2247164 h 3482342"/>
              <a:gd name="connsiteX92" fmla="*/ 5233796 w 12192000"/>
              <a:gd name="connsiteY92" fmla="*/ 2268260 h 3482342"/>
              <a:gd name="connsiteX93" fmla="*/ 5212786 w 12192000"/>
              <a:gd name="connsiteY93" fmla="*/ 2296592 h 3482342"/>
              <a:gd name="connsiteX94" fmla="*/ 5173523 w 12192000"/>
              <a:gd name="connsiteY94" fmla="*/ 2309057 h 3482342"/>
              <a:gd name="connsiteX95" fmla="*/ 5123830 w 12192000"/>
              <a:gd name="connsiteY95" fmla="*/ 2307070 h 3482342"/>
              <a:gd name="connsiteX96" fmla="*/ 5065426 w 12192000"/>
              <a:gd name="connsiteY96" fmla="*/ 2324076 h 3482342"/>
              <a:gd name="connsiteX97" fmla="*/ 4975908 w 12192000"/>
              <a:gd name="connsiteY97" fmla="*/ 2364128 h 3482342"/>
              <a:gd name="connsiteX98" fmla="*/ 4913723 w 12192000"/>
              <a:gd name="connsiteY98" fmla="*/ 2385265 h 3482342"/>
              <a:gd name="connsiteX99" fmla="*/ 4746485 w 12192000"/>
              <a:gd name="connsiteY99" fmla="*/ 2451769 h 3482342"/>
              <a:gd name="connsiteX100" fmla="*/ 4681588 w 12192000"/>
              <a:gd name="connsiteY100" fmla="*/ 2467494 h 3482342"/>
              <a:gd name="connsiteX101" fmla="*/ 1783655 w 12192000"/>
              <a:gd name="connsiteY101" fmla="*/ 3163860 h 3482342"/>
              <a:gd name="connsiteX102" fmla="*/ 1325955 w 12192000"/>
              <a:gd name="connsiteY102" fmla="*/ 3176692 h 3482342"/>
              <a:gd name="connsiteX103" fmla="*/ 1190384 w 12192000"/>
              <a:gd name="connsiteY103" fmla="*/ 3203504 h 3482342"/>
              <a:gd name="connsiteX104" fmla="*/ 1094537 w 12192000"/>
              <a:gd name="connsiteY104" fmla="*/ 3229469 h 3482342"/>
              <a:gd name="connsiteX105" fmla="*/ 779276 w 12192000"/>
              <a:gd name="connsiteY105" fmla="*/ 3327290 h 3482342"/>
              <a:gd name="connsiteX106" fmla="*/ 600378 w 12192000"/>
              <a:gd name="connsiteY106" fmla="*/ 3335250 h 3482342"/>
              <a:gd name="connsiteX107" fmla="*/ 493457 w 12192000"/>
              <a:gd name="connsiteY107" fmla="*/ 3365044 h 3482342"/>
              <a:gd name="connsiteX108" fmla="*/ 349402 w 12192000"/>
              <a:gd name="connsiteY108" fmla="*/ 3380897 h 3482342"/>
              <a:gd name="connsiteX109" fmla="*/ 192183 w 12192000"/>
              <a:gd name="connsiteY109" fmla="*/ 3460075 h 3482342"/>
              <a:gd name="connsiteX110" fmla="*/ 46713 w 12192000"/>
              <a:gd name="connsiteY110" fmla="*/ 3462986 h 3482342"/>
              <a:gd name="connsiteX111" fmla="*/ 2765 w 12192000"/>
              <a:gd name="connsiteY111" fmla="*/ 3480770 h 3482342"/>
              <a:gd name="connsiteX112" fmla="*/ 0 w 12192000"/>
              <a:gd name="connsiteY112" fmla="*/ 3482342 h 3482342"/>
              <a:gd name="connsiteX113" fmla="*/ 0 w 12192000"/>
              <a:gd name="connsiteY11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495949 w 12192000"/>
              <a:gd name="connsiteY49" fmla="*/ 1902425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41837 w 12192000"/>
              <a:gd name="connsiteY60" fmla="*/ 1840640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686657 w 12192000"/>
              <a:gd name="connsiteY66" fmla="*/ 1907344 h 3482342"/>
              <a:gd name="connsiteX67" fmla="*/ 6651330 w 12192000"/>
              <a:gd name="connsiteY67" fmla="*/ 1922921 h 3482342"/>
              <a:gd name="connsiteX68" fmla="*/ 6622958 w 12192000"/>
              <a:gd name="connsiteY68" fmla="*/ 1936255 h 3482342"/>
              <a:gd name="connsiteX69" fmla="*/ 6522602 w 12192000"/>
              <a:gd name="connsiteY69" fmla="*/ 1954133 h 3482342"/>
              <a:gd name="connsiteX70" fmla="*/ 6444344 w 12192000"/>
              <a:gd name="connsiteY70" fmla="*/ 1969663 h 3482342"/>
              <a:gd name="connsiteX71" fmla="*/ 6409626 w 12192000"/>
              <a:gd name="connsiteY71" fmla="*/ 1978846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87205 w 12192000"/>
              <a:gd name="connsiteY75" fmla="*/ 2060048 h 3482342"/>
              <a:gd name="connsiteX76" fmla="*/ 6138780 w 12192000"/>
              <a:gd name="connsiteY76" fmla="*/ 2081918 h 3482342"/>
              <a:gd name="connsiteX77" fmla="*/ 6120125 w 12192000"/>
              <a:gd name="connsiteY77" fmla="*/ 2109475 h 3482342"/>
              <a:gd name="connsiteX78" fmla="*/ 6056576 w 12192000"/>
              <a:gd name="connsiteY78" fmla="*/ 2120066 h 3482342"/>
              <a:gd name="connsiteX79" fmla="*/ 5993794 w 12192000"/>
              <a:gd name="connsiteY79" fmla="*/ 2122569 h 3482342"/>
              <a:gd name="connsiteX80" fmla="*/ 5943601 w 12192000"/>
              <a:gd name="connsiteY80" fmla="*/ 2137719 h 3482342"/>
              <a:gd name="connsiteX81" fmla="*/ 5898141 w 12192000"/>
              <a:gd name="connsiteY81" fmla="*/ 2144806 h 3482342"/>
              <a:gd name="connsiteX82" fmla="*/ 5855337 w 12192000"/>
              <a:gd name="connsiteY82" fmla="*/ 2137719 h 3482342"/>
              <a:gd name="connsiteX83" fmla="*/ 5817682 w 12192000"/>
              <a:gd name="connsiteY83" fmla="*/ 2157358 h 3482342"/>
              <a:gd name="connsiteX84" fmla="*/ 5735300 w 12192000"/>
              <a:gd name="connsiteY84" fmla="*/ 2158902 h 3482342"/>
              <a:gd name="connsiteX85" fmla="*/ 5591469 w 12192000"/>
              <a:gd name="connsiteY85" fmla="*/ 2178389 h 3482342"/>
              <a:gd name="connsiteX86" fmla="*/ 5505818 w 12192000"/>
              <a:gd name="connsiteY86" fmla="*/ 2194207 h 3482342"/>
              <a:gd name="connsiteX87" fmla="*/ 5452860 w 12192000"/>
              <a:gd name="connsiteY87" fmla="*/ 2180085 h 3482342"/>
              <a:gd name="connsiteX88" fmla="*/ 5414282 w 12192000"/>
              <a:gd name="connsiteY88" fmla="*/ 2183070 h 3482342"/>
              <a:gd name="connsiteX89" fmla="*/ 5368369 w 12192000"/>
              <a:gd name="connsiteY89" fmla="*/ 2204272 h 3482342"/>
              <a:gd name="connsiteX90" fmla="*/ 5336354 w 12192000"/>
              <a:gd name="connsiteY90" fmla="*/ 2218920 h 3482342"/>
              <a:gd name="connsiteX91" fmla="*/ 5291263 w 12192000"/>
              <a:gd name="connsiteY91" fmla="*/ 2239182 h 3482342"/>
              <a:gd name="connsiteX92" fmla="*/ 5255152 w 12192000"/>
              <a:gd name="connsiteY92" fmla="*/ 2247164 h 3482342"/>
              <a:gd name="connsiteX93" fmla="*/ 5233796 w 12192000"/>
              <a:gd name="connsiteY93" fmla="*/ 2268260 h 3482342"/>
              <a:gd name="connsiteX94" fmla="*/ 5212786 w 12192000"/>
              <a:gd name="connsiteY94" fmla="*/ 2296592 h 3482342"/>
              <a:gd name="connsiteX95" fmla="*/ 5173523 w 12192000"/>
              <a:gd name="connsiteY95" fmla="*/ 2309057 h 3482342"/>
              <a:gd name="connsiteX96" fmla="*/ 5123830 w 12192000"/>
              <a:gd name="connsiteY96" fmla="*/ 2307070 h 3482342"/>
              <a:gd name="connsiteX97" fmla="*/ 5065426 w 12192000"/>
              <a:gd name="connsiteY97" fmla="*/ 2324076 h 3482342"/>
              <a:gd name="connsiteX98" fmla="*/ 4975908 w 12192000"/>
              <a:gd name="connsiteY98" fmla="*/ 2364128 h 3482342"/>
              <a:gd name="connsiteX99" fmla="*/ 4913723 w 12192000"/>
              <a:gd name="connsiteY99" fmla="*/ 2385265 h 3482342"/>
              <a:gd name="connsiteX100" fmla="*/ 4746485 w 12192000"/>
              <a:gd name="connsiteY100" fmla="*/ 2451769 h 3482342"/>
              <a:gd name="connsiteX101" fmla="*/ 4681588 w 12192000"/>
              <a:gd name="connsiteY101" fmla="*/ 2467494 h 3482342"/>
              <a:gd name="connsiteX102" fmla="*/ 1783655 w 12192000"/>
              <a:gd name="connsiteY102" fmla="*/ 3163860 h 3482342"/>
              <a:gd name="connsiteX103" fmla="*/ 1325955 w 12192000"/>
              <a:gd name="connsiteY103" fmla="*/ 3176692 h 3482342"/>
              <a:gd name="connsiteX104" fmla="*/ 1190384 w 12192000"/>
              <a:gd name="connsiteY104" fmla="*/ 3203504 h 3482342"/>
              <a:gd name="connsiteX105" fmla="*/ 1094537 w 12192000"/>
              <a:gd name="connsiteY105" fmla="*/ 3229469 h 3482342"/>
              <a:gd name="connsiteX106" fmla="*/ 779276 w 12192000"/>
              <a:gd name="connsiteY106" fmla="*/ 3327290 h 3482342"/>
              <a:gd name="connsiteX107" fmla="*/ 600378 w 12192000"/>
              <a:gd name="connsiteY107" fmla="*/ 3335250 h 3482342"/>
              <a:gd name="connsiteX108" fmla="*/ 493457 w 12192000"/>
              <a:gd name="connsiteY108" fmla="*/ 3365044 h 3482342"/>
              <a:gd name="connsiteX109" fmla="*/ 349402 w 12192000"/>
              <a:gd name="connsiteY109" fmla="*/ 3380897 h 3482342"/>
              <a:gd name="connsiteX110" fmla="*/ 192183 w 12192000"/>
              <a:gd name="connsiteY110" fmla="*/ 3460075 h 3482342"/>
              <a:gd name="connsiteX111" fmla="*/ 46713 w 12192000"/>
              <a:gd name="connsiteY111" fmla="*/ 3462986 h 3482342"/>
              <a:gd name="connsiteX112" fmla="*/ 2765 w 12192000"/>
              <a:gd name="connsiteY112" fmla="*/ 3480770 h 3482342"/>
              <a:gd name="connsiteX113" fmla="*/ 0 w 12192000"/>
              <a:gd name="connsiteY113" fmla="*/ 3482342 h 3482342"/>
              <a:gd name="connsiteX114" fmla="*/ 0 w 12192000"/>
              <a:gd name="connsiteY11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573203 w 12192000"/>
              <a:gd name="connsiteY26" fmla="*/ 1351996 h 3482342"/>
              <a:gd name="connsiteX27" fmla="*/ 10513263 w 12192000"/>
              <a:gd name="connsiteY27" fmla="*/ 1350756 h 3482342"/>
              <a:gd name="connsiteX28" fmla="*/ 10464012 w 12192000"/>
              <a:gd name="connsiteY28" fmla="*/ 1391778 h 3482342"/>
              <a:gd name="connsiteX29" fmla="*/ 10405409 w 12192000"/>
              <a:gd name="connsiteY29" fmla="*/ 1422789 h 3482342"/>
              <a:gd name="connsiteX30" fmla="*/ 10370530 w 12192000"/>
              <a:gd name="connsiteY30" fmla="*/ 1441596 h 3482342"/>
              <a:gd name="connsiteX31" fmla="*/ 10264922 w 12192000"/>
              <a:gd name="connsiteY31" fmla="*/ 1472107 h 3482342"/>
              <a:gd name="connsiteX32" fmla="*/ 10058690 w 12192000"/>
              <a:gd name="connsiteY32" fmla="*/ 1474888 h 3482342"/>
              <a:gd name="connsiteX33" fmla="*/ 10004424 w 12192000"/>
              <a:gd name="connsiteY33" fmla="*/ 1489801 h 3482342"/>
              <a:gd name="connsiteX34" fmla="*/ 9999951 w 12192000"/>
              <a:gd name="connsiteY34" fmla="*/ 1499127 h 3482342"/>
              <a:gd name="connsiteX35" fmla="*/ 9845462 w 12192000"/>
              <a:gd name="connsiteY35" fmla="*/ 1548192 h 3482342"/>
              <a:gd name="connsiteX36" fmla="*/ 9736156 w 12192000"/>
              <a:gd name="connsiteY36" fmla="*/ 1581928 h 3482342"/>
              <a:gd name="connsiteX37" fmla="*/ 9693355 w 12192000"/>
              <a:gd name="connsiteY37" fmla="*/ 1602632 h 3482342"/>
              <a:gd name="connsiteX38" fmla="*/ 9664242 w 12192000"/>
              <a:gd name="connsiteY38" fmla="*/ 1622075 h 3482342"/>
              <a:gd name="connsiteX39" fmla="*/ 9579195 w 12192000"/>
              <a:gd name="connsiteY39" fmla="*/ 1648017 h 3482342"/>
              <a:gd name="connsiteX40" fmla="*/ 9433652 w 12192000"/>
              <a:gd name="connsiteY40" fmla="*/ 1681174 h 3482342"/>
              <a:gd name="connsiteX41" fmla="*/ 9403775 w 12192000"/>
              <a:gd name="connsiteY41" fmla="*/ 1690403 h 3482342"/>
              <a:gd name="connsiteX42" fmla="*/ 9382503 w 12192000"/>
              <a:gd name="connsiteY42" fmla="*/ 1706957 h 3482342"/>
              <a:gd name="connsiteX43" fmla="*/ 9381410 w 12192000"/>
              <a:gd name="connsiteY43" fmla="*/ 1718312 h 3482342"/>
              <a:gd name="connsiteX44" fmla="*/ 9365685 w 12192000"/>
              <a:gd name="connsiteY44" fmla="*/ 1724772 h 3482342"/>
              <a:gd name="connsiteX45" fmla="*/ 9278020 w 12192000"/>
              <a:gd name="connsiteY45" fmla="*/ 1741161 h 3482342"/>
              <a:gd name="connsiteX46" fmla="*/ 9217145 w 12192000"/>
              <a:gd name="connsiteY46" fmla="*/ 1771195 h 3482342"/>
              <a:gd name="connsiteX47" fmla="*/ 8955875 w 12192000"/>
              <a:gd name="connsiteY47" fmla="*/ 1796806 h 3482342"/>
              <a:gd name="connsiteX48" fmla="*/ 8648415 w 12192000"/>
              <a:gd name="connsiteY48" fmla="*/ 1878623 h 3482342"/>
              <a:gd name="connsiteX49" fmla="*/ 8495949 w 12192000"/>
              <a:gd name="connsiteY49" fmla="*/ 1902425 h 3482342"/>
              <a:gd name="connsiteX50" fmla="*/ 8236214 w 12192000"/>
              <a:gd name="connsiteY50" fmla="*/ 1909725 h 3482342"/>
              <a:gd name="connsiteX51" fmla="*/ 8132104 w 12192000"/>
              <a:gd name="connsiteY51" fmla="*/ 1895727 h 3482342"/>
              <a:gd name="connsiteX52" fmla="*/ 7918078 w 12192000"/>
              <a:gd name="connsiteY52" fmla="*/ 1862668 h 3482342"/>
              <a:gd name="connsiteX53" fmla="*/ 7817899 w 12192000"/>
              <a:gd name="connsiteY53" fmla="*/ 1862176 h 3482342"/>
              <a:gd name="connsiteX54" fmla="*/ 7768994 w 12192000"/>
              <a:gd name="connsiteY54" fmla="*/ 1855721 h 3482342"/>
              <a:gd name="connsiteX55" fmla="*/ 7618027 w 12192000"/>
              <a:gd name="connsiteY55" fmla="*/ 1830959 h 3482342"/>
              <a:gd name="connsiteX56" fmla="*/ 7449425 w 12192000"/>
              <a:gd name="connsiteY56" fmla="*/ 1810910 h 3482342"/>
              <a:gd name="connsiteX57" fmla="*/ 7342915 w 12192000"/>
              <a:gd name="connsiteY57" fmla="*/ 1819827 h 3482342"/>
              <a:gd name="connsiteX58" fmla="*/ 7255191 w 12192000"/>
              <a:gd name="connsiteY58" fmla="*/ 1834354 h 3482342"/>
              <a:gd name="connsiteX59" fmla="*/ 7131205 w 12192000"/>
              <a:gd name="connsiteY59" fmla="*/ 1845557 h 3482342"/>
              <a:gd name="connsiteX60" fmla="*/ 6941837 w 12192000"/>
              <a:gd name="connsiteY60" fmla="*/ 1840640 h 3482342"/>
              <a:gd name="connsiteX61" fmla="*/ 6837145 w 12192000"/>
              <a:gd name="connsiteY61" fmla="*/ 1870724 h 3482342"/>
              <a:gd name="connsiteX62" fmla="*/ 6753991 w 12192000"/>
              <a:gd name="connsiteY62" fmla="*/ 1860969 h 3482342"/>
              <a:gd name="connsiteX63" fmla="*/ 6727754 w 12192000"/>
              <a:gd name="connsiteY63" fmla="*/ 1882372 h 3482342"/>
              <a:gd name="connsiteX64" fmla="*/ 6723371 w 12192000"/>
              <a:gd name="connsiteY64" fmla="*/ 1886494 h 3482342"/>
              <a:gd name="connsiteX65" fmla="*/ 6702779 w 12192000"/>
              <a:gd name="connsiteY65" fmla="*/ 1893601 h 3482342"/>
              <a:gd name="connsiteX66" fmla="*/ 6686657 w 12192000"/>
              <a:gd name="connsiteY66" fmla="*/ 1907344 h 3482342"/>
              <a:gd name="connsiteX67" fmla="*/ 6651330 w 12192000"/>
              <a:gd name="connsiteY67" fmla="*/ 1922921 h 3482342"/>
              <a:gd name="connsiteX68" fmla="*/ 6622958 w 12192000"/>
              <a:gd name="connsiteY68" fmla="*/ 1936255 h 3482342"/>
              <a:gd name="connsiteX69" fmla="*/ 6522602 w 12192000"/>
              <a:gd name="connsiteY69" fmla="*/ 1954133 h 3482342"/>
              <a:gd name="connsiteX70" fmla="*/ 6444344 w 12192000"/>
              <a:gd name="connsiteY70" fmla="*/ 1969663 h 3482342"/>
              <a:gd name="connsiteX71" fmla="*/ 6409626 w 12192000"/>
              <a:gd name="connsiteY71" fmla="*/ 1978846 h 3482342"/>
              <a:gd name="connsiteX72" fmla="*/ 6333446 w 12192000"/>
              <a:gd name="connsiteY72" fmla="*/ 1997163 h 3482342"/>
              <a:gd name="connsiteX73" fmla="*/ 6294933 w 12192000"/>
              <a:gd name="connsiteY73" fmla="*/ 2019412 h 3482342"/>
              <a:gd name="connsiteX74" fmla="*/ 6238719 w 12192000"/>
              <a:gd name="connsiteY74" fmla="*/ 2042547 h 3482342"/>
              <a:gd name="connsiteX75" fmla="*/ 6187205 w 12192000"/>
              <a:gd name="connsiteY75" fmla="*/ 2060048 h 3482342"/>
              <a:gd name="connsiteX76" fmla="*/ 6138780 w 12192000"/>
              <a:gd name="connsiteY76" fmla="*/ 2081918 h 3482342"/>
              <a:gd name="connsiteX77" fmla="*/ 6120125 w 12192000"/>
              <a:gd name="connsiteY77" fmla="*/ 2109475 h 3482342"/>
              <a:gd name="connsiteX78" fmla="*/ 6056576 w 12192000"/>
              <a:gd name="connsiteY78" fmla="*/ 2120066 h 3482342"/>
              <a:gd name="connsiteX79" fmla="*/ 5993794 w 12192000"/>
              <a:gd name="connsiteY79" fmla="*/ 2122569 h 3482342"/>
              <a:gd name="connsiteX80" fmla="*/ 5943601 w 12192000"/>
              <a:gd name="connsiteY80" fmla="*/ 2137719 h 3482342"/>
              <a:gd name="connsiteX81" fmla="*/ 5898141 w 12192000"/>
              <a:gd name="connsiteY81" fmla="*/ 2144806 h 3482342"/>
              <a:gd name="connsiteX82" fmla="*/ 5855337 w 12192000"/>
              <a:gd name="connsiteY82" fmla="*/ 2137719 h 3482342"/>
              <a:gd name="connsiteX83" fmla="*/ 5817682 w 12192000"/>
              <a:gd name="connsiteY83" fmla="*/ 2157358 h 3482342"/>
              <a:gd name="connsiteX84" fmla="*/ 5735300 w 12192000"/>
              <a:gd name="connsiteY84" fmla="*/ 2158902 h 3482342"/>
              <a:gd name="connsiteX85" fmla="*/ 5591469 w 12192000"/>
              <a:gd name="connsiteY85" fmla="*/ 2178389 h 3482342"/>
              <a:gd name="connsiteX86" fmla="*/ 5505818 w 12192000"/>
              <a:gd name="connsiteY86" fmla="*/ 2194207 h 3482342"/>
              <a:gd name="connsiteX87" fmla="*/ 5452860 w 12192000"/>
              <a:gd name="connsiteY87" fmla="*/ 2180085 h 3482342"/>
              <a:gd name="connsiteX88" fmla="*/ 5414282 w 12192000"/>
              <a:gd name="connsiteY88" fmla="*/ 2183070 h 3482342"/>
              <a:gd name="connsiteX89" fmla="*/ 5368369 w 12192000"/>
              <a:gd name="connsiteY89" fmla="*/ 2204272 h 3482342"/>
              <a:gd name="connsiteX90" fmla="*/ 5336354 w 12192000"/>
              <a:gd name="connsiteY90" fmla="*/ 2218920 h 3482342"/>
              <a:gd name="connsiteX91" fmla="*/ 5291263 w 12192000"/>
              <a:gd name="connsiteY91" fmla="*/ 2239182 h 3482342"/>
              <a:gd name="connsiteX92" fmla="*/ 5255152 w 12192000"/>
              <a:gd name="connsiteY92" fmla="*/ 2247164 h 3482342"/>
              <a:gd name="connsiteX93" fmla="*/ 5233796 w 12192000"/>
              <a:gd name="connsiteY93" fmla="*/ 2268260 h 3482342"/>
              <a:gd name="connsiteX94" fmla="*/ 5212786 w 12192000"/>
              <a:gd name="connsiteY94" fmla="*/ 2296592 h 3482342"/>
              <a:gd name="connsiteX95" fmla="*/ 5173523 w 12192000"/>
              <a:gd name="connsiteY95" fmla="*/ 2309057 h 3482342"/>
              <a:gd name="connsiteX96" fmla="*/ 5123830 w 12192000"/>
              <a:gd name="connsiteY96" fmla="*/ 2307070 h 3482342"/>
              <a:gd name="connsiteX97" fmla="*/ 5065426 w 12192000"/>
              <a:gd name="connsiteY97" fmla="*/ 2324076 h 3482342"/>
              <a:gd name="connsiteX98" fmla="*/ 4975908 w 12192000"/>
              <a:gd name="connsiteY98" fmla="*/ 2364128 h 3482342"/>
              <a:gd name="connsiteX99" fmla="*/ 4913723 w 12192000"/>
              <a:gd name="connsiteY99" fmla="*/ 2385265 h 3482342"/>
              <a:gd name="connsiteX100" fmla="*/ 4746485 w 12192000"/>
              <a:gd name="connsiteY100" fmla="*/ 2451769 h 3482342"/>
              <a:gd name="connsiteX101" fmla="*/ 4681588 w 12192000"/>
              <a:gd name="connsiteY101" fmla="*/ 2467494 h 3482342"/>
              <a:gd name="connsiteX102" fmla="*/ 1783655 w 12192000"/>
              <a:gd name="connsiteY102" fmla="*/ 3163860 h 3482342"/>
              <a:gd name="connsiteX103" fmla="*/ 1325955 w 12192000"/>
              <a:gd name="connsiteY103" fmla="*/ 3176692 h 3482342"/>
              <a:gd name="connsiteX104" fmla="*/ 1190384 w 12192000"/>
              <a:gd name="connsiteY104" fmla="*/ 3203504 h 3482342"/>
              <a:gd name="connsiteX105" fmla="*/ 1094537 w 12192000"/>
              <a:gd name="connsiteY105" fmla="*/ 3229469 h 3482342"/>
              <a:gd name="connsiteX106" fmla="*/ 779276 w 12192000"/>
              <a:gd name="connsiteY106" fmla="*/ 3327290 h 3482342"/>
              <a:gd name="connsiteX107" fmla="*/ 600378 w 12192000"/>
              <a:gd name="connsiteY107" fmla="*/ 3335250 h 3482342"/>
              <a:gd name="connsiteX108" fmla="*/ 493457 w 12192000"/>
              <a:gd name="connsiteY108" fmla="*/ 3365044 h 3482342"/>
              <a:gd name="connsiteX109" fmla="*/ 349402 w 12192000"/>
              <a:gd name="connsiteY109" fmla="*/ 3380897 h 3482342"/>
              <a:gd name="connsiteX110" fmla="*/ 192183 w 12192000"/>
              <a:gd name="connsiteY110" fmla="*/ 3460075 h 3482342"/>
              <a:gd name="connsiteX111" fmla="*/ 46713 w 12192000"/>
              <a:gd name="connsiteY111" fmla="*/ 3462986 h 3482342"/>
              <a:gd name="connsiteX112" fmla="*/ 2765 w 12192000"/>
              <a:gd name="connsiteY112" fmla="*/ 3480770 h 3482342"/>
              <a:gd name="connsiteX113" fmla="*/ 0 w 12192000"/>
              <a:gd name="connsiteY113" fmla="*/ 3482342 h 3482342"/>
              <a:gd name="connsiteX114" fmla="*/ 0 w 12192000"/>
              <a:gd name="connsiteY11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264922 w 12192000"/>
              <a:gd name="connsiteY32" fmla="*/ 1472107 h 3482342"/>
              <a:gd name="connsiteX33" fmla="*/ 10058690 w 12192000"/>
              <a:gd name="connsiteY33" fmla="*/ 1474888 h 3482342"/>
              <a:gd name="connsiteX34" fmla="*/ 10004424 w 12192000"/>
              <a:gd name="connsiteY34" fmla="*/ 1489801 h 3482342"/>
              <a:gd name="connsiteX35" fmla="*/ 9999951 w 12192000"/>
              <a:gd name="connsiteY35" fmla="*/ 1499127 h 3482342"/>
              <a:gd name="connsiteX36" fmla="*/ 9845462 w 12192000"/>
              <a:gd name="connsiteY36" fmla="*/ 1548192 h 3482342"/>
              <a:gd name="connsiteX37" fmla="*/ 9736156 w 12192000"/>
              <a:gd name="connsiteY37" fmla="*/ 1581928 h 3482342"/>
              <a:gd name="connsiteX38" fmla="*/ 9693355 w 12192000"/>
              <a:gd name="connsiteY38" fmla="*/ 1602632 h 3482342"/>
              <a:gd name="connsiteX39" fmla="*/ 9664242 w 12192000"/>
              <a:gd name="connsiteY39" fmla="*/ 1622075 h 3482342"/>
              <a:gd name="connsiteX40" fmla="*/ 9579195 w 12192000"/>
              <a:gd name="connsiteY40" fmla="*/ 1648017 h 3482342"/>
              <a:gd name="connsiteX41" fmla="*/ 9433652 w 12192000"/>
              <a:gd name="connsiteY41" fmla="*/ 1681174 h 3482342"/>
              <a:gd name="connsiteX42" fmla="*/ 9403775 w 12192000"/>
              <a:gd name="connsiteY42" fmla="*/ 1690403 h 3482342"/>
              <a:gd name="connsiteX43" fmla="*/ 9382503 w 12192000"/>
              <a:gd name="connsiteY43" fmla="*/ 1706957 h 3482342"/>
              <a:gd name="connsiteX44" fmla="*/ 9381410 w 12192000"/>
              <a:gd name="connsiteY44" fmla="*/ 1718312 h 3482342"/>
              <a:gd name="connsiteX45" fmla="*/ 9365685 w 12192000"/>
              <a:gd name="connsiteY45" fmla="*/ 1724772 h 3482342"/>
              <a:gd name="connsiteX46" fmla="*/ 9278020 w 12192000"/>
              <a:gd name="connsiteY46" fmla="*/ 1741161 h 3482342"/>
              <a:gd name="connsiteX47" fmla="*/ 9217145 w 12192000"/>
              <a:gd name="connsiteY47" fmla="*/ 1771195 h 3482342"/>
              <a:gd name="connsiteX48" fmla="*/ 8955875 w 12192000"/>
              <a:gd name="connsiteY48" fmla="*/ 1796806 h 3482342"/>
              <a:gd name="connsiteX49" fmla="*/ 8648415 w 12192000"/>
              <a:gd name="connsiteY49" fmla="*/ 1878623 h 3482342"/>
              <a:gd name="connsiteX50" fmla="*/ 8495949 w 12192000"/>
              <a:gd name="connsiteY50" fmla="*/ 1902425 h 3482342"/>
              <a:gd name="connsiteX51" fmla="*/ 8236214 w 12192000"/>
              <a:gd name="connsiteY51" fmla="*/ 1909725 h 3482342"/>
              <a:gd name="connsiteX52" fmla="*/ 8132104 w 12192000"/>
              <a:gd name="connsiteY52" fmla="*/ 1895727 h 3482342"/>
              <a:gd name="connsiteX53" fmla="*/ 7918078 w 12192000"/>
              <a:gd name="connsiteY53" fmla="*/ 1862668 h 3482342"/>
              <a:gd name="connsiteX54" fmla="*/ 7817899 w 12192000"/>
              <a:gd name="connsiteY54" fmla="*/ 1862176 h 3482342"/>
              <a:gd name="connsiteX55" fmla="*/ 7768994 w 12192000"/>
              <a:gd name="connsiteY55" fmla="*/ 1855721 h 3482342"/>
              <a:gd name="connsiteX56" fmla="*/ 7618027 w 12192000"/>
              <a:gd name="connsiteY56" fmla="*/ 1830959 h 3482342"/>
              <a:gd name="connsiteX57" fmla="*/ 7449425 w 12192000"/>
              <a:gd name="connsiteY57" fmla="*/ 1810910 h 3482342"/>
              <a:gd name="connsiteX58" fmla="*/ 7342915 w 12192000"/>
              <a:gd name="connsiteY58" fmla="*/ 1819827 h 3482342"/>
              <a:gd name="connsiteX59" fmla="*/ 7255191 w 12192000"/>
              <a:gd name="connsiteY59" fmla="*/ 1834354 h 3482342"/>
              <a:gd name="connsiteX60" fmla="*/ 7131205 w 12192000"/>
              <a:gd name="connsiteY60" fmla="*/ 1845557 h 3482342"/>
              <a:gd name="connsiteX61" fmla="*/ 6941837 w 12192000"/>
              <a:gd name="connsiteY61" fmla="*/ 1840640 h 3482342"/>
              <a:gd name="connsiteX62" fmla="*/ 6837145 w 12192000"/>
              <a:gd name="connsiteY62" fmla="*/ 1870724 h 3482342"/>
              <a:gd name="connsiteX63" fmla="*/ 6753991 w 12192000"/>
              <a:gd name="connsiteY63" fmla="*/ 1860969 h 3482342"/>
              <a:gd name="connsiteX64" fmla="*/ 6727754 w 12192000"/>
              <a:gd name="connsiteY64" fmla="*/ 1882372 h 3482342"/>
              <a:gd name="connsiteX65" fmla="*/ 6723371 w 12192000"/>
              <a:gd name="connsiteY65" fmla="*/ 1886494 h 3482342"/>
              <a:gd name="connsiteX66" fmla="*/ 6702779 w 12192000"/>
              <a:gd name="connsiteY66" fmla="*/ 1893601 h 3482342"/>
              <a:gd name="connsiteX67" fmla="*/ 6686657 w 12192000"/>
              <a:gd name="connsiteY67" fmla="*/ 1907344 h 3482342"/>
              <a:gd name="connsiteX68" fmla="*/ 6651330 w 12192000"/>
              <a:gd name="connsiteY68" fmla="*/ 1922921 h 3482342"/>
              <a:gd name="connsiteX69" fmla="*/ 6622958 w 12192000"/>
              <a:gd name="connsiteY69" fmla="*/ 1936255 h 3482342"/>
              <a:gd name="connsiteX70" fmla="*/ 6522602 w 12192000"/>
              <a:gd name="connsiteY70" fmla="*/ 1954133 h 3482342"/>
              <a:gd name="connsiteX71" fmla="*/ 6444344 w 12192000"/>
              <a:gd name="connsiteY71" fmla="*/ 1969663 h 3482342"/>
              <a:gd name="connsiteX72" fmla="*/ 6409626 w 12192000"/>
              <a:gd name="connsiteY72" fmla="*/ 1978846 h 3482342"/>
              <a:gd name="connsiteX73" fmla="*/ 6333446 w 12192000"/>
              <a:gd name="connsiteY73" fmla="*/ 1997163 h 3482342"/>
              <a:gd name="connsiteX74" fmla="*/ 6294933 w 12192000"/>
              <a:gd name="connsiteY74" fmla="*/ 2019412 h 3482342"/>
              <a:gd name="connsiteX75" fmla="*/ 6238719 w 12192000"/>
              <a:gd name="connsiteY75" fmla="*/ 2042547 h 3482342"/>
              <a:gd name="connsiteX76" fmla="*/ 6187205 w 12192000"/>
              <a:gd name="connsiteY76" fmla="*/ 2060048 h 3482342"/>
              <a:gd name="connsiteX77" fmla="*/ 6138780 w 12192000"/>
              <a:gd name="connsiteY77" fmla="*/ 2081918 h 3482342"/>
              <a:gd name="connsiteX78" fmla="*/ 6120125 w 12192000"/>
              <a:gd name="connsiteY78" fmla="*/ 2109475 h 3482342"/>
              <a:gd name="connsiteX79" fmla="*/ 6056576 w 12192000"/>
              <a:gd name="connsiteY79" fmla="*/ 2120066 h 3482342"/>
              <a:gd name="connsiteX80" fmla="*/ 5993794 w 12192000"/>
              <a:gd name="connsiteY80" fmla="*/ 2122569 h 3482342"/>
              <a:gd name="connsiteX81" fmla="*/ 5943601 w 12192000"/>
              <a:gd name="connsiteY81" fmla="*/ 2137719 h 3482342"/>
              <a:gd name="connsiteX82" fmla="*/ 5898141 w 12192000"/>
              <a:gd name="connsiteY82" fmla="*/ 2144806 h 3482342"/>
              <a:gd name="connsiteX83" fmla="*/ 5855337 w 12192000"/>
              <a:gd name="connsiteY83" fmla="*/ 2137719 h 3482342"/>
              <a:gd name="connsiteX84" fmla="*/ 5817682 w 12192000"/>
              <a:gd name="connsiteY84" fmla="*/ 2157358 h 3482342"/>
              <a:gd name="connsiteX85" fmla="*/ 5735300 w 12192000"/>
              <a:gd name="connsiteY85" fmla="*/ 2158902 h 3482342"/>
              <a:gd name="connsiteX86" fmla="*/ 5591469 w 12192000"/>
              <a:gd name="connsiteY86" fmla="*/ 2178389 h 3482342"/>
              <a:gd name="connsiteX87" fmla="*/ 5505818 w 12192000"/>
              <a:gd name="connsiteY87" fmla="*/ 2194207 h 3482342"/>
              <a:gd name="connsiteX88" fmla="*/ 5452860 w 12192000"/>
              <a:gd name="connsiteY88" fmla="*/ 2180085 h 3482342"/>
              <a:gd name="connsiteX89" fmla="*/ 5414282 w 12192000"/>
              <a:gd name="connsiteY89" fmla="*/ 2183070 h 3482342"/>
              <a:gd name="connsiteX90" fmla="*/ 5368369 w 12192000"/>
              <a:gd name="connsiteY90" fmla="*/ 2204272 h 3482342"/>
              <a:gd name="connsiteX91" fmla="*/ 5336354 w 12192000"/>
              <a:gd name="connsiteY91" fmla="*/ 2218920 h 3482342"/>
              <a:gd name="connsiteX92" fmla="*/ 5291263 w 12192000"/>
              <a:gd name="connsiteY92" fmla="*/ 2239182 h 3482342"/>
              <a:gd name="connsiteX93" fmla="*/ 5255152 w 12192000"/>
              <a:gd name="connsiteY93" fmla="*/ 2247164 h 3482342"/>
              <a:gd name="connsiteX94" fmla="*/ 5233796 w 12192000"/>
              <a:gd name="connsiteY94" fmla="*/ 2268260 h 3482342"/>
              <a:gd name="connsiteX95" fmla="*/ 5212786 w 12192000"/>
              <a:gd name="connsiteY95" fmla="*/ 2296592 h 3482342"/>
              <a:gd name="connsiteX96" fmla="*/ 5173523 w 12192000"/>
              <a:gd name="connsiteY96" fmla="*/ 2309057 h 3482342"/>
              <a:gd name="connsiteX97" fmla="*/ 5123830 w 12192000"/>
              <a:gd name="connsiteY97" fmla="*/ 2307070 h 3482342"/>
              <a:gd name="connsiteX98" fmla="*/ 5065426 w 12192000"/>
              <a:gd name="connsiteY98" fmla="*/ 2324076 h 3482342"/>
              <a:gd name="connsiteX99" fmla="*/ 4975908 w 12192000"/>
              <a:gd name="connsiteY99" fmla="*/ 2364128 h 3482342"/>
              <a:gd name="connsiteX100" fmla="*/ 4913723 w 12192000"/>
              <a:gd name="connsiteY100" fmla="*/ 2385265 h 3482342"/>
              <a:gd name="connsiteX101" fmla="*/ 4746485 w 12192000"/>
              <a:gd name="connsiteY101" fmla="*/ 2451769 h 3482342"/>
              <a:gd name="connsiteX102" fmla="*/ 4681588 w 12192000"/>
              <a:gd name="connsiteY102" fmla="*/ 2467494 h 3482342"/>
              <a:gd name="connsiteX103" fmla="*/ 1783655 w 12192000"/>
              <a:gd name="connsiteY103" fmla="*/ 3163860 h 3482342"/>
              <a:gd name="connsiteX104" fmla="*/ 1325955 w 12192000"/>
              <a:gd name="connsiteY104" fmla="*/ 3176692 h 3482342"/>
              <a:gd name="connsiteX105" fmla="*/ 1190384 w 12192000"/>
              <a:gd name="connsiteY105" fmla="*/ 3203504 h 3482342"/>
              <a:gd name="connsiteX106" fmla="*/ 1094537 w 12192000"/>
              <a:gd name="connsiteY106" fmla="*/ 3229469 h 3482342"/>
              <a:gd name="connsiteX107" fmla="*/ 779276 w 12192000"/>
              <a:gd name="connsiteY107" fmla="*/ 3327290 h 3482342"/>
              <a:gd name="connsiteX108" fmla="*/ 600378 w 12192000"/>
              <a:gd name="connsiteY108" fmla="*/ 3335250 h 3482342"/>
              <a:gd name="connsiteX109" fmla="*/ 493457 w 12192000"/>
              <a:gd name="connsiteY109" fmla="*/ 3365044 h 3482342"/>
              <a:gd name="connsiteX110" fmla="*/ 349402 w 12192000"/>
              <a:gd name="connsiteY110" fmla="*/ 3380897 h 3482342"/>
              <a:gd name="connsiteX111" fmla="*/ 192183 w 12192000"/>
              <a:gd name="connsiteY111" fmla="*/ 3460075 h 3482342"/>
              <a:gd name="connsiteX112" fmla="*/ 46713 w 12192000"/>
              <a:gd name="connsiteY112" fmla="*/ 3462986 h 3482342"/>
              <a:gd name="connsiteX113" fmla="*/ 2765 w 12192000"/>
              <a:gd name="connsiteY113" fmla="*/ 3480770 h 3482342"/>
              <a:gd name="connsiteX114" fmla="*/ 0 w 12192000"/>
              <a:gd name="connsiteY114" fmla="*/ 3482342 h 3482342"/>
              <a:gd name="connsiteX115" fmla="*/ 0 w 12192000"/>
              <a:gd name="connsiteY11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314361 w 12192000"/>
              <a:gd name="connsiteY32" fmla="*/ 1466924 h 3482342"/>
              <a:gd name="connsiteX33" fmla="*/ 10264922 w 12192000"/>
              <a:gd name="connsiteY33" fmla="*/ 1472107 h 3482342"/>
              <a:gd name="connsiteX34" fmla="*/ 10058690 w 12192000"/>
              <a:gd name="connsiteY34" fmla="*/ 1474888 h 3482342"/>
              <a:gd name="connsiteX35" fmla="*/ 10004424 w 12192000"/>
              <a:gd name="connsiteY35" fmla="*/ 1489801 h 3482342"/>
              <a:gd name="connsiteX36" fmla="*/ 9999951 w 12192000"/>
              <a:gd name="connsiteY36" fmla="*/ 1499127 h 3482342"/>
              <a:gd name="connsiteX37" fmla="*/ 9845462 w 12192000"/>
              <a:gd name="connsiteY37" fmla="*/ 1548192 h 3482342"/>
              <a:gd name="connsiteX38" fmla="*/ 9736156 w 12192000"/>
              <a:gd name="connsiteY38" fmla="*/ 1581928 h 3482342"/>
              <a:gd name="connsiteX39" fmla="*/ 9693355 w 12192000"/>
              <a:gd name="connsiteY39" fmla="*/ 1602632 h 3482342"/>
              <a:gd name="connsiteX40" fmla="*/ 9664242 w 12192000"/>
              <a:gd name="connsiteY40" fmla="*/ 1622075 h 3482342"/>
              <a:gd name="connsiteX41" fmla="*/ 9579195 w 12192000"/>
              <a:gd name="connsiteY41" fmla="*/ 1648017 h 3482342"/>
              <a:gd name="connsiteX42" fmla="*/ 9433652 w 12192000"/>
              <a:gd name="connsiteY42" fmla="*/ 1681174 h 3482342"/>
              <a:gd name="connsiteX43" fmla="*/ 9403775 w 12192000"/>
              <a:gd name="connsiteY43" fmla="*/ 1690403 h 3482342"/>
              <a:gd name="connsiteX44" fmla="*/ 9382503 w 12192000"/>
              <a:gd name="connsiteY44" fmla="*/ 1706957 h 3482342"/>
              <a:gd name="connsiteX45" fmla="*/ 9381410 w 12192000"/>
              <a:gd name="connsiteY45" fmla="*/ 1718312 h 3482342"/>
              <a:gd name="connsiteX46" fmla="*/ 9365685 w 12192000"/>
              <a:gd name="connsiteY46" fmla="*/ 1724772 h 3482342"/>
              <a:gd name="connsiteX47" fmla="*/ 9278020 w 12192000"/>
              <a:gd name="connsiteY47" fmla="*/ 1741161 h 3482342"/>
              <a:gd name="connsiteX48" fmla="*/ 9217145 w 12192000"/>
              <a:gd name="connsiteY48" fmla="*/ 1771195 h 3482342"/>
              <a:gd name="connsiteX49" fmla="*/ 8955875 w 12192000"/>
              <a:gd name="connsiteY49" fmla="*/ 1796806 h 3482342"/>
              <a:gd name="connsiteX50" fmla="*/ 8648415 w 12192000"/>
              <a:gd name="connsiteY50" fmla="*/ 1878623 h 3482342"/>
              <a:gd name="connsiteX51" fmla="*/ 8495949 w 12192000"/>
              <a:gd name="connsiteY51" fmla="*/ 1902425 h 3482342"/>
              <a:gd name="connsiteX52" fmla="*/ 8236214 w 12192000"/>
              <a:gd name="connsiteY52" fmla="*/ 1909725 h 3482342"/>
              <a:gd name="connsiteX53" fmla="*/ 8132104 w 12192000"/>
              <a:gd name="connsiteY53" fmla="*/ 1895727 h 3482342"/>
              <a:gd name="connsiteX54" fmla="*/ 7918078 w 12192000"/>
              <a:gd name="connsiteY54" fmla="*/ 1862668 h 3482342"/>
              <a:gd name="connsiteX55" fmla="*/ 7817899 w 12192000"/>
              <a:gd name="connsiteY55" fmla="*/ 1862176 h 3482342"/>
              <a:gd name="connsiteX56" fmla="*/ 7768994 w 12192000"/>
              <a:gd name="connsiteY56" fmla="*/ 1855721 h 3482342"/>
              <a:gd name="connsiteX57" fmla="*/ 7618027 w 12192000"/>
              <a:gd name="connsiteY57" fmla="*/ 1830959 h 3482342"/>
              <a:gd name="connsiteX58" fmla="*/ 7449425 w 12192000"/>
              <a:gd name="connsiteY58" fmla="*/ 1810910 h 3482342"/>
              <a:gd name="connsiteX59" fmla="*/ 7342915 w 12192000"/>
              <a:gd name="connsiteY59" fmla="*/ 1819827 h 3482342"/>
              <a:gd name="connsiteX60" fmla="*/ 7255191 w 12192000"/>
              <a:gd name="connsiteY60" fmla="*/ 1834354 h 3482342"/>
              <a:gd name="connsiteX61" fmla="*/ 7131205 w 12192000"/>
              <a:gd name="connsiteY61" fmla="*/ 1845557 h 3482342"/>
              <a:gd name="connsiteX62" fmla="*/ 6941837 w 12192000"/>
              <a:gd name="connsiteY62" fmla="*/ 1840640 h 3482342"/>
              <a:gd name="connsiteX63" fmla="*/ 6837145 w 12192000"/>
              <a:gd name="connsiteY63" fmla="*/ 1870724 h 3482342"/>
              <a:gd name="connsiteX64" fmla="*/ 6753991 w 12192000"/>
              <a:gd name="connsiteY64" fmla="*/ 1860969 h 3482342"/>
              <a:gd name="connsiteX65" fmla="*/ 6727754 w 12192000"/>
              <a:gd name="connsiteY65" fmla="*/ 1882372 h 3482342"/>
              <a:gd name="connsiteX66" fmla="*/ 6723371 w 12192000"/>
              <a:gd name="connsiteY66" fmla="*/ 1886494 h 3482342"/>
              <a:gd name="connsiteX67" fmla="*/ 6702779 w 12192000"/>
              <a:gd name="connsiteY67" fmla="*/ 1893601 h 3482342"/>
              <a:gd name="connsiteX68" fmla="*/ 6686657 w 12192000"/>
              <a:gd name="connsiteY68" fmla="*/ 1907344 h 3482342"/>
              <a:gd name="connsiteX69" fmla="*/ 6651330 w 12192000"/>
              <a:gd name="connsiteY69" fmla="*/ 1922921 h 3482342"/>
              <a:gd name="connsiteX70" fmla="*/ 6622958 w 12192000"/>
              <a:gd name="connsiteY70" fmla="*/ 1936255 h 3482342"/>
              <a:gd name="connsiteX71" fmla="*/ 6522602 w 12192000"/>
              <a:gd name="connsiteY71" fmla="*/ 1954133 h 3482342"/>
              <a:gd name="connsiteX72" fmla="*/ 6444344 w 12192000"/>
              <a:gd name="connsiteY72" fmla="*/ 1969663 h 3482342"/>
              <a:gd name="connsiteX73" fmla="*/ 6409626 w 12192000"/>
              <a:gd name="connsiteY73" fmla="*/ 1978846 h 3482342"/>
              <a:gd name="connsiteX74" fmla="*/ 6333446 w 12192000"/>
              <a:gd name="connsiteY74" fmla="*/ 1997163 h 3482342"/>
              <a:gd name="connsiteX75" fmla="*/ 6294933 w 12192000"/>
              <a:gd name="connsiteY75" fmla="*/ 2019412 h 3482342"/>
              <a:gd name="connsiteX76" fmla="*/ 6238719 w 12192000"/>
              <a:gd name="connsiteY76" fmla="*/ 2042547 h 3482342"/>
              <a:gd name="connsiteX77" fmla="*/ 6187205 w 12192000"/>
              <a:gd name="connsiteY77" fmla="*/ 2060048 h 3482342"/>
              <a:gd name="connsiteX78" fmla="*/ 6138780 w 12192000"/>
              <a:gd name="connsiteY78" fmla="*/ 2081918 h 3482342"/>
              <a:gd name="connsiteX79" fmla="*/ 6120125 w 12192000"/>
              <a:gd name="connsiteY79" fmla="*/ 2109475 h 3482342"/>
              <a:gd name="connsiteX80" fmla="*/ 6056576 w 12192000"/>
              <a:gd name="connsiteY80" fmla="*/ 2120066 h 3482342"/>
              <a:gd name="connsiteX81" fmla="*/ 5993794 w 12192000"/>
              <a:gd name="connsiteY81" fmla="*/ 2122569 h 3482342"/>
              <a:gd name="connsiteX82" fmla="*/ 5943601 w 12192000"/>
              <a:gd name="connsiteY82" fmla="*/ 2137719 h 3482342"/>
              <a:gd name="connsiteX83" fmla="*/ 5898141 w 12192000"/>
              <a:gd name="connsiteY83" fmla="*/ 2144806 h 3482342"/>
              <a:gd name="connsiteX84" fmla="*/ 5855337 w 12192000"/>
              <a:gd name="connsiteY84" fmla="*/ 2137719 h 3482342"/>
              <a:gd name="connsiteX85" fmla="*/ 5817682 w 12192000"/>
              <a:gd name="connsiteY85" fmla="*/ 2157358 h 3482342"/>
              <a:gd name="connsiteX86" fmla="*/ 5735300 w 12192000"/>
              <a:gd name="connsiteY86" fmla="*/ 2158902 h 3482342"/>
              <a:gd name="connsiteX87" fmla="*/ 5591469 w 12192000"/>
              <a:gd name="connsiteY87" fmla="*/ 2178389 h 3482342"/>
              <a:gd name="connsiteX88" fmla="*/ 5505818 w 12192000"/>
              <a:gd name="connsiteY88" fmla="*/ 2194207 h 3482342"/>
              <a:gd name="connsiteX89" fmla="*/ 5452860 w 12192000"/>
              <a:gd name="connsiteY89" fmla="*/ 2180085 h 3482342"/>
              <a:gd name="connsiteX90" fmla="*/ 5414282 w 12192000"/>
              <a:gd name="connsiteY90" fmla="*/ 2183070 h 3482342"/>
              <a:gd name="connsiteX91" fmla="*/ 5368369 w 12192000"/>
              <a:gd name="connsiteY91" fmla="*/ 2204272 h 3482342"/>
              <a:gd name="connsiteX92" fmla="*/ 5336354 w 12192000"/>
              <a:gd name="connsiteY92" fmla="*/ 2218920 h 3482342"/>
              <a:gd name="connsiteX93" fmla="*/ 5291263 w 12192000"/>
              <a:gd name="connsiteY93" fmla="*/ 2239182 h 3482342"/>
              <a:gd name="connsiteX94" fmla="*/ 5255152 w 12192000"/>
              <a:gd name="connsiteY94" fmla="*/ 2247164 h 3482342"/>
              <a:gd name="connsiteX95" fmla="*/ 5233796 w 12192000"/>
              <a:gd name="connsiteY95" fmla="*/ 2268260 h 3482342"/>
              <a:gd name="connsiteX96" fmla="*/ 5212786 w 12192000"/>
              <a:gd name="connsiteY96" fmla="*/ 2296592 h 3482342"/>
              <a:gd name="connsiteX97" fmla="*/ 5173523 w 12192000"/>
              <a:gd name="connsiteY97" fmla="*/ 2309057 h 3482342"/>
              <a:gd name="connsiteX98" fmla="*/ 5123830 w 12192000"/>
              <a:gd name="connsiteY98" fmla="*/ 2307070 h 3482342"/>
              <a:gd name="connsiteX99" fmla="*/ 5065426 w 12192000"/>
              <a:gd name="connsiteY99" fmla="*/ 2324076 h 3482342"/>
              <a:gd name="connsiteX100" fmla="*/ 4975908 w 12192000"/>
              <a:gd name="connsiteY100" fmla="*/ 2364128 h 3482342"/>
              <a:gd name="connsiteX101" fmla="*/ 4913723 w 12192000"/>
              <a:gd name="connsiteY101" fmla="*/ 2385265 h 3482342"/>
              <a:gd name="connsiteX102" fmla="*/ 4746485 w 12192000"/>
              <a:gd name="connsiteY102" fmla="*/ 2451769 h 3482342"/>
              <a:gd name="connsiteX103" fmla="*/ 4681588 w 12192000"/>
              <a:gd name="connsiteY103" fmla="*/ 2467494 h 3482342"/>
              <a:gd name="connsiteX104" fmla="*/ 1783655 w 12192000"/>
              <a:gd name="connsiteY104" fmla="*/ 3163860 h 3482342"/>
              <a:gd name="connsiteX105" fmla="*/ 1325955 w 12192000"/>
              <a:gd name="connsiteY105" fmla="*/ 3176692 h 3482342"/>
              <a:gd name="connsiteX106" fmla="*/ 1190384 w 12192000"/>
              <a:gd name="connsiteY106" fmla="*/ 3203504 h 3482342"/>
              <a:gd name="connsiteX107" fmla="*/ 1094537 w 12192000"/>
              <a:gd name="connsiteY107" fmla="*/ 3229469 h 3482342"/>
              <a:gd name="connsiteX108" fmla="*/ 779276 w 12192000"/>
              <a:gd name="connsiteY108" fmla="*/ 3327290 h 3482342"/>
              <a:gd name="connsiteX109" fmla="*/ 600378 w 12192000"/>
              <a:gd name="connsiteY109" fmla="*/ 3335250 h 3482342"/>
              <a:gd name="connsiteX110" fmla="*/ 493457 w 12192000"/>
              <a:gd name="connsiteY110" fmla="*/ 3365044 h 3482342"/>
              <a:gd name="connsiteX111" fmla="*/ 349402 w 12192000"/>
              <a:gd name="connsiteY111" fmla="*/ 3380897 h 3482342"/>
              <a:gd name="connsiteX112" fmla="*/ 192183 w 12192000"/>
              <a:gd name="connsiteY112" fmla="*/ 3460075 h 3482342"/>
              <a:gd name="connsiteX113" fmla="*/ 46713 w 12192000"/>
              <a:gd name="connsiteY113" fmla="*/ 3462986 h 3482342"/>
              <a:gd name="connsiteX114" fmla="*/ 2765 w 12192000"/>
              <a:gd name="connsiteY114" fmla="*/ 3480770 h 3482342"/>
              <a:gd name="connsiteX115" fmla="*/ 0 w 12192000"/>
              <a:gd name="connsiteY115" fmla="*/ 3482342 h 3482342"/>
              <a:gd name="connsiteX116" fmla="*/ 0 w 12192000"/>
              <a:gd name="connsiteY11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314361 w 12192000"/>
              <a:gd name="connsiteY32" fmla="*/ 1466924 h 3482342"/>
              <a:gd name="connsiteX33" fmla="*/ 10264922 w 12192000"/>
              <a:gd name="connsiteY33" fmla="*/ 1472107 h 3482342"/>
              <a:gd name="connsiteX34" fmla="*/ 10226099 w 12192000"/>
              <a:gd name="connsiteY34" fmla="*/ 1463393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495949 w 12192000"/>
              <a:gd name="connsiteY52" fmla="*/ 1902425 h 3482342"/>
              <a:gd name="connsiteX53" fmla="*/ 8236214 w 12192000"/>
              <a:gd name="connsiteY53" fmla="*/ 1909725 h 3482342"/>
              <a:gd name="connsiteX54" fmla="*/ 8132104 w 12192000"/>
              <a:gd name="connsiteY54" fmla="*/ 1895727 h 3482342"/>
              <a:gd name="connsiteX55" fmla="*/ 7918078 w 12192000"/>
              <a:gd name="connsiteY55" fmla="*/ 1862668 h 3482342"/>
              <a:gd name="connsiteX56" fmla="*/ 7817899 w 12192000"/>
              <a:gd name="connsiteY56" fmla="*/ 1862176 h 3482342"/>
              <a:gd name="connsiteX57" fmla="*/ 7768994 w 12192000"/>
              <a:gd name="connsiteY57" fmla="*/ 1855721 h 3482342"/>
              <a:gd name="connsiteX58" fmla="*/ 7618027 w 12192000"/>
              <a:gd name="connsiteY58" fmla="*/ 1830959 h 3482342"/>
              <a:gd name="connsiteX59" fmla="*/ 7449425 w 12192000"/>
              <a:gd name="connsiteY59" fmla="*/ 1810910 h 3482342"/>
              <a:gd name="connsiteX60" fmla="*/ 7342915 w 12192000"/>
              <a:gd name="connsiteY60" fmla="*/ 1819827 h 3482342"/>
              <a:gd name="connsiteX61" fmla="*/ 7255191 w 12192000"/>
              <a:gd name="connsiteY61" fmla="*/ 1834354 h 3482342"/>
              <a:gd name="connsiteX62" fmla="*/ 7131205 w 12192000"/>
              <a:gd name="connsiteY62" fmla="*/ 1845557 h 3482342"/>
              <a:gd name="connsiteX63" fmla="*/ 6941837 w 12192000"/>
              <a:gd name="connsiteY63" fmla="*/ 1840640 h 3482342"/>
              <a:gd name="connsiteX64" fmla="*/ 6837145 w 12192000"/>
              <a:gd name="connsiteY64" fmla="*/ 1870724 h 3482342"/>
              <a:gd name="connsiteX65" fmla="*/ 6753991 w 12192000"/>
              <a:gd name="connsiteY65" fmla="*/ 1860969 h 3482342"/>
              <a:gd name="connsiteX66" fmla="*/ 6727754 w 12192000"/>
              <a:gd name="connsiteY66" fmla="*/ 1882372 h 3482342"/>
              <a:gd name="connsiteX67" fmla="*/ 6723371 w 12192000"/>
              <a:gd name="connsiteY67" fmla="*/ 1886494 h 3482342"/>
              <a:gd name="connsiteX68" fmla="*/ 6702779 w 12192000"/>
              <a:gd name="connsiteY68" fmla="*/ 1893601 h 3482342"/>
              <a:gd name="connsiteX69" fmla="*/ 6686657 w 12192000"/>
              <a:gd name="connsiteY69" fmla="*/ 1907344 h 3482342"/>
              <a:gd name="connsiteX70" fmla="*/ 6651330 w 12192000"/>
              <a:gd name="connsiteY70" fmla="*/ 1922921 h 3482342"/>
              <a:gd name="connsiteX71" fmla="*/ 6622958 w 12192000"/>
              <a:gd name="connsiteY71" fmla="*/ 1936255 h 3482342"/>
              <a:gd name="connsiteX72" fmla="*/ 6522602 w 12192000"/>
              <a:gd name="connsiteY72" fmla="*/ 1954133 h 3482342"/>
              <a:gd name="connsiteX73" fmla="*/ 6444344 w 12192000"/>
              <a:gd name="connsiteY73" fmla="*/ 1969663 h 3482342"/>
              <a:gd name="connsiteX74" fmla="*/ 6409626 w 12192000"/>
              <a:gd name="connsiteY74" fmla="*/ 1978846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87205 w 12192000"/>
              <a:gd name="connsiteY78" fmla="*/ 2060048 h 3482342"/>
              <a:gd name="connsiteX79" fmla="*/ 6138780 w 12192000"/>
              <a:gd name="connsiteY79" fmla="*/ 2081918 h 3482342"/>
              <a:gd name="connsiteX80" fmla="*/ 6120125 w 12192000"/>
              <a:gd name="connsiteY80" fmla="*/ 2109475 h 3482342"/>
              <a:gd name="connsiteX81" fmla="*/ 6056576 w 12192000"/>
              <a:gd name="connsiteY81" fmla="*/ 2120066 h 3482342"/>
              <a:gd name="connsiteX82" fmla="*/ 5993794 w 12192000"/>
              <a:gd name="connsiteY82" fmla="*/ 2122569 h 3482342"/>
              <a:gd name="connsiteX83" fmla="*/ 5943601 w 12192000"/>
              <a:gd name="connsiteY83" fmla="*/ 2137719 h 3482342"/>
              <a:gd name="connsiteX84" fmla="*/ 5898141 w 12192000"/>
              <a:gd name="connsiteY84" fmla="*/ 2144806 h 3482342"/>
              <a:gd name="connsiteX85" fmla="*/ 5855337 w 12192000"/>
              <a:gd name="connsiteY85" fmla="*/ 2137719 h 3482342"/>
              <a:gd name="connsiteX86" fmla="*/ 5817682 w 12192000"/>
              <a:gd name="connsiteY86" fmla="*/ 2157358 h 3482342"/>
              <a:gd name="connsiteX87" fmla="*/ 5735300 w 12192000"/>
              <a:gd name="connsiteY87" fmla="*/ 2158902 h 3482342"/>
              <a:gd name="connsiteX88" fmla="*/ 5591469 w 12192000"/>
              <a:gd name="connsiteY88" fmla="*/ 2178389 h 3482342"/>
              <a:gd name="connsiteX89" fmla="*/ 5505818 w 12192000"/>
              <a:gd name="connsiteY89" fmla="*/ 2194207 h 3482342"/>
              <a:gd name="connsiteX90" fmla="*/ 5452860 w 12192000"/>
              <a:gd name="connsiteY90" fmla="*/ 2180085 h 3482342"/>
              <a:gd name="connsiteX91" fmla="*/ 5414282 w 12192000"/>
              <a:gd name="connsiteY91" fmla="*/ 2183070 h 3482342"/>
              <a:gd name="connsiteX92" fmla="*/ 5368369 w 12192000"/>
              <a:gd name="connsiteY92" fmla="*/ 2204272 h 3482342"/>
              <a:gd name="connsiteX93" fmla="*/ 5336354 w 12192000"/>
              <a:gd name="connsiteY93" fmla="*/ 2218920 h 3482342"/>
              <a:gd name="connsiteX94" fmla="*/ 5291263 w 12192000"/>
              <a:gd name="connsiteY94" fmla="*/ 2239182 h 3482342"/>
              <a:gd name="connsiteX95" fmla="*/ 5255152 w 12192000"/>
              <a:gd name="connsiteY95" fmla="*/ 2247164 h 3482342"/>
              <a:gd name="connsiteX96" fmla="*/ 5233796 w 12192000"/>
              <a:gd name="connsiteY96" fmla="*/ 2268260 h 3482342"/>
              <a:gd name="connsiteX97" fmla="*/ 5212786 w 12192000"/>
              <a:gd name="connsiteY97" fmla="*/ 2296592 h 3482342"/>
              <a:gd name="connsiteX98" fmla="*/ 5173523 w 12192000"/>
              <a:gd name="connsiteY98" fmla="*/ 2309057 h 3482342"/>
              <a:gd name="connsiteX99" fmla="*/ 5123830 w 12192000"/>
              <a:gd name="connsiteY99" fmla="*/ 2307070 h 3482342"/>
              <a:gd name="connsiteX100" fmla="*/ 5065426 w 12192000"/>
              <a:gd name="connsiteY100" fmla="*/ 2324076 h 3482342"/>
              <a:gd name="connsiteX101" fmla="*/ 4975908 w 12192000"/>
              <a:gd name="connsiteY101" fmla="*/ 2364128 h 3482342"/>
              <a:gd name="connsiteX102" fmla="*/ 4913723 w 12192000"/>
              <a:gd name="connsiteY102" fmla="*/ 2385265 h 3482342"/>
              <a:gd name="connsiteX103" fmla="*/ 4746485 w 12192000"/>
              <a:gd name="connsiteY103" fmla="*/ 2451769 h 3482342"/>
              <a:gd name="connsiteX104" fmla="*/ 4681588 w 12192000"/>
              <a:gd name="connsiteY104" fmla="*/ 2467494 h 3482342"/>
              <a:gd name="connsiteX105" fmla="*/ 1783655 w 12192000"/>
              <a:gd name="connsiteY105" fmla="*/ 3163860 h 3482342"/>
              <a:gd name="connsiteX106" fmla="*/ 1325955 w 12192000"/>
              <a:gd name="connsiteY106" fmla="*/ 3176692 h 3482342"/>
              <a:gd name="connsiteX107" fmla="*/ 1190384 w 12192000"/>
              <a:gd name="connsiteY107" fmla="*/ 3203504 h 3482342"/>
              <a:gd name="connsiteX108" fmla="*/ 1094537 w 12192000"/>
              <a:gd name="connsiteY108" fmla="*/ 3229469 h 3482342"/>
              <a:gd name="connsiteX109" fmla="*/ 779276 w 12192000"/>
              <a:gd name="connsiteY109" fmla="*/ 3327290 h 3482342"/>
              <a:gd name="connsiteX110" fmla="*/ 600378 w 12192000"/>
              <a:gd name="connsiteY110" fmla="*/ 3335250 h 3482342"/>
              <a:gd name="connsiteX111" fmla="*/ 493457 w 12192000"/>
              <a:gd name="connsiteY111" fmla="*/ 3365044 h 3482342"/>
              <a:gd name="connsiteX112" fmla="*/ 349402 w 12192000"/>
              <a:gd name="connsiteY112" fmla="*/ 3380897 h 3482342"/>
              <a:gd name="connsiteX113" fmla="*/ 192183 w 12192000"/>
              <a:gd name="connsiteY113" fmla="*/ 3460075 h 3482342"/>
              <a:gd name="connsiteX114" fmla="*/ 46713 w 12192000"/>
              <a:gd name="connsiteY114" fmla="*/ 3462986 h 3482342"/>
              <a:gd name="connsiteX115" fmla="*/ 2765 w 12192000"/>
              <a:gd name="connsiteY115" fmla="*/ 3480770 h 3482342"/>
              <a:gd name="connsiteX116" fmla="*/ 0 w 12192000"/>
              <a:gd name="connsiteY116" fmla="*/ 3482342 h 3482342"/>
              <a:gd name="connsiteX117" fmla="*/ 0 w 12192000"/>
              <a:gd name="connsiteY11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314361 w 12192000"/>
              <a:gd name="connsiteY32" fmla="*/ 1466924 h 3482342"/>
              <a:gd name="connsiteX33" fmla="*/ 10264922 w 12192000"/>
              <a:gd name="connsiteY33" fmla="*/ 1472107 h 3482342"/>
              <a:gd name="connsiteX34" fmla="*/ 10226099 w 12192000"/>
              <a:gd name="connsiteY34" fmla="*/ 1463393 h 3482342"/>
              <a:gd name="connsiteX35" fmla="*/ 10058690 w 12192000"/>
              <a:gd name="connsiteY35" fmla="*/ 1474888 h 3482342"/>
              <a:gd name="connsiteX36" fmla="*/ 10004424 w 12192000"/>
              <a:gd name="connsiteY36" fmla="*/ 1489801 h 3482342"/>
              <a:gd name="connsiteX37" fmla="*/ 9999951 w 12192000"/>
              <a:gd name="connsiteY37" fmla="*/ 1499127 h 3482342"/>
              <a:gd name="connsiteX38" fmla="*/ 9845462 w 12192000"/>
              <a:gd name="connsiteY38" fmla="*/ 1548192 h 3482342"/>
              <a:gd name="connsiteX39" fmla="*/ 9736156 w 12192000"/>
              <a:gd name="connsiteY39" fmla="*/ 1581928 h 3482342"/>
              <a:gd name="connsiteX40" fmla="*/ 9693355 w 12192000"/>
              <a:gd name="connsiteY40" fmla="*/ 1602632 h 3482342"/>
              <a:gd name="connsiteX41" fmla="*/ 9664242 w 12192000"/>
              <a:gd name="connsiteY41" fmla="*/ 1622075 h 3482342"/>
              <a:gd name="connsiteX42" fmla="*/ 9579195 w 12192000"/>
              <a:gd name="connsiteY42" fmla="*/ 1648017 h 3482342"/>
              <a:gd name="connsiteX43" fmla="*/ 9433652 w 12192000"/>
              <a:gd name="connsiteY43" fmla="*/ 1681174 h 3482342"/>
              <a:gd name="connsiteX44" fmla="*/ 9403775 w 12192000"/>
              <a:gd name="connsiteY44" fmla="*/ 1690403 h 3482342"/>
              <a:gd name="connsiteX45" fmla="*/ 9382503 w 12192000"/>
              <a:gd name="connsiteY45" fmla="*/ 1706957 h 3482342"/>
              <a:gd name="connsiteX46" fmla="*/ 9381410 w 12192000"/>
              <a:gd name="connsiteY46" fmla="*/ 1718312 h 3482342"/>
              <a:gd name="connsiteX47" fmla="*/ 9365685 w 12192000"/>
              <a:gd name="connsiteY47" fmla="*/ 1724772 h 3482342"/>
              <a:gd name="connsiteX48" fmla="*/ 9278020 w 12192000"/>
              <a:gd name="connsiteY48" fmla="*/ 1741161 h 3482342"/>
              <a:gd name="connsiteX49" fmla="*/ 9217145 w 12192000"/>
              <a:gd name="connsiteY49" fmla="*/ 1771195 h 3482342"/>
              <a:gd name="connsiteX50" fmla="*/ 8955875 w 12192000"/>
              <a:gd name="connsiteY50" fmla="*/ 1796806 h 3482342"/>
              <a:gd name="connsiteX51" fmla="*/ 8648415 w 12192000"/>
              <a:gd name="connsiteY51" fmla="*/ 1878623 h 3482342"/>
              <a:gd name="connsiteX52" fmla="*/ 8495949 w 12192000"/>
              <a:gd name="connsiteY52" fmla="*/ 1902425 h 3482342"/>
              <a:gd name="connsiteX53" fmla="*/ 8236214 w 12192000"/>
              <a:gd name="connsiteY53" fmla="*/ 1909725 h 3482342"/>
              <a:gd name="connsiteX54" fmla="*/ 8132104 w 12192000"/>
              <a:gd name="connsiteY54" fmla="*/ 1895727 h 3482342"/>
              <a:gd name="connsiteX55" fmla="*/ 7918078 w 12192000"/>
              <a:gd name="connsiteY55" fmla="*/ 1862668 h 3482342"/>
              <a:gd name="connsiteX56" fmla="*/ 7817899 w 12192000"/>
              <a:gd name="connsiteY56" fmla="*/ 1862176 h 3482342"/>
              <a:gd name="connsiteX57" fmla="*/ 7768994 w 12192000"/>
              <a:gd name="connsiteY57" fmla="*/ 1855721 h 3482342"/>
              <a:gd name="connsiteX58" fmla="*/ 7618027 w 12192000"/>
              <a:gd name="connsiteY58" fmla="*/ 1830959 h 3482342"/>
              <a:gd name="connsiteX59" fmla="*/ 7449425 w 12192000"/>
              <a:gd name="connsiteY59" fmla="*/ 1810910 h 3482342"/>
              <a:gd name="connsiteX60" fmla="*/ 7342915 w 12192000"/>
              <a:gd name="connsiteY60" fmla="*/ 1819827 h 3482342"/>
              <a:gd name="connsiteX61" fmla="*/ 7255191 w 12192000"/>
              <a:gd name="connsiteY61" fmla="*/ 1834354 h 3482342"/>
              <a:gd name="connsiteX62" fmla="*/ 7131205 w 12192000"/>
              <a:gd name="connsiteY62" fmla="*/ 1845557 h 3482342"/>
              <a:gd name="connsiteX63" fmla="*/ 6941837 w 12192000"/>
              <a:gd name="connsiteY63" fmla="*/ 1840640 h 3482342"/>
              <a:gd name="connsiteX64" fmla="*/ 6837145 w 12192000"/>
              <a:gd name="connsiteY64" fmla="*/ 1870724 h 3482342"/>
              <a:gd name="connsiteX65" fmla="*/ 6753991 w 12192000"/>
              <a:gd name="connsiteY65" fmla="*/ 1860969 h 3482342"/>
              <a:gd name="connsiteX66" fmla="*/ 6727754 w 12192000"/>
              <a:gd name="connsiteY66" fmla="*/ 1882372 h 3482342"/>
              <a:gd name="connsiteX67" fmla="*/ 6723371 w 12192000"/>
              <a:gd name="connsiteY67" fmla="*/ 1886494 h 3482342"/>
              <a:gd name="connsiteX68" fmla="*/ 6702779 w 12192000"/>
              <a:gd name="connsiteY68" fmla="*/ 1893601 h 3482342"/>
              <a:gd name="connsiteX69" fmla="*/ 6686657 w 12192000"/>
              <a:gd name="connsiteY69" fmla="*/ 1907344 h 3482342"/>
              <a:gd name="connsiteX70" fmla="*/ 6651330 w 12192000"/>
              <a:gd name="connsiteY70" fmla="*/ 1922921 h 3482342"/>
              <a:gd name="connsiteX71" fmla="*/ 6622958 w 12192000"/>
              <a:gd name="connsiteY71" fmla="*/ 1936255 h 3482342"/>
              <a:gd name="connsiteX72" fmla="*/ 6522602 w 12192000"/>
              <a:gd name="connsiteY72" fmla="*/ 1954133 h 3482342"/>
              <a:gd name="connsiteX73" fmla="*/ 6444344 w 12192000"/>
              <a:gd name="connsiteY73" fmla="*/ 1969663 h 3482342"/>
              <a:gd name="connsiteX74" fmla="*/ 6409626 w 12192000"/>
              <a:gd name="connsiteY74" fmla="*/ 1978846 h 3482342"/>
              <a:gd name="connsiteX75" fmla="*/ 6333446 w 12192000"/>
              <a:gd name="connsiteY75" fmla="*/ 1997163 h 3482342"/>
              <a:gd name="connsiteX76" fmla="*/ 6294933 w 12192000"/>
              <a:gd name="connsiteY76" fmla="*/ 2019412 h 3482342"/>
              <a:gd name="connsiteX77" fmla="*/ 6238719 w 12192000"/>
              <a:gd name="connsiteY77" fmla="*/ 2042547 h 3482342"/>
              <a:gd name="connsiteX78" fmla="*/ 6187205 w 12192000"/>
              <a:gd name="connsiteY78" fmla="*/ 2060048 h 3482342"/>
              <a:gd name="connsiteX79" fmla="*/ 6138780 w 12192000"/>
              <a:gd name="connsiteY79" fmla="*/ 2081918 h 3482342"/>
              <a:gd name="connsiteX80" fmla="*/ 6120125 w 12192000"/>
              <a:gd name="connsiteY80" fmla="*/ 2109475 h 3482342"/>
              <a:gd name="connsiteX81" fmla="*/ 6056576 w 12192000"/>
              <a:gd name="connsiteY81" fmla="*/ 2120066 h 3482342"/>
              <a:gd name="connsiteX82" fmla="*/ 5993794 w 12192000"/>
              <a:gd name="connsiteY82" fmla="*/ 2122569 h 3482342"/>
              <a:gd name="connsiteX83" fmla="*/ 5943601 w 12192000"/>
              <a:gd name="connsiteY83" fmla="*/ 2137719 h 3482342"/>
              <a:gd name="connsiteX84" fmla="*/ 5898141 w 12192000"/>
              <a:gd name="connsiteY84" fmla="*/ 2144806 h 3482342"/>
              <a:gd name="connsiteX85" fmla="*/ 5855337 w 12192000"/>
              <a:gd name="connsiteY85" fmla="*/ 2137719 h 3482342"/>
              <a:gd name="connsiteX86" fmla="*/ 5817682 w 12192000"/>
              <a:gd name="connsiteY86" fmla="*/ 2157358 h 3482342"/>
              <a:gd name="connsiteX87" fmla="*/ 5735300 w 12192000"/>
              <a:gd name="connsiteY87" fmla="*/ 2158902 h 3482342"/>
              <a:gd name="connsiteX88" fmla="*/ 5591469 w 12192000"/>
              <a:gd name="connsiteY88" fmla="*/ 2178389 h 3482342"/>
              <a:gd name="connsiteX89" fmla="*/ 5505818 w 12192000"/>
              <a:gd name="connsiteY89" fmla="*/ 2194207 h 3482342"/>
              <a:gd name="connsiteX90" fmla="*/ 5452860 w 12192000"/>
              <a:gd name="connsiteY90" fmla="*/ 2180085 h 3482342"/>
              <a:gd name="connsiteX91" fmla="*/ 5414282 w 12192000"/>
              <a:gd name="connsiteY91" fmla="*/ 2183070 h 3482342"/>
              <a:gd name="connsiteX92" fmla="*/ 5368369 w 12192000"/>
              <a:gd name="connsiteY92" fmla="*/ 2204272 h 3482342"/>
              <a:gd name="connsiteX93" fmla="*/ 5336354 w 12192000"/>
              <a:gd name="connsiteY93" fmla="*/ 2218920 h 3482342"/>
              <a:gd name="connsiteX94" fmla="*/ 5291263 w 12192000"/>
              <a:gd name="connsiteY94" fmla="*/ 2239182 h 3482342"/>
              <a:gd name="connsiteX95" fmla="*/ 5255152 w 12192000"/>
              <a:gd name="connsiteY95" fmla="*/ 2247164 h 3482342"/>
              <a:gd name="connsiteX96" fmla="*/ 5233796 w 12192000"/>
              <a:gd name="connsiteY96" fmla="*/ 2268260 h 3482342"/>
              <a:gd name="connsiteX97" fmla="*/ 5212786 w 12192000"/>
              <a:gd name="connsiteY97" fmla="*/ 2296592 h 3482342"/>
              <a:gd name="connsiteX98" fmla="*/ 5173523 w 12192000"/>
              <a:gd name="connsiteY98" fmla="*/ 2309057 h 3482342"/>
              <a:gd name="connsiteX99" fmla="*/ 5123830 w 12192000"/>
              <a:gd name="connsiteY99" fmla="*/ 2307070 h 3482342"/>
              <a:gd name="connsiteX100" fmla="*/ 5065426 w 12192000"/>
              <a:gd name="connsiteY100" fmla="*/ 2324076 h 3482342"/>
              <a:gd name="connsiteX101" fmla="*/ 4975908 w 12192000"/>
              <a:gd name="connsiteY101" fmla="*/ 2364128 h 3482342"/>
              <a:gd name="connsiteX102" fmla="*/ 4913723 w 12192000"/>
              <a:gd name="connsiteY102" fmla="*/ 2385265 h 3482342"/>
              <a:gd name="connsiteX103" fmla="*/ 4746485 w 12192000"/>
              <a:gd name="connsiteY103" fmla="*/ 2451769 h 3482342"/>
              <a:gd name="connsiteX104" fmla="*/ 4681588 w 12192000"/>
              <a:gd name="connsiteY104" fmla="*/ 2467494 h 3482342"/>
              <a:gd name="connsiteX105" fmla="*/ 1783655 w 12192000"/>
              <a:gd name="connsiteY105" fmla="*/ 3163860 h 3482342"/>
              <a:gd name="connsiteX106" fmla="*/ 1325955 w 12192000"/>
              <a:gd name="connsiteY106" fmla="*/ 3176692 h 3482342"/>
              <a:gd name="connsiteX107" fmla="*/ 1190384 w 12192000"/>
              <a:gd name="connsiteY107" fmla="*/ 3203504 h 3482342"/>
              <a:gd name="connsiteX108" fmla="*/ 1094537 w 12192000"/>
              <a:gd name="connsiteY108" fmla="*/ 3229469 h 3482342"/>
              <a:gd name="connsiteX109" fmla="*/ 779276 w 12192000"/>
              <a:gd name="connsiteY109" fmla="*/ 3327290 h 3482342"/>
              <a:gd name="connsiteX110" fmla="*/ 600378 w 12192000"/>
              <a:gd name="connsiteY110" fmla="*/ 3335250 h 3482342"/>
              <a:gd name="connsiteX111" fmla="*/ 493457 w 12192000"/>
              <a:gd name="connsiteY111" fmla="*/ 3365044 h 3482342"/>
              <a:gd name="connsiteX112" fmla="*/ 349402 w 12192000"/>
              <a:gd name="connsiteY112" fmla="*/ 3380897 h 3482342"/>
              <a:gd name="connsiteX113" fmla="*/ 192183 w 12192000"/>
              <a:gd name="connsiteY113" fmla="*/ 3460075 h 3482342"/>
              <a:gd name="connsiteX114" fmla="*/ 46713 w 12192000"/>
              <a:gd name="connsiteY114" fmla="*/ 3462986 h 3482342"/>
              <a:gd name="connsiteX115" fmla="*/ 2765 w 12192000"/>
              <a:gd name="connsiteY115" fmla="*/ 3480770 h 3482342"/>
              <a:gd name="connsiteX116" fmla="*/ 0 w 12192000"/>
              <a:gd name="connsiteY116" fmla="*/ 3482342 h 3482342"/>
              <a:gd name="connsiteX117" fmla="*/ 0 w 12192000"/>
              <a:gd name="connsiteY11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314361 w 12192000"/>
              <a:gd name="connsiteY32" fmla="*/ 1466924 h 3482342"/>
              <a:gd name="connsiteX33" fmla="*/ 10264922 w 12192000"/>
              <a:gd name="connsiteY33" fmla="*/ 1472107 h 3482342"/>
              <a:gd name="connsiteX34" fmla="*/ 10226099 w 12192000"/>
              <a:gd name="connsiteY34" fmla="*/ 1463393 h 3482342"/>
              <a:gd name="connsiteX35" fmla="*/ 10120184 w 12192000"/>
              <a:gd name="connsiteY35" fmla="*/ 1466924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495949 w 12192000"/>
              <a:gd name="connsiteY53" fmla="*/ 1902425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41837 w 12192000"/>
              <a:gd name="connsiteY64" fmla="*/ 1840640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686657 w 12192000"/>
              <a:gd name="connsiteY70" fmla="*/ 1907344 h 3482342"/>
              <a:gd name="connsiteX71" fmla="*/ 6651330 w 12192000"/>
              <a:gd name="connsiteY71" fmla="*/ 1922921 h 3482342"/>
              <a:gd name="connsiteX72" fmla="*/ 6622958 w 12192000"/>
              <a:gd name="connsiteY72" fmla="*/ 1936255 h 3482342"/>
              <a:gd name="connsiteX73" fmla="*/ 6522602 w 12192000"/>
              <a:gd name="connsiteY73" fmla="*/ 1954133 h 3482342"/>
              <a:gd name="connsiteX74" fmla="*/ 6444344 w 12192000"/>
              <a:gd name="connsiteY74" fmla="*/ 1969663 h 3482342"/>
              <a:gd name="connsiteX75" fmla="*/ 6409626 w 12192000"/>
              <a:gd name="connsiteY75" fmla="*/ 1978846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87205 w 12192000"/>
              <a:gd name="connsiteY79" fmla="*/ 2060048 h 3482342"/>
              <a:gd name="connsiteX80" fmla="*/ 6138780 w 12192000"/>
              <a:gd name="connsiteY80" fmla="*/ 2081918 h 3482342"/>
              <a:gd name="connsiteX81" fmla="*/ 6120125 w 12192000"/>
              <a:gd name="connsiteY81" fmla="*/ 2109475 h 3482342"/>
              <a:gd name="connsiteX82" fmla="*/ 6056576 w 12192000"/>
              <a:gd name="connsiteY82" fmla="*/ 2120066 h 3482342"/>
              <a:gd name="connsiteX83" fmla="*/ 5993794 w 12192000"/>
              <a:gd name="connsiteY83" fmla="*/ 2122569 h 3482342"/>
              <a:gd name="connsiteX84" fmla="*/ 5943601 w 12192000"/>
              <a:gd name="connsiteY84" fmla="*/ 2137719 h 3482342"/>
              <a:gd name="connsiteX85" fmla="*/ 5898141 w 12192000"/>
              <a:gd name="connsiteY85" fmla="*/ 2144806 h 3482342"/>
              <a:gd name="connsiteX86" fmla="*/ 5855337 w 12192000"/>
              <a:gd name="connsiteY86" fmla="*/ 2137719 h 3482342"/>
              <a:gd name="connsiteX87" fmla="*/ 5817682 w 12192000"/>
              <a:gd name="connsiteY87" fmla="*/ 2157358 h 3482342"/>
              <a:gd name="connsiteX88" fmla="*/ 5735300 w 12192000"/>
              <a:gd name="connsiteY88" fmla="*/ 2158902 h 3482342"/>
              <a:gd name="connsiteX89" fmla="*/ 5591469 w 12192000"/>
              <a:gd name="connsiteY89" fmla="*/ 2178389 h 3482342"/>
              <a:gd name="connsiteX90" fmla="*/ 5505818 w 12192000"/>
              <a:gd name="connsiteY90" fmla="*/ 2194207 h 3482342"/>
              <a:gd name="connsiteX91" fmla="*/ 5452860 w 12192000"/>
              <a:gd name="connsiteY91" fmla="*/ 2180085 h 3482342"/>
              <a:gd name="connsiteX92" fmla="*/ 5414282 w 12192000"/>
              <a:gd name="connsiteY92" fmla="*/ 2183070 h 3482342"/>
              <a:gd name="connsiteX93" fmla="*/ 5368369 w 12192000"/>
              <a:gd name="connsiteY93" fmla="*/ 2204272 h 3482342"/>
              <a:gd name="connsiteX94" fmla="*/ 5336354 w 12192000"/>
              <a:gd name="connsiteY94" fmla="*/ 2218920 h 3482342"/>
              <a:gd name="connsiteX95" fmla="*/ 5291263 w 12192000"/>
              <a:gd name="connsiteY95" fmla="*/ 2239182 h 3482342"/>
              <a:gd name="connsiteX96" fmla="*/ 5255152 w 12192000"/>
              <a:gd name="connsiteY96" fmla="*/ 2247164 h 3482342"/>
              <a:gd name="connsiteX97" fmla="*/ 5233796 w 12192000"/>
              <a:gd name="connsiteY97" fmla="*/ 2268260 h 3482342"/>
              <a:gd name="connsiteX98" fmla="*/ 5212786 w 12192000"/>
              <a:gd name="connsiteY98" fmla="*/ 2296592 h 3482342"/>
              <a:gd name="connsiteX99" fmla="*/ 5173523 w 12192000"/>
              <a:gd name="connsiteY99" fmla="*/ 2309057 h 3482342"/>
              <a:gd name="connsiteX100" fmla="*/ 5123830 w 12192000"/>
              <a:gd name="connsiteY100" fmla="*/ 2307070 h 3482342"/>
              <a:gd name="connsiteX101" fmla="*/ 5065426 w 12192000"/>
              <a:gd name="connsiteY101" fmla="*/ 2324076 h 3482342"/>
              <a:gd name="connsiteX102" fmla="*/ 4975908 w 12192000"/>
              <a:gd name="connsiteY102" fmla="*/ 2364128 h 3482342"/>
              <a:gd name="connsiteX103" fmla="*/ 4913723 w 12192000"/>
              <a:gd name="connsiteY103" fmla="*/ 2385265 h 3482342"/>
              <a:gd name="connsiteX104" fmla="*/ 4746485 w 12192000"/>
              <a:gd name="connsiteY104" fmla="*/ 2451769 h 3482342"/>
              <a:gd name="connsiteX105" fmla="*/ 4681588 w 12192000"/>
              <a:gd name="connsiteY105" fmla="*/ 2467494 h 3482342"/>
              <a:gd name="connsiteX106" fmla="*/ 1783655 w 12192000"/>
              <a:gd name="connsiteY106" fmla="*/ 3163860 h 3482342"/>
              <a:gd name="connsiteX107" fmla="*/ 1325955 w 12192000"/>
              <a:gd name="connsiteY107" fmla="*/ 3176692 h 3482342"/>
              <a:gd name="connsiteX108" fmla="*/ 1190384 w 12192000"/>
              <a:gd name="connsiteY108" fmla="*/ 3203504 h 3482342"/>
              <a:gd name="connsiteX109" fmla="*/ 1094537 w 12192000"/>
              <a:gd name="connsiteY109" fmla="*/ 3229469 h 3482342"/>
              <a:gd name="connsiteX110" fmla="*/ 779276 w 12192000"/>
              <a:gd name="connsiteY110" fmla="*/ 3327290 h 3482342"/>
              <a:gd name="connsiteX111" fmla="*/ 600378 w 12192000"/>
              <a:gd name="connsiteY111" fmla="*/ 3335250 h 3482342"/>
              <a:gd name="connsiteX112" fmla="*/ 493457 w 12192000"/>
              <a:gd name="connsiteY112" fmla="*/ 3365044 h 3482342"/>
              <a:gd name="connsiteX113" fmla="*/ 349402 w 12192000"/>
              <a:gd name="connsiteY113" fmla="*/ 3380897 h 3482342"/>
              <a:gd name="connsiteX114" fmla="*/ 192183 w 12192000"/>
              <a:gd name="connsiteY114" fmla="*/ 3460075 h 3482342"/>
              <a:gd name="connsiteX115" fmla="*/ 46713 w 12192000"/>
              <a:gd name="connsiteY115" fmla="*/ 3462986 h 3482342"/>
              <a:gd name="connsiteX116" fmla="*/ 2765 w 12192000"/>
              <a:gd name="connsiteY116" fmla="*/ 3480770 h 3482342"/>
              <a:gd name="connsiteX117" fmla="*/ 0 w 12192000"/>
              <a:gd name="connsiteY117" fmla="*/ 3482342 h 3482342"/>
              <a:gd name="connsiteX118" fmla="*/ 0 w 12192000"/>
              <a:gd name="connsiteY11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314361 w 12192000"/>
              <a:gd name="connsiteY32" fmla="*/ 1466924 h 3482342"/>
              <a:gd name="connsiteX33" fmla="*/ 10264922 w 12192000"/>
              <a:gd name="connsiteY33" fmla="*/ 1472107 h 3482342"/>
              <a:gd name="connsiteX34" fmla="*/ 10226099 w 12192000"/>
              <a:gd name="connsiteY34" fmla="*/ 1463393 h 3482342"/>
              <a:gd name="connsiteX35" fmla="*/ 10120184 w 12192000"/>
              <a:gd name="connsiteY35" fmla="*/ 1466924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495949 w 12192000"/>
              <a:gd name="connsiteY53" fmla="*/ 1902425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41837 w 12192000"/>
              <a:gd name="connsiteY64" fmla="*/ 1840640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686657 w 12192000"/>
              <a:gd name="connsiteY70" fmla="*/ 1907344 h 3482342"/>
              <a:gd name="connsiteX71" fmla="*/ 6651330 w 12192000"/>
              <a:gd name="connsiteY71" fmla="*/ 1922921 h 3482342"/>
              <a:gd name="connsiteX72" fmla="*/ 6622958 w 12192000"/>
              <a:gd name="connsiteY72" fmla="*/ 1936255 h 3482342"/>
              <a:gd name="connsiteX73" fmla="*/ 6522602 w 12192000"/>
              <a:gd name="connsiteY73" fmla="*/ 1954133 h 3482342"/>
              <a:gd name="connsiteX74" fmla="*/ 6444344 w 12192000"/>
              <a:gd name="connsiteY74" fmla="*/ 1969663 h 3482342"/>
              <a:gd name="connsiteX75" fmla="*/ 6409626 w 12192000"/>
              <a:gd name="connsiteY75" fmla="*/ 1978846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87205 w 12192000"/>
              <a:gd name="connsiteY79" fmla="*/ 2060048 h 3482342"/>
              <a:gd name="connsiteX80" fmla="*/ 6138780 w 12192000"/>
              <a:gd name="connsiteY80" fmla="*/ 2081918 h 3482342"/>
              <a:gd name="connsiteX81" fmla="*/ 6120125 w 12192000"/>
              <a:gd name="connsiteY81" fmla="*/ 2109475 h 3482342"/>
              <a:gd name="connsiteX82" fmla="*/ 6056576 w 12192000"/>
              <a:gd name="connsiteY82" fmla="*/ 2120066 h 3482342"/>
              <a:gd name="connsiteX83" fmla="*/ 5993794 w 12192000"/>
              <a:gd name="connsiteY83" fmla="*/ 2122569 h 3482342"/>
              <a:gd name="connsiteX84" fmla="*/ 5943601 w 12192000"/>
              <a:gd name="connsiteY84" fmla="*/ 2137719 h 3482342"/>
              <a:gd name="connsiteX85" fmla="*/ 5898141 w 12192000"/>
              <a:gd name="connsiteY85" fmla="*/ 2144806 h 3482342"/>
              <a:gd name="connsiteX86" fmla="*/ 5855337 w 12192000"/>
              <a:gd name="connsiteY86" fmla="*/ 2137719 h 3482342"/>
              <a:gd name="connsiteX87" fmla="*/ 5817682 w 12192000"/>
              <a:gd name="connsiteY87" fmla="*/ 2157358 h 3482342"/>
              <a:gd name="connsiteX88" fmla="*/ 5735300 w 12192000"/>
              <a:gd name="connsiteY88" fmla="*/ 2158902 h 3482342"/>
              <a:gd name="connsiteX89" fmla="*/ 5591469 w 12192000"/>
              <a:gd name="connsiteY89" fmla="*/ 2178389 h 3482342"/>
              <a:gd name="connsiteX90" fmla="*/ 5505818 w 12192000"/>
              <a:gd name="connsiteY90" fmla="*/ 2194207 h 3482342"/>
              <a:gd name="connsiteX91" fmla="*/ 5452860 w 12192000"/>
              <a:gd name="connsiteY91" fmla="*/ 2180085 h 3482342"/>
              <a:gd name="connsiteX92" fmla="*/ 5414282 w 12192000"/>
              <a:gd name="connsiteY92" fmla="*/ 2183070 h 3482342"/>
              <a:gd name="connsiteX93" fmla="*/ 5368369 w 12192000"/>
              <a:gd name="connsiteY93" fmla="*/ 2204272 h 3482342"/>
              <a:gd name="connsiteX94" fmla="*/ 5336354 w 12192000"/>
              <a:gd name="connsiteY94" fmla="*/ 2218920 h 3482342"/>
              <a:gd name="connsiteX95" fmla="*/ 5291263 w 12192000"/>
              <a:gd name="connsiteY95" fmla="*/ 2239182 h 3482342"/>
              <a:gd name="connsiteX96" fmla="*/ 5255152 w 12192000"/>
              <a:gd name="connsiteY96" fmla="*/ 2247164 h 3482342"/>
              <a:gd name="connsiteX97" fmla="*/ 5233796 w 12192000"/>
              <a:gd name="connsiteY97" fmla="*/ 2268260 h 3482342"/>
              <a:gd name="connsiteX98" fmla="*/ 5212786 w 12192000"/>
              <a:gd name="connsiteY98" fmla="*/ 2296592 h 3482342"/>
              <a:gd name="connsiteX99" fmla="*/ 5173523 w 12192000"/>
              <a:gd name="connsiteY99" fmla="*/ 2309057 h 3482342"/>
              <a:gd name="connsiteX100" fmla="*/ 5123830 w 12192000"/>
              <a:gd name="connsiteY100" fmla="*/ 2307070 h 3482342"/>
              <a:gd name="connsiteX101" fmla="*/ 5065426 w 12192000"/>
              <a:gd name="connsiteY101" fmla="*/ 2324076 h 3482342"/>
              <a:gd name="connsiteX102" fmla="*/ 4975908 w 12192000"/>
              <a:gd name="connsiteY102" fmla="*/ 2364128 h 3482342"/>
              <a:gd name="connsiteX103" fmla="*/ 4913723 w 12192000"/>
              <a:gd name="connsiteY103" fmla="*/ 2385265 h 3482342"/>
              <a:gd name="connsiteX104" fmla="*/ 4746485 w 12192000"/>
              <a:gd name="connsiteY104" fmla="*/ 2451769 h 3482342"/>
              <a:gd name="connsiteX105" fmla="*/ 4681588 w 12192000"/>
              <a:gd name="connsiteY105" fmla="*/ 2467494 h 3482342"/>
              <a:gd name="connsiteX106" fmla="*/ 1783655 w 12192000"/>
              <a:gd name="connsiteY106" fmla="*/ 3163860 h 3482342"/>
              <a:gd name="connsiteX107" fmla="*/ 1325955 w 12192000"/>
              <a:gd name="connsiteY107" fmla="*/ 3176692 h 3482342"/>
              <a:gd name="connsiteX108" fmla="*/ 1190384 w 12192000"/>
              <a:gd name="connsiteY108" fmla="*/ 3203504 h 3482342"/>
              <a:gd name="connsiteX109" fmla="*/ 1094537 w 12192000"/>
              <a:gd name="connsiteY109" fmla="*/ 3229469 h 3482342"/>
              <a:gd name="connsiteX110" fmla="*/ 779276 w 12192000"/>
              <a:gd name="connsiteY110" fmla="*/ 3327290 h 3482342"/>
              <a:gd name="connsiteX111" fmla="*/ 600378 w 12192000"/>
              <a:gd name="connsiteY111" fmla="*/ 3335250 h 3482342"/>
              <a:gd name="connsiteX112" fmla="*/ 493457 w 12192000"/>
              <a:gd name="connsiteY112" fmla="*/ 3365044 h 3482342"/>
              <a:gd name="connsiteX113" fmla="*/ 349402 w 12192000"/>
              <a:gd name="connsiteY113" fmla="*/ 3380897 h 3482342"/>
              <a:gd name="connsiteX114" fmla="*/ 192183 w 12192000"/>
              <a:gd name="connsiteY114" fmla="*/ 3460075 h 3482342"/>
              <a:gd name="connsiteX115" fmla="*/ 46713 w 12192000"/>
              <a:gd name="connsiteY115" fmla="*/ 3462986 h 3482342"/>
              <a:gd name="connsiteX116" fmla="*/ 2765 w 12192000"/>
              <a:gd name="connsiteY116" fmla="*/ 3480770 h 3482342"/>
              <a:gd name="connsiteX117" fmla="*/ 0 w 12192000"/>
              <a:gd name="connsiteY117" fmla="*/ 3482342 h 3482342"/>
              <a:gd name="connsiteX118" fmla="*/ 0 w 12192000"/>
              <a:gd name="connsiteY11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20819 w 12192000"/>
              <a:gd name="connsiteY19" fmla="*/ 1126133 h 3482342"/>
              <a:gd name="connsiteX20" fmla="*/ 11028687 w 12192000"/>
              <a:gd name="connsiteY20" fmla="*/ 1199018 h 3482342"/>
              <a:gd name="connsiteX21" fmla="*/ 10960443 w 12192000"/>
              <a:gd name="connsiteY21" fmla="*/ 1244502 h 3482342"/>
              <a:gd name="connsiteX22" fmla="*/ 10850998 w 12192000"/>
              <a:gd name="connsiteY22" fmla="*/ 1269215 h 3482342"/>
              <a:gd name="connsiteX23" fmla="*/ 10815658 w 12192000"/>
              <a:gd name="connsiteY23" fmla="*/ 1287849 h 3482342"/>
              <a:gd name="connsiteX24" fmla="*/ 10679906 w 12192000"/>
              <a:gd name="connsiteY24" fmla="*/ 1324988 h 3482342"/>
              <a:gd name="connsiteX25" fmla="*/ 10636304 w 12192000"/>
              <a:gd name="connsiteY25" fmla="*/ 1317928 h 3482342"/>
              <a:gd name="connsiteX26" fmla="*/ 10603863 w 12192000"/>
              <a:gd name="connsiteY26" fmla="*/ 1346886 h 3482342"/>
              <a:gd name="connsiteX27" fmla="*/ 10573203 w 12192000"/>
              <a:gd name="connsiteY27" fmla="*/ 1351996 h 3482342"/>
              <a:gd name="connsiteX28" fmla="*/ 10513263 w 12192000"/>
              <a:gd name="connsiteY28" fmla="*/ 1350756 h 3482342"/>
              <a:gd name="connsiteX29" fmla="*/ 10464012 w 12192000"/>
              <a:gd name="connsiteY29" fmla="*/ 1391778 h 3482342"/>
              <a:gd name="connsiteX30" fmla="*/ 10405409 w 12192000"/>
              <a:gd name="connsiteY30" fmla="*/ 1422789 h 3482342"/>
              <a:gd name="connsiteX31" fmla="*/ 10370530 w 12192000"/>
              <a:gd name="connsiteY31" fmla="*/ 1441596 h 3482342"/>
              <a:gd name="connsiteX32" fmla="*/ 10314361 w 12192000"/>
              <a:gd name="connsiteY32" fmla="*/ 1466924 h 3482342"/>
              <a:gd name="connsiteX33" fmla="*/ 10264922 w 12192000"/>
              <a:gd name="connsiteY33" fmla="*/ 1472107 h 3482342"/>
              <a:gd name="connsiteX34" fmla="*/ 10201385 w 12192000"/>
              <a:gd name="connsiteY34" fmla="*/ 1477515 h 3482342"/>
              <a:gd name="connsiteX35" fmla="*/ 10120184 w 12192000"/>
              <a:gd name="connsiteY35" fmla="*/ 1466924 h 3482342"/>
              <a:gd name="connsiteX36" fmla="*/ 10058690 w 12192000"/>
              <a:gd name="connsiteY36" fmla="*/ 1474888 h 3482342"/>
              <a:gd name="connsiteX37" fmla="*/ 10004424 w 12192000"/>
              <a:gd name="connsiteY37" fmla="*/ 1489801 h 3482342"/>
              <a:gd name="connsiteX38" fmla="*/ 9999951 w 12192000"/>
              <a:gd name="connsiteY38" fmla="*/ 1499127 h 3482342"/>
              <a:gd name="connsiteX39" fmla="*/ 9845462 w 12192000"/>
              <a:gd name="connsiteY39" fmla="*/ 1548192 h 3482342"/>
              <a:gd name="connsiteX40" fmla="*/ 9736156 w 12192000"/>
              <a:gd name="connsiteY40" fmla="*/ 1581928 h 3482342"/>
              <a:gd name="connsiteX41" fmla="*/ 9693355 w 12192000"/>
              <a:gd name="connsiteY41" fmla="*/ 1602632 h 3482342"/>
              <a:gd name="connsiteX42" fmla="*/ 9664242 w 12192000"/>
              <a:gd name="connsiteY42" fmla="*/ 1622075 h 3482342"/>
              <a:gd name="connsiteX43" fmla="*/ 9579195 w 12192000"/>
              <a:gd name="connsiteY43" fmla="*/ 1648017 h 3482342"/>
              <a:gd name="connsiteX44" fmla="*/ 9433652 w 12192000"/>
              <a:gd name="connsiteY44" fmla="*/ 1681174 h 3482342"/>
              <a:gd name="connsiteX45" fmla="*/ 9403775 w 12192000"/>
              <a:gd name="connsiteY45" fmla="*/ 1690403 h 3482342"/>
              <a:gd name="connsiteX46" fmla="*/ 9382503 w 12192000"/>
              <a:gd name="connsiteY46" fmla="*/ 1706957 h 3482342"/>
              <a:gd name="connsiteX47" fmla="*/ 9381410 w 12192000"/>
              <a:gd name="connsiteY47" fmla="*/ 1718312 h 3482342"/>
              <a:gd name="connsiteX48" fmla="*/ 9365685 w 12192000"/>
              <a:gd name="connsiteY48" fmla="*/ 1724772 h 3482342"/>
              <a:gd name="connsiteX49" fmla="*/ 9278020 w 12192000"/>
              <a:gd name="connsiteY49" fmla="*/ 1741161 h 3482342"/>
              <a:gd name="connsiteX50" fmla="*/ 9217145 w 12192000"/>
              <a:gd name="connsiteY50" fmla="*/ 1771195 h 3482342"/>
              <a:gd name="connsiteX51" fmla="*/ 8955875 w 12192000"/>
              <a:gd name="connsiteY51" fmla="*/ 1796806 h 3482342"/>
              <a:gd name="connsiteX52" fmla="*/ 8648415 w 12192000"/>
              <a:gd name="connsiteY52" fmla="*/ 1878623 h 3482342"/>
              <a:gd name="connsiteX53" fmla="*/ 8495949 w 12192000"/>
              <a:gd name="connsiteY53" fmla="*/ 1902425 h 3482342"/>
              <a:gd name="connsiteX54" fmla="*/ 8236214 w 12192000"/>
              <a:gd name="connsiteY54" fmla="*/ 1909725 h 3482342"/>
              <a:gd name="connsiteX55" fmla="*/ 8132104 w 12192000"/>
              <a:gd name="connsiteY55" fmla="*/ 1895727 h 3482342"/>
              <a:gd name="connsiteX56" fmla="*/ 7918078 w 12192000"/>
              <a:gd name="connsiteY56" fmla="*/ 1862668 h 3482342"/>
              <a:gd name="connsiteX57" fmla="*/ 7817899 w 12192000"/>
              <a:gd name="connsiteY57" fmla="*/ 1862176 h 3482342"/>
              <a:gd name="connsiteX58" fmla="*/ 7768994 w 12192000"/>
              <a:gd name="connsiteY58" fmla="*/ 1855721 h 3482342"/>
              <a:gd name="connsiteX59" fmla="*/ 7618027 w 12192000"/>
              <a:gd name="connsiteY59" fmla="*/ 1830959 h 3482342"/>
              <a:gd name="connsiteX60" fmla="*/ 7449425 w 12192000"/>
              <a:gd name="connsiteY60" fmla="*/ 1810910 h 3482342"/>
              <a:gd name="connsiteX61" fmla="*/ 7342915 w 12192000"/>
              <a:gd name="connsiteY61" fmla="*/ 1819827 h 3482342"/>
              <a:gd name="connsiteX62" fmla="*/ 7255191 w 12192000"/>
              <a:gd name="connsiteY62" fmla="*/ 1834354 h 3482342"/>
              <a:gd name="connsiteX63" fmla="*/ 7131205 w 12192000"/>
              <a:gd name="connsiteY63" fmla="*/ 1845557 h 3482342"/>
              <a:gd name="connsiteX64" fmla="*/ 6941837 w 12192000"/>
              <a:gd name="connsiteY64" fmla="*/ 1840640 h 3482342"/>
              <a:gd name="connsiteX65" fmla="*/ 6837145 w 12192000"/>
              <a:gd name="connsiteY65" fmla="*/ 1870724 h 3482342"/>
              <a:gd name="connsiteX66" fmla="*/ 6753991 w 12192000"/>
              <a:gd name="connsiteY66" fmla="*/ 1860969 h 3482342"/>
              <a:gd name="connsiteX67" fmla="*/ 6727754 w 12192000"/>
              <a:gd name="connsiteY67" fmla="*/ 1882372 h 3482342"/>
              <a:gd name="connsiteX68" fmla="*/ 6723371 w 12192000"/>
              <a:gd name="connsiteY68" fmla="*/ 1886494 h 3482342"/>
              <a:gd name="connsiteX69" fmla="*/ 6702779 w 12192000"/>
              <a:gd name="connsiteY69" fmla="*/ 1893601 h 3482342"/>
              <a:gd name="connsiteX70" fmla="*/ 6686657 w 12192000"/>
              <a:gd name="connsiteY70" fmla="*/ 1907344 h 3482342"/>
              <a:gd name="connsiteX71" fmla="*/ 6651330 w 12192000"/>
              <a:gd name="connsiteY71" fmla="*/ 1922921 h 3482342"/>
              <a:gd name="connsiteX72" fmla="*/ 6622958 w 12192000"/>
              <a:gd name="connsiteY72" fmla="*/ 1936255 h 3482342"/>
              <a:gd name="connsiteX73" fmla="*/ 6522602 w 12192000"/>
              <a:gd name="connsiteY73" fmla="*/ 1954133 h 3482342"/>
              <a:gd name="connsiteX74" fmla="*/ 6444344 w 12192000"/>
              <a:gd name="connsiteY74" fmla="*/ 1969663 h 3482342"/>
              <a:gd name="connsiteX75" fmla="*/ 6409626 w 12192000"/>
              <a:gd name="connsiteY75" fmla="*/ 1978846 h 3482342"/>
              <a:gd name="connsiteX76" fmla="*/ 6333446 w 12192000"/>
              <a:gd name="connsiteY76" fmla="*/ 1997163 h 3482342"/>
              <a:gd name="connsiteX77" fmla="*/ 6294933 w 12192000"/>
              <a:gd name="connsiteY77" fmla="*/ 2019412 h 3482342"/>
              <a:gd name="connsiteX78" fmla="*/ 6238719 w 12192000"/>
              <a:gd name="connsiteY78" fmla="*/ 2042547 h 3482342"/>
              <a:gd name="connsiteX79" fmla="*/ 6187205 w 12192000"/>
              <a:gd name="connsiteY79" fmla="*/ 2060048 h 3482342"/>
              <a:gd name="connsiteX80" fmla="*/ 6138780 w 12192000"/>
              <a:gd name="connsiteY80" fmla="*/ 2081918 h 3482342"/>
              <a:gd name="connsiteX81" fmla="*/ 6120125 w 12192000"/>
              <a:gd name="connsiteY81" fmla="*/ 2109475 h 3482342"/>
              <a:gd name="connsiteX82" fmla="*/ 6056576 w 12192000"/>
              <a:gd name="connsiteY82" fmla="*/ 2120066 h 3482342"/>
              <a:gd name="connsiteX83" fmla="*/ 5993794 w 12192000"/>
              <a:gd name="connsiteY83" fmla="*/ 2122569 h 3482342"/>
              <a:gd name="connsiteX84" fmla="*/ 5943601 w 12192000"/>
              <a:gd name="connsiteY84" fmla="*/ 2137719 h 3482342"/>
              <a:gd name="connsiteX85" fmla="*/ 5898141 w 12192000"/>
              <a:gd name="connsiteY85" fmla="*/ 2144806 h 3482342"/>
              <a:gd name="connsiteX86" fmla="*/ 5855337 w 12192000"/>
              <a:gd name="connsiteY86" fmla="*/ 2137719 h 3482342"/>
              <a:gd name="connsiteX87" fmla="*/ 5817682 w 12192000"/>
              <a:gd name="connsiteY87" fmla="*/ 2157358 h 3482342"/>
              <a:gd name="connsiteX88" fmla="*/ 5735300 w 12192000"/>
              <a:gd name="connsiteY88" fmla="*/ 2158902 h 3482342"/>
              <a:gd name="connsiteX89" fmla="*/ 5591469 w 12192000"/>
              <a:gd name="connsiteY89" fmla="*/ 2178389 h 3482342"/>
              <a:gd name="connsiteX90" fmla="*/ 5505818 w 12192000"/>
              <a:gd name="connsiteY90" fmla="*/ 2194207 h 3482342"/>
              <a:gd name="connsiteX91" fmla="*/ 5452860 w 12192000"/>
              <a:gd name="connsiteY91" fmla="*/ 2180085 h 3482342"/>
              <a:gd name="connsiteX92" fmla="*/ 5414282 w 12192000"/>
              <a:gd name="connsiteY92" fmla="*/ 2183070 h 3482342"/>
              <a:gd name="connsiteX93" fmla="*/ 5368369 w 12192000"/>
              <a:gd name="connsiteY93" fmla="*/ 2204272 h 3482342"/>
              <a:gd name="connsiteX94" fmla="*/ 5336354 w 12192000"/>
              <a:gd name="connsiteY94" fmla="*/ 2218920 h 3482342"/>
              <a:gd name="connsiteX95" fmla="*/ 5291263 w 12192000"/>
              <a:gd name="connsiteY95" fmla="*/ 2239182 h 3482342"/>
              <a:gd name="connsiteX96" fmla="*/ 5255152 w 12192000"/>
              <a:gd name="connsiteY96" fmla="*/ 2247164 h 3482342"/>
              <a:gd name="connsiteX97" fmla="*/ 5233796 w 12192000"/>
              <a:gd name="connsiteY97" fmla="*/ 2268260 h 3482342"/>
              <a:gd name="connsiteX98" fmla="*/ 5212786 w 12192000"/>
              <a:gd name="connsiteY98" fmla="*/ 2296592 h 3482342"/>
              <a:gd name="connsiteX99" fmla="*/ 5173523 w 12192000"/>
              <a:gd name="connsiteY99" fmla="*/ 2309057 h 3482342"/>
              <a:gd name="connsiteX100" fmla="*/ 5123830 w 12192000"/>
              <a:gd name="connsiteY100" fmla="*/ 2307070 h 3482342"/>
              <a:gd name="connsiteX101" fmla="*/ 5065426 w 12192000"/>
              <a:gd name="connsiteY101" fmla="*/ 2324076 h 3482342"/>
              <a:gd name="connsiteX102" fmla="*/ 4975908 w 12192000"/>
              <a:gd name="connsiteY102" fmla="*/ 2364128 h 3482342"/>
              <a:gd name="connsiteX103" fmla="*/ 4913723 w 12192000"/>
              <a:gd name="connsiteY103" fmla="*/ 2385265 h 3482342"/>
              <a:gd name="connsiteX104" fmla="*/ 4746485 w 12192000"/>
              <a:gd name="connsiteY104" fmla="*/ 2451769 h 3482342"/>
              <a:gd name="connsiteX105" fmla="*/ 4681588 w 12192000"/>
              <a:gd name="connsiteY105" fmla="*/ 2467494 h 3482342"/>
              <a:gd name="connsiteX106" fmla="*/ 1783655 w 12192000"/>
              <a:gd name="connsiteY106" fmla="*/ 3163860 h 3482342"/>
              <a:gd name="connsiteX107" fmla="*/ 1325955 w 12192000"/>
              <a:gd name="connsiteY107" fmla="*/ 3176692 h 3482342"/>
              <a:gd name="connsiteX108" fmla="*/ 1190384 w 12192000"/>
              <a:gd name="connsiteY108" fmla="*/ 3203504 h 3482342"/>
              <a:gd name="connsiteX109" fmla="*/ 1094537 w 12192000"/>
              <a:gd name="connsiteY109" fmla="*/ 3229469 h 3482342"/>
              <a:gd name="connsiteX110" fmla="*/ 779276 w 12192000"/>
              <a:gd name="connsiteY110" fmla="*/ 3327290 h 3482342"/>
              <a:gd name="connsiteX111" fmla="*/ 600378 w 12192000"/>
              <a:gd name="connsiteY111" fmla="*/ 3335250 h 3482342"/>
              <a:gd name="connsiteX112" fmla="*/ 493457 w 12192000"/>
              <a:gd name="connsiteY112" fmla="*/ 3365044 h 3482342"/>
              <a:gd name="connsiteX113" fmla="*/ 349402 w 12192000"/>
              <a:gd name="connsiteY113" fmla="*/ 3380897 h 3482342"/>
              <a:gd name="connsiteX114" fmla="*/ 192183 w 12192000"/>
              <a:gd name="connsiteY114" fmla="*/ 3460075 h 3482342"/>
              <a:gd name="connsiteX115" fmla="*/ 46713 w 12192000"/>
              <a:gd name="connsiteY115" fmla="*/ 3462986 h 3482342"/>
              <a:gd name="connsiteX116" fmla="*/ 2765 w 12192000"/>
              <a:gd name="connsiteY116" fmla="*/ 3480770 h 3482342"/>
              <a:gd name="connsiteX117" fmla="*/ 0 w 12192000"/>
              <a:gd name="connsiteY117" fmla="*/ 3482342 h 3482342"/>
              <a:gd name="connsiteX118" fmla="*/ 0 w 12192000"/>
              <a:gd name="connsiteY11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3568 w 12192000"/>
              <a:gd name="connsiteY18" fmla="*/ 1039464 h 3482342"/>
              <a:gd name="connsiteX19" fmla="*/ 11175804 w 12192000"/>
              <a:gd name="connsiteY19" fmla="*/ 1067977 h 3482342"/>
              <a:gd name="connsiteX20" fmla="*/ 11120819 w 12192000"/>
              <a:gd name="connsiteY20" fmla="*/ 1126133 h 3482342"/>
              <a:gd name="connsiteX21" fmla="*/ 11028687 w 12192000"/>
              <a:gd name="connsiteY21" fmla="*/ 1199018 h 3482342"/>
              <a:gd name="connsiteX22" fmla="*/ 10960443 w 12192000"/>
              <a:gd name="connsiteY22" fmla="*/ 1244502 h 3482342"/>
              <a:gd name="connsiteX23" fmla="*/ 10850998 w 12192000"/>
              <a:gd name="connsiteY23" fmla="*/ 1269215 h 3482342"/>
              <a:gd name="connsiteX24" fmla="*/ 10815658 w 12192000"/>
              <a:gd name="connsiteY24" fmla="*/ 1287849 h 3482342"/>
              <a:gd name="connsiteX25" fmla="*/ 10679906 w 12192000"/>
              <a:gd name="connsiteY25" fmla="*/ 1324988 h 3482342"/>
              <a:gd name="connsiteX26" fmla="*/ 10636304 w 12192000"/>
              <a:gd name="connsiteY26" fmla="*/ 1317928 h 3482342"/>
              <a:gd name="connsiteX27" fmla="*/ 10603863 w 12192000"/>
              <a:gd name="connsiteY27" fmla="*/ 1346886 h 3482342"/>
              <a:gd name="connsiteX28" fmla="*/ 10573203 w 12192000"/>
              <a:gd name="connsiteY28" fmla="*/ 1351996 h 3482342"/>
              <a:gd name="connsiteX29" fmla="*/ 10513263 w 12192000"/>
              <a:gd name="connsiteY29" fmla="*/ 1350756 h 3482342"/>
              <a:gd name="connsiteX30" fmla="*/ 10464012 w 12192000"/>
              <a:gd name="connsiteY30" fmla="*/ 1391778 h 3482342"/>
              <a:gd name="connsiteX31" fmla="*/ 10405409 w 12192000"/>
              <a:gd name="connsiteY31" fmla="*/ 1422789 h 3482342"/>
              <a:gd name="connsiteX32" fmla="*/ 10370530 w 12192000"/>
              <a:gd name="connsiteY32" fmla="*/ 1441596 h 3482342"/>
              <a:gd name="connsiteX33" fmla="*/ 10314361 w 12192000"/>
              <a:gd name="connsiteY33" fmla="*/ 1466924 h 3482342"/>
              <a:gd name="connsiteX34" fmla="*/ 10264922 w 12192000"/>
              <a:gd name="connsiteY34" fmla="*/ 1472107 h 3482342"/>
              <a:gd name="connsiteX35" fmla="*/ 10201385 w 12192000"/>
              <a:gd name="connsiteY35" fmla="*/ 1477515 h 3482342"/>
              <a:gd name="connsiteX36" fmla="*/ 10120184 w 12192000"/>
              <a:gd name="connsiteY36" fmla="*/ 1466924 h 3482342"/>
              <a:gd name="connsiteX37" fmla="*/ 10058690 w 12192000"/>
              <a:gd name="connsiteY37" fmla="*/ 1474888 h 3482342"/>
              <a:gd name="connsiteX38" fmla="*/ 10004424 w 12192000"/>
              <a:gd name="connsiteY38" fmla="*/ 1489801 h 3482342"/>
              <a:gd name="connsiteX39" fmla="*/ 9999951 w 12192000"/>
              <a:gd name="connsiteY39" fmla="*/ 1499127 h 3482342"/>
              <a:gd name="connsiteX40" fmla="*/ 9845462 w 12192000"/>
              <a:gd name="connsiteY40" fmla="*/ 1548192 h 3482342"/>
              <a:gd name="connsiteX41" fmla="*/ 9736156 w 12192000"/>
              <a:gd name="connsiteY41" fmla="*/ 1581928 h 3482342"/>
              <a:gd name="connsiteX42" fmla="*/ 9693355 w 12192000"/>
              <a:gd name="connsiteY42" fmla="*/ 1602632 h 3482342"/>
              <a:gd name="connsiteX43" fmla="*/ 9664242 w 12192000"/>
              <a:gd name="connsiteY43" fmla="*/ 1622075 h 3482342"/>
              <a:gd name="connsiteX44" fmla="*/ 9579195 w 12192000"/>
              <a:gd name="connsiteY44" fmla="*/ 1648017 h 3482342"/>
              <a:gd name="connsiteX45" fmla="*/ 9433652 w 12192000"/>
              <a:gd name="connsiteY45" fmla="*/ 1681174 h 3482342"/>
              <a:gd name="connsiteX46" fmla="*/ 9403775 w 12192000"/>
              <a:gd name="connsiteY46" fmla="*/ 1690403 h 3482342"/>
              <a:gd name="connsiteX47" fmla="*/ 9382503 w 12192000"/>
              <a:gd name="connsiteY47" fmla="*/ 1706957 h 3482342"/>
              <a:gd name="connsiteX48" fmla="*/ 9381410 w 12192000"/>
              <a:gd name="connsiteY48" fmla="*/ 1718312 h 3482342"/>
              <a:gd name="connsiteX49" fmla="*/ 9365685 w 12192000"/>
              <a:gd name="connsiteY49" fmla="*/ 1724772 h 3482342"/>
              <a:gd name="connsiteX50" fmla="*/ 9278020 w 12192000"/>
              <a:gd name="connsiteY50" fmla="*/ 1741161 h 3482342"/>
              <a:gd name="connsiteX51" fmla="*/ 9217145 w 12192000"/>
              <a:gd name="connsiteY51" fmla="*/ 1771195 h 3482342"/>
              <a:gd name="connsiteX52" fmla="*/ 8955875 w 12192000"/>
              <a:gd name="connsiteY52" fmla="*/ 1796806 h 3482342"/>
              <a:gd name="connsiteX53" fmla="*/ 8648415 w 12192000"/>
              <a:gd name="connsiteY53" fmla="*/ 1878623 h 3482342"/>
              <a:gd name="connsiteX54" fmla="*/ 8495949 w 12192000"/>
              <a:gd name="connsiteY54" fmla="*/ 1902425 h 3482342"/>
              <a:gd name="connsiteX55" fmla="*/ 8236214 w 12192000"/>
              <a:gd name="connsiteY55" fmla="*/ 1909725 h 3482342"/>
              <a:gd name="connsiteX56" fmla="*/ 8132104 w 12192000"/>
              <a:gd name="connsiteY56" fmla="*/ 1895727 h 3482342"/>
              <a:gd name="connsiteX57" fmla="*/ 7918078 w 12192000"/>
              <a:gd name="connsiteY57" fmla="*/ 1862668 h 3482342"/>
              <a:gd name="connsiteX58" fmla="*/ 7817899 w 12192000"/>
              <a:gd name="connsiteY58" fmla="*/ 1862176 h 3482342"/>
              <a:gd name="connsiteX59" fmla="*/ 7768994 w 12192000"/>
              <a:gd name="connsiteY59" fmla="*/ 1855721 h 3482342"/>
              <a:gd name="connsiteX60" fmla="*/ 7618027 w 12192000"/>
              <a:gd name="connsiteY60" fmla="*/ 1830959 h 3482342"/>
              <a:gd name="connsiteX61" fmla="*/ 7449425 w 12192000"/>
              <a:gd name="connsiteY61" fmla="*/ 1810910 h 3482342"/>
              <a:gd name="connsiteX62" fmla="*/ 7342915 w 12192000"/>
              <a:gd name="connsiteY62" fmla="*/ 1819827 h 3482342"/>
              <a:gd name="connsiteX63" fmla="*/ 7255191 w 12192000"/>
              <a:gd name="connsiteY63" fmla="*/ 1834354 h 3482342"/>
              <a:gd name="connsiteX64" fmla="*/ 7131205 w 12192000"/>
              <a:gd name="connsiteY64" fmla="*/ 1845557 h 3482342"/>
              <a:gd name="connsiteX65" fmla="*/ 6941837 w 12192000"/>
              <a:gd name="connsiteY65" fmla="*/ 1840640 h 3482342"/>
              <a:gd name="connsiteX66" fmla="*/ 6837145 w 12192000"/>
              <a:gd name="connsiteY66" fmla="*/ 1870724 h 3482342"/>
              <a:gd name="connsiteX67" fmla="*/ 6753991 w 12192000"/>
              <a:gd name="connsiteY67" fmla="*/ 1860969 h 3482342"/>
              <a:gd name="connsiteX68" fmla="*/ 6727754 w 12192000"/>
              <a:gd name="connsiteY68" fmla="*/ 1882372 h 3482342"/>
              <a:gd name="connsiteX69" fmla="*/ 6723371 w 12192000"/>
              <a:gd name="connsiteY69" fmla="*/ 1886494 h 3482342"/>
              <a:gd name="connsiteX70" fmla="*/ 6702779 w 12192000"/>
              <a:gd name="connsiteY70" fmla="*/ 1893601 h 3482342"/>
              <a:gd name="connsiteX71" fmla="*/ 6686657 w 12192000"/>
              <a:gd name="connsiteY71" fmla="*/ 1907344 h 3482342"/>
              <a:gd name="connsiteX72" fmla="*/ 6651330 w 12192000"/>
              <a:gd name="connsiteY72" fmla="*/ 1922921 h 3482342"/>
              <a:gd name="connsiteX73" fmla="*/ 6622958 w 12192000"/>
              <a:gd name="connsiteY73" fmla="*/ 1936255 h 3482342"/>
              <a:gd name="connsiteX74" fmla="*/ 6522602 w 12192000"/>
              <a:gd name="connsiteY74" fmla="*/ 1954133 h 3482342"/>
              <a:gd name="connsiteX75" fmla="*/ 6444344 w 12192000"/>
              <a:gd name="connsiteY75" fmla="*/ 1969663 h 3482342"/>
              <a:gd name="connsiteX76" fmla="*/ 6409626 w 12192000"/>
              <a:gd name="connsiteY76" fmla="*/ 1978846 h 3482342"/>
              <a:gd name="connsiteX77" fmla="*/ 6333446 w 12192000"/>
              <a:gd name="connsiteY77" fmla="*/ 1997163 h 3482342"/>
              <a:gd name="connsiteX78" fmla="*/ 6294933 w 12192000"/>
              <a:gd name="connsiteY78" fmla="*/ 2019412 h 3482342"/>
              <a:gd name="connsiteX79" fmla="*/ 6238719 w 12192000"/>
              <a:gd name="connsiteY79" fmla="*/ 2042547 h 3482342"/>
              <a:gd name="connsiteX80" fmla="*/ 6187205 w 12192000"/>
              <a:gd name="connsiteY80" fmla="*/ 2060048 h 3482342"/>
              <a:gd name="connsiteX81" fmla="*/ 6138780 w 12192000"/>
              <a:gd name="connsiteY81" fmla="*/ 2081918 h 3482342"/>
              <a:gd name="connsiteX82" fmla="*/ 6120125 w 12192000"/>
              <a:gd name="connsiteY82" fmla="*/ 2109475 h 3482342"/>
              <a:gd name="connsiteX83" fmla="*/ 6056576 w 12192000"/>
              <a:gd name="connsiteY83" fmla="*/ 2120066 h 3482342"/>
              <a:gd name="connsiteX84" fmla="*/ 5993794 w 12192000"/>
              <a:gd name="connsiteY84" fmla="*/ 2122569 h 3482342"/>
              <a:gd name="connsiteX85" fmla="*/ 5943601 w 12192000"/>
              <a:gd name="connsiteY85" fmla="*/ 2137719 h 3482342"/>
              <a:gd name="connsiteX86" fmla="*/ 5898141 w 12192000"/>
              <a:gd name="connsiteY86" fmla="*/ 2144806 h 3482342"/>
              <a:gd name="connsiteX87" fmla="*/ 5855337 w 12192000"/>
              <a:gd name="connsiteY87" fmla="*/ 2137719 h 3482342"/>
              <a:gd name="connsiteX88" fmla="*/ 5817682 w 12192000"/>
              <a:gd name="connsiteY88" fmla="*/ 2157358 h 3482342"/>
              <a:gd name="connsiteX89" fmla="*/ 5735300 w 12192000"/>
              <a:gd name="connsiteY89" fmla="*/ 2158902 h 3482342"/>
              <a:gd name="connsiteX90" fmla="*/ 5591469 w 12192000"/>
              <a:gd name="connsiteY90" fmla="*/ 2178389 h 3482342"/>
              <a:gd name="connsiteX91" fmla="*/ 5505818 w 12192000"/>
              <a:gd name="connsiteY91" fmla="*/ 2194207 h 3482342"/>
              <a:gd name="connsiteX92" fmla="*/ 5452860 w 12192000"/>
              <a:gd name="connsiteY92" fmla="*/ 2180085 h 3482342"/>
              <a:gd name="connsiteX93" fmla="*/ 5414282 w 12192000"/>
              <a:gd name="connsiteY93" fmla="*/ 2183070 h 3482342"/>
              <a:gd name="connsiteX94" fmla="*/ 5368369 w 12192000"/>
              <a:gd name="connsiteY94" fmla="*/ 2204272 h 3482342"/>
              <a:gd name="connsiteX95" fmla="*/ 5336354 w 12192000"/>
              <a:gd name="connsiteY95" fmla="*/ 2218920 h 3482342"/>
              <a:gd name="connsiteX96" fmla="*/ 5291263 w 12192000"/>
              <a:gd name="connsiteY96" fmla="*/ 2239182 h 3482342"/>
              <a:gd name="connsiteX97" fmla="*/ 5255152 w 12192000"/>
              <a:gd name="connsiteY97" fmla="*/ 2247164 h 3482342"/>
              <a:gd name="connsiteX98" fmla="*/ 5233796 w 12192000"/>
              <a:gd name="connsiteY98" fmla="*/ 2268260 h 3482342"/>
              <a:gd name="connsiteX99" fmla="*/ 5212786 w 12192000"/>
              <a:gd name="connsiteY99" fmla="*/ 2296592 h 3482342"/>
              <a:gd name="connsiteX100" fmla="*/ 5173523 w 12192000"/>
              <a:gd name="connsiteY100" fmla="*/ 2309057 h 3482342"/>
              <a:gd name="connsiteX101" fmla="*/ 5123830 w 12192000"/>
              <a:gd name="connsiteY101" fmla="*/ 2307070 h 3482342"/>
              <a:gd name="connsiteX102" fmla="*/ 5065426 w 12192000"/>
              <a:gd name="connsiteY102" fmla="*/ 2324076 h 3482342"/>
              <a:gd name="connsiteX103" fmla="*/ 4975908 w 12192000"/>
              <a:gd name="connsiteY103" fmla="*/ 2364128 h 3482342"/>
              <a:gd name="connsiteX104" fmla="*/ 4913723 w 12192000"/>
              <a:gd name="connsiteY104" fmla="*/ 2385265 h 3482342"/>
              <a:gd name="connsiteX105" fmla="*/ 4746485 w 12192000"/>
              <a:gd name="connsiteY105" fmla="*/ 2451769 h 3482342"/>
              <a:gd name="connsiteX106" fmla="*/ 4681588 w 12192000"/>
              <a:gd name="connsiteY106" fmla="*/ 2467494 h 3482342"/>
              <a:gd name="connsiteX107" fmla="*/ 1783655 w 12192000"/>
              <a:gd name="connsiteY107" fmla="*/ 3163860 h 3482342"/>
              <a:gd name="connsiteX108" fmla="*/ 1325955 w 12192000"/>
              <a:gd name="connsiteY108" fmla="*/ 3176692 h 3482342"/>
              <a:gd name="connsiteX109" fmla="*/ 1190384 w 12192000"/>
              <a:gd name="connsiteY109" fmla="*/ 3203504 h 3482342"/>
              <a:gd name="connsiteX110" fmla="*/ 1094537 w 12192000"/>
              <a:gd name="connsiteY110" fmla="*/ 3229469 h 3482342"/>
              <a:gd name="connsiteX111" fmla="*/ 779276 w 12192000"/>
              <a:gd name="connsiteY111" fmla="*/ 3327290 h 3482342"/>
              <a:gd name="connsiteX112" fmla="*/ 600378 w 12192000"/>
              <a:gd name="connsiteY112" fmla="*/ 3335250 h 3482342"/>
              <a:gd name="connsiteX113" fmla="*/ 493457 w 12192000"/>
              <a:gd name="connsiteY113" fmla="*/ 3365044 h 3482342"/>
              <a:gd name="connsiteX114" fmla="*/ 349402 w 12192000"/>
              <a:gd name="connsiteY114" fmla="*/ 3380897 h 3482342"/>
              <a:gd name="connsiteX115" fmla="*/ 192183 w 12192000"/>
              <a:gd name="connsiteY115" fmla="*/ 3460075 h 3482342"/>
              <a:gd name="connsiteX116" fmla="*/ 46713 w 12192000"/>
              <a:gd name="connsiteY116" fmla="*/ 3462986 h 3482342"/>
              <a:gd name="connsiteX117" fmla="*/ 2765 w 12192000"/>
              <a:gd name="connsiteY117" fmla="*/ 3480770 h 3482342"/>
              <a:gd name="connsiteX118" fmla="*/ 0 w 12192000"/>
              <a:gd name="connsiteY118" fmla="*/ 3482342 h 3482342"/>
              <a:gd name="connsiteX119" fmla="*/ 0 w 12192000"/>
              <a:gd name="connsiteY11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228040 w 12192000"/>
              <a:gd name="connsiteY17" fmla="*/ 958953 h 3482342"/>
              <a:gd name="connsiteX18" fmla="*/ 11196987 w 12192000"/>
              <a:gd name="connsiteY18" fmla="*/ 1000897 h 3482342"/>
              <a:gd name="connsiteX19" fmla="*/ 11193568 w 12192000"/>
              <a:gd name="connsiteY19" fmla="*/ 1039464 h 3482342"/>
              <a:gd name="connsiteX20" fmla="*/ 11175804 w 12192000"/>
              <a:gd name="connsiteY20" fmla="*/ 1067977 h 3482342"/>
              <a:gd name="connsiteX21" fmla="*/ 11120819 w 12192000"/>
              <a:gd name="connsiteY21" fmla="*/ 1126133 h 3482342"/>
              <a:gd name="connsiteX22" fmla="*/ 11028687 w 12192000"/>
              <a:gd name="connsiteY22" fmla="*/ 1199018 h 3482342"/>
              <a:gd name="connsiteX23" fmla="*/ 10960443 w 12192000"/>
              <a:gd name="connsiteY23" fmla="*/ 1244502 h 3482342"/>
              <a:gd name="connsiteX24" fmla="*/ 10850998 w 12192000"/>
              <a:gd name="connsiteY24" fmla="*/ 1269215 h 3482342"/>
              <a:gd name="connsiteX25" fmla="*/ 10815658 w 12192000"/>
              <a:gd name="connsiteY25" fmla="*/ 1287849 h 3482342"/>
              <a:gd name="connsiteX26" fmla="*/ 10679906 w 12192000"/>
              <a:gd name="connsiteY26" fmla="*/ 1324988 h 3482342"/>
              <a:gd name="connsiteX27" fmla="*/ 10636304 w 12192000"/>
              <a:gd name="connsiteY27" fmla="*/ 1317928 h 3482342"/>
              <a:gd name="connsiteX28" fmla="*/ 10603863 w 12192000"/>
              <a:gd name="connsiteY28" fmla="*/ 1346886 h 3482342"/>
              <a:gd name="connsiteX29" fmla="*/ 10573203 w 12192000"/>
              <a:gd name="connsiteY29" fmla="*/ 1351996 h 3482342"/>
              <a:gd name="connsiteX30" fmla="*/ 10513263 w 12192000"/>
              <a:gd name="connsiteY30" fmla="*/ 1350756 h 3482342"/>
              <a:gd name="connsiteX31" fmla="*/ 10464012 w 12192000"/>
              <a:gd name="connsiteY31" fmla="*/ 1391778 h 3482342"/>
              <a:gd name="connsiteX32" fmla="*/ 10405409 w 12192000"/>
              <a:gd name="connsiteY32" fmla="*/ 1422789 h 3482342"/>
              <a:gd name="connsiteX33" fmla="*/ 10370530 w 12192000"/>
              <a:gd name="connsiteY33" fmla="*/ 1441596 h 3482342"/>
              <a:gd name="connsiteX34" fmla="*/ 10314361 w 12192000"/>
              <a:gd name="connsiteY34" fmla="*/ 1466924 h 3482342"/>
              <a:gd name="connsiteX35" fmla="*/ 10264922 w 12192000"/>
              <a:gd name="connsiteY35" fmla="*/ 1472107 h 3482342"/>
              <a:gd name="connsiteX36" fmla="*/ 10201385 w 12192000"/>
              <a:gd name="connsiteY36" fmla="*/ 1477515 h 3482342"/>
              <a:gd name="connsiteX37" fmla="*/ 10120184 w 12192000"/>
              <a:gd name="connsiteY37" fmla="*/ 1466924 h 3482342"/>
              <a:gd name="connsiteX38" fmla="*/ 10058690 w 12192000"/>
              <a:gd name="connsiteY38" fmla="*/ 1474888 h 3482342"/>
              <a:gd name="connsiteX39" fmla="*/ 10004424 w 12192000"/>
              <a:gd name="connsiteY39" fmla="*/ 1489801 h 3482342"/>
              <a:gd name="connsiteX40" fmla="*/ 9999951 w 12192000"/>
              <a:gd name="connsiteY40" fmla="*/ 1499127 h 3482342"/>
              <a:gd name="connsiteX41" fmla="*/ 9845462 w 12192000"/>
              <a:gd name="connsiteY41" fmla="*/ 1548192 h 3482342"/>
              <a:gd name="connsiteX42" fmla="*/ 9736156 w 12192000"/>
              <a:gd name="connsiteY42" fmla="*/ 1581928 h 3482342"/>
              <a:gd name="connsiteX43" fmla="*/ 9693355 w 12192000"/>
              <a:gd name="connsiteY43" fmla="*/ 1602632 h 3482342"/>
              <a:gd name="connsiteX44" fmla="*/ 9664242 w 12192000"/>
              <a:gd name="connsiteY44" fmla="*/ 1622075 h 3482342"/>
              <a:gd name="connsiteX45" fmla="*/ 9579195 w 12192000"/>
              <a:gd name="connsiteY45" fmla="*/ 1648017 h 3482342"/>
              <a:gd name="connsiteX46" fmla="*/ 9433652 w 12192000"/>
              <a:gd name="connsiteY46" fmla="*/ 1681174 h 3482342"/>
              <a:gd name="connsiteX47" fmla="*/ 9403775 w 12192000"/>
              <a:gd name="connsiteY47" fmla="*/ 1690403 h 3482342"/>
              <a:gd name="connsiteX48" fmla="*/ 9382503 w 12192000"/>
              <a:gd name="connsiteY48" fmla="*/ 1706957 h 3482342"/>
              <a:gd name="connsiteX49" fmla="*/ 9381410 w 12192000"/>
              <a:gd name="connsiteY49" fmla="*/ 1718312 h 3482342"/>
              <a:gd name="connsiteX50" fmla="*/ 9365685 w 12192000"/>
              <a:gd name="connsiteY50" fmla="*/ 1724772 h 3482342"/>
              <a:gd name="connsiteX51" fmla="*/ 9278020 w 12192000"/>
              <a:gd name="connsiteY51" fmla="*/ 1741161 h 3482342"/>
              <a:gd name="connsiteX52" fmla="*/ 9217145 w 12192000"/>
              <a:gd name="connsiteY52" fmla="*/ 1771195 h 3482342"/>
              <a:gd name="connsiteX53" fmla="*/ 8955875 w 12192000"/>
              <a:gd name="connsiteY53" fmla="*/ 1796806 h 3482342"/>
              <a:gd name="connsiteX54" fmla="*/ 8648415 w 12192000"/>
              <a:gd name="connsiteY54" fmla="*/ 1878623 h 3482342"/>
              <a:gd name="connsiteX55" fmla="*/ 8495949 w 12192000"/>
              <a:gd name="connsiteY55" fmla="*/ 1902425 h 3482342"/>
              <a:gd name="connsiteX56" fmla="*/ 8236214 w 12192000"/>
              <a:gd name="connsiteY56" fmla="*/ 1909725 h 3482342"/>
              <a:gd name="connsiteX57" fmla="*/ 8132104 w 12192000"/>
              <a:gd name="connsiteY57" fmla="*/ 1895727 h 3482342"/>
              <a:gd name="connsiteX58" fmla="*/ 7918078 w 12192000"/>
              <a:gd name="connsiteY58" fmla="*/ 1862668 h 3482342"/>
              <a:gd name="connsiteX59" fmla="*/ 7817899 w 12192000"/>
              <a:gd name="connsiteY59" fmla="*/ 1862176 h 3482342"/>
              <a:gd name="connsiteX60" fmla="*/ 7768994 w 12192000"/>
              <a:gd name="connsiteY60" fmla="*/ 1855721 h 3482342"/>
              <a:gd name="connsiteX61" fmla="*/ 7618027 w 12192000"/>
              <a:gd name="connsiteY61" fmla="*/ 1830959 h 3482342"/>
              <a:gd name="connsiteX62" fmla="*/ 7449425 w 12192000"/>
              <a:gd name="connsiteY62" fmla="*/ 1810910 h 3482342"/>
              <a:gd name="connsiteX63" fmla="*/ 7342915 w 12192000"/>
              <a:gd name="connsiteY63" fmla="*/ 1819827 h 3482342"/>
              <a:gd name="connsiteX64" fmla="*/ 7255191 w 12192000"/>
              <a:gd name="connsiteY64" fmla="*/ 1834354 h 3482342"/>
              <a:gd name="connsiteX65" fmla="*/ 7131205 w 12192000"/>
              <a:gd name="connsiteY65" fmla="*/ 1845557 h 3482342"/>
              <a:gd name="connsiteX66" fmla="*/ 6941837 w 12192000"/>
              <a:gd name="connsiteY66" fmla="*/ 1840640 h 3482342"/>
              <a:gd name="connsiteX67" fmla="*/ 6837145 w 12192000"/>
              <a:gd name="connsiteY67" fmla="*/ 1870724 h 3482342"/>
              <a:gd name="connsiteX68" fmla="*/ 6753991 w 12192000"/>
              <a:gd name="connsiteY68" fmla="*/ 1860969 h 3482342"/>
              <a:gd name="connsiteX69" fmla="*/ 6727754 w 12192000"/>
              <a:gd name="connsiteY69" fmla="*/ 1882372 h 3482342"/>
              <a:gd name="connsiteX70" fmla="*/ 6723371 w 12192000"/>
              <a:gd name="connsiteY70" fmla="*/ 1886494 h 3482342"/>
              <a:gd name="connsiteX71" fmla="*/ 6702779 w 12192000"/>
              <a:gd name="connsiteY71" fmla="*/ 1893601 h 3482342"/>
              <a:gd name="connsiteX72" fmla="*/ 6686657 w 12192000"/>
              <a:gd name="connsiteY72" fmla="*/ 1907344 h 3482342"/>
              <a:gd name="connsiteX73" fmla="*/ 6651330 w 12192000"/>
              <a:gd name="connsiteY73" fmla="*/ 1922921 h 3482342"/>
              <a:gd name="connsiteX74" fmla="*/ 6622958 w 12192000"/>
              <a:gd name="connsiteY74" fmla="*/ 1936255 h 3482342"/>
              <a:gd name="connsiteX75" fmla="*/ 6522602 w 12192000"/>
              <a:gd name="connsiteY75" fmla="*/ 1954133 h 3482342"/>
              <a:gd name="connsiteX76" fmla="*/ 6444344 w 12192000"/>
              <a:gd name="connsiteY76" fmla="*/ 1969663 h 3482342"/>
              <a:gd name="connsiteX77" fmla="*/ 6409626 w 12192000"/>
              <a:gd name="connsiteY77" fmla="*/ 1978846 h 3482342"/>
              <a:gd name="connsiteX78" fmla="*/ 6333446 w 12192000"/>
              <a:gd name="connsiteY78" fmla="*/ 1997163 h 3482342"/>
              <a:gd name="connsiteX79" fmla="*/ 6294933 w 12192000"/>
              <a:gd name="connsiteY79" fmla="*/ 2019412 h 3482342"/>
              <a:gd name="connsiteX80" fmla="*/ 6238719 w 12192000"/>
              <a:gd name="connsiteY80" fmla="*/ 2042547 h 3482342"/>
              <a:gd name="connsiteX81" fmla="*/ 6187205 w 12192000"/>
              <a:gd name="connsiteY81" fmla="*/ 2060048 h 3482342"/>
              <a:gd name="connsiteX82" fmla="*/ 6138780 w 12192000"/>
              <a:gd name="connsiteY82" fmla="*/ 2081918 h 3482342"/>
              <a:gd name="connsiteX83" fmla="*/ 6120125 w 12192000"/>
              <a:gd name="connsiteY83" fmla="*/ 2109475 h 3482342"/>
              <a:gd name="connsiteX84" fmla="*/ 6056576 w 12192000"/>
              <a:gd name="connsiteY84" fmla="*/ 2120066 h 3482342"/>
              <a:gd name="connsiteX85" fmla="*/ 5993794 w 12192000"/>
              <a:gd name="connsiteY85" fmla="*/ 2122569 h 3482342"/>
              <a:gd name="connsiteX86" fmla="*/ 5943601 w 12192000"/>
              <a:gd name="connsiteY86" fmla="*/ 2137719 h 3482342"/>
              <a:gd name="connsiteX87" fmla="*/ 5898141 w 12192000"/>
              <a:gd name="connsiteY87" fmla="*/ 2144806 h 3482342"/>
              <a:gd name="connsiteX88" fmla="*/ 5855337 w 12192000"/>
              <a:gd name="connsiteY88" fmla="*/ 2137719 h 3482342"/>
              <a:gd name="connsiteX89" fmla="*/ 5817682 w 12192000"/>
              <a:gd name="connsiteY89" fmla="*/ 2157358 h 3482342"/>
              <a:gd name="connsiteX90" fmla="*/ 5735300 w 12192000"/>
              <a:gd name="connsiteY90" fmla="*/ 2158902 h 3482342"/>
              <a:gd name="connsiteX91" fmla="*/ 5591469 w 12192000"/>
              <a:gd name="connsiteY91" fmla="*/ 2178389 h 3482342"/>
              <a:gd name="connsiteX92" fmla="*/ 5505818 w 12192000"/>
              <a:gd name="connsiteY92" fmla="*/ 2194207 h 3482342"/>
              <a:gd name="connsiteX93" fmla="*/ 5452860 w 12192000"/>
              <a:gd name="connsiteY93" fmla="*/ 2180085 h 3482342"/>
              <a:gd name="connsiteX94" fmla="*/ 5414282 w 12192000"/>
              <a:gd name="connsiteY94" fmla="*/ 2183070 h 3482342"/>
              <a:gd name="connsiteX95" fmla="*/ 5368369 w 12192000"/>
              <a:gd name="connsiteY95" fmla="*/ 2204272 h 3482342"/>
              <a:gd name="connsiteX96" fmla="*/ 5336354 w 12192000"/>
              <a:gd name="connsiteY96" fmla="*/ 2218920 h 3482342"/>
              <a:gd name="connsiteX97" fmla="*/ 5291263 w 12192000"/>
              <a:gd name="connsiteY97" fmla="*/ 2239182 h 3482342"/>
              <a:gd name="connsiteX98" fmla="*/ 5255152 w 12192000"/>
              <a:gd name="connsiteY98" fmla="*/ 2247164 h 3482342"/>
              <a:gd name="connsiteX99" fmla="*/ 5233796 w 12192000"/>
              <a:gd name="connsiteY99" fmla="*/ 2268260 h 3482342"/>
              <a:gd name="connsiteX100" fmla="*/ 5212786 w 12192000"/>
              <a:gd name="connsiteY100" fmla="*/ 2296592 h 3482342"/>
              <a:gd name="connsiteX101" fmla="*/ 5173523 w 12192000"/>
              <a:gd name="connsiteY101" fmla="*/ 2309057 h 3482342"/>
              <a:gd name="connsiteX102" fmla="*/ 5123830 w 12192000"/>
              <a:gd name="connsiteY102" fmla="*/ 2307070 h 3482342"/>
              <a:gd name="connsiteX103" fmla="*/ 5065426 w 12192000"/>
              <a:gd name="connsiteY103" fmla="*/ 2324076 h 3482342"/>
              <a:gd name="connsiteX104" fmla="*/ 4975908 w 12192000"/>
              <a:gd name="connsiteY104" fmla="*/ 2364128 h 3482342"/>
              <a:gd name="connsiteX105" fmla="*/ 4913723 w 12192000"/>
              <a:gd name="connsiteY105" fmla="*/ 2385265 h 3482342"/>
              <a:gd name="connsiteX106" fmla="*/ 4746485 w 12192000"/>
              <a:gd name="connsiteY106" fmla="*/ 2451769 h 3482342"/>
              <a:gd name="connsiteX107" fmla="*/ 4681588 w 12192000"/>
              <a:gd name="connsiteY107" fmla="*/ 2467494 h 3482342"/>
              <a:gd name="connsiteX108" fmla="*/ 1783655 w 12192000"/>
              <a:gd name="connsiteY108" fmla="*/ 3163860 h 3482342"/>
              <a:gd name="connsiteX109" fmla="*/ 1325955 w 12192000"/>
              <a:gd name="connsiteY109" fmla="*/ 3176692 h 3482342"/>
              <a:gd name="connsiteX110" fmla="*/ 1190384 w 12192000"/>
              <a:gd name="connsiteY110" fmla="*/ 3203504 h 3482342"/>
              <a:gd name="connsiteX111" fmla="*/ 1094537 w 12192000"/>
              <a:gd name="connsiteY111" fmla="*/ 3229469 h 3482342"/>
              <a:gd name="connsiteX112" fmla="*/ 779276 w 12192000"/>
              <a:gd name="connsiteY112" fmla="*/ 3327290 h 3482342"/>
              <a:gd name="connsiteX113" fmla="*/ 600378 w 12192000"/>
              <a:gd name="connsiteY113" fmla="*/ 3335250 h 3482342"/>
              <a:gd name="connsiteX114" fmla="*/ 493457 w 12192000"/>
              <a:gd name="connsiteY114" fmla="*/ 3365044 h 3482342"/>
              <a:gd name="connsiteX115" fmla="*/ 349402 w 12192000"/>
              <a:gd name="connsiteY115" fmla="*/ 3380897 h 3482342"/>
              <a:gd name="connsiteX116" fmla="*/ 192183 w 12192000"/>
              <a:gd name="connsiteY116" fmla="*/ 3460075 h 3482342"/>
              <a:gd name="connsiteX117" fmla="*/ 46713 w 12192000"/>
              <a:gd name="connsiteY117" fmla="*/ 3462986 h 3482342"/>
              <a:gd name="connsiteX118" fmla="*/ 2765 w 12192000"/>
              <a:gd name="connsiteY118" fmla="*/ 3480770 h 3482342"/>
              <a:gd name="connsiteX119" fmla="*/ 0 w 12192000"/>
              <a:gd name="connsiteY119" fmla="*/ 3482342 h 3482342"/>
              <a:gd name="connsiteX120" fmla="*/ 0 w 12192000"/>
              <a:gd name="connsiteY12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313493 w 12192000"/>
              <a:gd name="connsiteY17" fmla="*/ 880860 h 3482342"/>
              <a:gd name="connsiteX18" fmla="*/ 11228040 w 12192000"/>
              <a:gd name="connsiteY18" fmla="*/ 958953 h 3482342"/>
              <a:gd name="connsiteX19" fmla="*/ 11196987 w 12192000"/>
              <a:gd name="connsiteY19" fmla="*/ 1000897 h 3482342"/>
              <a:gd name="connsiteX20" fmla="*/ 11193568 w 12192000"/>
              <a:gd name="connsiteY20" fmla="*/ 1039464 h 3482342"/>
              <a:gd name="connsiteX21" fmla="*/ 11175804 w 12192000"/>
              <a:gd name="connsiteY21" fmla="*/ 1067977 h 3482342"/>
              <a:gd name="connsiteX22" fmla="*/ 11120819 w 12192000"/>
              <a:gd name="connsiteY22" fmla="*/ 1126133 h 3482342"/>
              <a:gd name="connsiteX23" fmla="*/ 11028687 w 12192000"/>
              <a:gd name="connsiteY23" fmla="*/ 1199018 h 3482342"/>
              <a:gd name="connsiteX24" fmla="*/ 10960443 w 12192000"/>
              <a:gd name="connsiteY24" fmla="*/ 1244502 h 3482342"/>
              <a:gd name="connsiteX25" fmla="*/ 10850998 w 12192000"/>
              <a:gd name="connsiteY25" fmla="*/ 1269215 h 3482342"/>
              <a:gd name="connsiteX26" fmla="*/ 10815658 w 12192000"/>
              <a:gd name="connsiteY26" fmla="*/ 1287849 h 3482342"/>
              <a:gd name="connsiteX27" fmla="*/ 10679906 w 12192000"/>
              <a:gd name="connsiteY27" fmla="*/ 1324988 h 3482342"/>
              <a:gd name="connsiteX28" fmla="*/ 10636304 w 12192000"/>
              <a:gd name="connsiteY28" fmla="*/ 1317928 h 3482342"/>
              <a:gd name="connsiteX29" fmla="*/ 10603863 w 12192000"/>
              <a:gd name="connsiteY29" fmla="*/ 1346886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314361 w 12192000"/>
              <a:gd name="connsiteY35" fmla="*/ 1466924 h 3482342"/>
              <a:gd name="connsiteX36" fmla="*/ 10264922 w 12192000"/>
              <a:gd name="connsiteY36" fmla="*/ 1472107 h 3482342"/>
              <a:gd name="connsiteX37" fmla="*/ 10201385 w 12192000"/>
              <a:gd name="connsiteY37" fmla="*/ 1477515 h 3482342"/>
              <a:gd name="connsiteX38" fmla="*/ 10120184 w 12192000"/>
              <a:gd name="connsiteY38" fmla="*/ 1466924 h 3482342"/>
              <a:gd name="connsiteX39" fmla="*/ 10058690 w 12192000"/>
              <a:gd name="connsiteY39" fmla="*/ 1474888 h 3482342"/>
              <a:gd name="connsiteX40" fmla="*/ 10004424 w 12192000"/>
              <a:gd name="connsiteY40" fmla="*/ 1489801 h 3482342"/>
              <a:gd name="connsiteX41" fmla="*/ 9999951 w 12192000"/>
              <a:gd name="connsiteY41" fmla="*/ 1499127 h 3482342"/>
              <a:gd name="connsiteX42" fmla="*/ 9845462 w 12192000"/>
              <a:gd name="connsiteY42" fmla="*/ 1548192 h 3482342"/>
              <a:gd name="connsiteX43" fmla="*/ 9736156 w 12192000"/>
              <a:gd name="connsiteY43" fmla="*/ 1581928 h 3482342"/>
              <a:gd name="connsiteX44" fmla="*/ 9693355 w 12192000"/>
              <a:gd name="connsiteY44" fmla="*/ 1602632 h 3482342"/>
              <a:gd name="connsiteX45" fmla="*/ 9664242 w 12192000"/>
              <a:gd name="connsiteY45" fmla="*/ 1622075 h 3482342"/>
              <a:gd name="connsiteX46" fmla="*/ 9579195 w 12192000"/>
              <a:gd name="connsiteY46" fmla="*/ 1648017 h 3482342"/>
              <a:gd name="connsiteX47" fmla="*/ 9433652 w 12192000"/>
              <a:gd name="connsiteY47" fmla="*/ 1681174 h 3482342"/>
              <a:gd name="connsiteX48" fmla="*/ 9403775 w 12192000"/>
              <a:gd name="connsiteY48" fmla="*/ 1690403 h 3482342"/>
              <a:gd name="connsiteX49" fmla="*/ 9382503 w 12192000"/>
              <a:gd name="connsiteY49" fmla="*/ 1706957 h 3482342"/>
              <a:gd name="connsiteX50" fmla="*/ 9381410 w 12192000"/>
              <a:gd name="connsiteY50" fmla="*/ 1718312 h 3482342"/>
              <a:gd name="connsiteX51" fmla="*/ 9365685 w 12192000"/>
              <a:gd name="connsiteY51" fmla="*/ 1724772 h 3482342"/>
              <a:gd name="connsiteX52" fmla="*/ 9278020 w 12192000"/>
              <a:gd name="connsiteY52" fmla="*/ 1741161 h 3482342"/>
              <a:gd name="connsiteX53" fmla="*/ 9217145 w 12192000"/>
              <a:gd name="connsiteY53" fmla="*/ 1771195 h 3482342"/>
              <a:gd name="connsiteX54" fmla="*/ 8955875 w 12192000"/>
              <a:gd name="connsiteY54" fmla="*/ 1796806 h 3482342"/>
              <a:gd name="connsiteX55" fmla="*/ 8648415 w 12192000"/>
              <a:gd name="connsiteY55" fmla="*/ 1878623 h 3482342"/>
              <a:gd name="connsiteX56" fmla="*/ 8495949 w 12192000"/>
              <a:gd name="connsiteY56" fmla="*/ 1902425 h 3482342"/>
              <a:gd name="connsiteX57" fmla="*/ 8236214 w 12192000"/>
              <a:gd name="connsiteY57" fmla="*/ 1909725 h 3482342"/>
              <a:gd name="connsiteX58" fmla="*/ 8132104 w 12192000"/>
              <a:gd name="connsiteY58" fmla="*/ 1895727 h 3482342"/>
              <a:gd name="connsiteX59" fmla="*/ 7918078 w 12192000"/>
              <a:gd name="connsiteY59" fmla="*/ 1862668 h 3482342"/>
              <a:gd name="connsiteX60" fmla="*/ 7817899 w 12192000"/>
              <a:gd name="connsiteY60" fmla="*/ 1862176 h 3482342"/>
              <a:gd name="connsiteX61" fmla="*/ 7768994 w 12192000"/>
              <a:gd name="connsiteY61" fmla="*/ 1855721 h 3482342"/>
              <a:gd name="connsiteX62" fmla="*/ 7618027 w 12192000"/>
              <a:gd name="connsiteY62" fmla="*/ 1830959 h 3482342"/>
              <a:gd name="connsiteX63" fmla="*/ 7449425 w 12192000"/>
              <a:gd name="connsiteY63" fmla="*/ 1810910 h 3482342"/>
              <a:gd name="connsiteX64" fmla="*/ 7342915 w 12192000"/>
              <a:gd name="connsiteY64" fmla="*/ 1819827 h 3482342"/>
              <a:gd name="connsiteX65" fmla="*/ 7255191 w 12192000"/>
              <a:gd name="connsiteY65" fmla="*/ 1834354 h 3482342"/>
              <a:gd name="connsiteX66" fmla="*/ 7131205 w 12192000"/>
              <a:gd name="connsiteY66" fmla="*/ 1845557 h 3482342"/>
              <a:gd name="connsiteX67" fmla="*/ 6941837 w 12192000"/>
              <a:gd name="connsiteY67" fmla="*/ 1840640 h 3482342"/>
              <a:gd name="connsiteX68" fmla="*/ 6837145 w 12192000"/>
              <a:gd name="connsiteY68" fmla="*/ 1870724 h 3482342"/>
              <a:gd name="connsiteX69" fmla="*/ 6753991 w 12192000"/>
              <a:gd name="connsiteY69" fmla="*/ 1860969 h 3482342"/>
              <a:gd name="connsiteX70" fmla="*/ 6727754 w 12192000"/>
              <a:gd name="connsiteY70" fmla="*/ 1882372 h 3482342"/>
              <a:gd name="connsiteX71" fmla="*/ 6723371 w 12192000"/>
              <a:gd name="connsiteY71" fmla="*/ 1886494 h 3482342"/>
              <a:gd name="connsiteX72" fmla="*/ 6702779 w 12192000"/>
              <a:gd name="connsiteY72" fmla="*/ 1893601 h 3482342"/>
              <a:gd name="connsiteX73" fmla="*/ 6686657 w 12192000"/>
              <a:gd name="connsiteY73" fmla="*/ 1907344 h 3482342"/>
              <a:gd name="connsiteX74" fmla="*/ 6651330 w 12192000"/>
              <a:gd name="connsiteY74" fmla="*/ 1922921 h 3482342"/>
              <a:gd name="connsiteX75" fmla="*/ 6622958 w 12192000"/>
              <a:gd name="connsiteY75" fmla="*/ 1936255 h 3482342"/>
              <a:gd name="connsiteX76" fmla="*/ 6522602 w 12192000"/>
              <a:gd name="connsiteY76" fmla="*/ 1954133 h 3482342"/>
              <a:gd name="connsiteX77" fmla="*/ 6444344 w 12192000"/>
              <a:gd name="connsiteY77" fmla="*/ 1969663 h 3482342"/>
              <a:gd name="connsiteX78" fmla="*/ 6409626 w 12192000"/>
              <a:gd name="connsiteY78" fmla="*/ 1978846 h 3482342"/>
              <a:gd name="connsiteX79" fmla="*/ 6333446 w 12192000"/>
              <a:gd name="connsiteY79" fmla="*/ 1997163 h 3482342"/>
              <a:gd name="connsiteX80" fmla="*/ 6294933 w 12192000"/>
              <a:gd name="connsiteY80" fmla="*/ 2019412 h 3482342"/>
              <a:gd name="connsiteX81" fmla="*/ 6238719 w 12192000"/>
              <a:gd name="connsiteY81" fmla="*/ 2042547 h 3482342"/>
              <a:gd name="connsiteX82" fmla="*/ 6187205 w 12192000"/>
              <a:gd name="connsiteY82" fmla="*/ 2060048 h 3482342"/>
              <a:gd name="connsiteX83" fmla="*/ 6138780 w 12192000"/>
              <a:gd name="connsiteY83" fmla="*/ 2081918 h 3482342"/>
              <a:gd name="connsiteX84" fmla="*/ 6120125 w 12192000"/>
              <a:gd name="connsiteY84" fmla="*/ 2109475 h 3482342"/>
              <a:gd name="connsiteX85" fmla="*/ 6056576 w 12192000"/>
              <a:gd name="connsiteY85" fmla="*/ 2120066 h 3482342"/>
              <a:gd name="connsiteX86" fmla="*/ 5993794 w 12192000"/>
              <a:gd name="connsiteY86" fmla="*/ 2122569 h 3482342"/>
              <a:gd name="connsiteX87" fmla="*/ 5943601 w 12192000"/>
              <a:gd name="connsiteY87" fmla="*/ 2137719 h 3482342"/>
              <a:gd name="connsiteX88" fmla="*/ 5898141 w 12192000"/>
              <a:gd name="connsiteY88" fmla="*/ 2144806 h 3482342"/>
              <a:gd name="connsiteX89" fmla="*/ 5855337 w 12192000"/>
              <a:gd name="connsiteY89" fmla="*/ 2137719 h 3482342"/>
              <a:gd name="connsiteX90" fmla="*/ 5817682 w 12192000"/>
              <a:gd name="connsiteY90" fmla="*/ 2157358 h 3482342"/>
              <a:gd name="connsiteX91" fmla="*/ 5735300 w 12192000"/>
              <a:gd name="connsiteY91" fmla="*/ 2158902 h 3482342"/>
              <a:gd name="connsiteX92" fmla="*/ 5591469 w 12192000"/>
              <a:gd name="connsiteY92" fmla="*/ 2178389 h 3482342"/>
              <a:gd name="connsiteX93" fmla="*/ 5505818 w 12192000"/>
              <a:gd name="connsiteY93" fmla="*/ 2194207 h 3482342"/>
              <a:gd name="connsiteX94" fmla="*/ 5452860 w 12192000"/>
              <a:gd name="connsiteY94" fmla="*/ 2180085 h 3482342"/>
              <a:gd name="connsiteX95" fmla="*/ 5414282 w 12192000"/>
              <a:gd name="connsiteY95" fmla="*/ 2183070 h 3482342"/>
              <a:gd name="connsiteX96" fmla="*/ 5368369 w 12192000"/>
              <a:gd name="connsiteY96" fmla="*/ 2204272 h 3482342"/>
              <a:gd name="connsiteX97" fmla="*/ 5336354 w 12192000"/>
              <a:gd name="connsiteY97" fmla="*/ 2218920 h 3482342"/>
              <a:gd name="connsiteX98" fmla="*/ 5291263 w 12192000"/>
              <a:gd name="connsiteY98" fmla="*/ 2239182 h 3482342"/>
              <a:gd name="connsiteX99" fmla="*/ 5255152 w 12192000"/>
              <a:gd name="connsiteY99" fmla="*/ 2247164 h 3482342"/>
              <a:gd name="connsiteX100" fmla="*/ 5233796 w 12192000"/>
              <a:gd name="connsiteY100" fmla="*/ 2268260 h 3482342"/>
              <a:gd name="connsiteX101" fmla="*/ 5212786 w 12192000"/>
              <a:gd name="connsiteY101" fmla="*/ 2296592 h 3482342"/>
              <a:gd name="connsiteX102" fmla="*/ 5173523 w 12192000"/>
              <a:gd name="connsiteY102" fmla="*/ 2309057 h 3482342"/>
              <a:gd name="connsiteX103" fmla="*/ 5123830 w 12192000"/>
              <a:gd name="connsiteY103" fmla="*/ 2307070 h 3482342"/>
              <a:gd name="connsiteX104" fmla="*/ 5065426 w 12192000"/>
              <a:gd name="connsiteY104" fmla="*/ 2324076 h 3482342"/>
              <a:gd name="connsiteX105" fmla="*/ 4975908 w 12192000"/>
              <a:gd name="connsiteY105" fmla="*/ 2364128 h 3482342"/>
              <a:gd name="connsiteX106" fmla="*/ 4913723 w 12192000"/>
              <a:gd name="connsiteY106" fmla="*/ 2385265 h 3482342"/>
              <a:gd name="connsiteX107" fmla="*/ 4746485 w 12192000"/>
              <a:gd name="connsiteY107" fmla="*/ 2451769 h 3482342"/>
              <a:gd name="connsiteX108" fmla="*/ 4681588 w 12192000"/>
              <a:gd name="connsiteY108" fmla="*/ 2467494 h 3482342"/>
              <a:gd name="connsiteX109" fmla="*/ 1783655 w 12192000"/>
              <a:gd name="connsiteY109" fmla="*/ 3163860 h 3482342"/>
              <a:gd name="connsiteX110" fmla="*/ 1325955 w 12192000"/>
              <a:gd name="connsiteY110" fmla="*/ 3176692 h 3482342"/>
              <a:gd name="connsiteX111" fmla="*/ 1190384 w 12192000"/>
              <a:gd name="connsiteY111" fmla="*/ 3203504 h 3482342"/>
              <a:gd name="connsiteX112" fmla="*/ 1094537 w 12192000"/>
              <a:gd name="connsiteY112" fmla="*/ 3229469 h 3482342"/>
              <a:gd name="connsiteX113" fmla="*/ 779276 w 12192000"/>
              <a:gd name="connsiteY113" fmla="*/ 3327290 h 3482342"/>
              <a:gd name="connsiteX114" fmla="*/ 600378 w 12192000"/>
              <a:gd name="connsiteY114" fmla="*/ 3335250 h 3482342"/>
              <a:gd name="connsiteX115" fmla="*/ 493457 w 12192000"/>
              <a:gd name="connsiteY115" fmla="*/ 3365044 h 3482342"/>
              <a:gd name="connsiteX116" fmla="*/ 349402 w 12192000"/>
              <a:gd name="connsiteY116" fmla="*/ 3380897 h 3482342"/>
              <a:gd name="connsiteX117" fmla="*/ 192183 w 12192000"/>
              <a:gd name="connsiteY117" fmla="*/ 3460075 h 3482342"/>
              <a:gd name="connsiteX118" fmla="*/ 46713 w 12192000"/>
              <a:gd name="connsiteY118" fmla="*/ 3462986 h 3482342"/>
              <a:gd name="connsiteX119" fmla="*/ 2765 w 12192000"/>
              <a:gd name="connsiteY119" fmla="*/ 3480770 h 3482342"/>
              <a:gd name="connsiteX120" fmla="*/ 0 w 12192000"/>
              <a:gd name="connsiteY120" fmla="*/ 3482342 h 3482342"/>
              <a:gd name="connsiteX121" fmla="*/ 0 w 12192000"/>
              <a:gd name="connsiteY12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338523 w 12192000"/>
              <a:gd name="connsiteY16" fmla="*/ 852810 h 3482342"/>
              <a:gd name="connsiteX17" fmla="*/ 11313493 w 12192000"/>
              <a:gd name="connsiteY17" fmla="*/ 880860 h 3482342"/>
              <a:gd name="connsiteX18" fmla="*/ 11228040 w 12192000"/>
              <a:gd name="connsiteY18" fmla="*/ 958953 h 3482342"/>
              <a:gd name="connsiteX19" fmla="*/ 11196987 w 12192000"/>
              <a:gd name="connsiteY19" fmla="*/ 1000897 h 3482342"/>
              <a:gd name="connsiteX20" fmla="*/ 11193568 w 12192000"/>
              <a:gd name="connsiteY20" fmla="*/ 1039464 h 3482342"/>
              <a:gd name="connsiteX21" fmla="*/ 11175804 w 12192000"/>
              <a:gd name="connsiteY21" fmla="*/ 1067977 h 3482342"/>
              <a:gd name="connsiteX22" fmla="*/ 11120819 w 12192000"/>
              <a:gd name="connsiteY22" fmla="*/ 1126133 h 3482342"/>
              <a:gd name="connsiteX23" fmla="*/ 11028687 w 12192000"/>
              <a:gd name="connsiteY23" fmla="*/ 1199018 h 3482342"/>
              <a:gd name="connsiteX24" fmla="*/ 10960443 w 12192000"/>
              <a:gd name="connsiteY24" fmla="*/ 1244502 h 3482342"/>
              <a:gd name="connsiteX25" fmla="*/ 10850998 w 12192000"/>
              <a:gd name="connsiteY25" fmla="*/ 1269215 h 3482342"/>
              <a:gd name="connsiteX26" fmla="*/ 10815658 w 12192000"/>
              <a:gd name="connsiteY26" fmla="*/ 1287849 h 3482342"/>
              <a:gd name="connsiteX27" fmla="*/ 10679906 w 12192000"/>
              <a:gd name="connsiteY27" fmla="*/ 1324988 h 3482342"/>
              <a:gd name="connsiteX28" fmla="*/ 10636304 w 12192000"/>
              <a:gd name="connsiteY28" fmla="*/ 1317928 h 3482342"/>
              <a:gd name="connsiteX29" fmla="*/ 10603863 w 12192000"/>
              <a:gd name="connsiteY29" fmla="*/ 1346886 h 3482342"/>
              <a:gd name="connsiteX30" fmla="*/ 10573203 w 12192000"/>
              <a:gd name="connsiteY30" fmla="*/ 1351996 h 3482342"/>
              <a:gd name="connsiteX31" fmla="*/ 10513263 w 12192000"/>
              <a:gd name="connsiteY31" fmla="*/ 1350756 h 3482342"/>
              <a:gd name="connsiteX32" fmla="*/ 10464012 w 12192000"/>
              <a:gd name="connsiteY32" fmla="*/ 1391778 h 3482342"/>
              <a:gd name="connsiteX33" fmla="*/ 10405409 w 12192000"/>
              <a:gd name="connsiteY33" fmla="*/ 1422789 h 3482342"/>
              <a:gd name="connsiteX34" fmla="*/ 10370530 w 12192000"/>
              <a:gd name="connsiteY34" fmla="*/ 1441596 h 3482342"/>
              <a:gd name="connsiteX35" fmla="*/ 10314361 w 12192000"/>
              <a:gd name="connsiteY35" fmla="*/ 1466924 h 3482342"/>
              <a:gd name="connsiteX36" fmla="*/ 10264922 w 12192000"/>
              <a:gd name="connsiteY36" fmla="*/ 1472107 h 3482342"/>
              <a:gd name="connsiteX37" fmla="*/ 10201385 w 12192000"/>
              <a:gd name="connsiteY37" fmla="*/ 1477515 h 3482342"/>
              <a:gd name="connsiteX38" fmla="*/ 10120184 w 12192000"/>
              <a:gd name="connsiteY38" fmla="*/ 1466924 h 3482342"/>
              <a:gd name="connsiteX39" fmla="*/ 10058690 w 12192000"/>
              <a:gd name="connsiteY39" fmla="*/ 1474888 h 3482342"/>
              <a:gd name="connsiteX40" fmla="*/ 10004424 w 12192000"/>
              <a:gd name="connsiteY40" fmla="*/ 1489801 h 3482342"/>
              <a:gd name="connsiteX41" fmla="*/ 9999951 w 12192000"/>
              <a:gd name="connsiteY41" fmla="*/ 1499127 h 3482342"/>
              <a:gd name="connsiteX42" fmla="*/ 9845462 w 12192000"/>
              <a:gd name="connsiteY42" fmla="*/ 1548192 h 3482342"/>
              <a:gd name="connsiteX43" fmla="*/ 9736156 w 12192000"/>
              <a:gd name="connsiteY43" fmla="*/ 1581928 h 3482342"/>
              <a:gd name="connsiteX44" fmla="*/ 9693355 w 12192000"/>
              <a:gd name="connsiteY44" fmla="*/ 1602632 h 3482342"/>
              <a:gd name="connsiteX45" fmla="*/ 9664242 w 12192000"/>
              <a:gd name="connsiteY45" fmla="*/ 1622075 h 3482342"/>
              <a:gd name="connsiteX46" fmla="*/ 9579195 w 12192000"/>
              <a:gd name="connsiteY46" fmla="*/ 1648017 h 3482342"/>
              <a:gd name="connsiteX47" fmla="*/ 9433652 w 12192000"/>
              <a:gd name="connsiteY47" fmla="*/ 1681174 h 3482342"/>
              <a:gd name="connsiteX48" fmla="*/ 9403775 w 12192000"/>
              <a:gd name="connsiteY48" fmla="*/ 1690403 h 3482342"/>
              <a:gd name="connsiteX49" fmla="*/ 9382503 w 12192000"/>
              <a:gd name="connsiteY49" fmla="*/ 1706957 h 3482342"/>
              <a:gd name="connsiteX50" fmla="*/ 9381410 w 12192000"/>
              <a:gd name="connsiteY50" fmla="*/ 1718312 h 3482342"/>
              <a:gd name="connsiteX51" fmla="*/ 9365685 w 12192000"/>
              <a:gd name="connsiteY51" fmla="*/ 1724772 h 3482342"/>
              <a:gd name="connsiteX52" fmla="*/ 9278020 w 12192000"/>
              <a:gd name="connsiteY52" fmla="*/ 1741161 h 3482342"/>
              <a:gd name="connsiteX53" fmla="*/ 9217145 w 12192000"/>
              <a:gd name="connsiteY53" fmla="*/ 1771195 h 3482342"/>
              <a:gd name="connsiteX54" fmla="*/ 8955875 w 12192000"/>
              <a:gd name="connsiteY54" fmla="*/ 1796806 h 3482342"/>
              <a:gd name="connsiteX55" fmla="*/ 8648415 w 12192000"/>
              <a:gd name="connsiteY55" fmla="*/ 1878623 h 3482342"/>
              <a:gd name="connsiteX56" fmla="*/ 8495949 w 12192000"/>
              <a:gd name="connsiteY56" fmla="*/ 1902425 h 3482342"/>
              <a:gd name="connsiteX57" fmla="*/ 8236214 w 12192000"/>
              <a:gd name="connsiteY57" fmla="*/ 1909725 h 3482342"/>
              <a:gd name="connsiteX58" fmla="*/ 8132104 w 12192000"/>
              <a:gd name="connsiteY58" fmla="*/ 1895727 h 3482342"/>
              <a:gd name="connsiteX59" fmla="*/ 7918078 w 12192000"/>
              <a:gd name="connsiteY59" fmla="*/ 1862668 h 3482342"/>
              <a:gd name="connsiteX60" fmla="*/ 7817899 w 12192000"/>
              <a:gd name="connsiteY60" fmla="*/ 1862176 h 3482342"/>
              <a:gd name="connsiteX61" fmla="*/ 7768994 w 12192000"/>
              <a:gd name="connsiteY61" fmla="*/ 1855721 h 3482342"/>
              <a:gd name="connsiteX62" fmla="*/ 7618027 w 12192000"/>
              <a:gd name="connsiteY62" fmla="*/ 1830959 h 3482342"/>
              <a:gd name="connsiteX63" fmla="*/ 7449425 w 12192000"/>
              <a:gd name="connsiteY63" fmla="*/ 1810910 h 3482342"/>
              <a:gd name="connsiteX64" fmla="*/ 7342915 w 12192000"/>
              <a:gd name="connsiteY64" fmla="*/ 1819827 h 3482342"/>
              <a:gd name="connsiteX65" fmla="*/ 7255191 w 12192000"/>
              <a:gd name="connsiteY65" fmla="*/ 1834354 h 3482342"/>
              <a:gd name="connsiteX66" fmla="*/ 7131205 w 12192000"/>
              <a:gd name="connsiteY66" fmla="*/ 1845557 h 3482342"/>
              <a:gd name="connsiteX67" fmla="*/ 6941837 w 12192000"/>
              <a:gd name="connsiteY67" fmla="*/ 1840640 h 3482342"/>
              <a:gd name="connsiteX68" fmla="*/ 6837145 w 12192000"/>
              <a:gd name="connsiteY68" fmla="*/ 1870724 h 3482342"/>
              <a:gd name="connsiteX69" fmla="*/ 6753991 w 12192000"/>
              <a:gd name="connsiteY69" fmla="*/ 1860969 h 3482342"/>
              <a:gd name="connsiteX70" fmla="*/ 6727754 w 12192000"/>
              <a:gd name="connsiteY70" fmla="*/ 1882372 h 3482342"/>
              <a:gd name="connsiteX71" fmla="*/ 6723371 w 12192000"/>
              <a:gd name="connsiteY71" fmla="*/ 1886494 h 3482342"/>
              <a:gd name="connsiteX72" fmla="*/ 6702779 w 12192000"/>
              <a:gd name="connsiteY72" fmla="*/ 1893601 h 3482342"/>
              <a:gd name="connsiteX73" fmla="*/ 6686657 w 12192000"/>
              <a:gd name="connsiteY73" fmla="*/ 1907344 h 3482342"/>
              <a:gd name="connsiteX74" fmla="*/ 6651330 w 12192000"/>
              <a:gd name="connsiteY74" fmla="*/ 1922921 h 3482342"/>
              <a:gd name="connsiteX75" fmla="*/ 6622958 w 12192000"/>
              <a:gd name="connsiteY75" fmla="*/ 1936255 h 3482342"/>
              <a:gd name="connsiteX76" fmla="*/ 6522602 w 12192000"/>
              <a:gd name="connsiteY76" fmla="*/ 1954133 h 3482342"/>
              <a:gd name="connsiteX77" fmla="*/ 6444344 w 12192000"/>
              <a:gd name="connsiteY77" fmla="*/ 1969663 h 3482342"/>
              <a:gd name="connsiteX78" fmla="*/ 6409626 w 12192000"/>
              <a:gd name="connsiteY78" fmla="*/ 1978846 h 3482342"/>
              <a:gd name="connsiteX79" fmla="*/ 6333446 w 12192000"/>
              <a:gd name="connsiteY79" fmla="*/ 1997163 h 3482342"/>
              <a:gd name="connsiteX80" fmla="*/ 6294933 w 12192000"/>
              <a:gd name="connsiteY80" fmla="*/ 2019412 h 3482342"/>
              <a:gd name="connsiteX81" fmla="*/ 6238719 w 12192000"/>
              <a:gd name="connsiteY81" fmla="*/ 2042547 h 3482342"/>
              <a:gd name="connsiteX82" fmla="*/ 6187205 w 12192000"/>
              <a:gd name="connsiteY82" fmla="*/ 2060048 h 3482342"/>
              <a:gd name="connsiteX83" fmla="*/ 6138780 w 12192000"/>
              <a:gd name="connsiteY83" fmla="*/ 2081918 h 3482342"/>
              <a:gd name="connsiteX84" fmla="*/ 6120125 w 12192000"/>
              <a:gd name="connsiteY84" fmla="*/ 2109475 h 3482342"/>
              <a:gd name="connsiteX85" fmla="*/ 6056576 w 12192000"/>
              <a:gd name="connsiteY85" fmla="*/ 2120066 h 3482342"/>
              <a:gd name="connsiteX86" fmla="*/ 5993794 w 12192000"/>
              <a:gd name="connsiteY86" fmla="*/ 2122569 h 3482342"/>
              <a:gd name="connsiteX87" fmla="*/ 5943601 w 12192000"/>
              <a:gd name="connsiteY87" fmla="*/ 2137719 h 3482342"/>
              <a:gd name="connsiteX88" fmla="*/ 5898141 w 12192000"/>
              <a:gd name="connsiteY88" fmla="*/ 2144806 h 3482342"/>
              <a:gd name="connsiteX89" fmla="*/ 5855337 w 12192000"/>
              <a:gd name="connsiteY89" fmla="*/ 2137719 h 3482342"/>
              <a:gd name="connsiteX90" fmla="*/ 5817682 w 12192000"/>
              <a:gd name="connsiteY90" fmla="*/ 2157358 h 3482342"/>
              <a:gd name="connsiteX91" fmla="*/ 5735300 w 12192000"/>
              <a:gd name="connsiteY91" fmla="*/ 2158902 h 3482342"/>
              <a:gd name="connsiteX92" fmla="*/ 5591469 w 12192000"/>
              <a:gd name="connsiteY92" fmla="*/ 2178389 h 3482342"/>
              <a:gd name="connsiteX93" fmla="*/ 5505818 w 12192000"/>
              <a:gd name="connsiteY93" fmla="*/ 2194207 h 3482342"/>
              <a:gd name="connsiteX94" fmla="*/ 5452860 w 12192000"/>
              <a:gd name="connsiteY94" fmla="*/ 2180085 h 3482342"/>
              <a:gd name="connsiteX95" fmla="*/ 5414282 w 12192000"/>
              <a:gd name="connsiteY95" fmla="*/ 2183070 h 3482342"/>
              <a:gd name="connsiteX96" fmla="*/ 5368369 w 12192000"/>
              <a:gd name="connsiteY96" fmla="*/ 2204272 h 3482342"/>
              <a:gd name="connsiteX97" fmla="*/ 5336354 w 12192000"/>
              <a:gd name="connsiteY97" fmla="*/ 2218920 h 3482342"/>
              <a:gd name="connsiteX98" fmla="*/ 5291263 w 12192000"/>
              <a:gd name="connsiteY98" fmla="*/ 2239182 h 3482342"/>
              <a:gd name="connsiteX99" fmla="*/ 5255152 w 12192000"/>
              <a:gd name="connsiteY99" fmla="*/ 2247164 h 3482342"/>
              <a:gd name="connsiteX100" fmla="*/ 5233796 w 12192000"/>
              <a:gd name="connsiteY100" fmla="*/ 2268260 h 3482342"/>
              <a:gd name="connsiteX101" fmla="*/ 5212786 w 12192000"/>
              <a:gd name="connsiteY101" fmla="*/ 2296592 h 3482342"/>
              <a:gd name="connsiteX102" fmla="*/ 5173523 w 12192000"/>
              <a:gd name="connsiteY102" fmla="*/ 2309057 h 3482342"/>
              <a:gd name="connsiteX103" fmla="*/ 5123830 w 12192000"/>
              <a:gd name="connsiteY103" fmla="*/ 2307070 h 3482342"/>
              <a:gd name="connsiteX104" fmla="*/ 5065426 w 12192000"/>
              <a:gd name="connsiteY104" fmla="*/ 2324076 h 3482342"/>
              <a:gd name="connsiteX105" fmla="*/ 4975908 w 12192000"/>
              <a:gd name="connsiteY105" fmla="*/ 2364128 h 3482342"/>
              <a:gd name="connsiteX106" fmla="*/ 4913723 w 12192000"/>
              <a:gd name="connsiteY106" fmla="*/ 2385265 h 3482342"/>
              <a:gd name="connsiteX107" fmla="*/ 4746485 w 12192000"/>
              <a:gd name="connsiteY107" fmla="*/ 2451769 h 3482342"/>
              <a:gd name="connsiteX108" fmla="*/ 4681588 w 12192000"/>
              <a:gd name="connsiteY108" fmla="*/ 2467494 h 3482342"/>
              <a:gd name="connsiteX109" fmla="*/ 1783655 w 12192000"/>
              <a:gd name="connsiteY109" fmla="*/ 3163860 h 3482342"/>
              <a:gd name="connsiteX110" fmla="*/ 1325955 w 12192000"/>
              <a:gd name="connsiteY110" fmla="*/ 3176692 h 3482342"/>
              <a:gd name="connsiteX111" fmla="*/ 1190384 w 12192000"/>
              <a:gd name="connsiteY111" fmla="*/ 3203504 h 3482342"/>
              <a:gd name="connsiteX112" fmla="*/ 1094537 w 12192000"/>
              <a:gd name="connsiteY112" fmla="*/ 3229469 h 3482342"/>
              <a:gd name="connsiteX113" fmla="*/ 779276 w 12192000"/>
              <a:gd name="connsiteY113" fmla="*/ 3327290 h 3482342"/>
              <a:gd name="connsiteX114" fmla="*/ 600378 w 12192000"/>
              <a:gd name="connsiteY114" fmla="*/ 3335250 h 3482342"/>
              <a:gd name="connsiteX115" fmla="*/ 493457 w 12192000"/>
              <a:gd name="connsiteY115" fmla="*/ 3365044 h 3482342"/>
              <a:gd name="connsiteX116" fmla="*/ 349402 w 12192000"/>
              <a:gd name="connsiteY116" fmla="*/ 3380897 h 3482342"/>
              <a:gd name="connsiteX117" fmla="*/ 192183 w 12192000"/>
              <a:gd name="connsiteY117" fmla="*/ 3460075 h 3482342"/>
              <a:gd name="connsiteX118" fmla="*/ 46713 w 12192000"/>
              <a:gd name="connsiteY118" fmla="*/ 3462986 h 3482342"/>
              <a:gd name="connsiteX119" fmla="*/ 2765 w 12192000"/>
              <a:gd name="connsiteY119" fmla="*/ 3480770 h 3482342"/>
              <a:gd name="connsiteX120" fmla="*/ 0 w 12192000"/>
              <a:gd name="connsiteY120" fmla="*/ 3482342 h 3482342"/>
              <a:gd name="connsiteX121" fmla="*/ 0 w 12192000"/>
              <a:gd name="connsiteY12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20819 w 12192000"/>
              <a:gd name="connsiteY23" fmla="*/ 1126133 h 3482342"/>
              <a:gd name="connsiteX24" fmla="*/ 11028687 w 12192000"/>
              <a:gd name="connsiteY24" fmla="*/ 1199018 h 3482342"/>
              <a:gd name="connsiteX25" fmla="*/ 10960443 w 12192000"/>
              <a:gd name="connsiteY25" fmla="*/ 1244502 h 3482342"/>
              <a:gd name="connsiteX26" fmla="*/ 10850998 w 12192000"/>
              <a:gd name="connsiteY26" fmla="*/ 1269215 h 3482342"/>
              <a:gd name="connsiteX27" fmla="*/ 10815658 w 12192000"/>
              <a:gd name="connsiteY27" fmla="*/ 1287849 h 3482342"/>
              <a:gd name="connsiteX28" fmla="*/ 10679906 w 12192000"/>
              <a:gd name="connsiteY28" fmla="*/ 1324988 h 3482342"/>
              <a:gd name="connsiteX29" fmla="*/ 10636304 w 12192000"/>
              <a:gd name="connsiteY29" fmla="*/ 1317928 h 3482342"/>
              <a:gd name="connsiteX30" fmla="*/ 10603863 w 12192000"/>
              <a:gd name="connsiteY30" fmla="*/ 1346886 h 3482342"/>
              <a:gd name="connsiteX31" fmla="*/ 10573203 w 12192000"/>
              <a:gd name="connsiteY31" fmla="*/ 1351996 h 3482342"/>
              <a:gd name="connsiteX32" fmla="*/ 10513263 w 12192000"/>
              <a:gd name="connsiteY32" fmla="*/ 1350756 h 3482342"/>
              <a:gd name="connsiteX33" fmla="*/ 10464012 w 12192000"/>
              <a:gd name="connsiteY33" fmla="*/ 1391778 h 3482342"/>
              <a:gd name="connsiteX34" fmla="*/ 10405409 w 12192000"/>
              <a:gd name="connsiteY34" fmla="*/ 1422789 h 3482342"/>
              <a:gd name="connsiteX35" fmla="*/ 10370530 w 12192000"/>
              <a:gd name="connsiteY35" fmla="*/ 1441596 h 3482342"/>
              <a:gd name="connsiteX36" fmla="*/ 10314361 w 12192000"/>
              <a:gd name="connsiteY36" fmla="*/ 1466924 h 3482342"/>
              <a:gd name="connsiteX37" fmla="*/ 10264922 w 12192000"/>
              <a:gd name="connsiteY37" fmla="*/ 1472107 h 3482342"/>
              <a:gd name="connsiteX38" fmla="*/ 10201385 w 12192000"/>
              <a:gd name="connsiteY38" fmla="*/ 1477515 h 3482342"/>
              <a:gd name="connsiteX39" fmla="*/ 10120184 w 12192000"/>
              <a:gd name="connsiteY39" fmla="*/ 1466924 h 3482342"/>
              <a:gd name="connsiteX40" fmla="*/ 10058690 w 12192000"/>
              <a:gd name="connsiteY40" fmla="*/ 1474888 h 3482342"/>
              <a:gd name="connsiteX41" fmla="*/ 10004424 w 12192000"/>
              <a:gd name="connsiteY41" fmla="*/ 1489801 h 3482342"/>
              <a:gd name="connsiteX42" fmla="*/ 9999951 w 12192000"/>
              <a:gd name="connsiteY42" fmla="*/ 1499127 h 3482342"/>
              <a:gd name="connsiteX43" fmla="*/ 9845462 w 12192000"/>
              <a:gd name="connsiteY43" fmla="*/ 1548192 h 3482342"/>
              <a:gd name="connsiteX44" fmla="*/ 9736156 w 12192000"/>
              <a:gd name="connsiteY44" fmla="*/ 1581928 h 3482342"/>
              <a:gd name="connsiteX45" fmla="*/ 9693355 w 12192000"/>
              <a:gd name="connsiteY45" fmla="*/ 1602632 h 3482342"/>
              <a:gd name="connsiteX46" fmla="*/ 9664242 w 12192000"/>
              <a:gd name="connsiteY46" fmla="*/ 1622075 h 3482342"/>
              <a:gd name="connsiteX47" fmla="*/ 9579195 w 12192000"/>
              <a:gd name="connsiteY47" fmla="*/ 1648017 h 3482342"/>
              <a:gd name="connsiteX48" fmla="*/ 9433652 w 12192000"/>
              <a:gd name="connsiteY48" fmla="*/ 1681174 h 3482342"/>
              <a:gd name="connsiteX49" fmla="*/ 9403775 w 12192000"/>
              <a:gd name="connsiteY49" fmla="*/ 1690403 h 3482342"/>
              <a:gd name="connsiteX50" fmla="*/ 9382503 w 12192000"/>
              <a:gd name="connsiteY50" fmla="*/ 1706957 h 3482342"/>
              <a:gd name="connsiteX51" fmla="*/ 9381410 w 12192000"/>
              <a:gd name="connsiteY51" fmla="*/ 1718312 h 3482342"/>
              <a:gd name="connsiteX52" fmla="*/ 9365685 w 12192000"/>
              <a:gd name="connsiteY52" fmla="*/ 1724772 h 3482342"/>
              <a:gd name="connsiteX53" fmla="*/ 9278020 w 12192000"/>
              <a:gd name="connsiteY53" fmla="*/ 1741161 h 3482342"/>
              <a:gd name="connsiteX54" fmla="*/ 9217145 w 12192000"/>
              <a:gd name="connsiteY54" fmla="*/ 1771195 h 3482342"/>
              <a:gd name="connsiteX55" fmla="*/ 8955875 w 12192000"/>
              <a:gd name="connsiteY55" fmla="*/ 1796806 h 3482342"/>
              <a:gd name="connsiteX56" fmla="*/ 8648415 w 12192000"/>
              <a:gd name="connsiteY56" fmla="*/ 1878623 h 3482342"/>
              <a:gd name="connsiteX57" fmla="*/ 8495949 w 12192000"/>
              <a:gd name="connsiteY57" fmla="*/ 1902425 h 3482342"/>
              <a:gd name="connsiteX58" fmla="*/ 8236214 w 12192000"/>
              <a:gd name="connsiteY58" fmla="*/ 190972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41837 w 12192000"/>
              <a:gd name="connsiteY68" fmla="*/ 1840640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686657 w 12192000"/>
              <a:gd name="connsiteY74" fmla="*/ 1907344 h 3482342"/>
              <a:gd name="connsiteX75" fmla="*/ 6651330 w 12192000"/>
              <a:gd name="connsiteY75" fmla="*/ 1922921 h 3482342"/>
              <a:gd name="connsiteX76" fmla="*/ 6622958 w 12192000"/>
              <a:gd name="connsiteY76" fmla="*/ 1936255 h 3482342"/>
              <a:gd name="connsiteX77" fmla="*/ 6522602 w 12192000"/>
              <a:gd name="connsiteY77" fmla="*/ 1954133 h 3482342"/>
              <a:gd name="connsiteX78" fmla="*/ 6444344 w 12192000"/>
              <a:gd name="connsiteY78" fmla="*/ 1969663 h 3482342"/>
              <a:gd name="connsiteX79" fmla="*/ 6409626 w 12192000"/>
              <a:gd name="connsiteY79" fmla="*/ 1978846 h 3482342"/>
              <a:gd name="connsiteX80" fmla="*/ 6333446 w 12192000"/>
              <a:gd name="connsiteY80" fmla="*/ 1997163 h 3482342"/>
              <a:gd name="connsiteX81" fmla="*/ 6294933 w 12192000"/>
              <a:gd name="connsiteY81" fmla="*/ 2019412 h 3482342"/>
              <a:gd name="connsiteX82" fmla="*/ 6238719 w 12192000"/>
              <a:gd name="connsiteY82" fmla="*/ 2042547 h 3482342"/>
              <a:gd name="connsiteX83" fmla="*/ 6187205 w 12192000"/>
              <a:gd name="connsiteY83" fmla="*/ 2060048 h 3482342"/>
              <a:gd name="connsiteX84" fmla="*/ 6138780 w 12192000"/>
              <a:gd name="connsiteY84" fmla="*/ 2081918 h 3482342"/>
              <a:gd name="connsiteX85" fmla="*/ 6120125 w 12192000"/>
              <a:gd name="connsiteY85" fmla="*/ 2109475 h 3482342"/>
              <a:gd name="connsiteX86" fmla="*/ 6056576 w 12192000"/>
              <a:gd name="connsiteY86" fmla="*/ 2120066 h 3482342"/>
              <a:gd name="connsiteX87" fmla="*/ 5993794 w 12192000"/>
              <a:gd name="connsiteY87" fmla="*/ 2122569 h 3482342"/>
              <a:gd name="connsiteX88" fmla="*/ 5943601 w 12192000"/>
              <a:gd name="connsiteY88" fmla="*/ 2137719 h 3482342"/>
              <a:gd name="connsiteX89" fmla="*/ 5898141 w 12192000"/>
              <a:gd name="connsiteY89" fmla="*/ 2144806 h 3482342"/>
              <a:gd name="connsiteX90" fmla="*/ 5855337 w 12192000"/>
              <a:gd name="connsiteY90" fmla="*/ 2137719 h 3482342"/>
              <a:gd name="connsiteX91" fmla="*/ 5817682 w 12192000"/>
              <a:gd name="connsiteY91" fmla="*/ 2157358 h 3482342"/>
              <a:gd name="connsiteX92" fmla="*/ 5735300 w 12192000"/>
              <a:gd name="connsiteY92" fmla="*/ 2158902 h 3482342"/>
              <a:gd name="connsiteX93" fmla="*/ 5591469 w 12192000"/>
              <a:gd name="connsiteY93" fmla="*/ 2178389 h 3482342"/>
              <a:gd name="connsiteX94" fmla="*/ 5505818 w 12192000"/>
              <a:gd name="connsiteY94" fmla="*/ 2194207 h 3482342"/>
              <a:gd name="connsiteX95" fmla="*/ 5452860 w 12192000"/>
              <a:gd name="connsiteY95" fmla="*/ 2180085 h 3482342"/>
              <a:gd name="connsiteX96" fmla="*/ 5414282 w 12192000"/>
              <a:gd name="connsiteY96" fmla="*/ 2183070 h 3482342"/>
              <a:gd name="connsiteX97" fmla="*/ 5368369 w 12192000"/>
              <a:gd name="connsiteY97" fmla="*/ 2204272 h 3482342"/>
              <a:gd name="connsiteX98" fmla="*/ 5336354 w 12192000"/>
              <a:gd name="connsiteY98" fmla="*/ 2218920 h 3482342"/>
              <a:gd name="connsiteX99" fmla="*/ 5291263 w 12192000"/>
              <a:gd name="connsiteY99" fmla="*/ 2239182 h 3482342"/>
              <a:gd name="connsiteX100" fmla="*/ 5255152 w 12192000"/>
              <a:gd name="connsiteY100" fmla="*/ 2247164 h 3482342"/>
              <a:gd name="connsiteX101" fmla="*/ 5233796 w 12192000"/>
              <a:gd name="connsiteY101" fmla="*/ 2268260 h 3482342"/>
              <a:gd name="connsiteX102" fmla="*/ 5212786 w 12192000"/>
              <a:gd name="connsiteY102" fmla="*/ 2296592 h 3482342"/>
              <a:gd name="connsiteX103" fmla="*/ 5173523 w 12192000"/>
              <a:gd name="connsiteY103" fmla="*/ 2309057 h 3482342"/>
              <a:gd name="connsiteX104" fmla="*/ 5123830 w 12192000"/>
              <a:gd name="connsiteY104" fmla="*/ 2307070 h 3482342"/>
              <a:gd name="connsiteX105" fmla="*/ 5065426 w 12192000"/>
              <a:gd name="connsiteY105" fmla="*/ 2324076 h 3482342"/>
              <a:gd name="connsiteX106" fmla="*/ 4975908 w 12192000"/>
              <a:gd name="connsiteY106" fmla="*/ 2364128 h 3482342"/>
              <a:gd name="connsiteX107" fmla="*/ 4913723 w 12192000"/>
              <a:gd name="connsiteY107" fmla="*/ 2385265 h 3482342"/>
              <a:gd name="connsiteX108" fmla="*/ 4746485 w 12192000"/>
              <a:gd name="connsiteY108" fmla="*/ 2451769 h 3482342"/>
              <a:gd name="connsiteX109" fmla="*/ 4681588 w 12192000"/>
              <a:gd name="connsiteY109" fmla="*/ 2467494 h 3482342"/>
              <a:gd name="connsiteX110" fmla="*/ 1783655 w 12192000"/>
              <a:gd name="connsiteY110" fmla="*/ 3163860 h 3482342"/>
              <a:gd name="connsiteX111" fmla="*/ 1325955 w 12192000"/>
              <a:gd name="connsiteY111" fmla="*/ 3176692 h 3482342"/>
              <a:gd name="connsiteX112" fmla="*/ 1190384 w 12192000"/>
              <a:gd name="connsiteY112" fmla="*/ 3203504 h 3482342"/>
              <a:gd name="connsiteX113" fmla="*/ 1094537 w 12192000"/>
              <a:gd name="connsiteY113" fmla="*/ 3229469 h 3482342"/>
              <a:gd name="connsiteX114" fmla="*/ 779276 w 12192000"/>
              <a:gd name="connsiteY114" fmla="*/ 3327290 h 3482342"/>
              <a:gd name="connsiteX115" fmla="*/ 600378 w 12192000"/>
              <a:gd name="connsiteY115" fmla="*/ 3335250 h 3482342"/>
              <a:gd name="connsiteX116" fmla="*/ 493457 w 12192000"/>
              <a:gd name="connsiteY116" fmla="*/ 3365044 h 3482342"/>
              <a:gd name="connsiteX117" fmla="*/ 349402 w 12192000"/>
              <a:gd name="connsiteY117" fmla="*/ 3380897 h 3482342"/>
              <a:gd name="connsiteX118" fmla="*/ 192183 w 12192000"/>
              <a:gd name="connsiteY118" fmla="*/ 3460075 h 3482342"/>
              <a:gd name="connsiteX119" fmla="*/ 46713 w 12192000"/>
              <a:gd name="connsiteY119" fmla="*/ 3462986 h 3482342"/>
              <a:gd name="connsiteX120" fmla="*/ 2765 w 12192000"/>
              <a:gd name="connsiteY120" fmla="*/ 3480770 h 3482342"/>
              <a:gd name="connsiteX121" fmla="*/ 0 w 12192000"/>
              <a:gd name="connsiteY121" fmla="*/ 3482342 h 3482342"/>
              <a:gd name="connsiteX122" fmla="*/ 0 w 12192000"/>
              <a:gd name="connsiteY12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20819 w 12192000"/>
              <a:gd name="connsiteY23" fmla="*/ 1126133 h 3482342"/>
              <a:gd name="connsiteX24" fmla="*/ 11028687 w 12192000"/>
              <a:gd name="connsiteY24" fmla="*/ 1199018 h 3482342"/>
              <a:gd name="connsiteX25" fmla="*/ 10960443 w 12192000"/>
              <a:gd name="connsiteY25" fmla="*/ 1244502 h 3482342"/>
              <a:gd name="connsiteX26" fmla="*/ 10850998 w 12192000"/>
              <a:gd name="connsiteY26" fmla="*/ 1269215 h 3482342"/>
              <a:gd name="connsiteX27" fmla="*/ 10815658 w 12192000"/>
              <a:gd name="connsiteY27" fmla="*/ 1287849 h 3482342"/>
              <a:gd name="connsiteX28" fmla="*/ 10679906 w 12192000"/>
              <a:gd name="connsiteY28" fmla="*/ 1324988 h 3482342"/>
              <a:gd name="connsiteX29" fmla="*/ 10636304 w 12192000"/>
              <a:gd name="connsiteY29" fmla="*/ 1317928 h 3482342"/>
              <a:gd name="connsiteX30" fmla="*/ 10603863 w 12192000"/>
              <a:gd name="connsiteY30" fmla="*/ 1346886 h 3482342"/>
              <a:gd name="connsiteX31" fmla="*/ 10573203 w 12192000"/>
              <a:gd name="connsiteY31" fmla="*/ 1351996 h 3482342"/>
              <a:gd name="connsiteX32" fmla="*/ 10513263 w 12192000"/>
              <a:gd name="connsiteY32" fmla="*/ 1350756 h 3482342"/>
              <a:gd name="connsiteX33" fmla="*/ 10464012 w 12192000"/>
              <a:gd name="connsiteY33" fmla="*/ 1391778 h 3482342"/>
              <a:gd name="connsiteX34" fmla="*/ 10405409 w 12192000"/>
              <a:gd name="connsiteY34" fmla="*/ 1422789 h 3482342"/>
              <a:gd name="connsiteX35" fmla="*/ 10370530 w 12192000"/>
              <a:gd name="connsiteY35" fmla="*/ 1441596 h 3482342"/>
              <a:gd name="connsiteX36" fmla="*/ 10314361 w 12192000"/>
              <a:gd name="connsiteY36" fmla="*/ 1466924 h 3482342"/>
              <a:gd name="connsiteX37" fmla="*/ 10264922 w 12192000"/>
              <a:gd name="connsiteY37" fmla="*/ 1472107 h 3482342"/>
              <a:gd name="connsiteX38" fmla="*/ 10201385 w 12192000"/>
              <a:gd name="connsiteY38" fmla="*/ 1477515 h 3482342"/>
              <a:gd name="connsiteX39" fmla="*/ 10120184 w 12192000"/>
              <a:gd name="connsiteY39" fmla="*/ 1466924 h 3482342"/>
              <a:gd name="connsiteX40" fmla="*/ 10058690 w 12192000"/>
              <a:gd name="connsiteY40" fmla="*/ 1474888 h 3482342"/>
              <a:gd name="connsiteX41" fmla="*/ 10004424 w 12192000"/>
              <a:gd name="connsiteY41" fmla="*/ 1489801 h 3482342"/>
              <a:gd name="connsiteX42" fmla="*/ 9999951 w 12192000"/>
              <a:gd name="connsiteY42" fmla="*/ 1499127 h 3482342"/>
              <a:gd name="connsiteX43" fmla="*/ 9845462 w 12192000"/>
              <a:gd name="connsiteY43" fmla="*/ 1548192 h 3482342"/>
              <a:gd name="connsiteX44" fmla="*/ 9736156 w 12192000"/>
              <a:gd name="connsiteY44" fmla="*/ 1581928 h 3482342"/>
              <a:gd name="connsiteX45" fmla="*/ 9693355 w 12192000"/>
              <a:gd name="connsiteY45" fmla="*/ 1602632 h 3482342"/>
              <a:gd name="connsiteX46" fmla="*/ 9664242 w 12192000"/>
              <a:gd name="connsiteY46" fmla="*/ 1622075 h 3482342"/>
              <a:gd name="connsiteX47" fmla="*/ 9579195 w 12192000"/>
              <a:gd name="connsiteY47" fmla="*/ 1648017 h 3482342"/>
              <a:gd name="connsiteX48" fmla="*/ 9433652 w 12192000"/>
              <a:gd name="connsiteY48" fmla="*/ 1681174 h 3482342"/>
              <a:gd name="connsiteX49" fmla="*/ 9403775 w 12192000"/>
              <a:gd name="connsiteY49" fmla="*/ 1690403 h 3482342"/>
              <a:gd name="connsiteX50" fmla="*/ 9382503 w 12192000"/>
              <a:gd name="connsiteY50" fmla="*/ 1706957 h 3482342"/>
              <a:gd name="connsiteX51" fmla="*/ 9381410 w 12192000"/>
              <a:gd name="connsiteY51" fmla="*/ 1718312 h 3482342"/>
              <a:gd name="connsiteX52" fmla="*/ 9365685 w 12192000"/>
              <a:gd name="connsiteY52" fmla="*/ 1724772 h 3482342"/>
              <a:gd name="connsiteX53" fmla="*/ 9278020 w 12192000"/>
              <a:gd name="connsiteY53" fmla="*/ 1741161 h 3482342"/>
              <a:gd name="connsiteX54" fmla="*/ 9217145 w 12192000"/>
              <a:gd name="connsiteY54" fmla="*/ 1771195 h 3482342"/>
              <a:gd name="connsiteX55" fmla="*/ 8955875 w 12192000"/>
              <a:gd name="connsiteY55" fmla="*/ 1796806 h 3482342"/>
              <a:gd name="connsiteX56" fmla="*/ 8648415 w 12192000"/>
              <a:gd name="connsiteY56" fmla="*/ 1878623 h 3482342"/>
              <a:gd name="connsiteX57" fmla="*/ 8495949 w 12192000"/>
              <a:gd name="connsiteY57" fmla="*/ 1902425 h 3482342"/>
              <a:gd name="connsiteX58" fmla="*/ 8236214 w 12192000"/>
              <a:gd name="connsiteY58" fmla="*/ 1909725 h 3482342"/>
              <a:gd name="connsiteX59" fmla="*/ 8132104 w 12192000"/>
              <a:gd name="connsiteY59" fmla="*/ 1895727 h 3482342"/>
              <a:gd name="connsiteX60" fmla="*/ 7918078 w 12192000"/>
              <a:gd name="connsiteY60" fmla="*/ 1862668 h 3482342"/>
              <a:gd name="connsiteX61" fmla="*/ 7817899 w 12192000"/>
              <a:gd name="connsiteY61" fmla="*/ 1862176 h 3482342"/>
              <a:gd name="connsiteX62" fmla="*/ 7768994 w 12192000"/>
              <a:gd name="connsiteY62" fmla="*/ 1855721 h 3482342"/>
              <a:gd name="connsiteX63" fmla="*/ 7618027 w 12192000"/>
              <a:gd name="connsiteY63" fmla="*/ 1830959 h 3482342"/>
              <a:gd name="connsiteX64" fmla="*/ 7449425 w 12192000"/>
              <a:gd name="connsiteY64" fmla="*/ 1810910 h 3482342"/>
              <a:gd name="connsiteX65" fmla="*/ 7342915 w 12192000"/>
              <a:gd name="connsiteY65" fmla="*/ 1819827 h 3482342"/>
              <a:gd name="connsiteX66" fmla="*/ 7255191 w 12192000"/>
              <a:gd name="connsiteY66" fmla="*/ 1834354 h 3482342"/>
              <a:gd name="connsiteX67" fmla="*/ 7131205 w 12192000"/>
              <a:gd name="connsiteY67" fmla="*/ 1845557 h 3482342"/>
              <a:gd name="connsiteX68" fmla="*/ 6941837 w 12192000"/>
              <a:gd name="connsiteY68" fmla="*/ 1840640 h 3482342"/>
              <a:gd name="connsiteX69" fmla="*/ 6837145 w 12192000"/>
              <a:gd name="connsiteY69" fmla="*/ 1870724 h 3482342"/>
              <a:gd name="connsiteX70" fmla="*/ 6753991 w 12192000"/>
              <a:gd name="connsiteY70" fmla="*/ 1860969 h 3482342"/>
              <a:gd name="connsiteX71" fmla="*/ 6727754 w 12192000"/>
              <a:gd name="connsiteY71" fmla="*/ 1882372 h 3482342"/>
              <a:gd name="connsiteX72" fmla="*/ 6723371 w 12192000"/>
              <a:gd name="connsiteY72" fmla="*/ 1886494 h 3482342"/>
              <a:gd name="connsiteX73" fmla="*/ 6702779 w 12192000"/>
              <a:gd name="connsiteY73" fmla="*/ 1893601 h 3482342"/>
              <a:gd name="connsiteX74" fmla="*/ 6686657 w 12192000"/>
              <a:gd name="connsiteY74" fmla="*/ 1907344 h 3482342"/>
              <a:gd name="connsiteX75" fmla="*/ 6651330 w 12192000"/>
              <a:gd name="connsiteY75" fmla="*/ 1922921 h 3482342"/>
              <a:gd name="connsiteX76" fmla="*/ 6622958 w 12192000"/>
              <a:gd name="connsiteY76" fmla="*/ 1936255 h 3482342"/>
              <a:gd name="connsiteX77" fmla="*/ 6522602 w 12192000"/>
              <a:gd name="connsiteY77" fmla="*/ 1954133 h 3482342"/>
              <a:gd name="connsiteX78" fmla="*/ 6444344 w 12192000"/>
              <a:gd name="connsiteY78" fmla="*/ 1969663 h 3482342"/>
              <a:gd name="connsiteX79" fmla="*/ 6409626 w 12192000"/>
              <a:gd name="connsiteY79" fmla="*/ 1978846 h 3482342"/>
              <a:gd name="connsiteX80" fmla="*/ 6333446 w 12192000"/>
              <a:gd name="connsiteY80" fmla="*/ 1997163 h 3482342"/>
              <a:gd name="connsiteX81" fmla="*/ 6294933 w 12192000"/>
              <a:gd name="connsiteY81" fmla="*/ 2019412 h 3482342"/>
              <a:gd name="connsiteX82" fmla="*/ 6238719 w 12192000"/>
              <a:gd name="connsiteY82" fmla="*/ 2042547 h 3482342"/>
              <a:gd name="connsiteX83" fmla="*/ 6187205 w 12192000"/>
              <a:gd name="connsiteY83" fmla="*/ 2060048 h 3482342"/>
              <a:gd name="connsiteX84" fmla="*/ 6138780 w 12192000"/>
              <a:gd name="connsiteY84" fmla="*/ 2081918 h 3482342"/>
              <a:gd name="connsiteX85" fmla="*/ 6120125 w 12192000"/>
              <a:gd name="connsiteY85" fmla="*/ 2109475 h 3482342"/>
              <a:gd name="connsiteX86" fmla="*/ 6056576 w 12192000"/>
              <a:gd name="connsiteY86" fmla="*/ 2120066 h 3482342"/>
              <a:gd name="connsiteX87" fmla="*/ 5993794 w 12192000"/>
              <a:gd name="connsiteY87" fmla="*/ 2122569 h 3482342"/>
              <a:gd name="connsiteX88" fmla="*/ 5943601 w 12192000"/>
              <a:gd name="connsiteY88" fmla="*/ 2137719 h 3482342"/>
              <a:gd name="connsiteX89" fmla="*/ 5898141 w 12192000"/>
              <a:gd name="connsiteY89" fmla="*/ 2144806 h 3482342"/>
              <a:gd name="connsiteX90" fmla="*/ 5855337 w 12192000"/>
              <a:gd name="connsiteY90" fmla="*/ 2137719 h 3482342"/>
              <a:gd name="connsiteX91" fmla="*/ 5817682 w 12192000"/>
              <a:gd name="connsiteY91" fmla="*/ 2157358 h 3482342"/>
              <a:gd name="connsiteX92" fmla="*/ 5735300 w 12192000"/>
              <a:gd name="connsiteY92" fmla="*/ 2158902 h 3482342"/>
              <a:gd name="connsiteX93" fmla="*/ 5591469 w 12192000"/>
              <a:gd name="connsiteY93" fmla="*/ 2178389 h 3482342"/>
              <a:gd name="connsiteX94" fmla="*/ 5505818 w 12192000"/>
              <a:gd name="connsiteY94" fmla="*/ 2194207 h 3482342"/>
              <a:gd name="connsiteX95" fmla="*/ 5452860 w 12192000"/>
              <a:gd name="connsiteY95" fmla="*/ 2180085 h 3482342"/>
              <a:gd name="connsiteX96" fmla="*/ 5414282 w 12192000"/>
              <a:gd name="connsiteY96" fmla="*/ 2183070 h 3482342"/>
              <a:gd name="connsiteX97" fmla="*/ 5368369 w 12192000"/>
              <a:gd name="connsiteY97" fmla="*/ 2204272 h 3482342"/>
              <a:gd name="connsiteX98" fmla="*/ 5336354 w 12192000"/>
              <a:gd name="connsiteY98" fmla="*/ 2218920 h 3482342"/>
              <a:gd name="connsiteX99" fmla="*/ 5291263 w 12192000"/>
              <a:gd name="connsiteY99" fmla="*/ 2239182 h 3482342"/>
              <a:gd name="connsiteX100" fmla="*/ 5255152 w 12192000"/>
              <a:gd name="connsiteY100" fmla="*/ 2247164 h 3482342"/>
              <a:gd name="connsiteX101" fmla="*/ 5233796 w 12192000"/>
              <a:gd name="connsiteY101" fmla="*/ 2268260 h 3482342"/>
              <a:gd name="connsiteX102" fmla="*/ 5212786 w 12192000"/>
              <a:gd name="connsiteY102" fmla="*/ 2296592 h 3482342"/>
              <a:gd name="connsiteX103" fmla="*/ 5173523 w 12192000"/>
              <a:gd name="connsiteY103" fmla="*/ 2309057 h 3482342"/>
              <a:gd name="connsiteX104" fmla="*/ 5123830 w 12192000"/>
              <a:gd name="connsiteY104" fmla="*/ 2307070 h 3482342"/>
              <a:gd name="connsiteX105" fmla="*/ 5065426 w 12192000"/>
              <a:gd name="connsiteY105" fmla="*/ 2324076 h 3482342"/>
              <a:gd name="connsiteX106" fmla="*/ 4975908 w 12192000"/>
              <a:gd name="connsiteY106" fmla="*/ 2364128 h 3482342"/>
              <a:gd name="connsiteX107" fmla="*/ 4913723 w 12192000"/>
              <a:gd name="connsiteY107" fmla="*/ 2385265 h 3482342"/>
              <a:gd name="connsiteX108" fmla="*/ 4746485 w 12192000"/>
              <a:gd name="connsiteY108" fmla="*/ 2451769 h 3482342"/>
              <a:gd name="connsiteX109" fmla="*/ 4681588 w 12192000"/>
              <a:gd name="connsiteY109" fmla="*/ 2467494 h 3482342"/>
              <a:gd name="connsiteX110" fmla="*/ 1783655 w 12192000"/>
              <a:gd name="connsiteY110" fmla="*/ 3163860 h 3482342"/>
              <a:gd name="connsiteX111" fmla="*/ 1325955 w 12192000"/>
              <a:gd name="connsiteY111" fmla="*/ 3176692 h 3482342"/>
              <a:gd name="connsiteX112" fmla="*/ 1190384 w 12192000"/>
              <a:gd name="connsiteY112" fmla="*/ 3203504 h 3482342"/>
              <a:gd name="connsiteX113" fmla="*/ 1094537 w 12192000"/>
              <a:gd name="connsiteY113" fmla="*/ 3229469 h 3482342"/>
              <a:gd name="connsiteX114" fmla="*/ 779276 w 12192000"/>
              <a:gd name="connsiteY114" fmla="*/ 3327290 h 3482342"/>
              <a:gd name="connsiteX115" fmla="*/ 600378 w 12192000"/>
              <a:gd name="connsiteY115" fmla="*/ 3335250 h 3482342"/>
              <a:gd name="connsiteX116" fmla="*/ 493457 w 12192000"/>
              <a:gd name="connsiteY116" fmla="*/ 3365044 h 3482342"/>
              <a:gd name="connsiteX117" fmla="*/ 349402 w 12192000"/>
              <a:gd name="connsiteY117" fmla="*/ 3380897 h 3482342"/>
              <a:gd name="connsiteX118" fmla="*/ 192183 w 12192000"/>
              <a:gd name="connsiteY118" fmla="*/ 3460075 h 3482342"/>
              <a:gd name="connsiteX119" fmla="*/ 46713 w 12192000"/>
              <a:gd name="connsiteY119" fmla="*/ 3462986 h 3482342"/>
              <a:gd name="connsiteX120" fmla="*/ 2765 w 12192000"/>
              <a:gd name="connsiteY120" fmla="*/ 3480770 h 3482342"/>
              <a:gd name="connsiteX121" fmla="*/ 0 w 12192000"/>
              <a:gd name="connsiteY121" fmla="*/ 3482342 h 3482342"/>
              <a:gd name="connsiteX122" fmla="*/ 0 w 12192000"/>
              <a:gd name="connsiteY12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60443 w 12192000"/>
              <a:gd name="connsiteY26" fmla="*/ 1244502 h 3482342"/>
              <a:gd name="connsiteX27" fmla="*/ 10850998 w 12192000"/>
              <a:gd name="connsiteY27" fmla="*/ 1269215 h 3482342"/>
              <a:gd name="connsiteX28" fmla="*/ 10815658 w 12192000"/>
              <a:gd name="connsiteY28" fmla="*/ 1287849 h 3482342"/>
              <a:gd name="connsiteX29" fmla="*/ 10679906 w 12192000"/>
              <a:gd name="connsiteY29" fmla="*/ 1324988 h 3482342"/>
              <a:gd name="connsiteX30" fmla="*/ 10636304 w 12192000"/>
              <a:gd name="connsiteY30" fmla="*/ 1317928 h 3482342"/>
              <a:gd name="connsiteX31" fmla="*/ 10603863 w 12192000"/>
              <a:gd name="connsiteY31" fmla="*/ 1346886 h 3482342"/>
              <a:gd name="connsiteX32" fmla="*/ 10573203 w 12192000"/>
              <a:gd name="connsiteY32" fmla="*/ 1351996 h 3482342"/>
              <a:gd name="connsiteX33" fmla="*/ 10513263 w 12192000"/>
              <a:gd name="connsiteY33" fmla="*/ 1350756 h 3482342"/>
              <a:gd name="connsiteX34" fmla="*/ 10464012 w 12192000"/>
              <a:gd name="connsiteY34" fmla="*/ 1391778 h 3482342"/>
              <a:gd name="connsiteX35" fmla="*/ 10405409 w 12192000"/>
              <a:gd name="connsiteY35" fmla="*/ 1422789 h 3482342"/>
              <a:gd name="connsiteX36" fmla="*/ 10370530 w 12192000"/>
              <a:gd name="connsiteY36" fmla="*/ 1441596 h 3482342"/>
              <a:gd name="connsiteX37" fmla="*/ 10314361 w 12192000"/>
              <a:gd name="connsiteY37" fmla="*/ 1466924 h 3482342"/>
              <a:gd name="connsiteX38" fmla="*/ 10264922 w 12192000"/>
              <a:gd name="connsiteY38" fmla="*/ 1472107 h 3482342"/>
              <a:gd name="connsiteX39" fmla="*/ 10201385 w 12192000"/>
              <a:gd name="connsiteY39" fmla="*/ 1477515 h 3482342"/>
              <a:gd name="connsiteX40" fmla="*/ 10120184 w 12192000"/>
              <a:gd name="connsiteY40" fmla="*/ 1466924 h 3482342"/>
              <a:gd name="connsiteX41" fmla="*/ 10058690 w 12192000"/>
              <a:gd name="connsiteY41" fmla="*/ 1474888 h 3482342"/>
              <a:gd name="connsiteX42" fmla="*/ 10004424 w 12192000"/>
              <a:gd name="connsiteY42" fmla="*/ 1489801 h 3482342"/>
              <a:gd name="connsiteX43" fmla="*/ 9999951 w 12192000"/>
              <a:gd name="connsiteY43" fmla="*/ 1499127 h 3482342"/>
              <a:gd name="connsiteX44" fmla="*/ 9845462 w 12192000"/>
              <a:gd name="connsiteY44" fmla="*/ 1548192 h 3482342"/>
              <a:gd name="connsiteX45" fmla="*/ 9736156 w 12192000"/>
              <a:gd name="connsiteY45" fmla="*/ 1581928 h 3482342"/>
              <a:gd name="connsiteX46" fmla="*/ 9693355 w 12192000"/>
              <a:gd name="connsiteY46" fmla="*/ 1602632 h 3482342"/>
              <a:gd name="connsiteX47" fmla="*/ 9664242 w 12192000"/>
              <a:gd name="connsiteY47" fmla="*/ 1622075 h 3482342"/>
              <a:gd name="connsiteX48" fmla="*/ 9579195 w 12192000"/>
              <a:gd name="connsiteY48" fmla="*/ 1648017 h 3482342"/>
              <a:gd name="connsiteX49" fmla="*/ 9433652 w 12192000"/>
              <a:gd name="connsiteY49" fmla="*/ 1681174 h 3482342"/>
              <a:gd name="connsiteX50" fmla="*/ 9403775 w 12192000"/>
              <a:gd name="connsiteY50" fmla="*/ 1690403 h 3482342"/>
              <a:gd name="connsiteX51" fmla="*/ 9382503 w 12192000"/>
              <a:gd name="connsiteY51" fmla="*/ 1706957 h 3482342"/>
              <a:gd name="connsiteX52" fmla="*/ 9381410 w 12192000"/>
              <a:gd name="connsiteY52" fmla="*/ 1718312 h 3482342"/>
              <a:gd name="connsiteX53" fmla="*/ 9365685 w 12192000"/>
              <a:gd name="connsiteY53" fmla="*/ 1724772 h 3482342"/>
              <a:gd name="connsiteX54" fmla="*/ 9278020 w 12192000"/>
              <a:gd name="connsiteY54" fmla="*/ 1741161 h 3482342"/>
              <a:gd name="connsiteX55" fmla="*/ 9217145 w 12192000"/>
              <a:gd name="connsiteY55" fmla="*/ 1771195 h 3482342"/>
              <a:gd name="connsiteX56" fmla="*/ 8955875 w 12192000"/>
              <a:gd name="connsiteY56" fmla="*/ 1796806 h 3482342"/>
              <a:gd name="connsiteX57" fmla="*/ 8648415 w 12192000"/>
              <a:gd name="connsiteY57" fmla="*/ 1878623 h 3482342"/>
              <a:gd name="connsiteX58" fmla="*/ 8495949 w 12192000"/>
              <a:gd name="connsiteY58" fmla="*/ 1902425 h 3482342"/>
              <a:gd name="connsiteX59" fmla="*/ 8236214 w 12192000"/>
              <a:gd name="connsiteY59" fmla="*/ 1909725 h 3482342"/>
              <a:gd name="connsiteX60" fmla="*/ 8132104 w 12192000"/>
              <a:gd name="connsiteY60" fmla="*/ 1895727 h 3482342"/>
              <a:gd name="connsiteX61" fmla="*/ 7918078 w 12192000"/>
              <a:gd name="connsiteY61" fmla="*/ 1862668 h 3482342"/>
              <a:gd name="connsiteX62" fmla="*/ 7817899 w 12192000"/>
              <a:gd name="connsiteY62" fmla="*/ 1862176 h 3482342"/>
              <a:gd name="connsiteX63" fmla="*/ 7768994 w 12192000"/>
              <a:gd name="connsiteY63" fmla="*/ 1855721 h 3482342"/>
              <a:gd name="connsiteX64" fmla="*/ 7618027 w 12192000"/>
              <a:gd name="connsiteY64" fmla="*/ 1830959 h 3482342"/>
              <a:gd name="connsiteX65" fmla="*/ 7449425 w 12192000"/>
              <a:gd name="connsiteY65" fmla="*/ 1810910 h 3482342"/>
              <a:gd name="connsiteX66" fmla="*/ 7342915 w 12192000"/>
              <a:gd name="connsiteY66" fmla="*/ 1819827 h 3482342"/>
              <a:gd name="connsiteX67" fmla="*/ 7255191 w 12192000"/>
              <a:gd name="connsiteY67" fmla="*/ 1834354 h 3482342"/>
              <a:gd name="connsiteX68" fmla="*/ 7131205 w 12192000"/>
              <a:gd name="connsiteY68" fmla="*/ 1845557 h 3482342"/>
              <a:gd name="connsiteX69" fmla="*/ 6941837 w 12192000"/>
              <a:gd name="connsiteY69" fmla="*/ 1840640 h 3482342"/>
              <a:gd name="connsiteX70" fmla="*/ 6837145 w 12192000"/>
              <a:gd name="connsiteY70" fmla="*/ 1870724 h 3482342"/>
              <a:gd name="connsiteX71" fmla="*/ 6753991 w 12192000"/>
              <a:gd name="connsiteY71" fmla="*/ 1860969 h 3482342"/>
              <a:gd name="connsiteX72" fmla="*/ 6727754 w 12192000"/>
              <a:gd name="connsiteY72" fmla="*/ 1882372 h 3482342"/>
              <a:gd name="connsiteX73" fmla="*/ 6723371 w 12192000"/>
              <a:gd name="connsiteY73" fmla="*/ 1886494 h 3482342"/>
              <a:gd name="connsiteX74" fmla="*/ 6702779 w 12192000"/>
              <a:gd name="connsiteY74" fmla="*/ 1893601 h 3482342"/>
              <a:gd name="connsiteX75" fmla="*/ 6686657 w 12192000"/>
              <a:gd name="connsiteY75" fmla="*/ 1907344 h 3482342"/>
              <a:gd name="connsiteX76" fmla="*/ 6651330 w 12192000"/>
              <a:gd name="connsiteY76" fmla="*/ 1922921 h 3482342"/>
              <a:gd name="connsiteX77" fmla="*/ 6622958 w 12192000"/>
              <a:gd name="connsiteY77" fmla="*/ 1936255 h 3482342"/>
              <a:gd name="connsiteX78" fmla="*/ 6522602 w 12192000"/>
              <a:gd name="connsiteY78" fmla="*/ 1954133 h 3482342"/>
              <a:gd name="connsiteX79" fmla="*/ 6444344 w 12192000"/>
              <a:gd name="connsiteY79" fmla="*/ 1969663 h 3482342"/>
              <a:gd name="connsiteX80" fmla="*/ 6409626 w 12192000"/>
              <a:gd name="connsiteY80" fmla="*/ 1978846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87205 w 12192000"/>
              <a:gd name="connsiteY84" fmla="*/ 2060048 h 3482342"/>
              <a:gd name="connsiteX85" fmla="*/ 6138780 w 12192000"/>
              <a:gd name="connsiteY85" fmla="*/ 2081918 h 3482342"/>
              <a:gd name="connsiteX86" fmla="*/ 6120125 w 12192000"/>
              <a:gd name="connsiteY86" fmla="*/ 2109475 h 3482342"/>
              <a:gd name="connsiteX87" fmla="*/ 6056576 w 12192000"/>
              <a:gd name="connsiteY87" fmla="*/ 2120066 h 3482342"/>
              <a:gd name="connsiteX88" fmla="*/ 5993794 w 12192000"/>
              <a:gd name="connsiteY88" fmla="*/ 2122569 h 3482342"/>
              <a:gd name="connsiteX89" fmla="*/ 5943601 w 12192000"/>
              <a:gd name="connsiteY89" fmla="*/ 2137719 h 3482342"/>
              <a:gd name="connsiteX90" fmla="*/ 5898141 w 12192000"/>
              <a:gd name="connsiteY90" fmla="*/ 2144806 h 3482342"/>
              <a:gd name="connsiteX91" fmla="*/ 5855337 w 12192000"/>
              <a:gd name="connsiteY91" fmla="*/ 2137719 h 3482342"/>
              <a:gd name="connsiteX92" fmla="*/ 5817682 w 12192000"/>
              <a:gd name="connsiteY92" fmla="*/ 2157358 h 3482342"/>
              <a:gd name="connsiteX93" fmla="*/ 5735300 w 12192000"/>
              <a:gd name="connsiteY93" fmla="*/ 2158902 h 3482342"/>
              <a:gd name="connsiteX94" fmla="*/ 5591469 w 12192000"/>
              <a:gd name="connsiteY94" fmla="*/ 2178389 h 3482342"/>
              <a:gd name="connsiteX95" fmla="*/ 5505818 w 12192000"/>
              <a:gd name="connsiteY95" fmla="*/ 2194207 h 3482342"/>
              <a:gd name="connsiteX96" fmla="*/ 5452860 w 12192000"/>
              <a:gd name="connsiteY96" fmla="*/ 2180085 h 3482342"/>
              <a:gd name="connsiteX97" fmla="*/ 5414282 w 12192000"/>
              <a:gd name="connsiteY97" fmla="*/ 2183070 h 3482342"/>
              <a:gd name="connsiteX98" fmla="*/ 5368369 w 12192000"/>
              <a:gd name="connsiteY98" fmla="*/ 2204272 h 3482342"/>
              <a:gd name="connsiteX99" fmla="*/ 5336354 w 12192000"/>
              <a:gd name="connsiteY99" fmla="*/ 2218920 h 3482342"/>
              <a:gd name="connsiteX100" fmla="*/ 5291263 w 12192000"/>
              <a:gd name="connsiteY100" fmla="*/ 2239182 h 3482342"/>
              <a:gd name="connsiteX101" fmla="*/ 5255152 w 12192000"/>
              <a:gd name="connsiteY101" fmla="*/ 2247164 h 3482342"/>
              <a:gd name="connsiteX102" fmla="*/ 5233796 w 12192000"/>
              <a:gd name="connsiteY102" fmla="*/ 2268260 h 3482342"/>
              <a:gd name="connsiteX103" fmla="*/ 5212786 w 12192000"/>
              <a:gd name="connsiteY103" fmla="*/ 2296592 h 3482342"/>
              <a:gd name="connsiteX104" fmla="*/ 5173523 w 12192000"/>
              <a:gd name="connsiteY104" fmla="*/ 2309057 h 3482342"/>
              <a:gd name="connsiteX105" fmla="*/ 5123830 w 12192000"/>
              <a:gd name="connsiteY105" fmla="*/ 2307070 h 3482342"/>
              <a:gd name="connsiteX106" fmla="*/ 5065426 w 12192000"/>
              <a:gd name="connsiteY106" fmla="*/ 2324076 h 3482342"/>
              <a:gd name="connsiteX107" fmla="*/ 4975908 w 12192000"/>
              <a:gd name="connsiteY107" fmla="*/ 2364128 h 3482342"/>
              <a:gd name="connsiteX108" fmla="*/ 4913723 w 12192000"/>
              <a:gd name="connsiteY108" fmla="*/ 2385265 h 3482342"/>
              <a:gd name="connsiteX109" fmla="*/ 4746485 w 12192000"/>
              <a:gd name="connsiteY109" fmla="*/ 2451769 h 3482342"/>
              <a:gd name="connsiteX110" fmla="*/ 4681588 w 12192000"/>
              <a:gd name="connsiteY110" fmla="*/ 2467494 h 3482342"/>
              <a:gd name="connsiteX111" fmla="*/ 1783655 w 12192000"/>
              <a:gd name="connsiteY111" fmla="*/ 3163860 h 3482342"/>
              <a:gd name="connsiteX112" fmla="*/ 1325955 w 12192000"/>
              <a:gd name="connsiteY112" fmla="*/ 3176692 h 3482342"/>
              <a:gd name="connsiteX113" fmla="*/ 1190384 w 12192000"/>
              <a:gd name="connsiteY113" fmla="*/ 3203504 h 3482342"/>
              <a:gd name="connsiteX114" fmla="*/ 1094537 w 12192000"/>
              <a:gd name="connsiteY114" fmla="*/ 3229469 h 3482342"/>
              <a:gd name="connsiteX115" fmla="*/ 779276 w 12192000"/>
              <a:gd name="connsiteY115" fmla="*/ 3327290 h 3482342"/>
              <a:gd name="connsiteX116" fmla="*/ 600378 w 12192000"/>
              <a:gd name="connsiteY116" fmla="*/ 3335250 h 3482342"/>
              <a:gd name="connsiteX117" fmla="*/ 493457 w 12192000"/>
              <a:gd name="connsiteY117" fmla="*/ 3365044 h 3482342"/>
              <a:gd name="connsiteX118" fmla="*/ 349402 w 12192000"/>
              <a:gd name="connsiteY118" fmla="*/ 3380897 h 3482342"/>
              <a:gd name="connsiteX119" fmla="*/ 192183 w 12192000"/>
              <a:gd name="connsiteY119" fmla="*/ 3460075 h 3482342"/>
              <a:gd name="connsiteX120" fmla="*/ 46713 w 12192000"/>
              <a:gd name="connsiteY120" fmla="*/ 3462986 h 3482342"/>
              <a:gd name="connsiteX121" fmla="*/ 2765 w 12192000"/>
              <a:gd name="connsiteY121" fmla="*/ 3480770 h 3482342"/>
              <a:gd name="connsiteX122" fmla="*/ 0 w 12192000"/>
              <a:gd name="connsiteY122" fmla="*/ 3482342 h 3482342"/>
              <a:gd name="connsiteX123" fmla="*/ 0 w 12192000"/>
              <a:gd name="connsiteY12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60443 w 12192000"/>
              <a:gd name="connsiteY26" fmla="*/ 1244502 h 3482342"/>
              <a:gd name="connsiteX27" fmla="*/ 10850998 w 12192000"/>
              <a:gd name="connsiteY27" fmla="*/ 1269215 h 3482342"/>
              <a:gd name="connsiteX28" fmla="*/ 10815658 w 12192000"/>
              <a:gd name="connsiteY28" fmla="*/ 1287849 h 3482342"/>
              <a:gd name="connsiteX29" fmla="*/ 10679906 w 12192000"/>
              <a:gd name="connsiteY29" fmla="*/ 1332049 h 3482342"/>
              <a:gd name="connsiteX30" fmla="*/ 10636304 w 12192000"/>
              <a:gd name="connsiteY30" fmla="*/ 1317928 h 3482342"/>
              <a:gd name="connsiteX31" fmla="*/ 10603863 w 12192000"/>
              <a:gd name="connsiteY31" fmla="*/ 1346886 h 3482342"/>
              <a:gd name="connsiteX32" fmla="*/ 10573203 w 12192000"/>
              <a:gd name="connsiteY32" fmla="*/ 1351996 h 3482342"/>
              <a:gd name="connsiteX33" fmla="*/ 10513263 w 12192000"/>
              <a:gd name="connsiteY33" fmla="*/ 1350756 h 3482342"/>
              <a:gd name="connsiteX34" fmla="*/ 10464012 w 12192000"/>
              <a:gd name="connsiteY34" fmla="*/ 1391778 h 3482342"/>
              <a:gd name="connsiteX35" fmla="*/ 10405409 w 12192000"/>
              <a:gd name="connsiteY35" fmla="*/ 1422789 h 3482342"/>
              <a:gd name="connsiteX36" fmla="*/ 10370530 w 12192000"/>
              <a:gd name="connsiteY36" fmla="*/ 1441596 h 3482342"/>
              <a:gd name="connsiteX37" fmla="*/ 10314361 w 12192000"/>
              <a:gd name="connsiteY37" fmla="*/ 1466924 h 3482342"/>
              <a:gd name="connsiteX38" fmla="*/ 10264922 w 12192000"/>
              <a:gd name="connsiteY38" fmla="*/ 1472107 h 3482342"/>
              <a:gd name="connsiteX39" fmla="*/ 10201385 w 12192000"/>
              <a:gd name="connsiteY39" fmla="*/ 1477515 h 3482342"/>
              <a:gd name="connsiteX40" fmla="*/ 10120184 w 12192000"/>
              <a:gd name="connsiteY40" fmla="*/ 1466924 h 3482342"/>
              <a:gd name="connsiteX41" fmla="*/ 10058690 w 12192000"/>
              <a:gd name="connsiteY41" fmla="*/ 1474888 h 3482342"/>
              <a:gd name="connsiteX42" fmla="*/ 10004424 w 12192000"/>
              <a:gd name="connsiteY42" fmla="*/ 1489801 h 3482342"/>
              <a:gd name="connsiteX43" fmla="*/ 9999951 w 12192000"/>
              <a:gd name="connsiteY43" fmla="*/ 1499127 h 3482342"/>
              <a:gd name="connsiteX44" fmla="*/ 9845462 w 12192000"/>
              <a:gd name="connsiteY44" fmla="*/ 1548192 h 3482342"/>
              <a:gd name="connsiteX45" fmla="*/ 9736156 w 12192000"/>
              <a:gd name="connsiteY45" fmla="*/ 1581928 h 3482342"/>
              <a:gd name="connsiteX46" fmla="*/ 9693355 w 12192000"/>
              <a:gd name="connsiteY46" fmla="*/ 1602632 h 3482342"/>
              <a:gd name="connsiteX47" fmla="*/ 9664242 w 12192000"/>
              <a:gd name="connsiteY47" fmla="*/ 1622075 h 3482342"/>
              <a:gd name="connsiteX48" fmla="*/ 9579195 w 12192000"/>
              <a:gd name="connsiteY48" fmla="*/ 1648017 h 3482342"/>
              <a:gd name="connsiteX49" fmla="*/ 9433652 w 12192000"/>
              <a:gd name="connsiteY49" fmla="*/ 1681174 h 3482342"/>
              <a:gd name="connsiteX50" fmla="*/ 9403775 w 12192000"/>
              <a:gd name="connsiteY50" fmla="*/ 1690403 h 3482342"/>
              <a:gd name="connsiteX51" fmla="*/ 9382503 w 12192000"/>
              <a:gd name="connsiteY51" fmla="*/ 1706957 h 3482342"/>
              <a:gd name="connsiteX52" fmla="*/ 9381410 w 12192000"/>
              <a:gd name="connsiteY52" fmla="*/ 1718312 h 3482342"/>
              <a:gd name="connsiteX53" fmla="*/ 9365685 w 12192000"/>
              <a:gd name="connsiteY53" fmla="*/ 1724772 h 3482342"/>
              <a:gd name="connsiteX54" fmla="*/ 9278020 w 12192000"/>
              <a:gd name="connsiteY54" fmla="*/ 1741161 h 3482342"/>
              <a:gd name="connsiteX55" fmla="*/ 9217145 w 12192000"/>
              <a:gd name="connsiteY55" fmla="*/ 1771195 h 3482342"/>
              <a:gd name="connsiteX56" fmla="*/ 8955875 w 12192000"/>
              <a:gd name="connsiteY56" fmla="*/ 1796806 h 3482342"/>
              <a:gd name="connsiteX57" fmla="*/ 8648415 w 12192000"/>
              <a:gd name="connsiteY57" fmla="*/ 1878623 h 3482342"/>
              <a:gd name="connsiteX58" fmla="*/ 8495949 w 12192000"/>
              <a:gd name="connsiteY58" fmla="*/ 1902425 h 3482342"/>
              <a:gd name="connsiteX59" fmla="*/ 8236214 w 12192000"/>
              <a:gd name="connsiteY59" fmla="*/ 1909725 h 3482342"/>
              <a:gd name="connsiteX60" fmla="*/ 8132104 w 12192000"/>
              <a:gd name="connsiteY60" fmla="*/ 1895727 h 3482342"/>
              <a:gd name="connsiteX61" fmla="*/ 7918078 w 12192000"/>
              <a:gd name="connsiteY61" fmla="*/ 1862668 h 3482342"/>
              <a:gd name="connsiteX62" fmla="*/ 7817899 w 12192000"/>
              <a:gd name="connsiteY62" fmla="*/ 1862176 h 3482342"/>
              <a:gd name="connsiteX63" fmla="*/ 7768994 w 12192000"/>
              <a:gd name="connsiteY63" fmla="*/ 1855721 h 3482342"/>
              <a:gd name="connsiteX64" fmla="*/ 7618027 w 12192000"/>
              <a:gd name="connsiteY64" fmla="*/ 1830959 h 3482342"/>
              <a:gd name="connsiteX65" fmla="*/ 7449425 w 12192000"/>
              <a:gd name="connsiteY65" fmla="*/ 1810910 h 3482342"/>
              <a:gd name="connsiteX66" fmla="*/ 7342915 w 12192000"/>
              <a:gd name="connsiteY66" fmla="*/ 1819827 h 3482342"/>
              <a:gd name="connsiteX67" fmla="*/ 7255191 w 12192000"/>
              <a:gd name="connsiteY67" fmla="*/ 1834354 h 3482342"/>
              <a:gd name="connsiteX68" fmla="*/ 7131205 w 12192000"/>
              <a:gd name="connsiteY68" fmla="*/ 1845557 h 3482342"/>
              <a:gd name="connsiteX69" fmla="*/ 6941837 w 12192000"/>
              <a:gd name="connsiteY69" fmla="*/ 1840640 h 3482342"/>
              <a:gd name="connsiteX70" fmla="*/ 6837145 w 12192000"/>
              <a:gd name="connsiteY70" fmla="*/ 1870724 h 3482342"/>
              <a:gd name="connsiteX71" fmla="*/ 6753991 w 12192000"/>
              <a:gd name="connsiteY71" fmla="*/ 1860969 h 3482342"/>
              <a:gd name="connsiteX72" fmla="*/ 6727754 w 12192000"/>
              <a:gd name="connsiteY72" fmla="*/ 1882372 h 3482342"/>
              <a:gd name="connsiteX73" fmla="*/ 6723371 w 12192000"/>
              <a:gd name="connsiteY73" fmla="*/ 1886494 h 3482342"/>
              <a:gd name="connsiteX74" fmla="*/ 6702779 w 12192000"/>
              <a:gd name="connsiteY74" fmla="*/ 1893601 h 3482342"/>
              <a:gd name="connsiteX75" fmla="*/ 6686657 w 12192000"/>
              <a:gd name="connsiteY75" fmla="*/ 1907344 h 3482342"/>
              <a:gd name="connsiteX76" fmla="*/ 6651330 w 12192000"/>
              <a:gd name="connsiteY76" fmla="*/ 1922921 h 3482342"/>
              <a:gd name="connsiteX77" fmla="*/ 6622958 w 12192000"/>
              <a:gd name="connsiteY77" fmla="*/ 1936255 h 3482342"/>
              <a:gd name="connsiteX78" fmla="*/ 6522602 w 12192000"/>
              <a:gd name="connsiteY78" fmla="*/ 1954133 h 3482342"/>
              <a:gd name="connsiteX79" fmla="*/ 6444344 w 12192000"/>
              <a:gd name="connsiteY79" fmla="*/ 1969663 h 3482342"/>
              <a:gd name="connsiteX80" fmla="*/ 6409626 w 12192000"/>
              <a:gd name="connsiteY80" fmla="*/ 1978846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87205 w 12192000"/>
              <a:gd name="connsiteY84" fmla="*/ 2060048 h 3482342"/>
              <a:gd name="connsiteX85" fmla="*/ 6138780 w 12192000"/>
              <a:gd name="connsiteY85" fmla="*/ 2081918 h 3482342"/>
              <a:gd name="connsiteX86" fmla="*/ 6120125 w 12192000"/>
              <a:gd name="connsiteY86" fmla="*/ 2109475 h 3482342"/>
              <a:gd name="connsiteX87" fmla="*/ 6056576 w 12192000"/>
              <a:gd name="connsiteY87" fmla="*/ 2120066 h 3482342"/>
              <a:gd name="connsiteX88" fmla="*/ 5993794 w 12192000"/>
              <a:gd name="connsiteY88" fmla="*/ 2122569 h 3482342"/>
              <a:gd name="connsiteX89" fmla="*/ 5943601 w 12192000"/>
              <a:gd name="connsiteY89" fmla="*/ 2137719 h 3482342"/>
              <a:gd name="connsiteX90" fmla="*/ 5898141 w 12192000"/>
              <a:gd name="connsiteY90" fmla="*/ 2144806 h 3482342"/>
              <a:gd name="connsiteX91" fmla="*/ 5855337 w 12192000"/>
              <a:gd name="connsiteY91" fmla="*/ 2137719 h 3482342"/>
              <a:gd name="connsiteX92" fmla="*/ 5817682 w 12192000"/>
              <a:gd name="connsiteY92" fmla="*/ 2157358 h 3482342"/>
              <a:gd name="connsiteX93" fmla="*/ 5735300 w 12192000"/>
              <a:gd name="connsiteY93" fmla="*/ 2158902 h 3482342"/>
              <a:gd name="connsiteX94" fmla="*/ 5591469 w 12192000"/>
              <a:gd name="connsiteY94" fmla="*/ 2178389 h 3482342"/>
              <a:gd name="connsiteX95" fmla="*/ 5505818 w 12192000"/>
              <a:gd name="connsiteY95" fmla="*/ 2194207 h 3482342"/>
              <a:gd name="connsiteX96" fmla="*/ 5452860 w 12192000"/>
              <a:gd name="connsiteY96" fmla="*/ 2180085 h 3482342"/>
              <a:gd name="connsiteX97" fmla="*/ 5414282 w 12192000"/>
              <a:gd name="connsiteY97" fmla="*/ 2183070 h 3482342"/>
              <a:gd name="connsiteX98" fmla="*/ 5368369 w 12192000"/>
              <a:gd name="connsiteY98" fmla="*/ 2204272 h 3482342"/>
              <a:gd name="connsiteX99" fmla="*/ 5336354 w 12192000"/>
              <a:gd name="connsiteY99" fmla="*/ 2218920 h 3482342"/>
              <a:gd name="connsiteX100" fmla="*/ 5291263 w 12192000"/>
              <a:gd name="connsiteY100" fmla="*/ 2239182 h 3482342"/>
              <a:gd name="connsiteX101" fmla="*/ 5255152 w 12192000"/>
              <a:gd name="connsiteY101" fmla="*/ 2247164 h 3482342"/>
              <a:gd name="connsiteX102" fmla="*/ 5233796 w 12192000"/>
              <a:gd name="connsiteY102" fmla="*/ 2268260 h 3482342"/>
              <a:gd name="connsiteX103" fmla="*/ 5212786 w 12192000"/>
              <a:gd name="connsiteY103" fmla="*/ 2296592 h 3482342"/>
              <a:gd name="connsiteX104" fmla="*/ 5173523 w 12192000"/>
              <a:gd name="connsiteY104" fmla="*/ 2309057 h 3482342"/>
              <a:gd name="connsiteX105" fmla="*/ 5123830 w 12192000"/>
              <a:gd name="connsiteY105" fmla="*/ 2307070 h 3482342"/>
              <a:gd name="connsiteX106" fmla="*/ 5065426 w 12192000"/>
              <a:gd name="connsiteY106" fmla="*/ 2324076 h 3482342"/>
              <a:gd name="connsiteX107" fmla="*/ 4975908 w 12192000"/>
              <a:gd name="connsiteY107" fmla="*/ 2364128 h 3482342"/>
              <a:gd name="connsiteX108" fmla="*/ 4913723 w 12192000"/>
              <a:gd name="connsiteY108" fmla="*/ 2385265 h 3482342"/>
              <a:gd name="connsiteX109" fmla="*/ 4746485 w 12192000"/>
              <a:gd name="connsiteY109" fmla="*/ 2451769 h 3482342"/>
              <a:gd name="connsiteX110" fmla="*/ 4681588 w 12192000"/>
              <a:gd name="connsiteY110" fmla="*/ 2467494 h 3482342"/>
              <a:gd name="connsiteX111" fmla="*/ 1783655 w 12192000"/>
              <a:gd name="connsiteY111" fmla="*/ 3163860 h 3482342"/>
              <a:gd name="connsiteX112" fmla="*/ 1325955 w 12192000"/>
              <a:gd name="connsiteY112" fmla="*/ 3176692 h 3482342"/>
              <a:gd name="connsiteX113" fmla="*/ 1190384 w 12192000"/>
              <a:gd name="connsiteY113" fmla="*/ 3203504 h 3482342"/>
              <a:gd name="connsiteX114" fmla="*/ 1094537 w 12192000"/>
              <a:gd name="connsiteY114" fmla="*/ 3229469 h 3482342"/>
              <a:gd name="connsiteX115" fmla="*/ 779276 w 12192000"/>
              <a:gd name="connsiteY115" fmla="*/ 3327290 h 3482342"/>
              <a:gd name="connsiteX116" fmla="*/ 600378 w 12192000"/>
              <a:gd name="connsiteY116" fmla="*/ 3335250 h 3482342"/>
              <a:gd name="connsiteX117" fmla="*/ 493457 w 12192000"/>
              <a:gd name="connsiteY117" fmla="*/ 3365044 h 3482342"/>
              <a:gd name="connsiteX118" fmla="*/ 349402 w 12192000"/>
              <a:gd name="connsiteY118" fmla="*/ 3380897 h 3482342"/>
              <a:gd name="connsiteX119" fmla="*/ 192183 w 12192000"/>
              <a:gd name="connsiteY119" fmla="*/ 3460075 h 3482342"/>
              <a:gd name="connsiteX120" fmla="*/ 46713 w 12192000"/>
              <a:gd name="connsiteY120" fmla="*/ 3462986 h 3482342"/>
              <a:gd name="connsiteX121" fmla="*/ 2765 w 12192000"/>
              <a:gd name="connsiteY121" fmla="*/ 3480770 h 3482342"/>
              <a:gd name="connsiteX122" fmla="*/ 0 w 12192000"/>
              <a:gd name="connsiteY122" fmla="*/ 3482342 h 3482342"/>
              <a:gd name="connsiteX123" fmla="*/ 0 w 12192000"/>
              <a:gd name="connsiteY12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60443 w 12192000"/>
              <a:gd name="connsiteY26" fmla="*/ 1244502 h 3482342"/>
              <a:gd name="connsiteX27" fmla="*/ 10850998 w 12192000"/>
              <a:gd name="connsiteY27" fmla="*/ 1269215 h 3482342"/>
              <a:gd name="connsiteX28" fmla="*/ 10815658 w 12192000"/>
              <a:gd name="connsiteY28" fmla="*/ 1287849 h 3482342"/>
              <a:gd name="connsiteX29" fmla="*/ 10679906 w 12192000"/>
              <a:gd name="connsiteY29" fmla="*/ 1332049 h 3482342"/>
              <a:gd name="connsiteX30" fmla="*/ 10639834 w 12192000"/>
              <a:gd name="connsiteY30" fmla="*/ 1324989 h 3482342"/>
              <a:gd name="connsiteX31" fmla="*/ 10603863 w 12192000"/>
              <a:gd name="connsiteY31" fmla="*/ 1346886 h 3482342"/>
              <a:gd name="connsiteX32" fmla="*/ 10573203 w 12192000"/>
              <a:gd name="connsiteY32" fmla="*/ 1351996 h 3482342"/>
              <a:gd name="connsiteX33" fmla="*/ 10513263 w 12192000"/>
              <a:gd name="connsiteY33" fmla="*/ 1350756 h 3482342"/>
              <a:gd name="connsiteX34" fmla="*/ 10464012 w 12192000"/>
              <a:gd name="connsiteY34" fmla="*/ 1391778 h 3482342"/>
              <a:gd name="connsiteX35" fmla="*/ 10405409 w 12192000"/>
              <a:gd name="connsiteY35" fmla="*/ 1422789 h 3482342"/>
              <a:gd name="connsiteX36" fmla="*/ 10370530 w 12192000"/>
              <a:gd name="connsiteY36" fmla="*/ 1441596 h 3482342"/>
              <a:gd name="connsiteX37" fmla="*/ 10314361 w 12192000"/>
              <a:gd name="connsiteY37" fmla="*/ 1466924 h 3482342"/>
              <a:gd name="connsiteX38" fmla="*/ 10264922 w 12192000"/>
              <a:gd name="connsiteY38" fmla="*/ 1472107 h 3482342"/>
              <a:gd name="connsiteX39" fmla="*/ 10201385 w 12192000"/>
              <a:gd name="connsiteY39" fmla="*/ 1477515 h 3482342"/>
              <a:gd name="connsiteX40" fmla="*/ 10120184 w 12192000"/>
              <a:gd name="connsiteY40" fmla="*/ 1466924 h 3482342"/>
              <a:gd name="connsiteX41" fmla="*/ 10058690 w 12192000"/>
              <a:gd name="connsiteY41" fmla="*/ 1474888 h 3482342"/>
              <a:gd name="connsiteX42" fmla="*/ 10004424 w 12192000"/>
              <a:gd name="connsiteY42" fmla="*/ 1489801 h 3482342"/>
              <a:gd name="connsiteX43" fmla="*/ 9999951 w 12192000"/>
              <a:gd name="connsiteY43" fmla="*/ 1499127 h 3482342"/>
              <a:gd name="connsiteX44" fmla="*/ 9845462 w 12192000"/>
              <a:gd name="connsiteY44" fmla="*/ 1548192 h 3482342"/>
              <a:gd name="connsiteX45" fmla="*/ 9736156 w 12192000"/>
              <a:gd name="connsiteY45" fmla="*/ 1581928 h 3482342"/>
              <a:gd name="connsiteX46" fmla="*/ 9693355 w 12192000"/>
              <a:gd name="connsiteY46" fmla="*/ 1602632 h 3482342"/>
              <a:gd name="connsiteX47" fmla="*/ 9664242 w 12192000"/>
              <a:gd name="connsiteY47" fmla="*/ 1622075 h 3482342"/>
              <a:gd name="connsiteX48" fmla="*/ 9579195 w 12192000"/>
              <a:gd name="connsiteY48" fmla="*/ 1648017 h 3482342"/>
              <a:gd name="connsiteX49" fmla="*/ 9433652 w 12192000"/>
              <a:gd name="connsiteY49" fmla="*/ 1681174 h 3482342"/>
              <a:gd name="connsiteX50" fmla="*/ 9403775 w 12192000"/>
              <a:gd name="connsiteY50" fmla="*/ 1690403 h 3482342"/>
              <a:gd name="connsiteX51" fmla="*/ 9382503 w 12192000"/>
              <a:gd name="connsiteY51" fmla="*/ 1706957 h 3482342"/>
              <a:gd name="connsiteX52" fmla="*/ 9381410 w 12192000"/>
              <a:gd name="connsiteY52" fmla="*/ 1718312 h 3482342"/>
              <a:gd name="connsiteX53" fmla="*/ 9365685 w 12192000"/>
              <a:gd name="connsiteY53" fmla="*/ 1724772 h 3482342"/>
              <a:gd name="connsiteX54" fmla="*/ 9278020 w 12192000"/>
              <a:gd name="connsiteY54" fmla="*/ 1741161 h 3482342"/>
              <a:gd name="connsiteX55" fmla="*/ 9217145 w 12192000"/>
              <a:gd name="connsiteY55" fmla="*/ 1771195 h 3482342"/>
              <a:gd name="connsiteX56" fmla="*/ 8955875 w 12192000"/>
              <a:gd name="connsiteY56" fmla="*/ 1796806 h 3482342"/>
              <a:gd name="connsiteX57" fmla="*/ 8648415 w 12192000"/>
              <a:gd name="connsiteY57" fmla="*/ 1878623 h 3482342"/>
              <a:gd name="connsiteX58" fmla="*/ 8495949 w 12192000"/>
              <a:gd name="connsiteY58" fmla="*/ 1902425 h 3482342"/>
              <a:gd name="connsiteX59" fmla="*/ 8236214 w 12192000"/>
              <a:gd name="connsiteY59" fmla="*/ 1909725 h 3482342"/>
              <a:gd name="connsiteX60" fmla="*/ 8132104 w 12192000"/>
              <a:gd name="connsiteY60" fmla="*/ 1895727 h 3482342"/>
              <a:gd name="connsiteX61" fmla="*/ 7918078 w 12192000"/>
              <a:gd name="connsiteY61" fmla="*/ 1862668 h 3482342"/>
              <a:gd name="connsiteX62" fmla="*/ 7817899 w 12192000"/>
              <a:gd name="connsiteY62" fmla="*/ 1862176 h 3482342"/>
              <a:gd name="connsiteX63" fmla="*/ 7768994 w 12192000"/>
              <a:gd name="connsiteY63" fmla="*/ 1855721 h 3482342"/>
              <a:gd name="connsiteX64" fmla="*/ 7618027 w 12192000"/>
              <a:gd name="connsiteY64" fmla="*/ 1830959 h 3482342"/>
              <a:gd name="connsiteX65" fmla="*/ 7449425 w 12192000"/>
              <a:gd name="connsiteY65" fmla="*/ 1810910 h 3482342"/>
              <a:gd name="connsiteX66" fmla="*/ 7342915 w 12192000"/>
              <a:gd name="connsiteY66" fmla="*/ 1819827 h 3482342"/>
              <a:gd name="connsiteX67" fmla="*/ 7255191 w 12192000"/>
              <a:gd name="connsiteY67" fmla="*/ 1834354 h 3482342"/>
              <a:gd name="connsiteX68" fmla="*/ 7131205 w 12192000"/>
              <a:gd name="connsiteY68" fmla="*/ 1845557 h 3482342"/>
              <a:gd name="connsiteX69" fmla="*/ 6941837 w 12192000"/>
              <a:gd name="connsiteY69" fmla="*/ 1840640 h 3482342"/>
              <a:gd name="connsiteX70" fmla="*/ 6837145 w 12192000"/>
              <a:gd name="connsiteY70" fmla="*/ 1870724 h 3482342"/>
              <a:gd name="connsiteX71" fmla="*/ 6753991 w 12192000"/>
              <a:gd name="connsiteY71" fmla="*/ 1860969 h 3482342"/>
              <a:gd name="connsiteX72" fmla="*/ 6727754 w 12192000"/>
              <a:gd name="connsiteY72" fmla="*/ 1882372 h 3482342"/>
              <a:gd name="connsiteX73" fmla="*/ 6723371 w 12192000"/>
              <a:gd name="connsiteY73" fmla="*/ 1886494 h 3482342"/>
              <a:gd name="connsiteX74" fmla="*/ 6702779 w 12192000"/>
              <a:gd name="connsiteY74" fmla="*/ 1893601 h 3482342"/>
              <a:gd name="connsiteX75" fmla="*/ 6686657 w 12192000"/>
              <a:gd name="connsiteY75" fmla="*/ 1907344 h 3482342"/>
              <a:gd name="connsiteX76" fmla="*/ 6651330 w 12192000"/>
              <a:gd name="connsiteY76" fmla="*/ 1922921 h 3482342"/>
              <a:gd name="connsiteX77" fmla="*/ 6622958 w 12192000"/>
              <a:gd name="connsiteY77" fmla="*/ 1936255 h 3482342"/>
              <a:gd name="connsiteX78" fmla="*/ 6522602 w 12192000"/>
              <a:gd name="connsiteY78" fmla="*/ 1954133 h 3482342"/>
              <a:gd name="connsiteX79" fmla="*/ 6444344 w 12192000"/>
              <a:gd name="connsiteY79" fmla="*/ 1969663 h 3482342"/>
              <a:gd name="connsiteX80" fmla="*/ 6409626 w 12192000"/>
              <a:gd name="connsiteY80" fmla="*/ 1978846 h 3482342"/>
              <a:gd name="connsiteX81" fmla="*/ 6333446 w 12192000"/>
              <a:gd name="connsiteY81" fmla="*/ 1997163 h 3482342"/>
              <a:gd name="connsiteX82" fmla="*/ 6294933 w 12192000"/>
              <a:gd name="connsiteY82" fmla="*/ 2019412 h 3482342"/>
              <a:gd name="connsiteX83" fmla="*/ 6238719 w 12192000"/>
              <a:gd name="connsiteY83" fmla="*/ 2042547 h 3482342"/>
              <a:gd name="connsiteX84" fmla="*/ 6187205 w 12192000"/>
              <a:gd name="connsiteY84" fmla="*/ 2060048 h 3482342"/>
              <a:gd name="connsiteX85" fmla="*/ 6138780 w 12192000"/>
              <a:gd name="connsiteY85" fmla="*/ 2081918 h 3482342"/>
              <a:gd name="connsiteX86" fmla="*/ 6120125 w 12192000"/>
              <a:gd name="connsiteY86" fmla="*/ 2109475 h 3482342"/>
              <a:gd name="connsiteX87" fmla="*/ 6056576 w 12192000"/>
              <a:gd name="connsiteY87" fmla="*/ 2120066 h 3482342"/>
              <a:gd name="connsiteX88" fmla="*/ 5993794 w 12192000"/>
              <a:gd name="connsiteY88" fmla="*/ 2122569 h 3482342"/>
              <a:gd name="connsiteX89" fmla="*/ 5943601 w 12192000"/>
              <a:gd name="connsiteY89" fmla="*/ 2137719 h 3482342"/>
              <a:gd name="connsiteX90" fmla="*/ 5898141 w 12192000"/>
              <a:gd name="connsiteY90" fmla="*/ 2144806 h 3482342"/>
              <a:gd name="connsiteX91" fmla="*/ 5855337 w 12192000"/>
              <a:gd name="connsiteY91" fmla="*/ 2137719 h 3482342"/>
              <a:gd name="connsiteX92" fmla="*/ 5817682 w 12192000"/>
              <a:gd name="connsiteY92" fmla="*/ 2157358 h 3482342"/>
              <a:gd name="connsiteX93" fmla="*/ 5735300 w 12192000"/>
              <a:gd name="connsiteY93" fmla="*/ 2158902 h 3482342"/>
              <a:gd name="connsiteX94" fmla="*/ 5591469 w 12192000"/>
              <a:gd name="connsiteY94" fmla="*/ 2178389 h 3482342"/>
              <a:gd name="connsiteX95" fmla="*/ 5505818 w 12192000"/>
              <a:gd name="connsiteY95" fmla="*/ 2194207 h 3482342"/>
              <a:gd name="connsiteX96" fmla="*/ 5452860 w 12192000"/>
              <a:gd name="connsiteY96" fmla="*/ 2180085 h 3482342"/>
              <a:gd name="connsiteX97" fmla="*/ 5414282 w 12192000"/>
              <a:gd name="connsiteY97" fmla="*/ 2183070 h 3482342"/>
              <a:gd name="connsiteX98" fmla="*/ 5368369 w 12192000"/>
              <a:gd name="connsiteY98" fmla="*/ 2204272 h 3482342"/>
              <a:gd name="connsiteX99" fmla="*/ 5336354 w 12192000"/>
              <a:gd name="connsiteY99" fmla="*/ 2218920 h 3482342"/>
              <a:gd name="connsiteX100" fmla="*/ 5291263 w 12192000"/>
              <a:gd name="connsiteY100" fmla="*/ 2239182 h 3482342"/>
              <a:gd name="connsiteX101" fmla="*/ 5255152 w 12192000"/>
              <a:gd name="connsiteY101" fmla="*/ 2247164 h 3482342"/>
              <a:gd name="connsiteX102" fmla="*/ 5233796 w 12192000"/>
              <a:gd name="connsiteY102" fmla="*/ 2268260 h 3482342"/>
              <a:gd name="connsiteX103" fmla="*/ 5212786 w 12192000"/>
              <a:gd name="connsiteY103" fmla="*/ 2296592 h 3482342"/>
              <a:gd name="connsiteX104" fmla="*/ 5173523 w 12192000"/>
              <a:gd name="connsiteY104" fmla="*/ 2309057 h 3482342"/>
              <a:gd name="connsiteX105" fmla="*/ 5123830 w 12192000"/>
              <a:gd name="connsiteY105" fmla="*/ 2307070 h 3482342"/>
              <a:gd name="connsiteX106" fmla="*/ 5065426 w 12192000"/>
              <a:gd name="connsiteY106" fmla="*/ 2324076 h 3482342"/>
              <a:gd name="connsiteX107" fmla="*/ 4975908 w 12192000"/>
              <a:gd name="connsiteY107" fmla="*/ 2364128 h 3482342"/>
              <a:gd name="connsiteX108" fmla="*/ 4913723 w 12192000"/>
              <a:gd name="connsiteY108" fmla="*/ 2385265 h 3482342"/>
              <a:gd name="connsiteX109" fmla="*/ 4746485 w 12192000"/>
              <a:gd name="connsiteY109" fmla="*/ 2451769 h 3482342"/>
              <a:gd name="connsiteX110" fmla="*/ 4681588 w 12192000"/>
              <a:gd name="connsiteY110" fmla="*/ 2467494 h 3482342"/>
              <a:gd name="connsiteX111" fmla="*/ 1783655 w 12192000"/>
              <a:gd name="connsiteY111" fmla="*/ 3163860 h 3482342"/>
              <a:gd name="connsiteX112" fmla="*/ 1325955 w 12192000"/>
              <a:gd name="connsiteY112" fmla="*/ 3176692 h 3482342"/>
              <a:gd name="connsiteX113" fmla="*/ 1190384 w 12192000"/>
              <a:gd name="connsiteY113" fmla="*/ 3203504 h 3482342"/>
              <a:gd name="connsiteX114" fmla="*/ 1094537 w 12192000"/>
              <a:gd name="connsiteY114" fmla="*/ 3229469 h 3482342"/>
              <a:gd name="connsiteX115" fmla="*/ 779276 w 12192000"/>
              <a:gd name="connsiteY115" fmla="*/ 3327290 h 3482342"/>
              <a:gd name="connsiteX116" fmla="*/ 600378 w 12192000"/>
              <a:gd name="connsiteY116" fmla="*/ 3335250 h 3482342"/>
              <a:gd name="connsiteX117" fmla="*/ 493457 w 12192000"/>
              <a:gd name="connsiteY117" fmla="*/ 3365044 h 3482342"/>
              <a:gd name="connsiteX118" fmla="*/ 349402 w 12192000"/>
              <a:gd name="connsiteY118" fmla="*/ 3380897 h 3482342"/>
              <a:gd name="connsiteX119" fmla="*/ 192183 w 12192000"/>
              <a:gd name="connsiteY119" fmla="*/ 3460075 h 3482342"/>
              <a:gd name="connsiteX120" fmla="*/ 46713 w 12192000"/>
              <a:gd name="connsiteY120" fmla="*/ 3462986 h 3482342"/>
              <a:gd name="connsiteX121" fmla="*/ 2765 w 12192000"/>
              <a:gd name="connsiteY121" fmla="*/ 3480770 h 3482342"/>
              <a:gd name="connsiteX122" fmla="*/ 0 w 12192000"/>
              <a:gd name="connsiteY122" fmla="*/ 3482342 h 3482342"/>
              <a:gd name="connsiteX123" fmla="*/ 0 w 12192000"/>
              <a:gd name="connsiteY12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60443 w 12192000"/>
              <a:gd name="connsiteY26" fmla="*/ 1244502 h 3482342"/>
              <a:gd name="connsiteX27" fmla="*/ 10850998 w 12192000"/>
              <a:gd name="connsiteY27" fmla="*/ 1269215 h 3482342"/>
              <a:gd name="connsiteX28" fmla="*/ 10815658 w 12192000"/>
              <a:gd name="connsiteY28" fmla="*/ 1287849 h 3482342"/>
              <a:gd name="connsiteX29" fmla="*/ 10723900 w 12192000"/>
              <a:gd name="connsiteY29" fmla="*/ 1318642 h 3482342"/>
              <a:gd name="connsiteX30" fmla="*/ 10679906 w 12192000"/>
              <a:gd name="connsiteY30" fmla="*/ 1332049 h 3482342"/>
              <a:gd name="connsiteX31" fmla="*/ 10639834 w 12192000"/>
              <a:gd name="connsiteY31" fmla="*/ 1324989 h 3482342"/>
              <a:gd name="connsiteX32" fmla="*/ 10603863 w 12192000"/>
              <a:gd name="connsiteY32" fmla="*/ 1346886 h 3482342"/>
              <a:gd name="connsiteX33" fmla="*/ 10573203 w 12192000"/>
              <a:gd name="connsiteY33" fmla="*/ 1351996 h 3482342"/>
              <a:gd name="connsiteX34" fmla="*/ 10513263 w 12192000"/>
              <a:gd name="connsiteY34" fmla="*/ 1350756 h 3482342"/>
              <a:gd name="connsiteX35" fmla="*/ 10464012 w 12192000"/>
              <a:gd name="connsiteY35" fmla="*/ 1391778 h 3482342"/>
              <a:gd name="connsiteX36" fmla="*/ 10405409 w 12192000"/>
              <a:gd name="connsiteY36" fmla="*/ 1422789 h 3482342"/>
              <a:gd name="connsiteX37" fmla="*/ 10370530 w 12192000"/>
              <a:gd name="connsiteY37" fmla="*/ 1441596 h 3482342"/>
              <a:gd name="connsiteX38" fmla="*/ 10314361 w 12192000"/>
              <a:gd name="connsiteY38" fmla="*/ 1466924 h 3482342"/>
              <a:gd name="connsiteX39" fmla="*/ 10264922 w 12192000"/>
              <a:gd name="connsiteY39" fmla="*/ 1472107 h 3482342"/>
              <a:gd name="connsiteX40" fmla="*/ 10201385 w 12192000"/>
              <a:gd name="connsiteY40" fmla="*/ 1477515 h 3482342"/>
              <a:gd name="connsiteX41" fmla="*/ 10120184 w 12192000"/>
              <a:gd name="connsiteY41" fmla="*/ 1466924 h 3482342"/>
              <a:gd name="connsiteX42" fmla="*/ 10058690 w 12192000"/>
              <a:gd name="connsiteY42" fmla="*/ 1474888 h 3482342"/>
              <a:gd name="connsiteX43" fmla="*/ 10004424 w 12192000"/>
              <a:gd name="connsiteY43" fmla="*/ 1489801 h 3482342"/>
              <a:gd name="connsiteX44" fmla="*/ 9999951 w 12192000"/>
              <a:gd name="connsiteY44" fmla="*/ 1499127 h 3482342"/>
              <a:gd name="connsiteX45" fmla="*/ 9845462 w 12192000"/>
              <a:gd name="connsiteY45" fmla="*/ 1548192 h 3482342"/>
              <a:gd name="connsiteX46" fmla="*/ 9736156 w 12192000"/>
              <a:gd name="connsiteY46" fmla="*/ 1581928 h 3482342"/>
              <a:gd name="connsiteX47" fmla="*/ 9693355 w 12192000"/>
              <a:gd name="connsiteY47" fmla="*/ 1602632 h 3482342"/>
              <a:gd name="connsiteX48" fmla="*/ 9664242 w 12192000"/>
              <a:gd name="connsiteY48" fmla="*/ 1622075 h 3482342"/>
              <a:gd name="connsiteX49" fmla="*/ 9579195 w 12192000"/>
              <a:gd name="connsiteY49" fmla="*/ 1648017 h 3482342"/>
              <a:gd name="connsiteX50" fmla="*/ 9433652 w 12192000"/>
              <a:gd name="connsiteY50" fmla="*/ 1681174 h 3482342"/>
              <a:gd name="connsiteX51" fmla="*/ 9403775 w 12192000"/>
              <a:gd name="connsiteY51" fmla="*/ 1690403 h 3482342"/>
              <a:gd name="connsiteX52" fmla="*/ 9382503 w 12192000"/>
              <a:gd name="connsiteY52" fmla="*/ 1706957 h 3482342"/>
              <a:gd name="connsiteX53" fmla="*/ 9381410 w 12192000"/>
              <a:gd name="connsiteY53" fmla="*/ 1718312 h 3482342"/>
              <a:gd name="connsiteX54" fmla="*/ 9365685 w 12192000"/>
              <a:gd name="connsiteY54" fmla="*/ 1724772 h 3482342"/>
              <a:gd name="connsiteX55" fmla="*/ 9278020 w 12192000"/>
              <a:gd name="connsiteY55" fmla="*/ 1741161 h 3482342"/>
              <a:gd name="connsiteX56" fmla="*/ 9217145 w 12192000"/>
              <a:gd name="connsiteY56" fmla="*/ 1771195 h 3482342"/>
              <a:gd name="connsiteX57" fmla="*/ 8955875 w 12192000"/>
              <a:gd name="connsiteY57" fmla="*/ 1796806 h 3482342"/>
              <a:gd name="connsiteX58" fmla="*/ 8648415 w 12192000"/>
              <a:gd name="connsiteY58" fmla="*/ 1878623 h 3482342"/>
              <a:gd name="connsiteX59" fmla="*/ 8495949 w 12192000"/>
              <a:gd name="connsiteY59" fmla="*/ 1902425 h 3482342"/>
              <a:gd name="connsiteX60" fmla="*/ 8236214 w 12192000"/>
              <a:gd name="connsiteY60" fmla="*/ 1909725 h 3482342"/>
              <a:gd name="connsiteX61" fmla="*/ 8132104 w 12192000"/>
              <a:gd name="connsiteY61" fmla="*/ 1895727 h 3482342"/>
              <a:gd name="connsiteX62" fmla="*/ 7918078 w 12192000"/>
              <a:gd name="connsiteY62" fmla="*/ 1862668 h 3482342"/>
              <a:gd name="connsiteX63" fmla="*/ 7817899 w 12192000"/>
              <a:gd name="connsiteY63" fmla="*/ 1862176 h 3482342"/>
              <a:gd name="connsiteX64" fmla="*/ 7768994 w 12192000"/>
              <a:gd name="connsiteY64" fmla="*/ 1855721 h 3482342"/>
              <a:gd name="connsiteX65" fmla="*/ 7618027 w 12192000"/>
              <a:gd name="connsiteY65" fmla="*/ 1830959 h 3482342"/>
              <a:gd name="connsiteX66" fmla="*/ 7449425 w 12192000"/>
              <a:gd name="connsiteY66" fmla="*/ 1810910 h 3482342"/>
              <a:gd name="connsiteX67" fmla="*/ 7342915 w 12192000"/>
              <a:gd name="connsiteY67" fmla="*/ 1819827 h 3482342"/>
              <a:gd name="connsiteX68" fmla="*/ 7255191 w 12192000"/>
              <a:gd name="connsiteY68" fmla="*/ 1834354 h 3482342"/>
              <a:gd name="connsiteX69" fmla="*/ 7131205 w 12192000"/>
              <a:gd name="connsiteY69" fmla="*/ 1845557 h 3482342"/>
              <a:gd name="connsiteX70" fmla="*/ 6941837 w 12192000"/>
              <a:gd name="connsiteY70" fmla="*/ 1840640 h 3482342"/>
              <a:gd name="connsiteX71" fmla="*/ 6837145 w 12192000"/>
              <a:gd name="connsiteY71" fmla="*/ 1870724 h 3482342"/>
              <a:gd name="connsiteX72" fmla="*/ 6753991 w 12192000"/>
              <a:gd name="connsiteY72" fmla="*/ 1860969 h 3482342"/>
              <a:gd name="connsiteX73" fmla="*/ 6727754 w 12192000"/>
              <a:gd name="connsiteY73" fmla="*/ 1882372 h 3482342"/>
              <a:gd name="connsiteX74" fmla="*/ 6723371 w 12192000"/>
              <a:gd name="connsiteY74" fmla="*/ 1886494 h 3482342"/>
              <a:gd name="connsiteX75" fmla="*/ 6702779 w 12192000"/>
              <a:gd name="connsiteY75" fmla="*/ 1893601 h 3482342"/>
              <a:gd name="connsiteX76" fmla="*/ 6686657 w 12192000"/>
              <a:gd name="connsiteY76" fmla="*/ 1907344 h 3482342"/>
              <a:gd name="connsiteX77" fmla="*/ 6651330 w 12192000"/>
              <a:gd name="connsiteY77" fmla="*/ 1922921 h 3482342"/>
              <a:gd name="connsiteX78" fmla="*/ 6622958 w 12192000"/>
              <a:gd name="connsiteY78" fmla="*/ 1936255 h 3482342"/>
              <a:gd name="connsiteX79" fmla="*/ 6522602 w 12192000"/>
              <a:gd name="connsiteY79" fmla="*/ 1954133 h 3482342"/>
              <a:gd name="connsiteX80" fmla="*/ 6444344 w 12192000"/>
              <a:gd name="connsiteY80" fmla="*/ 1969663 h 3482342"/>
              <a:gd name="connsiteX81" fmla="*/ 6409626 w 12192000"/>
              <a:gd name="connsiteY81" fmla="*/ 1978846 h 3482342"/>
              <a:gd name="connsiteX82" fmla="*/ 6333446 w 12192000"/>
              <a:gd name="connsiteY82" fmla="*/ 1997163 h 3482342"/>
              <a:gd name="connsiteX83" fmla="*/ 6294933 w 12192000"/>
              <a:gd name="connsiteY83" fmla="*/ 2019412 h 3482342"/>
              <a:gd name="connsiteX84" fmla="*/ 6238719 w 12192000"/>
              <a:gd name="connsiteY84" fmla="*/ 2042547 h 3482342"/>
              <a:gd name="connsiteX85" fmla="*/ 6187205 w 12192000"/>
              <a:gd name="connsiteY85" fmla="*/ 2060048 h 3482342"/>
              <a:gd name="connsiteX86" fmla="*/ 6138780 w 12192000"/>
              <a:gd name="connsiteY86" fmla="*/ 2081918 h 3482342"/>
              <a:gd name="connsiteX87" fmla="*/ 6120125 w 12192000"/>
              <a:gd name="connsiteY87" fmla="*/ 2109475 h 3482342"/>
              <a:gd name="connsiteX88" fmla="*/ 6056576 w 12192000"/>
              <a:gd name="connsiteY88" fmla="*/ 2120066 h 3482342"/>
              <a:gd name="connsiteX89" fmla="*/ 5993794 w 12192000"/>
              <a:gd name="connsiteY89" fmla="*/ 2122569 h 3482342"/>
              <a:gd name="connsiteX90" fmla="*/ 5943601 w 12192000"/>
              <a:gd name="connsiteY90" fmla="*/ 2137719 h 3482342"/>
              <a:gd name="connsiteX91" fmla="*/ 5898141 w 12192000"/>
              <a:gd name="connsiteY91" fmla="*/ 2144806 h 3482342"/>
              <a:gd name="connsiteX92" fmla="*/ 5855337 w 12192000"/>
              <a:gd name="connsiteY92" fmla="*/ 2137719 h 3482342"/>
              <a:gd name="connsiteX93" fmla="*/ 5817682 w 12192000"/>
              <a:gd name="connsiteY93" fmla="*/ 2157358 h 3482342"/>
              <a:gd name="connsiteX94" fmla="*/ 5735300 w 12192000"/>
              <a:gd name="connsiteY94" fmla="*/ 2158902 h 3482342"/>
              <a:gd name="connsiteX95" fmla="*/ 5591469 w 12192000"/>
              <a:gd name="connsiteY95" fmla="*/ 2178389 h 3482342"/>
              <a:gd name="connsiteX96" fmla="*/ 5505818 w 12192000"/>
              <a:gd name="connsiteY96" fmla="*/ 2194207 h 3482342"/>
              <a:gd name="connsiteX97" fmla="*/ 5452860 w 12192000"/>
              <a:gd name="connsiteY97" fmla="*/ 2180085 h 3482342"/>
              <a:gd name="connsiteX98" fmla="*/ 5414282 w 12192000"/>
              <a:gd name="connsiteY98" fmla="*/ 2183070 h 3482342"/>
              <a:gd name="connsiteX99" fmla="*/ 5368369 w 12192000"/>
              <a:gd name="connsiteY99" fmla="*/ 2204272 h 3482342"/>
              <a:gd name="connsiteX100" fmla="*/ 5336354 w 12192000"/>
              <a:gd name="connsiteY100" fmla="*/ 2218920 h 3482342"/>
              <a:gd name="connsiteX101" fmla="*/ 5291263 w 12192000"/>
              <a:gd name="connsiteY101" fmla="*/ 2239182 h 3482342"/>
              <a:gd name="connsiteX102" fmla="*/ 5255152 w 12192000"/>
              <a:gd name="connsiteY102" fmla="*/ 2247164 h 3482342"/>
              <a:gd name="connsiteX103" fmla="*/ 5233796 w 12192000"/>
              <a:gd name="connsiteY103" fmla="*/ 2268260 h 3482342"/>
              <a:gd name="connsiteX104" fmla="*/ 5212786 w 12192000"/>
              <a:gd name="connsiteY104" fmla="*/ 2296592 h 3482342"/>
              <a:gd name="connsiteX105" fmla="*/ 5173523 w 12192000"/>
              <a:gd name="connsiteY105" fmla="*/ 2309057 h 3482342"/>
              <a:gd name="connsiteX106" fmla="*/ 5123830 w 12192000"/>
              <a:gd name="connsiteY106" fmla="*/ 2307070 h 3482342"/>
              <a:gd name="connsiteX107" fmla="*/ 5065426 w 12192000"/>
              <a:gd name="connsiteY107" fmla="*/ 2324076 h 3482342"/>
              <a:gd name="connsiteX108" fmla="*/ 4975908 w 12192000"/>
              <a:gd name="connsiteY108" fmla="*/ 2364128 h 3482342"/>
              <a:gd name="connsiteX109" fmla="*/ 4913723 w 12192000"/>
              <a:gd name="connsiteY109" fmla="*/ 2385265 h 3482342"/>
              <a:gd name="connsiteX110" fmla="*/ 4746485 w 12192000"/>
              <a:gd name="connsiteY110" fmla="*/ 2451769 h 3482342"/>
              <a:gd name="connsiteX111" fmla="*/ 4681588 w 12192000"/>
              <a:gd name="connsiteY111" fmla="*/ 2467494 h 3482342"/>
              <a:gd name="connsiteX112" fmla="*/ 1783655 w 12192000"/>
              <a:gd name="connsiteY112" fmla="*/ 3163860 h 3482342"/>
              <a:gd name="connsiteX113" fmla="*/ 1325955 w 12192000"/>
              <a:gd name="connsiteY113" fmla="*/ 3176692 h 3482342"/>
              <a:gd name="connsiteX114" fmla="*/ 1190384 w 12192000"/>
              <a:gd name="connsiteY114" fmla="*/ 3203504 h 3482342"/>
              <a:gd name="connsiteX115" fmla="*/ 1094537 w 12192000"/>
              <a:gd name="connsiteY115" fmla="*/ 3229469 h 3482342"/>
              <a:gd name="connsiteX116" fmla="*/ 779276 w 12192000"/>
              <a:gd name="connsiteY116" fmla="*/ 3327290 h 3482342"/>
              <a:gd name="connsiteX117" fmla="*/ 600378 w 12192000"/>
              <a:gd name="connsiteY117" fmla="*/ 3335250 h 3482342"/>
              <a:gd name="connsiteX118" fmla="*/ 493457 w 12192000"/>
              <a:gd name="connsiteY118" fmla="*/ 3365044 h 3482342"/>
              <a:gd name="connsiteX119" fmla="*/ 349402 w 12192000"/>
              <a:gd name="connsiteY119" fmla="*/ 3380897 h 3482342"/>
              <a:gd name="connsiteX120" fmla="*/ 192183 w 12192000"/>
              <a:gd name="connsiteY120" fmla="*/ 3460075 h 3482342"/>
              <a:gd name="connsiteX121" fmla="*/ 46713 w 12192000"/>
              <a:gd name="connsiteY121" fmla="*/ 3462986 h 3482342"/>
              <a:gd name="connsiteX122" fmla="*/ 2765 w 12192000"/>
              <a:gd name="connsiteY122" fmla="*/ 3480770 h 3482342"/>
              <a:gd name="connsiteX123" fmla="*/ 0 w 12192000"/>
              <a:gd name="connsiteY123" fmla="*/ 3482342 h 3482342"/>
              <a:gd name="connsiteX124" fmla="*/ 0 w 12192000"/>
              <a:gd name="connsiteY12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60443 w 12192000"/>
              <a:gd name="connsiteY26" fmla="*/ 1244502 h 3482342"/>
              <a:gd name="connsiteX27" fmla="*/ 10879242 w 12192000"/>
              <a:gd name="connsiteY27" fmla="*/ 1269215 h 3482342"/>
              <a:gd name="connsiteX28" fmla="*/ 10850998 w 12192000"/>
              <a:gd name="connsiteY28" fmla="*/ 1269215 h 3482342"/>
              <a:gd name="connsiteX29" fmla="*/ 10815658 w 12192000"/>
              <a:gd name="connsiteY29" fmla="*/ 1287849 h 3482342"/>
              <a:gd name="connsiteX30" fmla="*/ 10723900 w 12192000"/>
              <a:gd name="connsiteY30" fmla="*/ 1318642 h 3482342"/>
              <a:gd name="connsiteX31" fmla="*/ 10679906 w 12192000"/>
              <a:gd name="connsiteY31" fmla="*/ 1332049 h 3482342"/>
              <a:gd name="connsiteX32" fmla="*/ 10639834 w 12192000"/>
              <a:gd name="connsiteY32" fmla="*/ 1324989 h 3482342"/>
              <a:gd name="connsiteX33" fmla="*/ 10603863 w 12192000"/>
              <a:gd name="connsiteY33" fmla="*/ 1346886 h 3482342"/>
              <a:gd name="connsiteX34" fmla="*/ 10573203 w 12192000"/>
              <a:gd name="connsiteY34" fmla="*/ 1351996 h 3482342"/>
              <a:gd name="connsiteX35" fmla="*/ 10513263 w 12192000"/>
              <a:gd name="connsiteY35" fmla="*/ 1350756 h 3482342"/>
              <a:gd name="connsiteX36" fmla="*/ 10464012 w 12192000"/>
              <a:gd name="connsiteY36" fmla="*/ 1391778 h 3482342"/>
              <a:gd name="connsiteX37" fmla="*/ 10405409 w 12192000"/>
              <a:gd name="connsiteY37" fmla="*/ 1422789 h 3482342"/>
              <a:gd name="connsiteX38" fmla="*/ 10370530 w 12192000"/>
              <a:gd name="connsiteY38" fmla="*/ 1441596 h 3482342"/>
              <a:gd name="connsiteX39" fmla="*/ 10314361 w 12192000"/>
              <a:gd name="connsiteY39" fmla="*/ 1466924 h 3482342"/>
              <a:gd name="connsiteX40" fmla="*/ 10264922 w 12192000"/>
              <a:gd name="connsiteY40" fmla="*/ 1472107 h 3482342"/>
              <a:gd name="connsiteX41" fmla="*/ 10201385 w 12192000"/>
              <a:gd name="connsiteY41" fmla="*/ 1477515 h 3482342"/>
              <a:gd name="connsiteX42" fmla="*/ 10120184 w 12192000"/>
              <a:gd name="connsiteY42" fmla="*/ 1466924 h 3482342"/>
              <a:gd name="connsiteX43" fmla="*/ 10058690 w 12192000"/>
              <a:gd name="connsiteY43" fmla="*/ 1474888 h 3482342"/>
              <a:gd name="connsiteX44" fmla="*/ 10004424 w 12192000"/>
              <a:gd name="connsiteY44" fmla="*/ 1489801 h 3482342"/>
              <a:gd name="connsiteX45" fmla="*/ 9999951 w 12192000"/>
              <a:gd name="connsiteY45" fmla="*/ 1499127 h 3482342"/>
              <a:gd name="connsiteX46" fmla="*/ 9845462 w 12192000"/>
              <a:gd name="connsiteY46" fmla="*/ 1548192 h 3482342"/>
              <a:gd name="connsiteX47" fmla="*/ 9736156 w 12192000"/>
              <a:gd name="connsiteY47" fmla="*/ 1581928 h 3482342"/>
              <a:gd name="connsiteX48" fmla="*/ 9693355 w 12192000"/>
              <a:gd name="connsiteY48" fmla="*/ 1602632 h 3482342"/>
              <a:gd name="connsiteX49" fmla="*/ 9664242 w 12192000"/>
              <a:gd name="connsiteY49" fmla="*/ 1622075 h 3482342"/>
              <a:gd name="connsiteX50" fmla="*/ 9579195 w 12192000"/>
              <a:gd name="connsiteY50" fmla="*/ 1648017 h 3482342"/>
              <a:gd name="connsiteX51" fmla="*/ 9433652 w 12192000"/>
              <a:gd name="connsiteY51" fmla="*/ 1681174 h 3482342"/>
              <a:gd name="connsiteX52" fmla="*/ 9403775 w 12192000"/>
              <a:gd name="connsiteY52" fmla="*/ 1690403 h 3482342"/>
              <a:gd name="connsiteX53" fmla="*/ 9382503 w 12192000"/>
              <a:gd name="connsiteY53" fmla="*/ 1706957 h 3482342"/>
              <a:gd name="connsiteX54" fmla="*/ 9381410 w 12192000"/>
              <a:gd name="connsiteY54" fmla="*/ 1718312 h 3482342"/>
              <a:gd name="connsiteX55" fmla="*/ 9365685 w 12192000"/>
              <a:gd name="connsiteY55" fmla="*/ 1724772 h 3482342"/>
              <a:gd name="connsiteX56" fmla="*/ 9278020 w 12192000"/>
              <a:gd name="connsiteY56" fmla="*/ 1741161 h 3482342"/>
              <a:gd name="connsiteX57" fmla="*/ 9217145 w 12192000"/>
              <a:gd name="connsiteY57" fmla="*/ 1771195 h 3482342"/>
              <a:gd name="connsiteX58" fmla="*/ 8955875 w 12192000"/>
              <a:gd name="connsiteY58" fmla="*/ 1796806 h 3482342"/>
              <a:gd name="connsiteX59" fmla="*/ 8648415 w 12192000"/>
              <a:gd name="connsiteY59" fmla="*/ 1878623 h 3482342"/>
              <a:gd name="connsiteX60" fmla="*/ 8495949 w 12192000"/>
              <a:gd name="connsiteY60" fmla="*/ 1902425 h 3482342"/>
              <a:gd name="connsiteX61" fmla="*/ 8236214 w 12192000"/>
              <a:gd name="connsiteY61" fmla="*/ 1909725 h 3482342"/>
              <a:gd name="connsiteX62" fmla="*/ 8132104 w 12192000"/>
              <a:gd name="connsiteY62" fmla="*/ 1895727 h 3482342"/>
              <a:gd name="connsiteX63" fmla="*/ 7918078 w 12192000"/>
              <a:gd name="connsiteY63" fmla="*/ 1862668 h 3482342"/>
              <a:gd name="connsiteX64" fmla="*/ 7817899 w 12192000"/>
              <a:gd name="connsiteY64" fmla="*/ 1862176 h 3482342"/>
              <a:gd name="connsiteX65" fmla="*/ 7768994 w 12192000"/>
              <a:gd name="connsiteY65" fmla="*/ 1855721 h 3482342"/>
              <a:gd name="connsiteX66" fmla="*/ 7618027 w 12192000"/>
              <a:gd name="connsiteY66" fmla="*/ 1830959 h 3482342"/>
              <a:gd name="connsiteX67" fmla="*/ 7449425 w 12192000"/>
              <a:gd name="connsiteY67" fmla="*/ 1810910 h 3482342"/>
              <a:gd name="connsiteX68" fmla="*/ 7342915 w 12192000"/>
              <a:gd name="connsiteY68" fmla="*/ 1819827 h 3482342"/>
              <a:gd name="connsiteX69" fmla="*/ 7255191 w 12192000"/>
              <a:gd name="connsiteY69" fmla="*/ 1834354 h 3482342"/>
              <a:gd name="connsiteX70" fmla="*/ 7131205 w 12192000"/>
              <a:gd name="connsiteY70" fmla="*/ 1845557 h 3482342"/>
              <a:gd name="connsiteX71" fmla="*/ 6941837 w 12192000"/>
              <a:gd name="connsiteY71" fmla="*/ 1840640 h 3482342"/>
              <a:gd name="connsiteX72" fmla="*/ 6837145 w 12192000"/>
              <a:gd name="connsiteY72" fmla="*/ 1870724 h 3482342"/>
              <a:gd name="connsiteX73" fmla="*/ 6753991 w 12192000"/>
              <a:gd name="connsiteY73" fmla="*/ 1860969 h 3482342"/>
              <a:gd name="connsiteX74" fmla="*/ 6727754 w 12192000"/>
              <a:gd name="connsiteY74" fmla="*/ 1882372 h 3482342"/>
              <a:gd name="connsiteX75" fmla="*/ 6723371 w 12192000"/>
              <a:gd name="connsiteY75" fmla="*/ 1886494 h 3482342"/>
              <a:gd name="connsiteX76" fmla="*/ 6702779 w 12192000"/>
              <a:gd name="connsiteY76" fmla="*/ 1893601 h 3482342"/>
              <a:gd name="connsiteX77" fmla="*/ 6686657 w 12192000"/>
              <a:gd name="connsiteY77" fmla="*/ 1907344 h 3482342"/>
              <a:gd name="connsiteX78" fmla="*/ 6651330 w 12192000"/>
              <a:gd name="connsiteY78" fmla="*/ 1922921 h 3482342"/>
              <a:gd name="connsiteX79" fmla="*/ 6622958 w 12192000"/>
              <a:gd name="connsiteY79" fmla="*/ 1936255 h 3482342"/>
              <a:gd name="connsiteX80" fmla="*/ 6522602 w 12192000"/>
              <a:gd name="connsiteY80" fmla="*/ 1954133 h 3482342"/>
              <a:gd name="connsiteX81" fmla="*/ 6444344 w 12192000"/>
              <a:gd name="connsiteY81" fmla="*/ 1969663 h 3482342"/>
              <a:gd name="connsiteX82" fmla="*/ 6409626 w 12192000"/>
              <a:gd name="connsiteY82" fmla="*/ 1978846 h 3482342"/>
              <a:gd name="connsiteX83" fmla="*/ 6333446 w 12192000"/>
              <a:gd name="connsiteY83" fmla="*/ 1997163 h 3482342"/>
              <a:gd name="connsiteX84" fmla="*/ 6294933 w 12192000"/>
              <a:gd name="connsiteY84" fmla="*/ 2019412 h 3482342"/>
              <a:gd name="connsiteX85" fmla="*/ 6238719 w 12192000"/>
              <a:gd name="connsiteY85" fmla="*/ 2042547 h 3482342"/>
              <a:gd name="connsiteX86" fmla="*/ 6187205 w 12192000"/>
              <a:gd name="connsiteY86" fmla="*/ 2060048 h 3482342"/>
              <a:gd name="connsiteX87" fmla="*/ 6138780 w 12192000"/>
              <a:gd name="connsiteY87" fmla="*/ 2081918 h 3482342"/>
              <a:gd name="connsiteX88" fmla="*/ 6120125 w 12192000"/>
              <a:gd name="connsiteY88" fmla="*/ 2109475 h 3482342"/>
              <a:gd name="connsiteX89" fmla="*/ 6056576 w 12192000"/>
              <a:gd name="connsiteY89" fmla="*/ 2120066 h 3482342"/>
              <a:gd name="connsiteX90" fmla="*/ 5993794 w 12192000"/>
              <a:gd name="connsiteY90" fmla="*/ 2122569 h 3482342"/>
              <a:gd name="connsiteX91" fmla="*/ 5943601 w 12192000"/>
              <a:gd name="connsiteY91" fmla="*/ 2137719 h 3482342"/>
              <a:gd name="connsiteX92" fmla="*/ 5898141 w 12192000"/>
              <a:gd name="connsiteY92" fmla="*/ 2144806 h 3482342"/>
              <a:gd name="connsiteX93" fmla="*/ 5855337 w 12192000"/>
              <a:gd name="connsiteY93" fmla="*/ 2137719 h 3482342"/>
              <a:gd name="connsiteX94" fmla="*/ 5817682 w 12192000"/>
              <a:gd name="connsiteY94" fmla="*/ 2157358 h 3482342"/>
              <a:gd name="connsiteX95" fmla="*/ 5735300 w 12192000"/>
              <a:gd name="connsiteY95" fmla="*/ 2158902 h 3482342"/>
              <a:gd name="connsiteX96" fmla="*/ 5591469 w 12192000"/>
              <a:gd name="connsiteY96" fmla="*/ 2178389 h 3482342"/>
              <a:gd name="connsiteX97" fmla="*/ 5505818 w 12192000"/>
              <a:gd name="connsiteY97" fmla="*/ 2194207 h 3482342"/>
              <a:gd name="connsiteX98" fmla="*/ 5452860 w 12192000"/>
              <a:gd name="connsiteY98" fmla="*/ 2180085 h 3482342"/>
              <a:gd name="connsiteX99" fmla="*/ 5414282 w 12192000"/>
              <a:gd name="connsiteY99" fmla="*/ 2183070 h 3482342"/>
              <a:gd name="connsiteX100" fmla="*/ 5368369 w 12192000"/>
              <a:gd name="connsiteY100" fmla="*/ 2204272 h 3482342"/>
              <a:gd name="connsiteX101" fmla="*/ 5336354 w 12192000"/>
              <a:gd name="connsiteY101" fmla="*/ 2218920 h 3482342"/>
              <a:gd name="connsiteX102" fmla="*/ 5291263 w 12192000"/>
              <a:gd name="connsiteY102" fmla="*/ 2239182 h 3482342"/>
              <a:gd name="connsiteX103" fmla="*/ 5255152 w 12192000"/>
              <a:gd name="connsiteY103" fmla="*/ 2247164 h 3482342"/>
              <a:gd name="connsiteX104" fmla="*/ 5233796 w 12192000"/>
              <a:gd name="connsiteY104" fmla="*/ 2268260 h 3482342"/>
              <a:gd name="connsiteX105" fmla="*/ 5212786 w 12192000"/>
              <a:gd name="connsiteY105" fmla="*/ 2296592 h 3482342"/>
              <a:gd name="connsiteX106" fmla="*/ 5173523 w 12192000"/>
              <a:gd name="connsiteY106" fmla="*/ 2309057 h 3482342"/>
              <a:gd name="connsiteX107" fmla="*/ 5123830 w 12192000"/>
              <a:gd name="connsiteY107" fmla="*/ 2307070 h 3482342"/>
              <a:gd name="connsiteX108" fmla="*/ 5065426 w 12192000"/>
              <a:gd name="connsiteY108" fmla="*/ 2324076 h 3482342"/>
              <a:gd name="connsiteX109" fmla="*/ 4975908 w 12192000"/>
              <a:gd name="connsiteY109" fmla="*/ 2364128 h 3482342"/>
              <a:gd name="connsiteX110" fmla="*/ 4913723 w 12192000"/>
              <a:gd name="connsiteY110" fmla="*/ 2385265 h 3482342"/>
              <a:gd name="connsiteX111" fmla="*/ 4746485 w 12192000"/>
              <a:gd name="connsiteY111" fmla="*/ 2451769 h 3482342"/>
              <a:gd name="connsiteX112" fmla="*/ 4681588 w 12192000"/>
              <a:gd name="connsiteY112" fmla="*/ 2467494 h 3482342"/>
              <a:gd name="connsiteX113" fmla="*/ 1783655 w 12192000"/>
              <a:gd name="connsiteY113" fmla="*/ 3163860 h 3482342"/>
              <a:gd name="connsiteX114" fmla="*/ 1325955 w 12192000"/>
              <a:gd name="connsiteY114" fmla="*/ 3176692 h 3482342"/>
              <a:gd name="connsiteX115" fmla="*/ 1190384 w 12192000"/>
              <a:gd name="connsiteY115" fmla="*/ 3203504 h 3482342"/>
              <a:gd name="connsiteX116" fmla="*/ 1094537 w 12192000"/>
              <a:gd name="connsiteY116" fmla="*/ 3229469 h 3482342"/>
              <a:gd name="connsiteX117" fmla="*/ 779276 w 12192000"/>
              <a:gd name="connsiteY117" fmla="*/ 3327290 h 3482342"/>
              <a:gd name="connsiteX118" fmla="*/ 600378 w 12192000"/>
              <a:gd name="connsiteY118" fmla="*/ 3335250 h 3482342"/>
              <a:gd name="connsiteX119" fmla="*/ 493457 w 12192000"/>
              <a:gd name="connsiteY119" fmla="*/ 3365044 h 3482342"/>
              <a:gd name="connsiteX120" fmla="*/ 349402 w 12192000"/>
              <a:gd name="connsiteY120" fmla="*/ 3380897 h 3482342"/>
              <a:gd name="connsiteX121" fmla="*/ 192183 w 12192000"/>
              <a:gd name="connsiteY121" fmla="*/ 3460075 h 3482342"/>
              <a:gd name="connsiteX122" fmla="*/ 46713 w 12192000"/>
              <a:gd name="connsiteY122" fmla="*/ 3462986 h 3482342"/>
              <a:gd name="connsiteX123" fmla="*/ 2765 w 12192000"/>
              <a:gd name="connsiteY123" fmla="*/ 3480770 h 3482342"/>
              <a:gd name="connsiteX124" fmla="*/ 0 w 12192000"/>
              <a:gd name="connsiteY124" fmla="*/ 3482342 h 3482342"/>
              <a:gd name="connsiteX125" fmla="*/ 0 w 12192000"/>
              <a:gd name="connsiteY12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13263 w 12192000"/>
              <a:gd name="connsiteY36" fmla="*/ 1350756 h 3482342"/>
              <a:gd name="connsiteX37" fmla="*/ 10464012 w 12192000"/>
              <a:gd name="connsiteY37" fmla="*/ 1391778 h 3482342"/>
              <a:gd name="connsiteX38" fmla="*/ 10405409 w 12192000"/>
              <a:gd name="connsiteY38" fmla="*/ 1422789 h 3482342"/>
              <a:gd name="connsiteX39" fmla="*/ 10370530 w 12192000"/>
              <a:gd name="connsiteY39" fmla="*/ 1441596 h 3482342"/>
              <a:gd name="connsiteX40" fmla="*/ 10314361 w 12192000"/>
              <a:gd name="connsiteY40" fmla="*/ 1466924 h 3482342"/>
              <a:gd name="connsiteX41" fmla="*/ 10264922 w 12192000"/>
              <a:gd name="connsiteY41" fmla="*/ 1472107 h 3482342"/>
              <a:gd name="connsiteX42" fmla="*/ 10201385 w 12192000"/>
              <a:gd name="connsiteY42" fmla="*/ 1477515 h 3482342"/>
              <a:gd name="connsiteX43" fmla="*/ 10120184 w 12192000"/>
              <a:gd name="connsiteY43" fmla="*/ 1466924 h 3482342"/>
              <a:gd name="connsiteX44" fmla="*/ 10058690 w 12192000"/>
              <a:gd name="connsiteY44" fmla="*/ 1474888 h 3482342"/>
              <a:gd name="connsiteX45" fmla="*/ 10004424 w 12192000"/>
              <a:gd name="connsiteY45" fmla="*/ 1489801 h 3482342"/>
              <a:gd name="connsiteX46" fmla="*/ 9999951 w 12192000"/>
              <a:gd name="connsiteY46" fmla="*/ 1499127 h 3482342"/>
              <a:gd name="connsiteX47" fmla="*/ 9845462 w 12192000"/>
              <a:gd name="connsiteY47" fmla="*/ 1548192 h 3482342"/>
              <a:gd name="connsiteX48" fmla="*/ 9736156 w 12192000"/>
              <a:gd name="connsiteY48" fmla="*/ 1581928 h 3482342"/>
              <a:gd name="connsiteX49" fmla="*/ 9693355 w 12192000"/>
              <a:gd name="connsiteY49" fmla="*/ 1602632 h 3482342"/>
              <a:gd name="connsiteX50" fmla="*/ 9664242 w 12192000"/>
              <a:gd name="connsiteY50" fmla="*/ 1622075 h 3482342"/>
              <a:gd name="connsiteX51" fmla="*/ 9579195 w 12192000"/>
              <a:gd name="connsiteY51" fmla="*/ 1648017 h 3482342"/>
              <a:gd name="connsiteX52" fmla="*/ 9433652 w 12192000"/>
              <a:gd name="connsiteY52" fmla="*/ 1681174 h 3482342"/>
              <a:gd name="connsiteX53" fmla="*/ 9403775 w 12192000"/>
              <a:gd name="connsiteY53" fmla="*/ 1690403 h 3482342"/>
              <a:gd name="connsiteX54" fmla="*/ 9382503 w 12192000"/>
              <a:gd name="connsiteY54" fmla="*/ 1706957 h 3482342"/>
              <a:gd name="connsiteX55" fmla="*/ 9381410 w 12192000"/>
              <a:gd name="connsiteY55" fmla="*/ 1718312 h 3482342"/>
              <a:gd name="connsiteX56" fmla="*/ 9365685 w 12192000"/>
              <a:gd name="connsiteY56" fmla="*/ 1724772 h 3482342"/>
              <a:gd name="connsiteX57" fmla="*/ 9278020 w 12192000"/>
              <a:gd name="connsiteY57" fmla="*/ 1741161 h 3482342"/>
              <a:gd name="connsiteX58" fmla="*/ 9217145 w 12192000"/>
              <a:gd name="connsiteY58" fmla="*/ 1771195 h 3482342"/>
              <a:gd name="connsiteX59" fmla="*/ 8955875 w 12192000"/>
              <a:gd name="connsiteY59" fmla="*/ 1796806 h 3482342"/>
              <a:gd name="connsiteX60" fmla="*/ 8648415 w 12192000"/>
              <a:gd name="connsiteY60" fmla="*/ 1878623 h 3482342"/>
              <a:gd name="connsiteX61" fmla="*/ 8495949 w 12192000"/>
              <a:gd name="connsiteY61" fmla="*/ 1902425 h 3482342"/>
              <a:gd name="connsiteX62" fmla="*/ 8236214 w 12192000"/>
              <a:gd name="connsiteY62" fmla="*/ 1909725 h 3482342"/>
              <a:gd name="connsiteX63" fmla="*/ 8132104 w 12192000"/>
              <a:gd name="connsiteY63" fmla="*/ 1895727 h 3482342"/>
              <a:gd name="connsiteX64" fmla="*/ 7918078 w 12192000"/>
              <a:gd name="connsiteY64" fmla="*/ 1862668 h 3482342"/>
              <a:gd name="connsiteX65" fmla="*/ 7817899 w 12192000"/>
              <a:gd name="connsiteY65" fmla="*/ 1862176 h 3482342"/>
              <a:gd name="connsiteX66" fmla="*/ 7768994 w 12192000"/>
              <a:gd name="connsiteY66" fmla="*/ 1855721 h 3482342"/>
              <a:gd name="connsiteX67" fmla="*/ 7618027 w 12192000"/>
              <a:gd name="connsiteY67" fmla="*/ 1830959 h 3482342"/>
              <a:gd name="connsiteX68" fmla="*/ 7449425 w 12192000"/>
              <a:gd name="connsiteY68" fmla="*/ 1810910 h 3482342"/>
              <a:gd name="connsiteX69" fmla="*/ 7342915 w 12192000"/>
              <a:gd name="connsiteY69" fmla="*/ 1819827 h 3482342"/>
              <a:gd name="connsiteX70" fmla="*/ 7255191 w 12192000"/>
              <a:gd name="connsiteY70" fmla="*/ 1834354 h 3482342"/>
              <a:gd name="connsiteX71" fmla="*/ 7131205 w 12192000"/>
              <a:gd name="connsiteY71" fmla="*/ 1845557 h 3482342"/>
              <a:gd name="connsiteX72" fmla="*/ 6941837 w 12192000"/>
              <a:gd name="connsiteY72" fmla="*/ 1840640 h 3482342"/>
              <a:gd name="connsiteX73" fmla="*/ 6837145 w 12192000"/>
              <a:gd name="connsiteY73" fmla="*/ 1870724 h 3482342"/>
              <a:gd name="connsiteX74" fmla="*/ 6753991 w 12192000"/>
              <a:gd name="connsiteY74" fmla="*/ 1860969 h 3482342"/>
              <a:gd name="connsiteX75" fmla="*/ 6727754 w 12192000"/>
              <a:gd name="connsiteY75" fmla="*/ 1882372 h 3482342"/>
              <a:gd name="connsiteX76" fmla="*/ 6723371 w 12192000"/>
              <a:gd name="connsiteY76" fmla="*/ 1886494 h 3482342"/>
              <a:gd name="connsiteX77" fmla="*/ 6702779 w 12192000"/>
              <a:gd name="connsiteY77" fmla="*/ 1893601 h 3482342"/>
              <a:gd name="connsiteX78" fmla="*/ 6686657 w 12192000"/>
              <a:gd name="connsiteY78" fmla="*/ 1907344 h 3482342"/>
              <a:gd name="connsiteX79" fmla="*/ 6651330 w 12192000"/>
              <a:gd name="connsiteY79" fmla="*/ 1922921 h 3482342"/>
              <a:gd name="connsiteX80" fmla="*/ 6622958 w 12192000"/>
              <a:gd name="connsiteY80" fmla="*/ 1936255 h 3482342"/>
              <a:gd name="connsiteX81" fmla="*/ 6522602 w 12192000"/>
              <a:gd name="connsiteY81" fmla="*/ 1954133 h 3482342"/>
              <a:gd name="connsiteX82" fmla="*/ 6444344 w 12192000"/>
              <a:gd name="connsiteY82" fmla="*/ 1969663 h 3482342"/>
              <a:gd name="connsiteX83" fmla="*/ 6409626 w 12192000"/>
              <a:gd name="connsiteY83" fmla="*/ 1978846 h 3482342"/>
              <a:gd name="connsiteX84" fmla="*/ 6333446 w 12192000"/>
              <a:gd name="connsiteY84" fmla="*/ 1997163 h 3482342"/>
              <a:gd name="connsiteX85" fmla="*/ 6294933 w 12192000"/>
              <a:gd name="connsiteY85" fmla="*/ 2019412 h 3482342"/>
              <a:gd name="connsiteX86" fmla="*/ 6238719 w 12192000"/>
              <a:gd name="connsiteY86" fmla="*/ 2042547 h 3482342"/>
              <a:gd name="connsiteX87" fmla="*/ 6187205 w 12192000"/>
              <a:gd name="connsiteY87" fmla="*/ 2060048 h 3482342"/>
              <a:gd name="connsiteX88" fmla="*/ 6138780 w 12192000"/>
              <a:gd name="connsiteY88" fmla="*/ 2081918 h 3482342"/>
              <a:gd name="connsiteX89" fmla="*/ 6120125 w 12192000"/>
              <a:gd name="connsiteY89" fmla="*/ 2109475 h 3482342"/>
              <a:gd name="connsiteX90" fmla="*/ 6056576 w 12192000"/>
              <a:gd name="connsiteY90" fmla="*/ 2120066 h 3482342"/>
              <a:gd name="connsiteX91" fmla="*/ 5993794 w 12192000"/>
              <a:gd name="connsiteY91" fmla="*/ 2122569 h 3482342"/>
              <a:gd name="connsiteX92" fmla="*/ 5943601 w 12192000"/>
              <a:gd name="connsiteY92" fmla="*/ 2137719 h 3482342"/>
              <a:gd name="connsiteX93" fmla="*/ 5898141 w 12192000"/>
              <a:gd name="connsiteY93" fmla="*/ 2144806 h 3482342"/>
              <a:gd name="connsiteX94" fmla="*/ 5855337 w 12192000"/>
              <a:gd name="connsiteY94" fmla="*/ 2137719 h 3482342"/>
              <a:gd name="connsiteX95" fmla="*/ 5817682 w 12192000"/>
              <a:gd name="connsiteY95" fmla="*/ 2157358 h 3482342"/>
              <a:gd name="connsiteX96" fmla="*/ 5735300 w 12192000"/>
              <a:gd name="connsiteY96" fmla="*/ 2158902 h 3482342"/>
              <a:gd name="connsiteX97" fmla="*/ 5591469 w 12192000"/>
              <a:gd name="connsiteY97" fmla="*/ 2178389 h 3482342"/>
              <a:gd name="connsiteX98" fmla="*/ 5505818 w 12192000"/>
              <a:gd name="connsiteY98" fmla="*/ 2194207 h 3482342"/>
              <a:gd name="connsiteX99" fmla="*/ 5452860 w 12192000"/>
              <a:gd name="connsiteY99" fmla="*/ 2180085 h 3482342"/>
              <a:gd name="connsiteX100" fmla="*/ 5414282 w 12192000"/>
              <a:gd name="connsiteY100" fmla="*/ 2183070 h 3482342"/>
              <a:gd name="connsiteX101" fmla="*/ 5368369 w 12192000"/>
              <a:gd name="connsiteY101" fmla="*/ 2204272 h 3482342"/>
              <a:gd name="connsiteX102" fmla="*/ 5336354 w 12192000"/>
              <a:gd name="connsiteY102" fmla="*/ 2218920 h 3482342"/>
              <a:gd name="connsiteX103" fmla="*/ 5291263 w 12192000"/>
              <a:gd name="connsiteY103" fmla="*/ 2239182 h 3482342"/>
              <a:gd name="connsiteX104" fmla="*/ 5255152 w 12192000"/>
              <a:gd name="connsiteY104" fmla="*/ 2247164 h 3482342"/>
              <a:gd name="connsiteX105" fmla="*/ 5233796 w 12192000"/>
              <a:gd name="connsiteY105" fmla="*/ 2268260 h 3482342"/>
              <a:gd name="connsiteX106" fmla="*/ 5212786 w 12192000"/>
              <a:gd name="connsiteY106" fmla="*/ 2296592 h 3482342"/>
              <a:gd name="connsiteX107" fmla="*/ 5173523 w 12192000"/>
              <a:gd name="connsiteY107" fmla="*/ 2309057 h 3482342"/>
              <a:gd name="connsiteX108" fmla="*/ 5123830 w 12192000"/>
              <a:gd name="connsiteY108" fmla="*/ 2307070 h 3482342"/>
              <a:gd name="connsiteX109" fmla="*/ 5065426 w 12192000"/>
              <a:gd name="connsiteY109" fmla="*/ 2324076 h 3482342"/>
              <a:gd name="connsiteX110" fmla="*/ 4975908 w 12192000"/>
              <a:gd name="connsiteY110" fmla="*/ 2364128 h 3482342"/>
              <a:gd name="connsiteX111" fmla="*/ 4913723 w 12192000"/>
              <a:gd name="connsiteY111" fmla="*/ 2385265 h 3482342"/>
              <a:gd name="connsiteX112" fmla="*/ 4746485 w 12192000"/>
              <a:gd name="connsiteY112" fmla="*/ 2451769 h 3482342"/>
              <a:gd name="connsiteX113" fmla="*/ 4681588 w 12192000"/>
              <a:gd name="connsiteY113" fmla="*/ 2467494 h 3482342"/>
              <a:gd name="connsiteX114" fmla="*/ 1783655 w 12192000"/>
              <a:gd name="connsiteY114" fmla="*/ 3163860 h 3482342"/>
              <a:gd name="connsiteX115" fmla="*/ 1325955 w 12192000"/>
              <a:gd name="connsiteY115" fmla="*/ 3176692 h 3482342"/>
              <a:gd name="connsiteX116" fmla="*/ 1190384 w 12192000"/>
              <a:gd name="connsiteY116" fmla="*/ 3203504 h 3482342"/>
              <a:gd name="connsiteX117" fmla="*/ 1094537 w 12192000"/>
              <a:gd name="connsiteY117" fmla="*/ 3229469 h 3482342"/>
              <a:gd name="connsiteX118" fmla="*/ 779276 w 12192000"/>
              <a:gd name="connsiteY118" fmla="*/ 3327290 h 3482342"/>
              <a:gd name="connsiteX119" fmla="*/ 600378 w 12192000"/>
              <a:gd name="connsiteY119" fmla="*/ 3335250 h 3482342"/>
              <a:gd name="connsiteX120" fmla="*/ 493457 w 12192000"/>
              <a:gd name="connsiteY120" fmla="*/ 3365044 h 3482342"/>
              <a:gd name="connsiteX121" fmla="*/ 349402 w 12192000"/>
              <a:gd name="connsiteY121" fmla="*/ 3380897 h 3482342"/>
              <a:gd name="connsiteX122" fmla="*/ 192183 w 12192000"/>
              <a:gd name="connsiteY122" fmla="*/ 3460075 h 3482342"/>
              <a:gd name="connsiteX123" fmla="*/ 46713 w 12192000"/>
              <a:gd name="connsiteY123" fmla="*/ 3462986 h 3482342"/>
              <a:gd name="connsiteX124" fmla="*/ 2765 w 12192000"/>
              <a:gd name="connsiteY124" fmla="*/ 3480770 h 3482342"/>
              <a:gd name="connsiteX125" fmla="*/ 0 w 12192000"/>
              <a:gd name="connsiteY125" fmla="*/ 3482342 h 3482342"/>
              <a:gd name="connsiteX126" fmla="*/ 0 w 12192000"/>
              <a:gd name="connsiteY12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13263 w 12192000"/>
              <a:gd name="connsiteY36" fmla="*/ 1350756 h 3482342"/>
              <a:gd name="connsiteX37" fmla="*/ 10464012 w 12192000"/>
              <a:gd name="connsiteY37" fmla="*/ 1391778 h 3482342"/>
              <a:gd name="connsiteX38" fmla="*/ 10405409 w 12192000"/>
              <a:gd name="connsiteY38" fmla="*/ 1422789 h 3482342"/>
              <a:gd name="connsiteX39" fmla="*/ 10370530 w 12192000"/>
              <a:gd name="connsiteY39" fmla="*/ 1441596 h 3482342"/>
              <a:gd name="connsiteX40" fmla="*/ 10300239 w 12192000"/>
              <a:gd name="connsiteY40" fmla="*/ 1456332 h 3482342"/>
              <a:gd name="connsiteX41" fmla="*/ 10264922 w 12192000"/>
              <a:gd name="connsiteY41" fmla="*/ 1472107 h 3482342"/>
              <a:gd name="connsiteX42" fmla="*/ 10201385 w 12192000"/>
              <a:gd name="connsiteY42" fmla="*/ 1477515 h 3482342"/>
              <a:gd name="connsiteX43" fmla="*/ 10120184 w 12192000"/>
              <a:gd name="connsiteY43" fmla="*/ 1466924 h 3482342"/>
              <a:gd name="connsiteX44" fmla="*/ 10058690 w 12192000"/>
              <a:gd name="connsiteY44" fmla="*/ 1474888 h 3482342"/>
              <a:gd name="connsiteX45" fmla="*/ 10004424 w 12192000"/>
              <a:gd name="connsiteY45" fmla="*/ 1489801 h 3482342"/>
              <a:gd name="connsiteX46" fmla="*/ 9999951 w 12192000"/>
              <a:gd name="connsiteY46" fmla="*/ 1499127 h 3482342"/>
              <a:gd name="connsiteX47" fmla="*/ 9845462 w 12192000"/>
              <a:gd name="connsiteY47" fmla="*/ 1548192 h 3482342"/>
              <a:gd name="connsiteX48" fmla="*/ 9736156 w 12192000"/>
              <a:gd name="connsiteY48" fmla="*/ 1581928 h 3482342"/>
              <a:gd name="connsiteX49" fmla="*/ 9693355 w 12192000"/>
              <a:gd name="connsiteY49" fmla="*/ 1602632 h 3482342"/>
              <a:gd name="connsiteX50" fmla="*/ 9664242 w 12192000"/>
              <a:gd name="connsiteY50" fmla="*/ 1622075 h 3482342"/>
              <a:gd name="connsiteX51" fmla="*/ 9579195 w 12192000"/>
              <a:gd name="connsiteY51" fmla="*/ 1648017 h 3482342"/>
              <a:gd name="connsiteX52" fmla="*/ 9433652 w 12192000"/>
              <a:gd name="connsiteY52" fmla="*/ 1681174 h 3482342"/>
              <a:gd name="connsiteX53" fmla="*/ 9403775 w 12192000"/>
              <a:gd name="connsiteY53" fmla="*/ 1690403 h 3482342"/>
              <a:gd name="connsiteX54" fmla="*/ 9382503 w 12192000"/>
              <a:gd name="connsiteY54" fmla="*/ 1706957 h 3482342"/>
              <a:gd name="connsiteX55" fmla="*/ 9381410 w 12192000"/>
              <a:gd name="connsiteY55" fmla="*/ 1718312 h 3482342"/>
              <a:gd name="connsiteX56" fmla="*/ 9365685 w 12192000"/>
              <a:gd name="connsiteY56" fmla="*/ 1724772 h 3482342"/>
              <a:gd name="connsiteX57" fmla="*/ 9278020 w 12192000"/>
              <a:gd name="connsiteY57" fmla="*/ 1741161 h 3482342"/>
              <a:gd name="connsiteX58" fmla="*/ 9217145 w 12192000"/>
              <a:gd name="connsiteY58" fmla="*/ 1771195 h 3482342"/>
              <a:gd name="connsiteX59" fmla="*/ 8955875 w 12192000"/>
              <a:gd name="connsiteY59" fmla="*/ 1796806 h 3482342"/>
              <a:gd name="connsiteX60" fmla="*/ 8648415 w 12192000"/>
              <a:gd name="connsiteY60" fmla="*/ 1878623 h 3482342"/>
              <a:gd name="connsiteX61" fmla="*/ 8495949 w 12192000"/>
              <a:gd name="connsiteY61" fmla="*/ 1902425 h 3482342"/>
              <a:gd name="connsiteX62" fmla="*/ 8236214 w 12192000"/>
              <a:gd name="connsiteY62" fmla="*/ 1909725 h 3482342"/>
              <a:gd name="connsiteX63" fmla="*/ 8132104 w 12192000"/>
              <a:gd name="connsiteY63" fmla="*/ 1895727 h 3482342"/>
              <a:gd name="connsiteX64" fmla="*/ 7918078 w 12192000"/>
              <a:gd name="connsiteY64" fmla="*/ 1862668 h 3482342"/>
              <a:gd name="connsiteX65" fmla="*/ 7817899 w 12192000"/>
              <a:gd name="connsiteY65" fmla="*/ 1862176 h 3482342"/>
              <a:gd name="connsiteX66" fmla="*/ 7768994 w 12192000"/>
              <a:gd name="connsiteY66" fmla="*/ 1855721 h 3482342"/>
              <a:gd name="connsiteX67" fmla="*/ 7618027 w 12192000"/>
              <a:gd name="connsiteY67" fmla="*/ 1830959 h 3482342"/>
              <a:gd name="connsiteX68" fmla="*/ 7449425 w 12192000"/>
              <a:gd name="connsiteY68" fmla="*/ 1810910 h 3482342"/>
              <a:gd name="connsiteX69" fmla="*/ 7342915 w 12192000"/>
              <a:gd name="connsiteY69" fmla="*/ 1819827 h 3482342"/>
              <a:gd name="connsiteX70" fmla="*/ 7255191 w 12192000"/>
              <a:gd name="connsiteY70" fmla="*/ 1834354 h 3482342"/>
              <a:gd name="connsiteX71" fmla="*/ 7131205 w 12192000"/>
              <a:gd name="connsiteY71" fmla="*/ 1845557 h 3482342"/>
              <a:gd name="connsiteX72" fmla="*/ 6941837 w 12192000"/>
              <a:gd name="connsiteY72" fmla="*/ 1840640 h 3482342"/>
              <a:gd name="connsiteX73" fmla="*/ 6837145 w 12192000"/>
              <a:gd name="connsiteY73" fmla="*/ 1870724 h 3482342"/>
              <a:gd name="connsiteX74" fmla="*/ 6753991 w 12192000"/>
              <a:gd name="connsiteY74" fmla="*/ 1860969 h 3482342"/>
              <a:gd name="connsiteX75" fmla="*/ 6727754 w 12192000"/>
              <a:gd name="connsiteY75" fmla="*/ 1882372 h 3482342"/>
              <a:gd name="connsiteX76" fmla="*/ 6723371 w 12192000"/>
              <a:gd name="connsiteY76" fmla="*/ 1886494 h 3482342"/>
              <a:gd name="connsiteX77" fmla="*/ 6702779 w 12192000"/>
              <a:gd name="connsiteY77" fmla="*/ 1893601 h 3482342"/>
              <a:gd name="connsiteX78" fmla="*/ 6686657 w 12192000"/>
              <a:gd name="connsiteY78" fmla="*/ 1907344 h 3482342"/>
              <a:gd name="connsiteX79" fmla="*/ 6651330 w 12192000"/>
              <a:gd name="connsiteY79" fmla="*/ 1922921 h 3482342"/>
              <a:gd name="connsiteX80" fmla="*/ 6622958 w 12192000"/>
              <a:gd name="connsiteY80" fmla="*/ 1936255 h 3482342"/>
              <a:gd name="connsiteX81" fmla="*/ 6522602 w 12192000"/>
              <a:gd name="connsiteY81" fmla="*/ 1954133 h 3482342"/>
              <a:gd name="connsiteX82" fmla="*/ 6444344 w 12192000"/>
              <a:gd name="connsiteY82" fmla="*/ 1969663 h 3482342"/>
              <a:gd name="connsiteX83" fmla="*/ 6409626 w 12192000"/>
              <a:gd name="connsiteY83" fmla="*/ 1978846 h 3482342"/>
              <a:gd name="connsiteX84" fmla="*/ 6333446 w 12192000"/>
              <a:gd name="connsiteY84" fmla="*/ 1997163 h 3482342"/>
              <a:gd name="connsiteX85" fmla="*/ 6294933 w 12192000"/>
              <a:gd name="connsiteY85" fmla="*/ 2019412 h 3482342"/>
              <a:gd name="connsiteX86" fmla="*/ 6238719 w 12192000"/>
              <a:gd name="connsiteY86" fmla="*/ 2042547 h 3482342"/>
              <a:gd name="connsiteX87" fmla="*/ 6187205 w 12192000"/>
              <a:gd name="connsiteY87" fmla="*/ 2060048 h 3482342"/>
              <a:gd name="connsiteX88" fmla="*/ 6138780 w 12192000"/>
              <a:gd name="connsiteY88" fmla="*/ 2081918 h 3482342"/>
              <a:gd name="connsiteX89" fmla="*/ 6120125 w 12192000"/>
              <a:gd name="connsiteY89" fmla="*/ 2109475 h 3482342"/>
              <a:gd name="connsiteX90" fmla="*/ 6056576 w 12192000"/>
              <a:gd name="connsiteY90" fmla="*/ 2120066 h 3482342"/>
              <a:gd name="connsiteX91" fmla="*/ 5993794 w 12192000"/>
              <a:gd name="connsiteY91" fmla="*/ 2122569 h 3482342"/>
              <a:gd name="connsiteX92" fmla="*/ 5943601 w 12192000"/>
              <a:gd name="connsiteY92" fmla="*/ 2137719 h 3482342"/>
              <a:gd name="connsiteX93" fmla="*/ 5898141 w 12192000"/>
              <a:gd name="connsiteY93" fmla="*/ 2144806 h 3482342"/>
              <a:gd name="connsiteX94" fmla="*/ 5855337 w 12192000"/>
              <a:gd name="connsiteY94" fmla="*/ 2137719 h 3482342"/>
              <a:gd name="connsiteX95" fmla="*/ 5817682 w 12192000"/>
              <a:gd name="connsiteY95" fmla="*/ 2157358 h 3482342"/>
              <a:gd name="connsiteX96" fmla="*/ 5735300 w 12192000"/>
              <a:gd name="connsiteY96" fmla="*/ 2158902 h 3482342"/>
              <a:gd name="connsiteX97" fmla="*/ 5591469 w 12192000"/>
              <a:gd name="connsiteY97" fmla="*/ 2178389 h 3482342"/>
              <a:gd name="connsiteX98" fmla="*/ 5505818 w 12192000"/>
              <a:gd name="connsiteY98" fmla="*/ 2194207 h 3482342"/>
              <a:gd name="connsiteX99" fmla="*/ 5452860 w 12192000"/>
              <a:gd name="connsiteY99" fmla="*/ 2180085 h 3482342"/>
              <a:gd name="connsiteX100" fmla="*/ 5414282 w 12192000"/>
              <a:gd name="connsiteY100" fmla="*/ 2183070 h 3482342"/>
              <a:gd name="connsiteX101" fmla="*/ 5368369 w 12192000"/>
              <a:gd name="connsiteY101" fmla="*/ 2204272 h 3482342"/>
              <a:gd name="connsiteX102" fmla="*/ 5336354 w 12192000"/>
              <a:gd name="connsiteY102" fmla="*/ 2218920 h 3482342"/>
              <a:gd name="connsiteX103" fmla="*/ 5291263 w 12192000"/>
              <a:gd name="connsiteY103" fmla="*/ 2239182 h 3482342"/>
              <a:gd name="connsiteX104" fmla="*/ 5255152 w 12192000"/>
              <a:gd name="connsiteY104" fmla="*/ 2247164 h 3482342"/>
              <a:gd name="connsiteX105" fmla="*/ 5233796 w 12192000"/>
              <a:gd name="connsiteY105" fmla="*/ 2268260 h 3482342"/>
              <a:gd name="connsiteX106" fmla="*/ 5212786 w 12192000"/>
              <a:gd name="connsiteY106" fmla="*/ 2296592 h 3482342"/>
              <a:gd name="connsiteX107" fmla="*/ 5173523 w 12192000"/>
              <a:gd name="connsiteY107" fmla="*/ 2309057 h 3482342"/>
              <a:gd name="connsiteX108" fmla="*/ 5123830 w 12192000"/>
              <a:gd name="connsiteY108" fmla="*/ 2307070 h 3482342"/>
              <a:gd name="connsiteX109" fmla="*/ 5065426 w 12192000"/>
              <a:gd name="connsiteY109" fmla="*/ 2324076 h 3482342"/>
              <a:gd name="connsiteX110" fmla="*/ 4975908 w 12192000"/>
              <a:gd name="connsiteY110" fmla="*/ 2364128 h 3482342"/>
              <a:gd name="connsiteX111" fmla="*/ 4913723 w 12192000"/>
              <a:gd name="connsiteY111" fmla="*/ 2385265 h 3482342"/>
              <a:gd name="connsiteX112" fmla="*/ 4746485 w 12192000"/>
              <a:gd name="connsiteY112" fmla="*/ 2451769 h 3482342"/>
              <a:gd name="connsiteX113" fmla="*/ 4681588 w 12192000"/>
              <a:gd name="connsiteY113" fmla="*/ 2467494 h 3482342"/>
              <a:gd name="connsiteX114" fmla="*/ 1783655 w 12192000"/>
              <a:gd name="connsiteY114" fmla="*/ 3163860 h 3482342"/>
              <a:gd name="connsiteX115" fmla="*/ 1325955 w 12192000"/>
              <a:gd name="connsiteY115" fmla="*/ 3176692 h 3482342"/>
              <a:gd name="connsiteX116" fmla="*/ 1190384 w 12192000"/>
              <a:gd name="connsiteY116" fmla="*/ 3203504 h 3482342"/>
              <a:gd name="connsiteX117" fmla="*/ 1094537 w 12192000"/>
              <a:gd name="connsiteY117" fmla="*/ 3229469 h 3482342"/>
              <a:gd name="connsiteX118" fmla="*/ 779276 w 12192000"/>
              <a:gd name="connsiteY118" fmla="*/ 3327290 h 3482342"/>
              <a:gd name="connsiteX119" fmla="*/ 600378 w 12192000"/>
              <a:gd name="connsiteY119" fmla="*/ 3335250 h 3482342"/>
              <a:gd name="connsiteX120" fmla="*/ 493457 w 12192000"/>
              <a:gd name="connsiteY120" fmla="*/ 3365044 h 3482342"/>
              <a:gd name="connsiteX121" fmla="*/ 349402 w 12192000"/>
              <a:gd name="connsiteY121" fmla="*/ 3380897 h 3482342"/>
              <a:gd name="connsiteX122" fmla="*/ 192183 w 12192000"/>
              <a:gd name="connsiteY122" fmla="*/ 3460075 h 3482342"/>
              <a:gd name="connsiteX123" fmla="*/ 46713 w 12192000"/>
              <a:gd name="connsiteY123" fmla="*/ 3462986 h 3482342"/>
              <a:gd name="connsiteX124" fmla="*/ 2765 w 12192000"/>
              <a:gd name="connsiteY124" fmla="*/ 3480770 h 3482342"/>
              <a:gd name="connsiteX125" fmla="*/ 0 w 12192000"/>
              <a:gd name="connsiteY125" fmla="*/ 3482342 h 3482342"/>
              <a:gd name="connsiteX126" fmla="*/ 0 w 12192000"/>
              <a:gd name="connsiteY12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13263 w 12192000"/>
              <a:gd name="connsiteY36" fmla="*/ 1350756 h 3482342"/>
              <a:gd name="connsiteX37" fmla="*/ 10464012 w 12192000"/>
              <a:gd name="connsiteY37" fmla="*/ 1391778 h 3482342"/>
              <a:gd name="connsiteX38" fmla="*/ 10405409 w 12192000"/>
              <a:gd name="connsiteY38" fmla="*/ 1422789 h 3482342"/>
              <a:gd name="connsiteX39" fmla="*/ 10370530 w 12192000"/>
              <a:gd name="connsiteY39" fmla="*/ 1441596 h 3482342"/>
              <a:gd name="connsiteX40" fmla="*/ 10300239 w 12192000"/>
              <a:gd name="connsiteY40" fmla="*/ 1456332 h 3482342"/>
              <a:gd name="connsiteX41" fmla="*/ 10264922 w 12192000"/>
              <a:gd name="connsiteY41" fmla="*/ 1472107 h 3482342"/>
              <a:gd name="connsiteX42" fmla="*/ 10201385 w 12192000"/>
              <a:gd name="connsiteY42" fmla="*/ 1477515 h 3482342"/>
              <a:gd name="connsiteX43" fmla="*/ 10151958 w 12192000"/>
              <a:gd name="connsiteY43" fmla="*/ 1477515 h 3482342"/>
              <a:gd name="connsiteX44" fmla="*/ 10120184 w 12192000"/>
              <a:gd name="connsiteY44" fmla="*/ 1466924 h 3482342"/>
              <a:gd name="connsiteX45" fmla="*/ 10058690 w 12192000"/>
              <a:gd name="connsiteY45" fmla="*/ 1474888 h 3482342"/>
              <a:gd name="connsiteX46" fmla="*/ 10004424 w 12192000"/>
              <a:gd name="connsiteY46" fmla="*/ 1489801 h 3482342"/>
              <a:gd name="connsiteX47" fmla="*/ 9999951 w 12192000"/>
              <a:gd name="connsiteY47" fmla="*/ 1499127 h 3482342"/>
              <a:gd name="connsiteX48" fmla="*/ 9845462 w 12192000"/>
              <a:gd name="connsiteY48" fmla="*/ 1548192 h 3482342"/>
              <a:gd name="connsiteX49" fmla="*/ 9736156 w 12192000"/>
              <a:gd name="connsiteY49" fmla="*/ 1581928 h 3482342"/>
              <a:gd name="connsiteX50" fmla="*/ 9693355 w 12192000"/>
              <a:gd name="connsiteY50" fmla="*/ 1602632 h 3482342"/>
              <a:gd name="connsiteX51" fmla="*/ 9664242 w 12192000"/>
              <a:gd name="connsiteY51" fmla="*/ 1622075 h 3482342"/>
              <a:gd name="connsiteX52" fmla="*/ 9579195 w 12192000"/>
              <a:gd name="connsiteY52" fmla="*/ 1648017 h 3482342"/>
              <a:gd name="connsiteX53" fmla="*/ 9433652 w 12192000"/>
              <a:gd name="connsiteY53" fmla="*/ 1681174 h 3482342"/>
              <a:gd name="connsiteX54" fmla="*/ 9403775 w 12192000"/>
              <a:gd name="connsiteY54" fmla="*/ 1690403 h 3482342"/>
              <a:gd name="connsiteX55" fmla="*/ 9382503 w 12192000"/>
              <a:gd name="connsiteY55" fmla="*/ 1706957 h 3482342"/>
              <a:gd name="connsiteX56" fmla="*/ 9381410 w 12192000"/>
              <a:gd name="connsiteY56" fmla="*/ 1718312 h 3482342"/>
              <a:gd name="connsiteX57" fmla="*/ 9365685 w 12192000"/>
              <a:gd name="connsiteY57" fmla="*/ 1724772 h 3482342"/>
              <a:gd name="connsiteX58" fmla="*/ 9278020 w 12192000"/>
              <a:gd name="connsiteY58" fmla="*/ 1741161 h 3482342"/>
              <a:gd name="connsiteX59" fmla="*/ 9217145 w 12192000"/>
              <a:gd name="connsiteY59" fmla="*/ 1771195 h 3482342"/>
              <a:gd name="connsiteX60" fmla="*/ 8955875 w 12192000"/>
              <a:gd name="connsiteY60" fmla="*/ 1796806 h 3482342"/>
              <a:gd name="connsiteX61" fmla="*/ 8648415 w 12192000"/>
              <a:gd name="connsiteY61" fmla="*/ 1878623 h 3482342"/>
              <a:gd name="connsiteX62" fmla="*/ 8495949 w 12192000"/>
              <a:gd name="connsiteY62" fmla="*/ 1902425 h 3482342"/>
              <a:gd name="connsiteX63" fmla="*/ 8236214 w 12192000"/>
              <a:gd name="connsiteY63" fmla="*/ 1909725 h 3482342"/>
              <a:gd name="connsiteX64" fmla="*/ 8132104 w 12192000"/>
              <a:gd name="connsiteY64" fmla="*/ 1895727 h 3482342"/>
              <a:gd name="connsiteX65" fmla="*/ 7918078 w 12192000"/>
              <a:gd name="connsiteY65" fmla="*/ 1862668 h 3482342"/>
              <a:gd name="connsiteX66" fmla="*/ 7817899 w 12192000"/>
              <a:gd name="connsiteY66" fmla="*/ 1862176 h 3482342"/>
              <a:gd name="connsiteX67" fmla="*/ 7768994 w 12192000"/>
              <a:gd name="connsiteY67" fmla="*/ 1855721 h 3482342"/>
              <a:gd name="connsiteX68" fmla="*/ 7618027 w 12192000"/>
              <a:gd name="connsiteY68" fmla="*/ 1830959 h 3482342"/>
              <a:gd name="connsiteX69" fmla="*/ 7449425 w 12192000"/>
              <a:gd name="connsiteY69" fmla="*/ 1810910 h 3482342"/>
              <a:gd name="connsiteX70" fmla="*/ 7342915 w 12192000"/>
              <a:gd name="connsiteY70" fmla="*/ 1819827 h 3482342"/>
              <a:gd name="connsiteX71" fmla="*/ 7255191 w 12192000"/>
              <a:gd name="connsiteY71" fmla="*/ 1834354 h 3482342"/>
              <a:gd name="connsiteX72" fmla="*/ 7131205 w 12192000"/>
              <a:gd name="connsiteY72" fmla="*/ 1845557 h 3482342"/>
              <a:gd name="connsiteX73" fmla="*/ 6941837 w 12192000"/>
              <a:gd name="connsiteY73" fmla="*/ 1840640 h 3482342"/>
              <a:gd name="connsiteX74" fmla="*/ 6837145 w 12192000"/>
              <a:gd name="connsiteY74" fmla="*/ 1870724 h 3482342"/>
              <a:gd name="connsiteX75" fmla="*/ 6753991 w 12192000"/>
              <a:gd name="connsiteY75" fmla="*/ 1860969 h 3482342"/>
              <a:gd name="connsiteX76" fmla="*/ 6727754 w 12192000"/>
              <a:gd name="connsiteY76" fmla="*/ 1882372 h 3482342"/>
              <a:gd name="connsiteX77" fmla="*/ 6723371 w 12192000"/>
              <a:gd name="connsiteY77" fmla="*/ 1886494 h 3482342"/>
              <a:gd name="connsiteX78" fmla="*/ 6702779 w 12192000"/>
              <a:gd name="connsiteY78" fmla="*/ 1893601 h 3482342"/>
              <a:gd name="connsiteX79" fmla="*/ 6686657 w 12192000"/>
              <a:gd name="connsiteY79" fmla="*/ 1907344 h 3482342"/>
              <a:gd name="connsiteX80" fmla="*/ 6651330 w 12192000"/>
              <a:gd name="connsiteY80" fmla="*/ 1922921 h 3482342"/>
              <a:gd name="connsiteX81" fmla="*/ 6622958 w 12192000"/>
              <a:gd name="connsiteY81" fmla="*/ 1936255 h 3482342"/>
              <a:gd name="connsiteX82" fmla="*/ 6522602 w 12192000"/>
              <a:gd name="connsiteY82" fmla="*/ 1954133 h 3482342"/>
              <a:gd name="connsiteX83" fmla="*/ 6444344 w 12192000"/>
              <a:gd name="connsiteY83" fmla="*/ 1969663 h 3482342"/>
              <a:gd name="connsiteX84" fmla="*/ 6409626 w 12192000"/>
              <a:gd name="connsiteY84" fmla="*/ 1978846 h 3482342"/>
              <a:gd name="connsiteX85" fmla="*/ 6333446 w 12192000"/>
              <a:gd name="connsiteY85" fmla="*/ 1997163 h 3482342"/>
              <a:gd name="connsiteX86" fmla="*/ 6294933 w 12192000"/>
              <a:gd name="connsiteY86" fmla="*/ 2019412 h 3482342"/>
              <a:gd name="connsiteX87" fmla="*/ 6238719 w 12192000"/>
              <a:gd name="connsiteY87" fmla="*/ 2042547 h 3482342"/>
              <a:gd name="connsiteX88" fmla="*/ 6187205 w 12192000"/>
              <a:gd name="connsiteY88" fmla="*/ 2060048 h 3482342"/>
              <a:gd name="connsiteX89" fmla="*/ 6138780 w 12192000"/>
              <a:gd name="connsiteY89" fmla="*/ 2081918 h 3482342"/>
              <a:gd name="connsiteX90" fmla="*/ 6120125 w 12192000"/>
              <a:gd name="connsiteY90" fmla="*/ 2109475 h 3482342"/>
              <a:gd name="connsiteX91" fmla="*/ 6056576 w 12192000"/>
              <a:gd name="connsiteY91" fmla="*/ 2120066 h 3482342"/>
              <a:gd name="connsiteX92" fmla="*/ 5993794 w 12192000"/>
              <a:gd name="connsiteY92" fmla="*/ 2122569 h 3482342"/>
              <a:gd name="connsiteX93" fmla="*/ 5943601 w 12192000"/>
              <a:gd name="connsiteY93" fmla="*/ 2137719 h 3482342"/>
              <a:gd name="connsiteX94" fmla="*/ 5898141 w 12192000"/>
              <a:gd name="connsiteY94" fmla="*/ 2144806 h 3482342"/>
              <a:gd name="connsiteX95" fmla="*/ 5855337 w 12192000"/>
              <a:gd name="connsiteY95" fmla="*/ 2137719 h 3482342"/>
              <a:gd name="connsiteX96" fmla="*/ 5817682 w 12192000"/>
              <a:gd name="connsiteY96" fmla="*/ 2157358 h 3482342"/>
              <a:gd name="connsiteX97" fmla="*/ 5735300 w 12192000"/>
              <a:gd name="connsiteY97" fmla="*/ 2158902 h 3482342"/>
              <a:gd name="connsiteX98" fmla="*/ 5591469 w 12192000"/>
              <a:gd name="connsiteY98" fmla="*/ 2178389 h 3482342"/>
              <a:gd name="connsiteX99" fmla="*/ 5505818 w 12192000"/>
              <a:gd name="connsiteY99" fmla="*/ 2194207 h 3482342"/>
              <a:gd name="connsiteX100" fmla="*/ 5452860 w 12192000"/>
              <a:gd name="connsiteY100" fmla="*/ 2180085 h 3482342"/>
              <a:gd name="connsiteX101" fmla="*/ 5414282 w 12192000"/>
              <a:gd name="connsiteY101" fmla="*/ 2183070 h 3482342"/>
              <a:gd name="connsiteX102" fmla="*/ 5368369 w 12192000"/>
              <a:gd name="connsiteY102" fmla="*/ 2204272 h 3482342"/>
              <a:gd name="connsiteX103" fmla="*/ 5336354 w 12192000"/>
              <a:gd name="connsiteY103" fmla="*/ 2218920 h 3482342"/>
              <a:gd name="connsiteX104" fmla="*/ 5291263 w 12192000"/>
              <a:gd name="connsiteY104" fmla="*/ 2239182 h 3482342"/>
              <a:gd name="connsiteX105" fmla="*/ 5255152 w 12192000"/>
              <a:gd name="connsiteY105" fmla="*/ 2247164 h 3482342"/>
              <a:gd name="connsiteX106" fmla="*/ 5233796 w 12192000"/>
              <a:gd name="connsiteY106" fmla="*/ 2268260 h 3482342"/>
              <a:gd name="connsiteX107" fmla="*/ 5212786 w 12192000"/>
              <a:gd name="connsiteY107" fmla="*/ 2296592 h 3482342"/>
              <a:gd name="connsiteX108" fmla="*/ 5173523 w 12192000"/>
              <a:gd name="connsiteY108" fmla="*/ 2309057 h 3482342"/>
              <a:gd name="connsiteX109" fmla="*/ 5123830 w 12192000"/>
              <a:gd name="connsiteY109" fmla="*/ 2307070 h 3482342"/>
              <a:gd name="connsiteX110" fmla="*/ 5065426 w 12192000"/>
              <a:gd name="connsiteY110" fmla="*/ 2324076 h 3482342"/>
              <a:gd name="connsiteX111" fmla="*/ 4975908 w 12192000"/>
              <a:gd name="connsiteY111" fmla="*/ 2364128 h 3482342"/>
              <a:gd name="connsiteX112" fmla="*/ 4913723 w 12192000"/>
              <a:gd name="connsiteY112" fmla="*/ 2385265 h 3482342"/>
              <a:gd name="connsiteX113" fmla="*/ 4746485 w 12192000"/>
              <a:gd name="connsiteY113" fmla="*/ 2451769 h 3482342"/>
              <a:gd name="connsiteX114" fmla="*/ 4681588 w 12192000"/>
              <a:gd name="connsiteY114" fmla="*/ 2467494 h 3482342"/>
              <a:gd name="connsiteX115" fmla="*/ 1783655 w 12192000"/>
              <a:gd name="connsiteY115" fmla="*/ 3163860 h 3482342"/>
              <a:gd name="connsiteX116" fmla="*/ 1325955 w 12192000"/>
              <a:gd name="connsiteY116" fmla="*/ 3176692 h 3482342"/>
              <a:gd name="connsiteX117" fmla="*/ 1190384 w 12192000"/>
              <a:gd name="connsiteY117" fmla="*/ 3203504 h 3482342"/>
              <a:gd name="connsiteX118" fmla="*/ 1094537 w 12192000"/>
              <a:gd name="connsiteY118" fmla="*/ 3229469 h 3482342"/>
              <a:gd name="connsiteX119" fmla="*/ 779276 w 12192000"/>
              <a:gd name="connsiteY119" fmla="*/ 3327290 h 3482342"/>
              <a:gd name="connsiteX120" fmla="*/ 600378 w 12192000"/>
              <a:gd name="connsiteY120" fmla="*/ 3335250 h 3482342"/>
              <a:gd name="connsiteX121" fmla="*/ 493457 w 12192000"/>
              <a:gd name="connsiteY121" fmla="*/ 3365044 h 3482342"/>
              <a:gd name="connsiteX122" fmla="*/ 349402 w 12192000"/>
              <a:gd name="connsiteY122" fmla="*/ 3380897 h 3482342"/>
              <a:gd name="connsiteX123" fmla="*/ 192183 w 12192000"/>
              <a:gd name="connsiteY123" fmla="*/ 3460075 h 3482342"/>
              <a:gd name="connsiteX124" fmla="*/ 46713 w 12192000"/>
              <a:gd name="connsiteY124" fmla="*/ 3462986 h 3482342"/>
              <a:gd name="connsiteX125" fmla="*/ 2765 w 12192000"/>
              <a:gd name="connsiteY125" fmla="*/ 3480770 h 3482342"/>
              <a:gd name="connsiteX126" fmla="*/ 0 w 12192000"/>
              <a:gd name="connsiteY126" fmla="*/ 3482342 h 3482342"/>
              <a:gd name="connsiteX127" fmla="*/ 0 w 12192000"/>
              <a:gd name="connsiteY12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13263 w 12192000"/>
              <a:gd name="connsiteY36" fmla="*/ 1350756 h 3482342"/>
              <a:gd name="connsiteX37" fmla="*/ 10464012 w 12192000"/>
              <a:gd name="connsiteY37" fmla="*/ 1391778 h 3482342"/>
              <a:gd name="connsiteX38" fmla="*/ 10405409 w 12192000"/>
              <a:gd name="connsiteY38" fmla="*/ 1422789 h 3482342"/>
              <a:gd name="connsiteX39" fmla="*/ 10370530 w 12192000"/>
              <a:gd name="connsiteY39" fmla="*/ 1441596 h 3482342"/>
              <a:gd name="connsiteX40" fmla="*/ 10300239 w 12192000"/>
              <a:gd name="connsiteY40" fmla="*/ 1456332 h 3482342"/>
              <a:gd name="connsiteX41" fmla="*/ 10264922 w 12192000"/>
              <a:gd name="connsiteY41" fmla="*/ 1472107 h 3482342"/>
              <a:gd name="connsiteX42" fmla="*/ 10229629 w 12192000"/>
              <a:gd name="connsiteY42" fmla="*/ 1470454 h 3482342"/>
              <a:gd name="connsiteX43" fmla="*/ 10201385 w 12192000"/>
              <a:gd name="connsiteY43" fmla="*/ 1477515 h 3482342"/>
              <a:gd name="connsiteX44" fmla="*/ 10151958 w 12192000"/>
              <a:gd name="connsiteY44" fmla="*/ 1477515 h 3482342"/>
              <a:gd name="connsiteX45" fmla="*/ 10120184 w 12192000"/>
              <a:gd name="connsiteY45" fmla="*/ 1466924 h 3482342"/>
              <a:gd name="connsiteX46" fmla="*/ 10058690 w 12192000"/>
              <a:gd name="connsiteY46" fmla="*/ 1474888 h 3482342"/>
              <a:gd name="connsiteX47" fmla="*/ 10004424 w 12192000"/>
              <a:gd name="connsiteY47" fmla="*/ 1489801 h 3482342"/>
              <a:gd name="connsiteX48" fmla="*/ 9999951 w 12192000"/>
              <a:gd name="connsiteY48" fmla="*/ 1499127 h 3482342"/>
              <a:gd name="connsiteX49" fmla="*/ 9845462 w 12192000"/>
              <a:gd name="connsiteY49" fmla="*/ 1548192 h 3482342"/>
              <a:gd name="connsiteX50" fmla="*/ 9736156 w 12192000"/>
              <a:gd name="connsiteY50" fmla="*/ 1581928 h 3482342"/>
              <a:gd name="connsiteX51" fmla="*/ 9693355 w 12192000"/>
              <a:gd name="connsiteY51" fmla="*/ 1602632 h 3482342"/>
              <a:gd name="connsiteX52" fmla="*/ 9664242 w 12192000"/>
              <a:gd name="connsiteY52" fmla="*/ 1622075 h 3482342"/>
              <a:gd name="connsiteX53" fmla="*/ 9579195 w 12192000"/>
              <a:gd name="connsiteY53" fmla="*/ 1648017 h 3482342"/>
              <a:gd name="connsiteX54" fmla="*/ 9433652 w 12192000"/>
              <a:gd name="connsiteY54" fmla="*/ 1681174 h 3482342"/>
              <a:gd name="connsiteX55" fmla="*/ 9403775 w 12192000"/>
              <a:gd name="connsiteY55" fmla="*/ 1690403 h 3482342"/>
              <a:gd name="connsiteX56" fmla="*/ 9382503 w 12192000"/>
              <a:gd name="connsiteY56" fmla="*/ 1706957 h 3482342"/>
              <a:gd name="connsiteX57" fmla="*/ 9381410 w 12192000"/>
              <a:gd name="connsiteY57" fmla="*/ 1718312 h 3482342"/>
              <a:gd name="connsiteX58" fmla="*/ 9365685 w 12192000"/>
              <a:gd name="connsiteY58" fmla="*/ 1724772 h 3482342"/>
              <a:gd name="connsiteX59" fmla="*/ 9278020 w 12192000"/>
              <a:gd name="connsiteY59" fmla="*/ 1741161 h 3482342"/>
              <a:gd name="connsiteX60" fmla="*/ 9217145 w 12192000"/>
              <a:gd name="connsiteY60" fmla="*/ 1771195 h 3482342"/>
              <a:gd name="connsiteX61" fmla="*/ 8955875 w 12192000"/>
              <a:gd name="connsiteY61" fmla="*/ 1796806 h 3482342"/>
              <a:gd name="connsiteX62" fmla="*/ 8648415 w 12192000"/>
              <a:gd name="connsiteY62" fmla="*/ 1878623 h 3482342"/>
              <a:gd name="connsiteX63" fmla="*/ 8495949 w 12192000"/>
              <a:gd name="connsiteY63" fmla="*/ 1902425 h 3482342"/>
              <a:gd name="connsiteX64" fmla="*/ 8236214 w 12192000"/>
              <a:gd name="connsiteY64" fmla="*/ 1909725 h 3482342"/>
              <a:gd name="connsiteX65" fmla="*/ 8132104 w 12192000"/>
              <a:gd name="connsiteY65" fmla="*/ 1895727 h 3482342"/>
              <a:gd name="connsiteX66" fmla="*/ 7918078 w 12192000"/>
              <a:gd name="connsiteY66" fmla="*/ 1862668 h 3482342"/>
              <a:gd name="connsiteX67" fmla="*/ 7817899 w 12192000"/>
              <a:gd name="connsiteY67" fmla="*/ 1862176 h 3482342"/>
              <a:gd name="connsiteX68" fmla="*/ 7768994 w 12192000"/>
              <a:gd name="connsiteY68" fmla="*/ 1855721 h 3482342"/>
              <a:gd name="connsiteX69" fmla="*/ 7618027 w 12192000"/>
              <a:gd name="connsiteY69" fmla="*/ 1830959 h 3482342"/>
              <a:gd name="connsiteX70" fmla="*/ 7449425 w 12192000"/>
              <a:gd name="connsiteY70" fmla="*/ 1810910 h 3482342"/>
              <a:gd name="connsiteX71" fmla="*/ 7342915 w 12192000"/>
              <a:gd name="connsiteY71" fmla="*/ 1819827 h 3482342"/>
              <a:gd name="connsiteX72" fmla="*/ 7255191 w 12192000"/>
              <a:gd name="connsiteY72" fmla="*/ 1834354 h 3482342"/>
              <a:gd name="connsiteX73" fmla="*/ 7131205 w 12192000"/>
              <a:gd name="connsiteY73" fmla="*/ 1845557 h 3482342"/>
              <a:gd name="connsiteX74" fmla="*/ 6941837 w 12192000"/>
              <a:gd name="connsiteY74" fmla="*/ 1840640 h 3482342"/>
              <a:gd name="connsiteX75" fmla="*/ 6837145 w 12192000"/>
              <a:gd name="connsiteY75" fmla="*/ 1870724 h 3482342"/>
              <a:gd name="connsiteX76" fmla="*/ 6753991 w 12192000"/>
              <a:gd name="connsiteY76" fmla="*/ 1860969 h 3482342"/>
              <a:gd name="connsiteX77" fmla="*/ 6727754 w 12192000"/>
              <a:gd name="connsiteY77" fmla="*/ 1882372 h 3482342"/>
              <a:gd name="connsiteX78" fmla="*/ 6723371 w 12192000"/>
              <a:gd name="connsiteY78" fmla="*/ 1886494 h 3482342"/>
              <a:gd name="connsiteX79" fmla="*/ 6702779 w 12192000"/>
              <a:gd name="connsiteY79" fmla="*/ 1893601 h 3482342"/>
              <a:gd name="connsiteX80" fmla="*/ 6686657 w 12192000"/>
              <a:gd name="connsiteY80" fmla="*/ 1907344 h 3482342"/>
              <a:gd name="connsiteX81" fmla="*/ 6651330 w 12192000"/>
              <a:gd name="connsiteY81" fmla="*/ 1922921 h 3482342"/>
              <a:gd name="connsiteX82" fmla="*/ 6622958 w 12192000"/>
              <a:gd name="connsiteY82" fmla="*/ 1936255 h 3482342"/>
              <a:gd name="connsiteX83" fmla="*/ 6522602 w 12192000"/>
              <a:gd name="connsiteY83" fmla="*/ 1954133 h 3482342"/>
              <a:gd name="connsiteX84" fmla="*/ 6444344 w 12192000"/>
              <a:gd name="connsiteY84" fmla="*/ 1969663 h 3482342"/>
              <a:gd name="connsiteX85" fmla="*/ 6409626 w 12192000"/>
              <a:gd name="connsiteY85" fmla="*/ 1978846 h 3482342"/>
              <a:gd name="connsiteX86" fmla="*/ 6333446 w 12192000"/>
              <a:gd name="connsiteY86" fmla="*/ 1997163 h 3482342"/>
              <a:gd name="connsiteX87" fmla="*/ 6294933 w 12192000"/>
              <a:gd name="connsiteY87" fmla="*/ 2019412 h 3482342"/>
              <a:gd name="connsiteX88" fmla="*/ 6238719 w 12192000"/>
              <a:gd name="connsiteY88" fmla="*/ 2042547 h 3482342"/>
              <a:gd name="connsiteX89" fmla="*/ 6187205 w 12192000"/>
              <a:gd name="connsiteY89" fmla="*/ 2060048 h 3482342"/>
              <a:gd name="connsiteX90" fmla="*/ 6138780 w 12192000"/>
              <a:gd name="connsiteY90" fmla="*/ 2081918 h 3482342"/>
              <a:gd name="connsiteX91" fmla="*/ 6120125 w 12192000"/>
              <a:gd name="connsiteY91" fmla="*/ 2109475 h 3482342"/>
              <a:gd name="connsiteX92" fmla="*/ 6056576 w 12192000"/>
              <a:gd name="connsiteY92" fmla="*/ 2120066 h 3482342"/>
              <a:gd name="connsiteX93" fmla="*/ 5993794 w 12192000"/>
              <a:gd name="connsiteY93" fmla="*/ 2122569 h 3482342"/>
              <a:gd name="connsiteX94" fmla="*/ 5943601 w 12192000"/>
              <a:gd name="connsiteY94" fmla="*/ 2137719 h 3482342"/>
              <a:gd name="connsiteX95" fmla="*/ 5898141 w 12192000"/>
              <a:gd name="connsiteY95" fmla="*/ 2144806 h 3482342"/>
              <a:gd name="connsiteX96" fmla="*/ 5855337 w 12192000"/>
              <a:gd name="connsiteY96" fmla="*/ 2137719 h 3482342"/>
              <a:gd name="connsiteX97" fmla="*/ 5817682 w 12192000"/>
              <a:gd name="connsiteY97" fmla="*/ 2157358 h 3482342"/>
              <a:gd name="connsiteX98" fmla="*/ 5735300 w 12192000"/>
              <a:gd name="connsiteY98" fmla="*/ 2158902 h 3482342"/>
              <a:gd name="connsiteX99" fmla="*/ 5591469 w 12192000"/>
              <a:gd name="connsiteY99" fmla="*/ 2178389 h 3482342"/>
              <a:gd name="connsiteX100" fmla="*/ 5505818 w 12192000"/>
              <a:gd name="connsiteY100" fmla="*/ 2194207 h 3482342"/>
              <a:gd name="connsiteX101" fmla="*/ 5452860 w 12192000"/>
              <a:gd name="connsiteY101" fmla="*/ 2180085 h 3482342"/>
              <a:gd name="connsiteX102" fmla="*/ 5414282 w 12192000"/>
              <a:gd name="connsiteY102" fmla="*/ 2183070 h 3482342"/>
              <a:gd name="connsiteX103" fmla="*/ 5368369 w 12192000"/>
              <a:gd name="connsiteY103" fmla="*/ 2204272 h 3482342"/>
              <a:gd name="connsiteX104" fmla="*/ 5336354 w 12192000"/>
              <a:gd name="connsiteY104" fmla="*/ 2218920 h 3482342"/>
              <a:gd name="connsiteX105" fmla="*/ 5291263 w 12192000"/>
              <a:gd name="connsiteY105" fmla="*/ 2239182 h 3482342"/>
              <a:gd name="connsiteX106" fmla="*/ 5255152 w 12192000"/>
              <a:gd name="connsiteY106" fmla="*/ 2247164 h 3482342"/>
              <a:gd name="connsiteX107" fmla="*/ 5233796 w 12192000"/>
              <a:gd name="connsiteY107" fmla="*/ 2268260 h 3482342"/>
              <a:gd name="connsiteX108" fmla="*/ 5212786 w 12192000"/>
              <a:gd name="connsiteY108" fmla="*/ 2296592 h 3482342"/>
              <a:gd name="connsiteX109" fmla="*/ 5173523 w 12192000"/>
              <a:gd name="connsiteY109" fmla="*/ 2309057 h 3482342"/>
              <a:gd name="connsiteX110" fmla="*/ 5123830 w 12192000"/>
              <a:gd name="connsiteY110" fmla="*/ 2307070 h 3482342"/>
              <a:gd name="connsiteX111" fmla="*/ 5065426 w 12192000"/>
              <a:gd name="connsiteY111" fmla="*/ 2324076 h 3482342"/>
              <a:gd name="connsiteX112" fmla="*/ 4975908 w 12192000"/>
              <a:gd name="connsiteY112" fmla="*/ 2364128 h 3482342"/>
              <a:gd name="connsiteX113" fmla="*/ 4913723 w 12192000"/>
              <a:gd name="connsiteY113" fmla="*/ 2385265 h 3482342"/>
              <a:gd name="connsiteX114" fmla="*/ 4746485 w 12192000"/>
              <a:gd name="connsiteY114" fmla="*/ 2451769 h 3482342"/>
              <a:gd name="connsiteX115" fmla="*/ 4681588 w 12192000"/>
              <a:gd name="connsiteY115" fmla="*/ 2467494 h 3482342"/>
              <a:gd name="connsiteX116" fmla="*/ 1783655 w 12192000"/>
              <a:gd name="connsiteY116" fmla="*/ 3163860 h 3482342"/>
              <a:gd name="connsiteX117" fmla="*/ 1325955 w 12192000"/>
              <a:gd name="connsiteY117" fmla="*/ 3176692 h 3482342"/>
              <a:gd name="connsiteX118" fmla="*/ 1190384 w 12192000"/>
              <a:gd name="connsiteY118" fmla="*/ 3203504 h 3482342"/>
              <a:gd name="connsiteX119" fmla="*/ 1094537 w 12192000"/>
              <a:gd name="connsiteY119" fmla="*/ 3229469 h 3482342"/>
              <a:gd name="connsiteX120" fmla="*/ 779276 w 12192000"/>
              <a:gd name="connsiteY120" fmla="*/ 3327290 h 3482342"/>
              <a:gd name="connsiteX121" fmla="*/ 600378 w 12192000"/>
              <a:gd name="connsiteY121" fmla="*/ 3335250 h 3482342"/>
              <a:gd name="connsiteX122" fmla="*/ 493457 w 12192000"/>
              <a:gd name="connsiteY122" fmla="*/ 3365044 h 3482342"/>
              <a:gd name="connsiteX123" fmla="*/ 349402 w 12192000"/>
              <a:gd name="connsiteY123" fmla="*/ 3380897 h 3482342"/>
              <a:gd name="connsiteX124" fmla="*/ 192183 w 12192000"/>
              <a:gd name="connsiteY124" fmla="*/ 3460075 h 3482342"/>
              <a:gd name="connsiteX125" fmla="*/ 46713 w 12192000"/>
              <a:gd name="connsiteY125" fmla="*/ 3462986 h 3482342"/>
              <a:gd name="connsiteX126" fmla="*/ 2765 w 12192000"/>
              <a:gd name="connsiteY126" fmla="*/ 3480770 h 3482342"/>
              <a:gd name="connsiteX127" fmla="*/ 0 w 12192000"/>
              <a:gd name="connsiteY127" fmla="*/ 3482342 h 3482342"/>
              <a:gd name="connsiteX128" fmla="*/ 0 w 12192000"/>
              <a:gd name="connsiteY12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13263 w 12192000"/>
              <a:gd name="connsiteY36" fmla="*/ 1350756 h 3482342"/>
              <a:gd name="connsiteX37" fmla="*/ 10487356 w 12192000"/>
              <a:gd name="connsiteY37" fmla="*/ 1385722 h 3482342"/>
              <a:gd name="connsiteX38" fmla="*/ 10464012 w 12192000"/>
              <a:gd name="connsiteY38" fmla="*/ 1391778 h 3482342"/>
              <a:gd name="connsiteX39" fmla="*/ 10405409 w 12192000"/>
              <a:gd name="connsiteY39" fmla="*/ 1422789 h 3482342"/>
              <a:gd name="connsiteX40" fmla="*/ 10370530 w 12192000"/>
              <a:gd name="connsiteY40" fmla="*/ 1441596 h 3482342"/>
              <a:gd name="connsiteX41" fmla="*/ 10300239 w 12192000"/>
              <a:gd name="connsiteY41" fmla="*/ 1456332 h 3482342"/>
              <a:gd name="connsiteX42" fmla="*/ 10264922 w 12192000"/>
              <a:gd name="connsiteY42" fmla="*/ 1472107 h 3482342"/>
              <a:gd name="connsiteX43" fmla="*/ 10229629 w 12192000"/>
              <a:gd name="connsiteY43" fmla="*/ 1470454 h 3482342"/>
              <a:gd name="connsiteX44" fmla="*/ 10201385 w 12192000"/>
              <a:gd name="connsiteY44" fmla="*/ 1477515 h 3482342"/>
              <a:gd name="connsiteX45" fmla="*/ 10151958 w 12192000"/>
              <a:gd name="connsiteY45" fmla="*/ 1477515 h 3482342"/>
              <a:gd name="connsiteX46" fmla="*/ 10120184 w 12192000"/>
              <a:gd name="connsiteY46" fmla="*/ 1466924 h 3482342"/>
              <a:gd name="connsiteX47" fmla="*/ 10058690 w 12192000"/>
              <a:gd name="connsiteY47" fmla="*/ 1474888 h 3482342"/>
              <a:gd name="connsiteX48" fmla="*/ 10004424 w 12192000"/>
              <a:gd name="connsiteY48" fmla="*/ 1489801 h 3482342"/>
              <a:gd name="connsiteX49" fmla="*/ 9999951 w 12192000"/>
              <a:gd name="connsiteY49" fmla="*/ 1499127 h 3482342"/>
              <a:gd name="connsiteX50" fmla="*/ 9845462 w 12192000"/>
              <a:gd name="connsiteY50" fmla="*/ 1548192 h 3482342"/>
              <a:gd name="connsiteX51" fmla="*/ 9736156 w 12192000"/>
              <a:gd name="connsiteY51" fmla="*/ 1581928 h 3482342"/>
              <a:gd name="connsiteX52" fmla="*/ 9693355 w 12192000"/>
              <a:gd name="connsiteY52" fmla="*/ 1602632 h 3482342"/>
              <a:gd name="connsiteX53" fmla="*/ 9664242 w 12192000"/>
              <a:gd name="connsiteY53" fmla="*/ 1622075 h 3482342"/>
              <a:gd name="connsiteX54" fmla="*/ 9579195 w 12192000"/>
              <a:gd name="connsiteY54" fmla="*/ 1648017 h 3482342"/>
              <a:gd name="connsiteX55" fmla="*/ 9433652 w 12192000"/>
              <a:gd name="connsiteY55" fmla="*/ 1681174 h 3482342"/>
              <a:gd name="connsiteX56" fmla="*/ 9403775 w 12192000"/>
              <a:gd name="connsiteY56" fmla="*/ 1690403 h 3482342"/>
              <a:gd name="connsiteX57" fmla="*/ 9382503 w 12192000"/>
              <a:gd name="connsiteY57" fmla="*/ 1706957 h 3482342"/>
              <a:gd name="connsiteX58" fmla="*/ 9381410 w 12192000"/>
              <a:gd name="connsiteY58" fmla="*/ 1718312 h 3482342"/>
              <a:gd name="connsiteX59" fmla="*/ 9365685 w 12192000"/>
              <a:gd name="connsiteY59" fmla="*/ 1724772 h 3482342"/>
              <a:gd name="connsiteX60" fmla="*/ 9278020 w 12192000"/>
              <a:gd name="connsiteY60" fmla="*/ 1741161 h 3482342"/>
              <a:gd name="connsiteX61" fmla="*/ 9217145 w 12192000"/>
              <a:gd name="connsiteY61" fmla="*/ 1771195 h 3482342"/>
              <a:gd name="connsiteX62" fmla="*/ 8955875 w 12192000"/>
              <a:gd name="connsiteY62" fmla="*/ 1796806 h 3482342"/>
              <a:gd name="connsiteX63" fmla="*/ 8648415 w 12192000"/>
              <a:gd name="connsiteY63" fmla="*/ 1878623 h 3482342"/>
              <a:gd name="connsiteX64" fmla="*/ 8495949 w 12192000"/>
              <a:gd name="connsiteY64" fmla="*/ 1902425 h 3482342"/>
              <a:gd name="connsiteX65" fmla="*/ 8236214 w 12192000"/>
              <a:gd name="connsiteY65" fmla="*/ 1909725 h 3482342"/>
              <a:gd name="connsiteX66" fmla="*/ 8132104 w 12192000"/>
              <a:gd name="connsiteY66" fmla="*/ 1895727 h 3482342"/>
              <a:gd name="connsiteX67" fmla="*/ 7918078 w 12192000"/>
              <a:gd name="connsiteY67" fmla="*/ 1862668 h 3482342"/>
              <a:gd name="connsiteX68" fmla="*/ 7817899 w 12192000"/>
              <a:gd name="connsiteY68" fmla="*/ 1862176 h 3482342"/>
              <a:gd name="connsiteX69" fmla="*/ 7768994 w 12192000"/>
              <a:gd name="connsiteY69" fmla="*/ 1855721 h 3482342"/>
              <a:gd name="connsiteX70" fmla="*/ 7618027 w 12192000"/>
              <a:gd name="connsiteY70" fmla="*/ 1830959 h 3482342"/>
              <a:gd name="connsiteX71" fmla="*/ 7449425 w 12192000"/>
              <a:gd name="connsiteY71" fmla="*/ 1810910 h 3482342"/>
              <a:gd name="connsiteX72" fmla="*/ 7342915 w 12192000"/>
              <a:gd name="connsiteY72" fmla="*/ 1819827 h 3482342"/>
              <a:gd name="connsiteX73" fmla="*/ 7255191 w 12192000"/>
              <a:gd name="connsiteY73" fmla="*/ 1834354 h 3482342"/>
              <a:gd name="connsiteX74" fmla="*/ 7131205 w 12192000"/>
              <a:gd name="connsiteY74" fmla="*/ 1845557 h 3482342"/>
              <a:gd name="connsiteX75" fmla="*/ 6941837 w 12192000"/>
              <a:gd name="connsiteY75" fmla="*/ 1840640 h 3482342"/>
              <a:gd name="connsiteX76" fmla="*/ 6837145 w 12192000"/>
              <a:gd name="connsiteY76" fmla="*/ 1870724 h 3482342"/>
              <a:gd name="connsiteX77" fmla="*/ 6753991 w 12192000"/>
              <a:gd name="connsiteY77" fmla="*/ 1860969 h 3482342"/>
              <a:gd name="connsiteX78" fmla="*/ 6727754 w 12192000"/>
              <a:gd name="connsiteY78" fmla="*/ 1882372 h 3482342"/>
              <a:gd name="connsiteX79" fmla="*/ 6723371 w 12192000"/>
              <a:gd name="connsiteY79" fmla="*/ 1886494 h 3482342"/>
              <a:gd name="connsiteX80" fmla="*/ 6702779 w 12192000"/>
              <a:gd name="connsiteY80" fmla="*/ 1893601 h 3482342"/>
              <a:gd name="connsiteX81" fmla="*/ 6686657 w 12192000"/>
              <a:gd name="connsiteY81" fmla="*/ 1907344 h 3482342"/>
              <a:gd name="connsiteX82" fmla="*/ 6651330 w 12192000"/>
              <a:gd name="connsiteY82" fmla="*/ 1922921 h 3482342"/>
              <a:gd name="connsiteX83" fmla="*/ 6622958 w 12192000"/>
              <a:gd name="connsiteY83" fmla="*/ 1936255 h 3482342"/>
              <a:gd name="connsiteX84" fmla="*/ 6522602 w 12192000"/>
              <a:gd name="connsiteY84" fmla="*/ 1954133 h 3482342"/>
              <a:gd name="connsiteX85" fmla="*/ 6444344 w 12192000"/>
              <a:gd name="connsiteY85" fmla="*/ 1969663 h 3482342"/>
              <a:gd name="connsiteX86" fmla="*/ 6409626 w 12192000"/>
              <a:gd name="connsiteY86" fmla="*/ 1978846 h 3482342"/>
              <a:gd name="connsiteX87" fmla="*/ 6333446 w 12192000"/>
              <a:gd name="connsiteY87" fmla="*/ 1997163 h 3482342"/>
              <a:gd name="connsiteX88" fmla="*/ 6294933 w 12192000"/>
              <a:gd name="connsiteY88" fmla="*/ 2019412 h 3482342"/>
              <a:gd name="connsiteX89" fmla="*/ 6238719 w 12192000"/>
              <a:gd name="connsiteY89" fmla="*/ 2042547 h 3482342"/>
              <a:gd name="connsiteX90" fmla="*/ 6187205 w 12192000"/>
              <a:gd name="connsiteY90" fmla="*/ 2060048 h 3482342"/>
              <a:gd name="connsiteX91" fmla="*/ 6138780 w 12192000"/>
              <a:gd name="connsiteY91" fmla="*/ 2081918 h 3482342"/>
              <a:gd name="connsiteX92" fmla="*/ 6120125 w 12192000"/>
              <a:gd name="connsiteY92" fmla="*/ 2109475 h 3482342"/>
              <a:gd name="connsiteX93" fmla="*/ 6056576 w 12192000"/>
              <a:gd name="connsiteY93" fmla="*/ 2120066 h 3482342"/>
              <a:gd name="connsiteX94" fmla="*/ 5993794 w 12192000"/>
              <a:gd name="connsiteY94" fmla="*/ 2122569 h 3482342"/>
              <a:gd name="connsiteX95" fmla="*/ 5943601 w 12192000"/>
              <a:gd name="connsiteY95" fmla="*/ 2137719 h 3482342"/>
              <a:gd name="connsiteX96" fmla="*/ 5898141 w 12192000"/>
              <a:gd name="connsiteY96" fmla="*/ 2144806 h 3482342"/>
              <a:gd name="connsiteX97" fmla="*/ 5855337 w 12192000"/>
              <a:gd name="connsiteY97" fmla="*/ 2137719 h 3482342"/>
              <a:gd name="connsiteX98" fmla="*/ 5817682 w 12192000"/>
              <a:gd name="connsiteY98" fmla="*/ 2157358 h 3482342"/>
              <a:gd name="connsiteX99" fmla="*/ 5735300 w 12192000"/>
              <a:gd name="connsiteY99" fmla="*/ 2158902 h 3482342"/>
              <a:gd name="connsiteX100" fmla="*/ 5591469 w 12192000"/>
              <a:gd name="connsiteY100" fmla="*/ 2178389 h 3482342"/>
              <a:gd name="connsiteX101" fmla="*/ 5505818 w 12192000"/>
              <a:gd name="connsiteY101" fmla="*/ 2194207 h 3482342"/>
              <a:gd name="connsiteX102" fmla="*/ 5452860 w 12192000"/>
              <a:gd name="connsiteY102" fmla="*/ 2180085 h 3482342"/>
              <a:gd name="connsiteX103" fmla="*/ 5414282 w 12192000"/>
              <a:gd name="connsiteY103" fmla="*/ 2183070 h 3482342"/>
              <a:gd name="connsiteX104" fmla="*/ 5368369 w 12192000"/>
              <a:gd name="connsiteY104" fmla="*/ 2204272 h 3482342"/>
              <a:gd name="connsiteX105" fmla="*/ 5336354 w 12192000"/>
              <a:gd name="connsiteY105" fmla="*/ 2218920 h 3482342"/>
              <a:gd name="connsiteX106" fmla="*/ 5291263 w 12192000"/>
              <a:gd name="connsiteY106" fmla="*/ 2239182 h 3482342"/>
              <a:gd name="connsiteX107" fmla="*/ 5255152 w 12192000"/>
              <a:gd name="connsiteY107" fmla="*/ 2247164 h 3482342"/>
              <a:gd name="connsiteX108" fmla="*/ 5233796 w 12192000"/>
              <a:gd name="connsiteY108" fmla="*/ 2268260 h 3482342"/>
              <a:gd name="connsiteX109" fmla="*/ 5212786 w 12192000"/>
              <a:gd name="connsiteY109" fmla="*/ 2296592 h 3482342"/>
              <a:gd name="connsiteX110" fmla="*/ 5173523 w 12192000"/>
              <a:gd name="connsiteY110" fmla="*/ 2309057 h 3482342"/>
              <a:gd name="connsiteX111" fmla="*/ 5123830 w 12192000"/>
              <a:gd name="connsiteY111" fmla="*/ 2307070 h 3482342"/>
              <a:gd name="connsiteX112" fmla="*/ 5065426 w 12192000"/>
              <a:gd name="connsiteY112" fmla="*/ 2324076 h 3482342"/>
              <a:gd name="connsiteX113" fmla="*/ 4975908 w 12192000"/>
              <a:gd name="connsiteY113" fmla="*/ 2364128 h 3482342"/>
              <a:gd name="connsiteX114" fmla="*/ 4913723 w 12192000"/>
              <a:gd name="connsiteY114" fmla="*/ 2385265 h 3482342"/>
              <a:gd name="connsiteX115" fmla="*/ 4746485 w 12192000"/>
              <a:gd name="connsiteY115" fmla="*/ 2451769 h 3482342"/>
              <a:gd name="connsiteX116" fmla="*/ 4681588 w 12192000"/>
              <a:gd name="connsiteY116" fmla="*/ 2467494 h 3482342"/>
              <a:gd name="connsiteX117" fmla="*/ 1783655 w 12192000"/>
              <a:gd name="connsiteY117" fmla="*/ 3163860 h 3482342"/>
              <a:gd name="connsiteX118" fmla="*/ 1325955 w 12192000"/>
              <a:gd name="connsiteY118" fmla="*/ 3176692 h 3482342"/>
              <a:gd name="connsiteX119" fmla="*/ 1190384 w 12192000"/>
              <a:gd name="connsiteY119" fmla="*/ 3203504 h 3482342"/>
              <a:gd name="connsiteX120" fmla="*/ 1094537 w 12192000"/>
              <a:gd name="connsiteY120" fmla="*/ 3229469 h 3482342"/>
              <a:gd name="connsiteX121" fmla="*/ 779276 w 12192000"/>
              <a:gd name="connsiteY121" fmla="*/ 3327290 h 3482342"/>
              <a:gd name="connsiteX122" fmla="*/ 600378 w 12192000"/>
              <a:gd name="connsiteY122" fmla="*/ 3335250 h 3482342"/>
              <a:gd name="connsiteX123" fmla="*/ 493457 w 12192000"/>
              <a:gd name="connsiteY123" fmla="*/ 3365044 h 3482342"/>
              <a:gd name="connsiteX124" fmla="*/ 349402 w 12192000"/>
              <a:gd name="connsiteY124" fmla="*/ 3380897 h 3482342"/>
              <a:gd name="connsiteX125" fmla="*/ 192183 w 12192000"/>
              <a:gd name="connsiteY125" fmla="*/ 3460075 h 3482342"/>
              <a:gd name="connsiteX126" fmla="*/ 46713 w 12192000"/>
              <a:gd name="connsiteY126" fmla="*/ 3462986 h 3482342"/>
              <a:gd name="connsiteX127" fmla="*/ 2765 w 12192000"/>
              <a:gd name="connsiteY127" fmla="*/ 3480770 h 3482342"/>
              <a:gd name="connsiteX128" fmla="*/ 0 w 12192000"/>
              <a:gd name="connsiteY128" fmla="*/ 3482342 h 3482342"/>
              <a:gd name="connsiteX129" fmla="*/ 0 w 12192000"/>
              <a:gd name="connsiteY12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40314 w 12192000"/>
              <a:gd name="connsiteY36" fmla="*/ 1343356 h 3482342"/>
              <a:gd name="connsiteX37" fmla="*/ 10513263 w 12192000"/>
              <a:gd name="connsiteY37" fmla="*/ 1350756 h 3482342"/>
              <a:gd name="connsiteX38" fmla="*/ 10487356 w 12192000"/>
              <a:gd name="connsiteY38" fmla="*/ 1385722 h 3482342"/>
              <a:gd name="connsiteX39" fmla="*/ 10464012 w 12192000"/>
              <a:gd name="connsiteY39" fmla="*/ 1391778 h 3482342"/>
              <a:gd name="connsiteX40" fmla="*/ 10405409 w 12192000"/>
              <a:gd name="connsiteY40" fmla="*/ 1422789 h 3482342"/>
              <a:gd name="connsiteX41" fmla="*/ 10370530 w 12192000"/>
              <a:gd name="connsiteY41" fmla="*/ 1441596 h 3482342"/>
              <a:gd name="connsiteX42" fmla="*/ 10300239 w 12192000"/>
              <a:gd name="connsiteY42" fmla="*/ 1456332 h 3482342"/>
              <a:gd name="connsiteX43" fmla="*/ 10264922 w 12192000"/>
              <a:gd name="connsiteY43" fmla="*/ 1472107 h 3482342"/>
              <a:gd name="connsiteX44" fmla="*/ 10229629 w 12192000"/>
              <a:gd name="connsiteY44" fmla="*/ 1470454 h 3482342"/>
              <a:gd name="connsiteX45" fmla="*/ 10201385 w 12192000"/>
              <a:gd name="connsiteY45" fmla="*/ 1477515 h 3482342"/>
              <a:gd name="connsiteX46" fmla="*/ 10151958 w 12192000"/>
              <a:gd name="connsiteY46" fmla="*/ 1477515 h 3482342"/>
              <a:gd name="connsiteX47" fmla="*/ 10120184 w 12192000"/>
              <a:gd name="connsiteY47" fmla="*/ 1466924 h 3482342"/>
              <a:gd name="connsiteX48" fmla="*/ 10058690 w 12192000"/>
              <a:gd name="connsiteY48" fmla="*/ 1474888 h 3482342"/>
              <a:gd name="connsiteX49" fmla="*/ 10004424 w 12192000"/>
              <a:gd name="connsiteY49" fmla="*/ 1489801 h 3482342"/>
              <a:gd name="connsiteX50" fmla="*/ 9999951 w 12192000"/>
              <a:gd name="connsiteY50" fmla="*/ 1499127 h 3482342"/>
              <a:gd name="connsiteX51" fmla="*/ 9845462 w 12192000"/>
              <a:gd name="connsiteY51" fmla="*/ 1548192 h 3482342"/>
              <a:gd name="connsiteX52" fmla="*/ 9736156 w 12192000"/>
              <a:gd name="connsiteY52" fmla="*/ 1581928 h 3482342"/>
              <a:gd name="connsiteX53" fmla="*/ 9693355 w 12192000"/>
              <a:gd name="connsiteY53" fmla="*/ 1602632 h 3482342"/>
              <a:gd name="connsiteX54" fmla="*/ 9664242 w 12192000"/>
              <a:gd name="connsiteY54" fmla="*/ 1622075 h 3482342"/>
              <a:gd name="connsiteX55" fmla="*/ 9579195 w 12192000"/>
              <a:gd name="connsiteY55" fmla="*/ 1648017 h 3482342"/>
              <a:gd name="connsiteX56" fmla="*/ 9433652 w 12192000"/>
              <a:gd name="connsiteY56" fmla="*/ 1681174 h 3482342"/>
              <a:gd name="connsiteX57" fmla="*/ 9403775 w 12192000"/>
              <a:gd name="connsiteY57" fmla="*/ 1690403 h 3482342"/>
              <a:gd name="connsiteX58" fmla="*/ 9382503 w 12192000"/>
              <a:gd name="connsiteY58" fmla="*/ 1706957 h 3482342"/>
              <a:gd name="connsiteX59" fmla="*/ 9381410 w 12192000"/>
              <a:gd name="connsiteY59" fmla="*/ 1718312 h 3482342"/>
              <a:gd name="connsiteX60" fmla="*/ 9365685 w 12192000"/>
              <a:gd name="connsiteY60" fmla="*/ 1724772 h 3482342"/>
              <a:gd name="connsiteX61" fmla="*/ 9278020 w 12192000"/>
              <a:gd name="connsiteY61" fmla="*/ 1741161 h 3482342"/>
              <a:gd name="connsiteX62" fmla="*/ 9217145 w 12192000"/>
              <a:gd name="connsiteY62" fmla="*/ 1771195 h 3482342"/>
              <a:gd name="connsiteX63" fmla="*/ 8955875 w 12192000"/>
              <a:gd name="connsiteY63" fmla="*/ 1796806 h 3482342"/>
              <a:gd name="connsiteX64" fmla="*/ 8648415 w 12192000"/>
              <a:gd name="connsiteY64" fmla="*/ 1878623 h 3482342"/>
              <a:gd name="connsiteX65" fmla="*/ 8495949 w 12192000"/>
              <a:gd name="connsiteY65" fmla="*/ 1902425 h 3482342"/>
              <a:gd name="connsiteX66" fmla="*/ 8236214 w 12192000"/>
              <a:gd name="connsiteY66" fmla="*/ 1909725 h 3482342"/>
              <a:gd name="connsiteX67" fmla="*/ 8132104 w 12192000"/>
              <a:gd name="connsiteY67" fmla="*/ 1895727 h 3482342"/>
              <a:gd name="connsiteX68" fmla="*/ 7918078 w 12192000"/>
              <a:gd name="connsiteY68" fmla="*/ 1862668 h 3482342"/>
              <a:gd name="connsiteX69" fmla="*/ 7817899 w 12192000"/>
              <a:gd name="connsiteY69" fmla="*/ 1862176 h 3482342"/>
              <a:gd name="connsiteX70" fmla="*/ 7768994 w 12192000"/>
              <a:gd name="connsiteY70" fmla="*/ 1855721 h 3482342"/>
              <a:gd name="connsiteX71" fmla="*/ 7618027 w 12192000"/>
              <a:gd name="connsiteY71" fmla="*/ 1830959 h 3482342"/>
              <a:gd name="connsiteX72" fmla="*/ 7449425 w 12192000"/>
              <a:gd name="connsiteY72" fmla="*/ 1810910 h 3482342"/>
              <a:gd name="connsiteX73" fmla="*/ 7342915 w 12192000"/>
              <a:gd name="connsiteY73" fmla="*/ 1819827 h 3482342"/>
              <a:gd name="connsiteX74" fmla="*/ 7255191 w 12192000"/>
              <a:gd name="connsiteY74" fmla="*/ 1834354 h 3482342"/>
              <a:gd name="connsiteX75" fmla="*/ 7131205 w 12192000"/>
              <a:gd name="connsiteY75" fmla="*/ 1845557 h 3482342"/>
              <a:gd name="connsiteX76" fmla="*/ 6941837 w 12192000"/>
              <a:gd name="connsiteY76" fmla="*/ 1840640 h 3482342"/>
              <a:gd name="connsiteX77" fmla="*/ 6837145 w 12192000"/>
              <a:gd name="connsiteY77" fmla="*/ 1870724 h 3482342"/>
              <a:gd name="connsiteX78" fmla="*/ 6753991 w 12192000"/>
              <a:gd name="connsiteY78" fmla="*/ 1860969 h 3482342"/>
              <a:gd name="connsiteX79" fmla="*/ 6727754 w 12192000"/>
              <a:gd name="connsiteY79" fmla="*/ 1882372 h 3482342"/>
              <a:gd name="connsiteX80" fmla="*/ 6723371 w 12192000"/>
              <a:gd name="connsiteY80" fmla="*/ 1886494 h 3482342"/>
              <a:gd name="connsiteX81" fmla="*/ 6702779 w 12192000"/>
              <a:gd name="connsiteY81" fmla="*/ 1893601 h 3482342"/>
              <a:gd name="connsiteX82" fmla="*/ 6686657 w 12192000"/>
              <a:gd name="connsiteY82" fmla="*/ 1907344 h 3482342"/>
              <a:gd name="connsiteX83" fmla="*/ 6651330 w 12192000"/>
              <a:gd name="connsiteY83" fmla="*/ 1922921 h 3482342"/>
              <a:gd name="connsiteX84" fmla="*/ 6622958 w 12192000"/>
              <a:gd name="connsiteY84" fmla="*/ 1936255 h 3482342"/>
              <a:gd name="connsiteX85" fmla="*/ 6522602 w 12192000"/>
              <a:gd name="connsiteY85" fmla="*/ 1954133 h 3482342"/>
              <a:gd name="connsiteX86" fmla="*/ 6444344 w 12192000"/>
              <a:gd name="connsiteY86" fmla="*/ 1969663 h 3482342"/>
              <a:gd name="connsiteX87" fmla="*/ 6409626 w 12192000"/>
              <a:gd name="connsiteY87" fmla="*/ 1978846 h 3482342"/>
              <a:gd name="connsiteX88" fmla="*/ 6333446 w 12192000"/>
              <a:gd name="connsiteY88" fmla="*/ 1997163 h 3482342"/>
              <a:gd name="connsiteX89" fmla="*/ 6294933 w 12192000"/>
              <a:gd name="connsiteY89" fmla="*/ 2019412 h 3482342"/>
              <a:gd name="connsiteX90" fmla="*/ 6238719 w 12192000"/>
              <a:gd name="connsiteY90" fmla="*/ 2042547 h 3482342"/>
              <a:gd name="connsiteX91" fmla="*/ 6187205 w 12192000"/>
              <a:gd name="connsiteY91" fmla="*/ 2060048 h 3482342"/>
              <a:gd name="connsiteX92" fmla="*/ 6138780 w 12192000"/>
              <a:gd name="connsiteY92" fmla="*/ 2081918 h 3482342"/>
              <a:gd name="connsiteX93" fmla="*/ 6120125 w 12192000"/>
              <a:gd name="connsiteY93" fmla="*/ 2109475 h 3482342"/>
              <a:gd name="connsiteX94" fmla="*/ 6056576 w 12192000"/>
              <a:gd name="connsiteY94" fmla="*/ 2120066 h 3482342"/>
              <a:gd name="connsiteX95" fmla="*/ 5993794 w 12192000"/>
              <a:gd name="connsiteY95" fmla="*/ 2122569 h 3482342"/>
              <a:gd name="connsiteX96" fmla="*/ 5943601 w 12192000"/>
              <a:gd name="connsiteY96" fmla="*/ 2137719 h 3482342"/>
              <a:gd name="connsiteX97" fmla="*/ 5898141 w 12192000"/>
              <a:gd name="connsiteY97" fmla="*/ 2144806 h 3482342"/>
              <a:gd name="connsiteX98" fmla="*/ 5855337 w 12192000"/>
              <a:gd name="connsiteY98" fmla="*/ 2137719 h 3482342"/>
              <a:gd name="connsiteX99" fmla="*/ 5817682 w 12192000"/>
              <a:gd name="connsiteY99" fmla="*/ 2157358 h 3482342"/>
              <a:gd name="connsiteX100" fmla="*/ 5735300 w 12192000"/>
              <a:gd name="connsiteY100" fmla="*/ 2158902 h 3482342"/>
              <a:gd name="connsiteX101" fmla="*/ 5591469 w 12192000"/>
              <a:gd name="connsiteY101" fmla="*/ 2178389 h 3482342"/>
              <a:gd name="connsiteX102" fmla="*/ 5505818 w 12192000"/>
              <a:gd name="connsiteY102" fmla="*/ 2194207 h 3482342"/>
              <a:gd name="connsiteX103" fmla="*/ 5452860 w 12192000"/>
              <a:gd name="connsiteY103" fmla="*/ 2180085 h 3482342"/>
              <a:gd name="connsiteX104" fmla="*/ 5414282 w 12192000"/>
              <a:gd name="connsiteY104" fmla="*/ 2183070 h 3482342"/>
              <a:gd name="connsiteX105" fmla="*/ 5368369 w 12192000"/>
              <a:gd name="connsiteY105" fmla="*/ 2204272 h 3482342"/>
              <a:gd name="connsiteX106" fmla="*/ 5336354 w 12192000"/>
              <a:gd name="connsiteY106" fmla="*/ 2218920 h 3482342"/>
              <a:gd name="connsiteX107" fmla="*/ 5291263 w 12192000"/>
              <a:gd name="connsiteY107" fmla="*/ 2239182 h 3482342"/>
              <a:gd name="connsiteX108" fmla="*/ 5255152 w 12192000"/>
              <a:gd name="connsiteY108" fmla="*/ 2247164 h 3482342"/>
              <a:gd name="connsiteX109" fmla="*/ 5233796 w 12192000"/>
              <a:gd name="connsiteY109" fmla="*/ 2268260 h 3482342"/>
              <a:gd name="connsiteX110" fmla="*/ 5212786 w 12192000"/>
              <a:gd name="connsiteY110" fmla="*/ 2296592 h 3482342"/>
              <a:gd name="connsiteX111" fmla="*/ 5173523 w 12192000"/>
              <a:gd name="connsiteY111" fmla="*/ 2309057 h 3482342"/>
              <a:gd name="connsiteX112" fmla="*/ 5123830 w 12192000"/>
              <a:gd name="connsiteY112" fmla="*/ 2307070 h 3482342"/>
              <a:gd name="connsiteX113" fmla="*/ 5065426 w 12192000"/>
              <a:gd name="connsiteY113" fmla="*/ 2324076 h 3482342"/>
              <a:gd name="connsiteX114" fmla="*/ 4975908 w 12192000"/>
              <a:gd name="connsiteY114" fmla="*/ 2364128 h 3482342"/>
              <a:gd name="connsiteX115" fmla="*/ 4913723 w 12192000"/>
              <a:gd name="connsiteY115" fmla="*/ 2385265 h 3482342"/>
              <a:gd name="connsiteX116" fmla="*/ 4746485 w 12192000"/>
              <a:gd name="connsiteY116" fmla="*/ 2451769 h 3482342"/>
              <a:gd name="connsiteX117" fmla="*/ 4681588 w 12192000"/>
              <a:gd name="connsiteY117" fmla="*/ 2467494 h 3482342"/>
              <a:gd name="connsiteX118" fmla="*/ 1783655 w 12192000"/>
              <a:gd name="connsiteY118" fmla="*/ 3163860 h 3482342"/>
              <a:gd name="connsiteX119" fmla="*/ 1325955 w 12192000"/>
              <a:gd name="connsiteY119" fmla="*/ 3176692 h 3482342"/>
              <a:gd name="connsiteX120" fmla="*/ 1190384 w 12192000"/>
              <a:gd name="connsiteY120" fmla="*/ 3203504 h 3482342"/>
              <a:gd name="connsiteX121" fmla="*/ 1094537 w 12192000"/>
              <a:gd name="connsiteY121" fmla="*/ 3229469 h 3482342"/>
              <a:gd name="connsiteX122" fmla="*/ 779276 w 12192000"/>
              <a:gd name="connsiteY122" fmla="*/ 3327290 h 3482342"/>
              <a:gd name="connsiteX123" fmla="*/ 600378 w 12192000"/>
              <a:gd name="connsiteY123" fmla="*/ 3335250 h 3482342"/>
              <a:gd name="connsiteX124" fmla="*/ 493457 w 12192000"/>
              <a:gd name="connsiteY124" fmla="*/ 3365044 h 3482342"/>
              <a:gd name="connsiteX125" fmla="*/ 349402 w 12192000"/>
              <a:gd name="connsiteY125" fmla="*/ 3380897 h 3482342"/>
              <a:gd name="connsiteX126" fmla="*/ 192183 w 12192000"/>
              <a:gd name="connsiteY126" fmla="*/ 3460075 h 3482342"/>
              <a:gd name="connsiteX127" fmla="*/ 46713 w 12192000"/>
              <a:gd name="connsiteY127" fmla="*/ 3462986 h 3482342"/>
              <a:gd name="connsiteX128" fmla="*/ 2765 w 12192000"/>
              <a:gd name="connsiteY128" fmla="*/ 3480770 h 3482342"/>
              <a:gd name="connsiteX129" fmla="*/ 0 w 12192000"/>
              <a:gd name="connsiteY129" fmla="*/ 3482342 h 3482342"/>
              <a:gd name="connsiteX130" fmla="*/ 0 w 12192000"/>
              <a:gd name="connsiteY13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40314 w 12192000"/>
              <a:gd name="connsiteY36" fmla="*/ 1343356 h 3482342"/>
              <a:gd name="connsiteX37" fmla="*/ 10513263 w 12192000"/>
              <a:gd name="connsiteY37" fmla="*/ 1371939 h 3482342"/>
              <a:gd name="connsiteX38" fmla="*/ 10487356 w 12192000"/>
              <a:gd name="connsiteY38" fmla="*/ 1385722 h 3482342"/>
              <a:gd name="connsiteX39" fmla="*/ 10464012 w 12192000"/>
              <a:gd name="connsiteY39" fmla="*/ 1391778 h 3482342"/>
              <a:gd name="connsiteX40" fmla="*/ 10405409 w 12192000"/>
              <a:gd name="connsiteY40" fmla="*/ 1422789 h 3482342"/>
              <a:gd name="connsiteX41" fmla="*/ 10370530 w 12192000"/>
              <a:gd name="connsiteY41" fmla="*/ 1441596 h 3482342"/>
              <a:gd name="connsiteX42" fmla="*/ 10300239 w 12192000"/>
              <a:gd name="connsiteY42" fmla="*/ 1456332 h 3482342"/>
              <a:gd name="connsiteX43" fmla="*/ 10264922 w 12192000"/>
              <a:gd name="connsiteY43" fmla="*/ 1472107 h 3482342"/>
              <a:gd name="connsiteX44" fmla="*/ 10229629 w 12192000"/>
              <a:gd name="connsiteY44" fmla="*/ 1470454 h 3482342"/>
              <a:gd name="connsiteX45" fmla="*/ 10201385 w 12192000"/>
              <a:gd name="connsiteY45" fmla="*/ 1477515 h 3482342"/>
              <a:gd name="connsiteX46" fmla="*/ 10151958 w 12192000"/>
              <a:gd name="connsiteY46" fmla="*/ 1477515 h 3482342"/>
              <a:gd name="connsiteX47" fmla="*/ 10120184 w 12192000"/>
              <a:gd name="connsiteY47" fmla="*/ 1466924 h 3482342"/>
              <a:gd name="connsiteX48" fmla="*/ 10058690 w 12192000"/>
              <a:gd name="connsiteY48" fmla="*/ 1474888 h 3482342"/>
              <a:gd name="connsiteX49" fmla="*/ 10004424 w 12192000"/>
              <a:gd name="connsiteY49" fmla="*/ 1489801 h 3482342"/>
              <a:gd name="connsiteX50" fmla="*/ 9999951 w 12192000"/>
              <a:gd name="connsiteY50" fmla="*/ 1499127 h 3482342"/>
              <a:gd name="connsiteX51" fmla="*/ 9845462 w 12192000"/>
              <a:gd name="connsiteY51" fmla="*/ 1548192 h 3482342"/>
              <a:gd name="connsiteX52" fmla="*/ 9736156 w 12192000"/>
              <a:gd name="connsiteY52" fmla="*/ 1581928 h 3482342"/>
              <a:gd name="connsiteX53" fmla="*/ 9693355 w 12192000"/>
              <a:gd name="connsiteY53" fmla="*/ 1602632 h 3482342"/>
              <a:gd name="connsiteX54" fmla="*/ 9664242 w 12192000"/>
              <a:gd name="connsiteY54" fmla="*/ 1622075 h 3482342"/>
              <a:gd name="connsiteX55" fmla="*/ 9579195 w 12192000"/>
              <a:gd name="connsiteY55" fmla="*/ 1648017 h 3482342"/>
              <a:gd name="connsiteX56" fmla="*/ 9433652 w 12192000"/>
              <a:gd name="connsiteY56" fmla="*/ 1681174 h 3482342"/>
              <a:gd name="connsiteX57" fmla="*/ 9403775 w 12192000"/>
              <a:gd name="connsiteY57" fmla="*/ 1690403 h 3482342"/>
              <a:gd name="connsiteX58" fmla="*/ 9382503 w 12192000"/>
              <a:gd name="connsiteY58" fmla="*/ 1706957 h 3482342"/>
              <a:gd name="connsiteX59" fmla="*/ 9381410 w 12192000"/>
              <a:gd name="connsiteY59" fmla="*/ 1718312 h 3482342"/>
              <a:gd name="connsiteX60" fmla="*/ 9365685 w 12192000"/>
              <a:gd name="connsiteY60" fmla="*/ 1724772 h 3482342"/>
              <a:gd name="connsiteX61" fmla="*/ 9278020 w 12192000"/>
              <a:gd name="connsiteY61" fmla="*/ 1741161 h 3482342"/>
              <a:gd name="connsiteX62" fmla="*/ 9217145 w 12192000"/>
              <a:gd name="connsiteY62" fmla="*/ 1771195 h 3482342"/>
              <a:gd name="connsiteX63" fmla="*/ 8955875 w 12192000"/>
              <a:gd name="connsiteY63" fmla="*/ 1796806 h 3482342"/>
              <a:gd name="connsiteX64" fmla="*/ 8648415 w 12192000"/>
              <a:gd name="connsiteY64" fmla="*/ 1878623 h 3482342"/>
              <a:gd name="connsiteX65" fmla="*/ 8495949 w 12192000"/>
              <a:gd name="connsiteY65" fmla="*/ 1902425 h 3482342"/>
              <a:gd name="connsiteX66" fmla="*/ 8236214 w 12192000"/>
              <a:gd name="connsiteY66" fmla="*/ 1909725 h 3482342"/>
              <a:gd name="connsiteX67" fmla="*/ 8132104 w 12192000"/>
              <a:gd name="connsiteY67" fmla="*/ 1895727 h 3482342"/>
              <a:gd name="connsiteX68" fmla="*/ 7918078 w 12192000"/>
              <a:gd name="connsiteY68" fmla="*/ 1862668 h 3482342"/>
              <a:gd name="connsiteX69" fmla="*/ 7817899 w 12192000"/>
              <a:gd name="connsiteY69" fmla="*/ 1862176 h 3482342"/>
              <a:gd name="connsiteX70" fmla="*/ 7768994 w 12192000"/>
              <a:gd name="connsiteY70" fmla="*/ 1855721 h 3482342"/>
              <a:gd name="connsiteX71" fmla="*/ 7618027 w 12192000"/>
              <a:gd name="connsiteY71" fmla="*/ 1830959 h 3482342"/>
              <a:gd name="connsiteX72" fmla="*/ 7449425 w 12192000"/>
              <a:gd name="connsiteY72" fmla="*/ 1810910 h 3482342"/>
              <a:gd name="connsiteX73" fmla="*/ 7342915 w 12192000"/>
              <a:gd name="connsiteY73" fmla="*/ 1819827 h 3482342"/>
              <a:gd name="connsiteX74" fmla="*/ 7255191 w 12192000"/>
              <a:gd name="connsiteY74" fmla="*/ 1834354 h 3482342"/>
              <a:gd name="connsiteX75" fmla="*/ 7131205 w 12192000"/>
              <a:gd name="connsiteY75" fmla="*/ 1845557 h 3482342"/>
              <a:gd name="connsiteX76" fmla="*/ 6941837 w 12192000"/>
              <a:gd name="connsiteY76" fmla="*/ 1840640 h 3482342"/>
              <a:gd name="connsiteX77" fmla="*/ 6837145 w 12192000"/>
              <a:gd name="connsiteY77" fmla="*/ 1870724 h 3482342"/>
              <a:gd name="connsiteX78" fmla="*/ 6753991 w 12192000"/>
              <a:gd name="connsiteY78" fmla="*/ 1860969 h 3482342"/>
              <a:gd name="connsiteX79" fmla="*/ 6727754 w 12192000"/>
              <a:gd name="connsiteY79" fmla="*/ 1882372 h 3482342"/>
              <a:gd name="connsiteX80" fmla="*/ 6723371 w 12192000"/>
              <a:gd name="connsiteY80" fmla="*/ 1886494 h 3482342"/>
              <a:gd name="connsiteX81" fmla="*/ 6702779 w 12192000"/>
              <a:gd name="connsiteY81" fmla="*/ 1893601 h 3482342"/>
              <a:gd name="connsiteX82" fmla="*/ 6686657 w 12192000"/>
              <a:gd name="connsiteY82" fmla="*/ 1907344 h 3482342"/>
              <a:gd name="connsiteX83" fmla="*/ 6651330 w 12192000"/>
              <a:gd name="connsiteY83" fmla="*/ 1922921 h 3482342"/>
              <a:gd name="connsiteX84" fmla="*/ 6622958 w 12192000"/>
              <a:gd name="connsiteY84" fmla="*/ 1936255 h 3482342"/>
              <a:gd name="connsiteX85" fmla="*/ 6522602 w 12192000"/>
              <a:gd name="connsiteY85" fmla="*/ 1954133 h 3482342"/>
              <a:gd name="connsiteX86" fmla="*/ 6444344 w 12192000"/>
              <a:gd name="connsiteY86" fmla="*/ 1969663 h 3482342"/>
              <a:gd name="connsiteX87" fmla="*/ 6409626 w 12192000"/>
              <a:gd name="connsiteY87" fmla="*/ 1978846 h 3482342"/>
              <a:gd name="connsiteX88" fmla="*/ 6333446 w 12192000"/>
              <a:gd name="connsiteY88" fmla="*/ 1997163 h 3482342"/>
              <a:gd name="connsiteX89" fmla="*/ 6294933 w 12192000"/>
              <a:gd name="connsiteY89" fmla="*/ 2019412 h 3482342"/>
              <a:gd name="connsiteX90" fmla="*/ 6238719 w 12192000"/>
              <a:gd name="connsiteY90" fmla="*/ 2042547 h 3482342"/>
              <a:gd name="connsiteX91" fmla="*/ 6187205 w 12192000"/>
              <a:gd name="connsiteY91" fmla="*/ 2060048 h 3482342"/>
              <a:gd name="connsiteX92" fmla="*/ 6138780 w 12192000"/>
              <a:gd name="connsiteY92" fmla="*/ 2081918 h 3482342"/>
              <a:gd name="connsiteX93" fmla="*/ 6120125 w 12192000"/>
              <a:gd name="connsiteY93" fmla="*/ 2109475 h 3482342"/>
              <a:gd name="connsiteX94" fmla="*/ 6056576 w 12192000"/>
              <a:gd name="connsiteY94" fmla="*/ 2120066 h 3482342"/>
              <a:gd name="connsiteX95" fmla="*/ 5993794 w 12192000"/>
              <a:gd name="connsiteY95" fmla="*/ 2122569 h 3482342"/>
              <a:gd name="connsiteX96" fmla="*/ 5943601 w 12192000"/>
              <a:gd name="connsiteY96" fmla="*/ 2137719 h 3482342"/>
              <a:gd name="connsiteX97" fmla="*/ 5898141 w 12192000"/>
              <a:gd name="connsiteY97" fmla="*/ 2144806 h 3482342"/>
              <a:gd name="connsiteX98" fmla="*/ 5855337 w 12192000"/>
              <a:gd name="connsiteY98" fmla="*/ 2137719 h 3482342"/>
              <a:gd name="connsiteX99" fmla="*/ 5817682 w 12192000"/>
              <a:gd name="connsiteY99" fmla="*/ 2157358 h 3482342"/>
              <a:gd name="connsiteX100" fmla="*/ 5735300 w 12192000"/>
              <a:gd name="connsiteY100" fmla="*/ 2158902 h 3482342"/>
              <a:gd name="connsiteX101" fmla="*/ 5591469 w 12192000"/>
              <a:gd name="connsiteY101" fmla="*/ 2178389 h 3482342"/>
              <a:gd name="connsiteX102" fmla="*/ 5505818 w 12192000"/>
              <a:gd name="connsiteY102" fmla="*/ 2194207 h 3482342"/>
              <a:gd name="connsiteX103" fmla="*/ 5452860 w 12192000"/>
              <a:gd name="connsiteY103" fmla="*/ 2180085 h 3482342"/>
              <a:gd name="connsiteX104" fmla="*/ 5414282 w 12192000"/>
              <a:gd name="connsiteY104" fmla="*/ 2183070 h 3482342"/>
              <a:gd name="connsiteX105" fmla="*/ 5368369 w 12192000"/>
              <a:gd name="connsiteY105" fmla="*/ 2204272 h 3482342"/>
              <a:gd name="connsiteX106" fmla="*/ 5336354 w 12192000"/>
              <a:gd name="connsiteY106" fmla="*/ 2218920 h 3482342"/>
              <a:gd name="connsiteX107" fmla="*/ 5291263 w 12192000"/>
              <a:gd name="connsiteY107" fmla="*/ 2239182 h 3482342"/>
              <a:gd name="connsiteX108" fmla="*/ 5255152 w 12192000"/>
              <a:gd name="connsiteY108" fmla="*/ 2247164 h 3482342"/>
              <a:gd name="connsiteX109" fmla="*/ 5233796 w 12192000"/>
              <a:gd name="connsiteY109" fmla="*/ 2268260 h 3482342"/>
              <a:gd name="connsiteX110" fmla="*/ 5212786 w 12192000"/>
              <a:gd name="connsiteY110" fmla="*/ 2296592 h 3482342"/>
              <a:gd name="connsiteX111" fmla="*/ 5173523 w 12192000"/>
              <a:gd name="connsiteY111" fmla="*/ 2309057 h 3482342"/>
              <a:gd name="connsiteX112" fmla="*/ 5123830 w 12192000"/>
              <a:gd name="connsiteY112" fmla="*/ 2307070 h 3482342"/>
              <a:gd name="connsiteX113" fmla="*/ 5065426 w 12192000"/>
              <a:gd name="connsiteY113" fmla="*/ 2324076 h 3482342"/>
              <a:gd name="connsiteX114" fmla="*/ 4975908 w 12192000"/>
              <a:gd name="connsiteY114" fmla="*/ 2364128 h 3482342"/>
              <a:gd name="connsiteX115" fmla="*/ 4913723 w 12192000"/>
              <a:gd name="connsiteY115" fmla="*/ 2385265 h 3482342"/>
              <a:gd name="connsiteX116" fmla="*/ 4746485 w 12192000"/>
              <a:gd name="connsiteY116" fmla="*/ 2451769 h 3482342"/>
              <a:gd name="connsiteX117" fmla="*/ 4681588 w 12192000"/>
              <a:gd name="connsiteY117" fmla="*/ 2467494 h 3482342"/>
              <a:gd name="connsiteX118" fmla="*/ 1783655 w 12192000"/>
              <a:gd name="connsiteY118" fmla="*/ 3163860 h 3482342"/>
              <a:gd name="connsiteX119" fmla="*/ 1325955 w 12192000"/>
              <a:gd name="connsiteY119" fmla="*/ 3176692 h 3482342"/>
              <a:gd name="connsiteX120" fmla="*/ 1190384 w 12192000"/>
              <a:gd name="connsiteY120" fmla="*/ 3203504 h 3482342"/>
              <a:gd name="connsiteX121" fmla="*/ 1094537 w 12192000"/>
              <a:gd name="connsiteY121" fmla="*/ 3229469 h 3482342"/>
              <a:gd name="connsiteX122" fmla="*/ 779276 w 12192000"/>
              <a:gd name="connsiteY122" fmla="*/ 3327290 h 3482342"/>
              <a:gd name="connsiteX123" fmla="*/ 600378 w 12192000"/>
              <a:gd name="connsiteY123" fmla="*/ 3335250 h 3482342"/>
              <a:gd name="connsiteX124" fmla="*/ 493457 w 12192000"/>
              <a:gd name="connsiteY124" fmla="*/ 3365044 h 3482342"/>
              <a:gd name="connsiteX125" fmla="*/ 349402 w 12192000"/>
              <a:gd name="connsiteY125" fmla="*/ 3380897 h 3482342"/>
              <a:gd name="connsiteX126" fmla="*/ 192183 w 12192000"/>
              <a:gd name="connsiteY126" fmla="*/ 3460075 h 3482342"/>
              <a:gd name="connsiteX127" fmla="*/ 46713 w 12192000"/>
              <a:gd name="connsiteY127" fmla="*/ 3462986 h 3482342"/>
              <a:gd name="connsiteX128" fmla="*/ 2765 w 12192000"/>
              <a:gd name="connsiteY128" fmla="*/ 3480770 h 3482342"/>
              <a:gd name="connsiteX129" fmla="*/ 0 w 12192000"/>
              <a:gd name="connsiteY129" fmla="*/ 3482342 h 3482342"/>
              <a:gd name="connsiteX130" fmla="*/ 0 w 12192000"/>
              <a:gd name="connsiteY13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79906 w 12192000"/>
              <a:gd name="connsiteY32" fmla="*/ 1332049 h 3482342"/>
              <a:gd name="connsiteX33" fmla="*/ 10639834 w 12192000"/>
              <a:gd name="connsiteY33" fmla="*/ 1324989 h 3482342"/>
              <a:gd name="connsiteX34" fmla="*/ 10603863 w 12192000"/>
              <a:gd name="connsiteY34" fmla="*/ 1346886 h 3482342"/>
              <a:gd name="connsiteX35" fmla="*/ 10573203 w 12192000"/>
              <a:gd name="connsiteY35" fmla="*/ 1351996 h 3482342"/>
              <a:gd name="connsiteX36" fmla="*/ 10547375 w 12192000"/>
              <a:gd name="connsiteY36" fmla="*/ 1375130 h 3482342"/>
              <a:gd name="connsiteX37" fmla="*/ 10513263 w 12192000"/>
              <a:gd name="connsiteY37" fmla="*/ 1371939 h 3482342"/>
              <a:gd name="connsiteX38" fmla="*/ 10487356 w 12192000"/>
              <a:gd name="connsiteY38" fmla="*/ 1385722 h 3482342"/>
              <a:gd name="connsiteX39" fmla="*/ 10464012 w 12192000"/>
              <a:gd name="connsiteY39" fmla="*/ 1391778 h 3482342"/>
              <a:gd name="connsiteX40" fmla="*/ 10405409 w 12192000"/>
              <a:gd name="connsiteY40" fmla="*/ 1422789 h 3482342"/>
              <a:gd name="connsiteX41" fmla="*/ 10370530 w 12192000"/>
              <a:gd name="connsiteY41" fmla="*/ 1441596 h 3482342"/>
              <a:gd name="connsiteX42" fmla="*/ 10300239 w 12192000"/>
              <a:gd name="connsiteY42" fmla="*/ 1456332 h 3482342"/>
              <a:gd name="connsiteX43" fmla="*/ 10264922 w 12192000"/>
              <a:gd name="connsiteY43" fmla="*/ 1472107 h 3482342"/>
              <a:gd name="connsiteX44" fmla="*/ 10229629 w 12192000"/>
              <a:gd name="connsiteY44" fmla="*/ 1470454 h 3482342"/>
              <a:gd name="connsiteX45" fmla="*/ 10201385 w 12192000"/>
              <a:gd name="connsiteY45" fmla="*/ 1477515 h 3482342"/>
              <a:gd name="connsiteX46" fmla="*/ 10151958 w 12192000"/>
              <a:gd name="connsiteY46" fmla="*/ 1477515 h 3482342"/>
              <a:gd name="connsiteX47" fmla="*/ 10120184 w 12192000"/>
              <a:gd name="connsiteY47" fmla="*/ 1466924 h 3482342"/>
              <a:gd name="connsiteX48" fmla="*/ 10058690 w 12192000"/>
              <a:gd name="connsiteY48" fmla="*/ 1474888 h 3482342"/>
              <a:gd name="connsiteX49" fmla="*/ 10004424 w 12192000"/>
              <a:gd name="connsiteY49" fmla="*/ 1489801 h 3482342"/>
              <a:gd name="connsiteX50" fmla="*/ 9999951 w 12192000"/>
              <a:gd name="connsiteY50" fmla="*/ 1499127 h 3482342"/>
              <a:gd name="connsiteX51" fmla="*/ 9845462 w 12192000"/>
              <a:gd name="connsiteY51" fmla="*/ 1548192 h 3482342"/>
              <a:gd name="connsiteX52" fmla="*/ 9736156 w 12192000"/>
              <a:gd name="connsiteY52" fmla="*/ 1581928 h 3482342"/>
              <a:gd name="connsiteX53" fmla="*/ 9693355 w 12192000"/>
              <a:gd name="connsiteY53" fmla="*/ 1602632 h 3482342"/>
              <a:gd name="connsiteX54" fmla="*/ 9664242 w 12192000"/>
              <a:gd name="connsiteY54" fmla="*/ 1622075 h 3482342"/>
              <a:gd name="connsiteX55" fmla="*/ 9579195 w 12192000"/>
              <a:gd name="connsiteY55" fmla="*/ 1648017 h 3482342"/>
              <a:gd name="connsiteX56" fmla="*/ 9433652 w 12192000"/>
              <a:gd name="connsiteY56" fmla="*/ 1681174 h 3482342"/>
              <a:gd name="connsiteX57" fmla="*/ 9403775 w 12192000"/>
              <a:gd name="connsiteY57" fmla="*/ 1690403 h 3482342"/>
              <a:gd name="connsiteX58" fmla="*/ 9382503 w 12192000"/>
              <a:gd name="connsiteY58" fmla="*/ 1706957 h 3482342"/>
              <a:gd name="connsiteX59" fmla="*/ 9381410 w 12192000"/>
              <a:gd name="connsiteY59" fmla="*/ 1718312 h 3482342"/>
              <a:gd name="connsiteX60" fmla="*/ 9365685 w 12192000"/>
              <a:gd name="connsiteY60" fmla="*/ 1724772 h 3482342"/>
              <a:gd name="connsiteX61" fmla="*/ 9278020 w 12192000"/>
              <a:gd name="connsiteY61" fmla="*/ 1741161 h 3482342"/>
              <a:gd name="connsiteX62" fmla="*/ 9217145 w 12192000"/>
              <a:gd name="connsiteY62" fmla="*/ 1771195 h 3482342"/>
              <a:gd name="connsiteX63" fmla="*/ 8955875 w 12192000"/>
              <a:gd name="connsiteY63" fmla="*/ 1796806 h 3482342"/>
              <a:gd name="connsiteX64" fmla="*/ 8648415 w 12192000"/>
              <a:gd name="connsiteY64" fmla="*/ 1878623 h 3482342"/>
              <a:gd name="connsiteX65" fmla="*/ 8495949 w 12192000"/>
              <a:gd name="connsiteY65" fmla="*/ 1902425 h 3482342"/>
              <a:gd name="connsiteX66" fmla="*/ 8236214 w 12192000"/>
              <a:gd name="connsiteY66" fmla="*/ 1909725 h 3482342"/>
              <a:gd name="connsiteX67" fmla="*/ 8132104 w 12192000"/>
              <a:gd name="connsiteY67" fmla="*/ 1895727 h 3482342"/>
              <a:gd name="connsiteX68" fmla="*/ 7918078 w 12192000"/>
              <a:gd name="connsiteY68" fmla="*/ 1862668 h 3482342"/>
              <a:gd name="connsiteX69" fmla="*/ 7817899 w 12192000"/>
              <a:gd name="connsiteY69" fmla="*/ 1862176 h 3482342"/>
              <a:gd name="connsiteX70" fmla="*/ 7768994 w 12192000"/>
              <a:gd name="connsiteY70" fmla="*/ 1855721 h 3482342"/>
              <a:gd name="connsiteX71" fmla="*/ 7618027 w 12192000"/>
              <a:gd name="connsiteY71" fmla="*/ 1830959 h 3482342"/>
              <a:gd name="connsiteX72" fmla="*/ 7449425 w 12192000"/>
              <a:gd name="connsiteY72" fmla="*/ 1810910 h 3482342"/>
              <a:gd name="connsiteX73" fmla="*/ 7342915 w 12192000"/>
              <a:gd name="connsiteY73" fmla="*/ 1819827 h 3482342"/>
              <a:gd name="connsiteX74" fmla="*/ 7255191 w 12192000"/>
              <a:gd name="connsiteY74" fmla="*/ 1834354 h 3482342"/>
              <a:gd name="connsiteX75" fmla="*/ 7131205 w 12192000"/>
              <a:gd name="connsiteY75" fmla="*/ 1845557 h 3482342"/>
              <a:gd name="connsiteX76" fmla="*/ 6941837 w 12192000"/>
              <a:gd name="connsiteY76" fmla="*/ 1840640 h 3482342"/>
              <a:gd name="connsiteX77" fmla="*/ 6837145 w 12192000"/>
              <a:gd name="connsiteY77" fmla="*/ 1870724 h 3482342"/>
              <a:gd name="connsiteX78" fmla="*/ 6753991 w 12192000"/>
              <a:gd name="connsiteY78" fmla="*/ 1860969 h 3482342"/>
              <a:gd name="connsiteX79" fmla="*/ 6727754 w 12192000"/>
              <a:gd name="connsiteY79" fmla="*/ 1882372 h 3482342"/>
              <a:gd name="connsiteX80" fmla="*/ 6723371 w 12192000"/>
              <a:gd name="connsiteY80" fmla="*/ 1886494 h 3482342"/>
              <a:gd name="connsiteX81" fmla="*/ 6702779 w 12192000"/>
              <a:gd name="connsiteY81" fmla="*/ 1893601 h 3482342"/>
              <a:gd name="connsiteX82" fmla="*/ 6686657 w 12192000"/>
              <a:gd name="connsiteY82" fmla="*/ 1907344 h 3482342"/>
              <a:gd name="connsiteX83" fmla="*/ 6651330 w 12192000"/>
              <a:gd name="connsiteY83" fmla="*/ 1922921 h 3482342"/>
              <a:gd name="connsiteX84" fmla="*/ 6622958 w 12192000"/>
              <a:gd name="connsiteY84" fmla="*/ 1936255 h 3482342"/>
              <a:gd name="connsiteX85" fmla="*/ 6522602 w 12192000"/>
              <a:gd name="connsiteY85" fmla="*/ 1954133 h 3482342"/>
              <a:gd name="connsiteX86" fmla="*/ 6444344 w 12192000"/>
              <a:gd name="connsiteY86" fmla="*/ 1969663 h 3482342"/>
              <a:gd name="connsiteX87" fmla="*/ 6409626 w 12192000"/>
              <a:gd name="connsiteY87" fmla="*/ 1978846 h 3482342"/>
              <a:gd name="connsiteX88" fmla="*/ 6333446 w 12192000"/>
              <a:gd name="connsiteY88" fmla="*/ 1997163 h 3482342"/>
              <a:gd name="connsiteX89" fmla="*/ 6294933 w 12192000"/>
              <a:gd name="connsiteY89" fmla="*/ 2019412 h 3482342"/>
              <a:gd name="connsiteX90" fmla="*/ 6238719 w 12192000"/>
              <a:gd name="connsiteY90" fmla="*/ 2042547 h 3482342"/>
              <a:gd name="connsiteX91" fmla="*/ 6187205 w 12192000"/>
              <a:gd name="connsiteY91" fmla="*/ 2060048 h 3482342"/>
              <a:gd name="connsiteX92" fmla="*/ 6138780 w 12192000"/>
              <a:gd name="connsiteY92" fmla="*/ 2081918 h 3482342"/>
              <a:gd name="connsiteX93" fmla="*/ 6120125 w 12192000"/>
              <a:gd name="connsiteY93" fmla="*/ 2109475 h 3482342"/>
              <a:gd name="connsiteX94" fmla="*/ 6056576 w 12192000"/>
              <a:gd name="connsiteY94" fmla="*/ 2120066 h 3482342"/>
              <a:gd name="connsiteX95" fmla="*/ 5993794 w 12192000"/>
              <a:gd name="connsiteY95" fmla="*/ 2122569 h 3482342"/>
              <a:gd name="connsiteX96" fmla="*/ 5943601 w 12192000"/>
              <a:gd name="connsiteY96" fmla="*/ 2137719 h 3482342"/>
              <a:gd name="connsiteX97" fmla="*/ 5898141 w 12192000"/>
              <a:gd name="connsiteY97" fmla="*/ 2144806 h 3482342"/>
              <a:gd name="connsiteX98" fmla="*/ 5855337 w 12192000"/>
              <a:gd name="connsiteY98" fmla="*/ 2137719 h 3482342"/>
              <a:gd name="connsiteX99" fmla="*/ 5817682 w 12192000"/>
              <a:gd name="connsiteY99" fmla="*/ 2157358 h 3482342"/>
              <a:gd name="connsiteX100" fmla="*/ 5735300 w 12192000"/>
              <a:gd name="connsiteY100" fmla="*/ 2158902 h 3482342"/>
              <a:gd name="connsiteX101" fmla="*/ 5591469 w 12192000"/>
              <a:gd name="connsiteY101" fmla="*/ 2178389 h 3482342"/>
              <a:gd name="connsiteX102" fmla="*/ 5505818 w 12192000"/>
              <a:gd name="connsiteY102" fmla="*/ 2194207 h 3482342"/>
              <a:gd name="connsiteX103" fmla="*/ 5452860 w 12192000"/>
              <a:gd name="connsiteY103" fmla="*/ 2180085 h 3482342"/>
              <a:gd name="connsiteX104" fmla="*/ 5414282 w 12192000"/>
              <a:gd name="connsiteY104" fmla="*/ 2183070 h 3482342"/>
              <a:gd name="connsiteX105" fmla="*/ 5368369 w 12192000"/>
              <a:gd name="connsiteY105" fmla="*/ 2204272 h 3482342"/>
              <a:gd name="connsiteX106" fmla="*/ 5336354 w 12192000"/>
              <a:gd name="connsiteY106" fmla="*/ 2218920 h 3482342"/>
              <a:gd name="connsiteX107" fmla="*/ 5291263 w 12192000"/>
              <a:gd name="connsiteY107" fmla="*/ 2239182 h 3482342"/>
              <a:gd name="connsiteX108" fmla="*/ 5255152 w 12192000"/>
              <a:gd name="connsiteY108" fmla="*/ 2247164 h 3482342"/>
              <a:gd name="connsiteX109" fmla="*/ 5233796 w 12192000"/>
              <a:gd name="connsiteY109" fmla="*/ 2268260 h 3482342"/>
              <a:gd name="connsiteX110" fmla="*/ 5212786 w 12192000"/>
              <a:gd name="connsiteY110" fmla="*/ 2296592 h 3482342"/>
              <a:gd name="connsiteX111" fmla="*/ 5173523 w 12192000"/>
              <a:gd name="connsiteY111" fmla="*/ 2309057 h 3482342"/>
              <a:gd name="connsiteX112" fmla="*/ 5123830 w 12192000"/>
              <a:gd name="connsiteY112" fmla="*/ 2307070 h 3482342"/>
              <a:gd name="connsiteX113" fmla="*/ 5065426 w 12192000"/>
              <a:gd name="connsiteY113" fmla="*/ 2324076 h 3482342"/>
              <a:gd name="connsiteX114" fmla="*/ 4975908 w 12192000"/>
              <a:gd name="connsiteY114" fmla="*/ 2364128 h 3482342"/>
              <a:gd name="connsiteX115" fmla="*/ 4913723 w 12192000"/>
              <a:gd name="connsiteY115" fmla="*/ 2385265 h 3482342"/>
              <a:gd name="connsiteX116" fmla="*/ 4746485 w 12192000"/>
              <a:gd name="connsiteY116" fmla="*/ 2451769 h 3482342"/>
              <a:gd name="connsiteX117" fmla="*/ 4681588 w 12192000"/>
              <a:gd name="connsiteY117" fmla="*/ 2467494 h 3482342"/>
              <a:gd name="connsiteX118" fmla="*/ 1783655 w 12192000"/>
              <a:gd name="connsiteY118" fmla="*/ 3163860 h 3482342"/>
              <a:gd name="connsiteX119" fmla="*/ 1325955 w 12192000"/>
              <a:gd name="connsiteY119" fmla="*/ 3176692 h 3482342"/>
              <a:gd name="connsiteX120" fmla="*/ 1190384 w 12192000"/>
              <a:gd name="connsiteY120" fmla="*/ 3203504 h 3482342"/>
              <a:gd name="connsiteX121" fmla="*/ 1094537 w 12192000"/>
              <a:gd name="connsiteY121" fmla="*/ 3229469 h 3482342"/>
              <a:gd name="connsiteX122" fmla="*/ 779276 w 12192000"/>
              <a:gd name="connsiteY122" fmla="*/ 3327290 h 3482342"/>
              <a:gd name="connsiteX123" fmla="*/ 600378 w 12192000"/>
              <a:gd name="connsiteY123" fmla="*/ 3335250 h 3482342"/>
              <a:gd name="connsiteX124" fmla="*/ 493457 w 12192000"/>
              <a:gd name="connsiteY124" fmla="*/ 3365044 h 3482342"/>
              <a:gd name="connsiteX125" fmla="*/ 349402 w 12192000"/>
              <a:gd name="connsiteY125" fmla="*/ 3380897 h 3482342"/>
              <a:gd name="connsiteX126" fmla="*/ 192183 w 12192000"/>
              <a:gd name="connsiteY126" fmla="*/ 3460075 h 3482342"/>
              <a:gd name="connsiteX127" fmla="*/ 46713 w 12192000"/>
              <a:gd name="connsiteY127" fmla="*/ 3462986 h 3482342"/>
              <a:gd name="connsiteX128" fmla="*/ 2765 w 12192000"/>
              <a:gd name="connsiteY128" fmla="*/ 3480770 h 3482342"/>
              <a:gd name="connsiteX129" fmla="*/ 0 w 12192000"/>
              <a:gd name="connsiteY129" fmla="*/ 3482342 h 3482342"/>
              <a:gd name="connsiteX130" fmla="*/ 0 w 12192000"/>
              <a:gd name="connsiteY13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58690 w 12192000"/>
              <a:gd name="connsiteY49" fmla="*/ 1474888 h 3482342"/>
              <a:gd name="connsiteX50" fmla="*/ 10004424 w 12192000"/>
              <a:gd name="connsiteY50" fmla="*/ 1489801 h 3482342"/>
              <a:gd name="connsiteX51" fmla="*/ 9999951 w 12192000"/>
              <a:gd name="connsiteY51" fmla="*/ 1499127 h 3482342"/>
              <a:gd name="connsiteX52" fmla="*/ 9845462 w 12192000"/>
              <a:gd name="connsiteY52" fmla="*/ 1548192 h 3482342"/>
              <a:gd name="connsiteX53" fmla="*/ 9736156 w 12192000"/>
              <a:gd name="connsiteY53" fmla="*/ 1581928 h 3482342"/>
              <a:gd name="connsiteX54" fmla="*/ 9693355 w 12192000"/>
              <a:gd name="connsiteY54" fmla="*/ 1602632 h 3482342"/>
              <a:gd name="connsiteX55" fmla="*/ 9664242 w 12192000"/>
              <a:gd name="connsiteY55" fmla="*/ 1622075 h 3482342"/>
              <a:gd name="connsiteX56" fmla="*/ 9579195 w 12192000"/>
              <a:gd name="connsiteY56" fmla="*/ 1648017 h 3482342"/>
              <a:gd name="connsiteX57" fmla="*/ 9433652 w 12192000"/>
              <a:gd name="connsiteY57" fmla="*/ 1681174 h 3482342"/>
              <a:gd name="connsiteX58" fmla="*/ 9403775 w 12192000"/>
              <a:gd name="connsiteY58" fmla="*/ 1690403 h 3482342"/>
              <a:gd name="connsiteX59" fmla="*/ 9382503 w 12192000"/>
              <a:gd name="connsiteY59" fmla="*/ 1706957 h 3482342"/>
              <a:gd name="connsiteX60" fmla="*/ 9381410 w 12192000"/>
              <a:gd name="connsiteY60" fmla="*/ 1718312 h 3482342"/>
              <a:gd name="connsiteX61" fmla="*/ 9365685 w 12192000"/>
              <a:gd name="connsiteY61" fmla="*/ 1724772 h 3482342"/>
              <a:gd name="connsiteX62" fmla="*/ 9278020 w 12192000"/>
              <a:gd name="connsiteY62" fmla="*/ 1741161 h 3482342"/>
              <a:gd name="connsiteX63" fmla="*/ 9217145 w 12192000"/>
              <a:gd name="connsiteY63" fmla="*/ 1771195 h 3482342"/>
              <a:gd name="connsiteX64" fmla="*/ 8955875 w 12192000"/>
              <a:gd name="connsiteY64" fmla="*/ 1796806 h 3482342"/>
              <a:gd name="connsiteX65" fmla="*/ 8648415 w 12192000"/>
              <a:gd name="connsiteY65" fmla="*/ 1878623 h 3482342"/>
              <a:gd name="connsiteX66" fmla="*/ 8495949 w 12192000"/>
              <a:gd name="connsiteY66" fmla="*/ 1902425 h 3482342"/>
              <a:gd name="connsiteX67" fmla="*/ 8236214 w 12192000"/>
              <a:gd name="connsiteY67" fmla="*/ 1909725 h 3482342"/>
              <a:gd name="connsiteX68" fmla="*/ 8132104 w 12192000"/>
              <a:gd name="connsiteY68" fmla="*/ 1895727 h 3482342"/>
              <a:gd name="connsiteX69" fmla="*/ 7918078 w 12192000"/>
              <a:gd name="connsiteY69" fmla="*/ 1862668 h 3482342"/>
              <a:gd name="connsiteX70" fmla="*/ 7817899 w 12192000"/>
              <a:gd name="connsiteY70" fmla="*/ 1862176 h 3482342"/>
              <a:gd name="connsiteX71" fmla="*/ 7768994 w 12192000"/>
              <a:gd name="connsiteY71" fmla="*/ 1855721 h 3482342"/>
              <a:gd name="connsiteX72" fmla="*/ 7618027 w 12192000"/>
              <a:gd name="connsiteY72" fmla="*/ 1830959 h 3482342"/>
              <a:gd name="connsiteX73" fmla="*/ 7449425 w 12192000"/>
              <a:gd name="connsiteY73" fmla="*/ 1810910 h 3482342"/>
              <a:gd name="connsiteX74" fmla="*/ 7342915 w 12192000"/>
              <a:gd name="connsiteY74" fmla="*/ 1819827 h 3482342"/>
              <a:gd name="connsiteX75" fmla="*/ 7255191 w 12192000"/>
              <a:gd name="connsiteY75" fmla="*/ 1834354 h 3482342"/>
              <a:gd name="connsiteX76" fmla="*/ 7131205 w 12192000"/>
              <a:gd name="connsiteY76" fmla="*/ 1845557 h 3482342"/>
              <a:gd name="connsiteX77" fmla="*/ 6941837 w 12192000"/>
              <a:gd name="connsiteY77" fmla="*/ 1840640 h 3482342"/>
              <a:gd name="connsiteX78" fmla="*/ 6837145 w 12192000"/>
              <a:gd name="connsiteY78" fmla="*/ 1870724 h 3482342"/>
              <a:gd name="connsiteX79" fmla="*/ 6753991 w 12192000"/>
              <a:gd name="connsiteY79" fmla="*/ 1860969 h 3482342"/>
              <a:gd name="connsiteX80" fmla="*/ 6727754 w 12192000"/>
              <a:gd name="connsiteY80" fmla="*/ 1882372 h 3482342"/>
              <a:gd name="connsiteX81" fmla="*/ 6723371 w 12192000"/>
              <a:gd name="connsiteY81" fmla="*/ 1886494 h 3482342"/>
              <a:gd name="connsiteX82" fmla="*/ 6702779 w 12192000"/>
              <a:gd name="connsiteY82" fmla="*/ 1893601 h 3482342"/>
              <a:gd name="connsiteX83" fmla="*/ 6686657 w 12192000"/>
              <a:gd name="connsiteY83" fmla="*/ 1907344 h 3482342"/>
              <a:gd name="connsiteX84" fmla="*/ 6651330 w 12192000"/>
              <a:gd name="connsiteY84" fmla="*/ 1922921 h 3482342"/>
              <a:gd name="connsiteX85" fmla="*/ 6622958 w 12192000"/>
              <a:gd name="connsiteY85" fmla="*/ 1936255 h 3482342"/>
              <a:gd name="connsiteX86" fmla="*/ 6522602 w 12192000"/>
              <a:gd name="connsiteY86" fmla="*/ 1954133 h 3482342"/>
              <a:gd name="connsiteX87" fmla="*/ 6444344 w 12192000"/>
              <a:gd name="connsiteY87" fmla="*/ 1969663 h 3482342"/>
              <a:gd name="connsiteX88" fmla="*/ 6409626 w 12192000"/>
              <a:gd name="connsiteY88" fmla="*/ 1978846 h 3482342"/>
              <a:gd name="connsiteX89" fmla="*/ 6333446 w 12192000"/>
              <a:gd name="connsiteY89" fmla="*/ 1997163 h 3482342"/>
              <a:gd name="connsiteX90" fmla="*/ 6294933 w 12192000"/>
              <a:gd name="connsiteY90" fmla="*/ 2019412 h 3482342"/>
              <a:gd name="connsiteX91" fmla="*/ 6238719 w 12192000"/>
              <a:gd name="connsiteY91" fmla="*/ 2042547 h 3482342"/>
              <a:gd name="connsiteX92" fmla="*/ 6187205 w 12192000"/>
              <a:gd name="connsiteY92" fmla="*/ 2060048 h 3482342"/>
              <a:gd name="connsiteX93" fmla="*/ 6138780 w 12192000"/>
              <a:gd name="connsiteY93" fmla="*/ 2081918 h 3482342"/>
              <a:gd name="connsiteX94" fmla="*/ 6120125 w 12192000"/>
              <a:gd name="connsiteY94" fmla="*/ 2109475 h 3482342"/>
              <a:gd name="connsiteX95" fmla="*/ 6056576 w 12192000"/>
              <a:gd name="connsiteY95" fmla="*/ 2120066 h 3482342"/>
              <a:gd name="connsiteX96" fmla="*/ 5993794 w 12192000"/>
              <a:gd name="connsiteY96" fmla="*/ 2122569 h 3482342"/>
              <a:gd name="connsiteX97" fmla="*/ 5943601 w 12192000"/>
              <a:gd name="connsiteY97" fmla="*/ 2137719 h 3482342"/>
              <a:gd name="connsiteX98" fmla="*/ 5898141 w 12192000"/>
              <a:gd name="connsiteY98" fmla="*/ 2144806 h 3482342"/>
              <a:gd name="connsiteX99" fmla="*/ 5855337 w 12192000"/>
              <a:gd name="connsiteY99" fmla="*/ 2137719 h 3482342"/>
              <a:gd name="connsiteX100" fmla="*/ 5817682 w 12192000"/>
              <a:gd name="connsiteY100" fmla="*/ 2157358 h 3482342"/>
              <a:gd name="connsiteX101" fmla="*/ 5735300 w 12192000"/>
              <a:gd name="connsiteY101" fmla="*/ 2158902 h 3482342"/>
              <a:gd name="connsiteX102" fmla="*/ 5591469 w 12192000"/>
              <a:gd name="connsiteY102" fmla="*/ 2178389 h 3482342"/>
              <a:gd name="connsiteX103" fmla="*/ 5505818 w 12192000"/>
              <a:gd name="connsiteY103" fmla="*/ 2194207 h 3482342"/>
              <a:gd name="connsiteX104" fmla="*/ 5452860 w 12192000"/>
              <a:gd name="connsiteY104" fmla="*/ 2180085 h 3482342"/>
              <a:gd name="connsiteX105" fmla="*/ 5414282 w 12192000"/>
              <a:gd name="connsiteY105" fmla="*/ 2183070 h 3482342"/>
              <a:gd name="connsiteX106" fmla="*/ 5368369 w 12192000"/>
              <a:gd name="connsiteY106" fmla="*/ 2204272 h 3482342"/>
              <a:gd name="connsiteX107" fmla="*/ 5336354 w 12192000"/>
              <a:gd name="connsiteY107" fmla="*/ 2218920 h 3482342"/>
              <a:gd name="connsiteX108" fmla="*/ 5291263 w 12192000"/>
              <a:gd name="connsiteY108" fmla="*/ 2239182 h 3482342"/>
              <a:gd name="connsiteX109" fmla="*/ 5255152 w 12192000"/>
              <a:gd name="connsiteY109" fmla="*/ 2247164 h 3482342"/>
              <a:gd name="connsiteX110" fmla="*/ 5233796 w 12192000"/>
              <a:gd name="connsiteY110" fmla="*/ 2268260 h 3482342"/>
              <a:gd name="connsiteX111" fmla="*/ 5212786 w 12192000"/>
              <a:gd name="connsiteY111" fmla="*/ 2296592 h 3482342"/>
              <a:gd name="connsiteX112" fmla="*/ 5173523 w 12192000"/>
              <a:gd name="connsiteY112" fmla="*/ 2309057 h 3482342"/>
              <a:gd name="connsiteX113" fmla="*/ 5123830 w 12192000"/>
              <a:gd name="connsiteY113" fmla="*/ 2307070 h 3482342"/>
              <a:gd name="connsiteX114" fmla="*/ 5065426 w 12192000"/>
              <a:gd name="connsiteY114" fmla="*/ 2324076 h 3482342"/>
              <a:gd name="connsiteX115" fmla="*/ 4975908 w 12192000"/>
              <a:gd name="connsiteY115" fmla="*/ 2364128 h 3482342"/>
              <a:gd name="connsiteX116" fmla="*/ 4913723 w 12192000"/>
              <a:gd name="connsiteY116" fmla="*/ 2385265 h 3482342"/>
              <a:gd name="connsiteX117" fmla="*/ 4746485 w 12192000"/>
              <a:gd name="connsiteY117" fmla="*/ 2451769 h 3482342"/>
              <a:gd name="connsiteX118" fmla="*/ 4681588 w 12192000"/>
              <a:gd name="connsiteY118" fmla="*/ 2467494 h 3482342"/>
              <a:gd name="connsiteX119" fmla="*/ 1783655 w 12192000"/>
              <a:gd name="connsiteY119" fmla="*/ 3163860 h 3482342"/>
              <a:gd name="connsiteX120" fmla="*/ 1325955 w 12192000"/>
              <a:gd name="connsiteY120" fmla="*/ 3176692 h 3482342"/>
              <a:gd name="connsiteX121" fmla="*/ 1190384 w 12192000"/>
              <a:gd name="connsiteY121" fmla="*/ 3203504 h 3482342"/>
              <a:gd name="connsiteX122" fmla="*/ 1094537 w 12192000"/>
              <a:gd name="connsiteY122" fmla="*/ 3229469 h 3482342"/>
              <a:gd name="connsiteX123" fmla="*/ 779276 w 12192000"/>
              <a:gd name="connsiteY123" fmla="*/ 3327290 h 3482342"/>
              <a:gd name="connsiteX124" fmla="*/ 600378 w 12192000"/>
              <a:gd name="connsiteY124" fmla="*/ 3335250 h 3482342"/>
              <a:gd name="connsiteX125" fmla="*/ 493457 w 12192000"/>
              <a:gd name="connsiteY125" fmla="*/ 3365044 h 3482342"/>
              <a:gd name="connsiteX126" fmla="*/ 349402 w 12192000"/>
              <a:gd name="connsiteY126" fmla="*/ 3380897 h 3482342"/>
              <a:gd name="connsiteX127" fmla="*/ 192183 w 12192000"/>
              <a:gd name="connsiteY127" fmla="*/ 3460075 h 3482342"/>
              <a:gd name="connsiteX128" fmla="*/ 46713 w 12192000"/>
              <a:gd name="connsiteY128" fmla="*/ 3462986 h 3482342"/>
              <a:gd name="connsiteX129" fmla="*/ 2765 w 12192000"/>
              <a:gd name="connsiteY129" fmla="*/ 3480770 h 3482342"/>
              <a:gd name="connsiteX130" fmla="*/ 0 w 12192000"/>
              <a:gd name="connsiteY130" fmla="*/ 3482342 h 3482342"/>
              <a:gd name="connsiteX131" fmla="*/ 0 w 12192000"/>
              <a:gd name="connsiteY13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81348 w 12192000"/>
              <a:gd name="connsiteY49" fmla="*/ 1481046 h 3482342"/>
              <a:gd name="connsiteX50" fmla="*/ 10058690 w 12192000"/>
              <a:gd name="connsiteY50" fmla="*/ 1474888 h 3482342"/>
              <a:gd name="connsiteX51" fmla="*/ 10004424 w 12192000"/>
              <a:gd name="connsiteY51" fmla="*/ 1489801 h 3482342"/>
              <a:gd name="connsiteX52" fmla="*/ 9999951 w 12192000"/>
              <a:gd name="connsiteY52" fmla="*/ 1499127 h 3482342"/>
              <a:gd name="connsiteX53" fmla="*/ 9845462 w 12192000"/>
              <a:gd name="connsiteY53" fmla="*/ 1548192 h 3482342"/>
              <a:gd name="connsiteX54" fmla="*/ 9736156 w 12192000"/>
              <a:gd name="connsiteY54" fmla="*/ 1581928 h 3482342"/>
              <a:gd name="connsiteX55" fmla="*/ 9693355 w 12192000"/>
              <a:gd name="connsiteY55" fmla="*/ 1602632 h 3482342"/>
              <a:gd name="connsiteX56" fmla="*/ 9664242 w 12192000"/>
              <a:gd name="connsiteY56" fmla="*/ 1622075 h 3482342"/>
              <a:gd name="connsiteX57" fmla="*/ 9579195 w 12192000"/>
              <a:gd name="connsiteY57" fmla="*/ 1648017 h 3482342"/>
              <a:gd name="connsiteX58" fmla="*/ 9433652 w 12192000"/>
              <a:gd name="connsiteY58" fmla="*/ 1681174 h 3482342"/>
              <a:gd name="connsiteX59" fmla="*/ 9403775 w 12192000"/>
              <a:gd name="connsiteY59" fmla="*/ 1690403 h 3482342"/>
              <a:gd name="connsiteX60" fmla="*/ 9382503 w 12192000"/>
              <a:gd name="connsiteY60" fmla="*/ 1706957 h 3482342"/>
              <a:gd name="connsiteX61" fmla="*/ 9381410 w 12192000"/>
              <a:gd name="connsiteY61" fmla="*/ 1718312 h 3482342"/>
              <a:gd name="connsiteX62" fmla="*/ 9365685 w 12192000"/>
              <a:gd name="connsiteY62" fmla="*/ 1724772 h 3482342"/>
              <a:gd name="connsiteX63" fmla="*/ 9278020 w 12192000"/>
              <a:gd name="connsiteY63" fmla="*/ 1741161 h 3482342"/>
              <a:gd name="connsiteX64" fmla="*/ 9217145 w 12192000"/>
              <a:gd name="connsiteY64" fmla="*/ 1771195 h 3482342"/>
              <a:gd name="connsiteX65" fmla="*/ 8955875 w 12192000"/>
              <a:gd name="connsiteY65" fmla="*/ 1796806 h 3482342"/>
              <a:gd name="connsiteX66" fmla="*/ 8648415 w 12192000"/>
              <a:gd name="connsiteY66" fmla="*/ 1878623 h 3482342"/>
              <a:gd name="connsiteX67" fmla="*/ 8495949 w 12192000"/>
              <a:gd name="connsiteY67" fmla="*/ 1902425 h 3482342"/>
              <a:gd name="connsiteX68" fmla="*/ 8236214 w 12192000"/>
              <a:gd name="connsiteY68" fmla="*/ 1909725 h 3482342"/>
              <a:gd name="connsiteX69" fmla="*/ 8132104 w 12192000"/>
              <a:gd name="connsiteY69" fmla="*/ 1895727 h 3482342"/>
              <a:gd name="connsiteX70" fmla="*/ 7918078 w 12192000"/>
              <a:gd name="connsiteY70" fmla="*/ 1862668 h 3482342"/>
              <a:gd name="connsiteX71" fmla="*/ 7817899 w 12192000"/>
              <a:gd name="connsiteY71" fmla="*/ 1862176 h 3482342"/>
              <a:gd name="connsiteX72" fmla="*/ 7768994 w 12192000"/>
              <a:gd name="connsiteY72" fmla="*/ 1855721 h 3482342"/>
              <a:gd name="connsiteX73" fmla="*/ 7618027 w 12192000"/>
              <a:gd name="connsiteY73" fmla="*/ 1830959 h 3482342"/>
              <a:gd name="connsiteX74" fmla="*/ 7449425 w 12192000"/>
              <a:gd name="connsiteY74" fmla="*/ 1810910 h 3482342"/>
              <a:gd name="connsiteX75" fmla="*/ 7342915 w 12192000"/>
              <a:gd name="connsiteY75" fmla="*/ 1819827 h 3482342"/>
              <a:gd name="connsiteX76" fmla="*/ 7255191 w 12192000"/>
              <a:gd name="connsiteY76" fmla="*/ 1834354 h 3482342"/>
              <a:gd name="connsiteX77" fmla="*/ 7131205 w 12192000"/>
              <a:gd name="connsiteY77" fmla="*/ 1845557 h 3482342"/>
              <a:gd name="connsiteX78" fmla="*/ 6941837 w 12192000"/>
              <a:gd name="connsiteY78" fmla="*/ 1840640 h 3482342"/>
              <a:gd name="connsiteX79" fmla="*/ 6837145 w 12192000"/>
              <a:gd name="connsiteY79" fmla="*/ 1870724 h 3482342"/>
              <a:gd name="connsiteX80" fmla="*/ 6753991 w 12192000"/>
              <a:gd name="connsiteY80" fmla="*/ 1860969 h 3482342"/>
              <a:gd name="connsiteX81" fmla="*/ 6727754 w 12192000"/>
              <a:gd name="connsiteY81" fmla="*/ 1882372 h 3482342"/>
              <a:gd name="connsiteX82" fmla="*/ 6723371 w 12192000"/>
              <a:gd name="connsiteY82" fmla="*/ 1886494 h 3482342"/>
              <a:gd name="connsiteX83" fmla="*/ 6702779 w 12192000"/>
              <a:gd name="connsiteY83" fmla="*/ 1893601 h 3482342"/>
              <a:gd name="connsiteX84" fmla="*/ 6686657 w 12192000"/>
              <a:gd name="connsiteY84" fmla="*/ 1907344 h 3482342"/>
              <a:gd name="connsiteX85" fmla="*/ 6651330 w 12192000"/>
              <a:gd name="connsiteY85" fmla="*/ 1922921 h 3482342"/>
              <a:gd name="connsiteX86" fmla="*/ 6622958 w 12192000"/>
              <a:gd name="connsiteY86" fmla="*/ 1936255 h 3482342"/>
              <a:gd name="connsiteX87" fmla="*/ 6522602 w 12192000"/>
              <a:gd name="connsiteY87" fmla="*/ 1954133 h 3482342"/>
              <a:gd name="connsiteX88" fmla="*/ 6444344 w 12192000"/>
              <a:gd name="connsiteY88" fmla="*/ 1969663 h 3482342"/>
              <a:gd name="connsiteX89" fmla="*/ 6409626 w 12192000"/>
              <a:gd name="connsiteY89" fmla="*/ 1978846 h 3482342"/>
              <a:gd name="connsiteX90" fmla="*/ 6333446 w 12192000"/>
              <a:gd name="connsiteY90" fmla="*/ 1997163 h 3482342"/>
              <a:gd name="connsiteX91" fmla="*/ 6294933 w 12192000"/>
              <a:gd name="connsiteY91" fmla="*/ 2019412 h 3482342"/>
              <a:gd name="connsiteX92" fmla="*/ 6238719 w 12192000"/>
              <a:gd name="connsiteY92" fmla="*/ 2042547 h 3482342"/>
              <a:gd name="connsiteX93" fmla="*/ 6187205 w 12192000"/>
              <a:gd name="connsiteY93" fmla="*/ 2060048 h 3482342"/>
              <a:gd name="connsiteX94" fmla="*/ 6138780 w 12192000"/>
              <a:gd name="connsiteY94" fmla="*/ 2081918 h 3482342"/>
              <a:gd name="connsiteX95" fmla="*/ 6120125 w 12192000"/>
              <a:gd name="connsiteY95" fmla="*/ 2109475 h 3482342"/>
              <a:gd name="connsiteX96" fmla="*/ 6056576 w 12192000"/>
              <a:gd name="connsiteY96" fmla="*/ 2120066 h 3482342"/>
              <a:gd name="connsiteX97" fmla="*/ 5993794 w 12192000"/>
              <a:gd name="connsiteY97" fmla="*/ 2122569 h 3482342"/>
              <a:gd name="connsiteX98" fmla="*/ 5943601 w 12192000"/>
              <a:gd name="connsiteY98" fmla="*/ 2137719 h 3482342"/>
              <a:gd name="connsiteX99" fmla="*/ 5898141 w 12192000"/>
              <a:gd name="connsiteY99" fmla="*/ 2144806 h 3482342"/>
              <a:gd name="connsiteX100" fmla="*/ 5855337 w 12192000"/>
              <a:gd name="connsiteY100" fmla="*/ 2137719 h 3482342"/>
              <a:gd name="connsiteX101" fmla="*/ 5817682 w 12192000"/>
              <a:gd name="connsiteY101" fmla="*/ 2157358 h 3482342"/>
              <a:gd name="connsiteX102" fmla="*/ 5735300 w 12192000"/>
              <a:gd name="connsiteY102" fmla="*/ 2158902 h 3482342"/>
              <a:gd name="connsiteX103" fmla="*/ 5591469 w 12192000"/>
              <a:gd name="connsiteY103" fmla="*/ 2178389 h 3482342"/>
              <a:gd name="connsiteX104" fmla="*/ 5505818 w 12192000"/>
              <a:gd name="connsiteY104" fmla="*/ 2194207 h 3482342"/>
              <a:gd name="connsiteX105" fmla="*/ 5452860 w 12192000"/>
              <a:gd name="connsiteY105" fmla="*/ 2180085 h 3482342"/>
              <a:gd name="connsiteX106" fmla="*/ 5414282 w 12192000"/>
              <a:gd name="connsiteY106" fmla="*/ 2183070 h 3482342"/>
              <a:gd name="connsiteX107" fmla="*/ 5368369 w 12192000"/>
              <a:gd name="connsiteY107" fmla="*/ 2204272 h 3482342"/>
              <a:gd name="connsiteX108" fmla="*/ 5336354 w 12192000"/>
              <a:gd name="connsiteY108" fmla="*/ 2218920 h 3482342"/>
              <a:gd name="connsiteX109" fmla="*/ 5291263 w 12192000"/>
              <a:gd name="connsiteY109" fmla="*/ 2239182 h 3482342"/>
              <a:gd name="connsiteX110" fmla="*/ 5255152 w 12192000"/>
              <a:gd name="connsiteY110" fmla="*/ 2247164 h 3482342"/>
              <a:gd name="connsiteX111" fmla="*/ 5233796 w 12192000"/>
              <a:gd name="connsiteY111" fmla="*/ 2268260 h 3482342"/>
              <a:gd name="connsiteX112" fmla="*/ 5212786 w 12192000"/>
              <a:gd name="connsiteY112" fmla="*/ 2296592 h 3482342"/>
              <a:gd name="connsiteX113" fmla="*/ 5173523 w 12192000"/>
              <a:gd name="connsiteY113" fmla="*/ 2309057 h 3482342"/>
              <a:gd name="connsiteX114" fmla="*/ 5123830 w 12192000"/>
              <a:gd name="connsiteY114" fmla="*/ 2307070 h 3482342"/>
              <a:gd name="connsiteX115" fmla="*/ 5065426 w 12192000"/>
              <a:gd name="connsiteY115" fmla="*/ 2324076 h 3482342"/>
              <a:gd name="connsiteX116" fmla="*/ 4975908 w 12192000"/>
              <a:gd name="connsiteY116" fmla="*/ 2364128 h 3482342"/>
              <a:gd name="connsiteX117" fmla="*/ 4913723 w 12192000"/>
              <a:gd name="connsiteY117" fmla="*/ 2385265 h 3482342"/>
              <a:gd name="connsiteX118" fmla="*/ 4746485 w 12192000"/>
              <a:gd name="connsiteY118" fmla="*/ 2451769 h 3482342"/>
              <a:gd name="connsiteX119" fmla="*/ 4681588 w 12192000"/>
              <a:gd name="connsiteY119" fmla="*/ 2467494 h 3482342"/>
              <a:gd name="connsiteX120" fmla="*/ 1783655 w 12192000"/>
              <a:gd name="connsiteY120" fmla="*/ 3163860 h 3482342"/>
              <a:gd name="connsiteX121" fmla="*/ 1325955 w 12192000"/>
              <a:gd name="connsiteY121" fmla="*/ 3176692 h 3482342"/>
              <a:gd name="connsiteX122" fmla="*/ 1190384 w 12192000"/>
              <a:gd name="connsiteY122" fmla="*/ 3203504 h 3482342"/>
              <a:gd name="connsiteX123" fmla="*/ 1094537 w 12192000"/>
              <a:gd name="connsiteY123" fmla="*/ 3229469 h 3482342"/>
              <a:gd name="connsiteX124" fmla="*/ 779276 w 12192000"/>
              <a:gd name="connsiteY124" fmla="*/ 3327290 h 3482342"/>
              <a:gd name="connsiteX125" fmla="*/ 600378 w 12192000"/>
              <a:gd name="connsiteY125" fmla="*/ 3335250 h 3482342"/>
              <a:gd name="connsiteX126" fmla="*/ 493457 w 12192000"/>
              <a:gd name="connsiteY126" fmla="*/ 3365044 h 3482342"/>
              <a:gd name="connsiteX127" fmla="*/ 349402 w 12192000"/>
              <a:gd name="connsiteY127" fmla="*/ 3380897 h 3482342"/>
              <a:gd name="connsiteX128" fmla="*/ 192183 w 12192000"/>
              <a:gd name="connsiteY128" fmla="*/ 3460075 h 3482342"/>
              <a:gd name="connsiteX129" fmla="*/ 46713 w 12192000"/>
              <a:gd name="connsiteY129" fmla="*/ 3462986 h 3482342"/>
              <a:gd name="connsiteX130" fmla="*/ 2765 w 12192000"/>
              <a:gd name="connsiteY130" fmla="*/ 3480770 h 3482342"/>
              <a:gd name="connsiteX131" fmla="*/ 0 w 12192000"/>
              <a:gd name="connsiteY131" fmla="*/ 3482342 h 3482342"/>
              <a:gd name="connsiteX132" fmla="*/ 0 w 12192000"/>
              <a:gd name="connsiteY13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81348 w 12192000"/>
              <a:gd name="connsiteY49" fmla="*/ 1481046 h 3482342"/>
              <a:gd name="connsiteX50" fmla="*/ 10058690 w 12192000"/>
              <a:gd name="connsiteY50" fmla="*/ 1474888 h 3482342"/>
              <a:gd name="connsiteX51" fmla="*/ 10004424 w 12192000"/>
              <a:gd name="connsiteY51" fmla="*/ 1489801 h 3482342"/>
              <a:gd name="connsiteX52" fmla="*/ 9999951 w 12192000"/>
              <a:gd name="connsiteY52" fmla="*/ 1499127 h 3482342"/>
              <a:gd name="connsiteX53" fmla="*/ 9845462 w 12192000"/>
              <a:gd name="connsiteY53" fmla="*/ 1548192 h 3482342"/>
              <a:gd name="connsiteX54" fmla="*/ 9736156 w 12192000"/>
              <a:gd name="connsiteY54" fmla="*/ 1581928 h 3482342"/>
              <a:gd name="connsiteX55" fmla="*/ 9693355 w 12192000"/>
              <a:gd name="connsiteY55" fmla="*/ 1602632 h 3482342"/>
              <a:gd name="connsiteX56" fmla="*/ 9664242 w 12192000"/>
              <a:gd name="connsiteY56" fmla="*/ 1622075 h 3482342"/>
              <a:gd name="connsiteX57" fmla="*/ 9579195 w 12192000"/>
              <a:gd name="connsiteY57" fmla="*/ 1648017 h 3482342"/>
              <a:gd name="connsiteX58" fmla="*/ 9433652 w 12192000"/>
              <a:gd name="connsiteY58" fmla="*/ 1681174 h 3482342"/>
              <a:gd name="connsiteX59" fmla="*/ 9403775 w 12192000"/>
              <a:gd name="connsiteY59" fmla="*/ 1690403 h 3482342"/>
              <a:gd name="connsiteX60" fmla="*/ 9382503 w 12192000"/>
              <a:gd name="connsiteY60" fmla="*/ 1706957 h 3482342"/>
              <a:gd name="connsiteX61" fmla="*/ 9381410 w 12192000"/>
              <a:gd name="connsiteY61" fmla="*/ 1718312 h 3482342"/>
              <a:gd name="connsiteX62" fmla="*/ 9365685 w 12192000"/>
              <a:gd name="connsiteY62" fmla="*/ 1724772 h 3482342"/>
              <a:gd name="connsiteX63" fmla="*/ 9278020 w 12192000"/>
              <a:gd name="connsiteY63" fmla="*/ 1741161 h 3482342"/>
              <a:gd name="connsiteX64" fmla="*/ 9217145 w 12192000"/>
              <a:gd name="connsiteY64" fmla="*/ 1771195 h 3482342"/>
              <a:gd name="connsiteX65" fmla="*/ 8955875 w 12192000"/>
              <a:gd name="connsiteY65" fmla="*/ 1796806 h 3482342"/>
              <a:gd name="connsiteX66" fmla="*/ 8648415 w 12192000"/>
              <a:gd name="connsiteY66" fmla="*/ 1878623 h 3482342"/>
              <a:gd name="connsiteX67" fmla="*/ 8538519 w 12192000"/>
              <a:gd name="connsiteY67" fmla="*/ 1894114 h 3482342"/>
              <a:gd name="connsiteX68" fmla="*/ 8495949 w 12192000"/>
              <a:gd name="connsiteY68" fmla="*/ 1902425 h 3482342"/>
              <a:gd name="connsiteX69" fmla="*/ 8236214 w 12192000"/>
              <a:gd name="connsiteY69" fmla="*/ 1909725 h 3482342"/>
              <a:gd name="connsiteX70" fmla="*/ 8132104 w 12192000"/>
              <a:gd name="connsiteY70" fmla="*/ 1895727 h 3482342"/>
              <a:gd name="connsiteX71" fmla="*/ 7918078 w 12192000"/>
              <a:gd name="connsiteY71" fmla="*/ 1862668 h 3482342"/>
              <a:gd name="connsiteX72" fmla="*/ 7817899 w 12192000"/>
              <a:gd name="connsiteY72" fmla="*/ 1862176 h 3482342"/>
              <a:gd name="connsiteX73" fmla="*/ 7768994 w 12192000"/>
              <a:gd name="connsiteY73" fmla="*/ 1855721 h 3482342"/>
              <a:gd name="connsiteX74" fmla="*/ 7618027 w 12192000"/>
              <a:gd name="connsiteY74" fmla="*/ 1830959 h 3482342"/>
              <a:gd name="connsiteX75" fmla="*/ 7449425 w 12192000"/>
              <a:gd name="connsiteY75" fmla="*/ 1810910 h 3482342"/>
              <a:gd name="connsiteX76" fmla="*/ 7342915 w 12192000"/>
              <a:gd name="connsiteY76" fmla="*/ 1819827 h 3482342"/>
              <a:gd name="connsiteX77" fmla="*/ 7255191 w 12192000"/>
              <a:gd name="connsiteY77" fmla="*/ 1834354 h 3482342"/>
              <a:gd name="connsiteX78" fmla="*/ 7131205 w 12192000"/>
              <a:gd name="connsiteY78" fmla="*/ 1845557 h 3482342"/>
              <a:gd name="connsiteX79" fmla="*/ 6941837 w 12192000"/>
              <a:gd name="connsiteY79" fmla="*/ 1840640 h 3482342"/>
              <a:gd name="connsiteX80" fmla="*/ 6837145 w 12192000"/>
              <a:gd name="connsiteY80" fmla="*/ 1870724 h 3482342"/>
              <a:gd name="connsiteX81" fmla="*/ 6753991 w 12192000"/>
              <a:gd name="connsiteY81" fmla="*/ 1860969 h 3482342"/>
              <a:gd name="connsiteX82" fmla="*/ 6727754 w 12192000"/>
              <a:gd name="connsiteY82" fmla="*/ 1882372 h 3482342"/>
              <a:gd name="connsiteX83" fmla="*/ 6723371 w 12192000"/>
              <a:gd name="connsiteY83" fmla="*/ 1886494 h 3482342"/>
              <a:gd name="connsiteX84" fmla="*/ 6702779 w 12192000"/>
              <a:gd name="connsiteY84" fmla="*/ 1893601 h 3482342"/>
              <a:gd name="connsiteX85" fmla="*/ 6686657 w 12192000"/>
              <a:gd name="connsiteY85" fmla="*/ 1907344 h 3482342"/>
              <a:gd name="connsiteX86" fmla="*/ 6651330 w 12192000"/>
              <a:gd name="connsiteY86" fmla="*/ 1922921 h 3482342"/>
              <a:gd name="connsiteX87" fmla="*/ 6622958 w 12192000"/>
              <a:gd name="connsiteY87" fmla="*/ 1936255 h 3482342"/>
              <a:gd name="connsiteX88" fmla="*/ 6522602 w 12192000"/>
              <a:gd name="connsiteY88" fmla="*/ 1954133 h 3482342"/>
              <a:gd name="connsiteX89" fmla="*/ 6444344 w 12192000"/>
              <a:gd name="connsiteY89" fmla="*/ 1969663 h 3482342"/>
              <a:gd name="connsiteX90" fmla="*/ 6409626 w 12192000"/>
              <a:gd name="connsiteY90" fmla="*/ 1978846 h 3482342"/>
              <a:gd name="connsiteX91" fmla="*/ 6333446 w 12192000"/>
              <a:gd name="connsiteY91" fmla="*/ 1997163 h 3482342"/>
              <a:gd name="connsiteX92" fmla="*/ 6294933 w 12192000"/>
              <a:gd name="connsiteY92" fmla="*/ 2019412 h 3482342"/>
              <a:gd name="connsiteX93" fmla="*/ 6238719 w 12192000"/>
              <a:gd name="connsiteY93" fmla="*/ 2042547 h 3482342"/>
              <a:gd name="connsiteX94" fmla="*/ 6187205 w 12192000"/>
              <a:gd name="connsiteY94" fmla="*/ 2060048 h 3482342"/>
              <a:gd name="connsiteX95" fmla="*/ 6138780 w 12192000"/>
              <a:gd name="connsiteY95" fmla="*/ 2081918 h 3482342"/>
              <a:gd name="connsiteX96" fmla="*/ 6120125 w 12192000"/>
              <a:gd name="connsiteY96" fmla="*/ 2109475 h 3482342"/>
              <a:gd name="connsiteX97" fmla="*/ 6056576 w 12192000"/>
              <a:gd name="connsiteY97" fmla="*/ 2120066 h 3482342"/>
              <a:gd name="connsiteX98" fmla="*/ 5993794 w 12192000"/>
              <a:gd name="connsiteY98" fmla="*/ 2122569 h 3482342"/>
              <a:gd name="connsiteX99" fmla="*/ 5943601 w 12192000"/>
              <a:gd name="connsiteY99" fmla="*/ 2137719 h 3482342"/>
              <a:gd name="connsiteX100" fmla="*/ 5898141 w 12192000"/>
              <a:gd name="connsiteY100" fmla="*/ 2144806 h 3482342"/>
              <a:gd name="connsiteX101" fmla="*/ 5855337 w 12192000"/>
              <a:gd name="connsiteY101" fmla="*/ 2137719 h 3482342"/>
              <a:gd name="connsiteX102" fmla="*/ 5817682 w 12192000"/>
              <a:gd name="connsiteY102" fmla="*/ 2157358 h 3482342"/>
              <a:gd name="connsiteX103" fmla="*/ 5735300 w 12192000"/>
              <a:gd name="connsiteY103" fmla="*/ 2158902 h 3482342"/>
              <a:gd name="connsiteX104" fmla="*/ 5591469 w 12192000"/>
              <a:gd name="connsiteY104" fmla="*/ 2178389 h 3482342"/>
              <a:gd name="connsiteX105" fmla="*/ 5505818 w 12192000"/>
              <a:gd name="connsiteY105" fmla="*/ 2194207 h 3482342"/>
              <a:gd name="connsiteX106" fmla="*/ 5452860 w 12192000"/>
              <a:gd name="connsiteY106" fmla="*/ 2180085 h 3482342"/>
              <a:gd name="connsiteX107" fmla="*/ 5414282 w 12192000"/>
              <a:gd name="connsiteY107" fmla="*/ 2183070 h 3482342"/>
              <a:gd name="connsiteX108" fmla="*/ 5368369 w 12192000"/>
              <a:gd name="connsiteY108" fmla="*/ 2204272 h 3482342"/>
              <a:gd name="connsiteX109" fmla="*/ 5336354 w 12192000"/>
              <a:gd name="connsiteY109" fmla="*/ 2218920 h 3482342"/>
              <a:gd name="connsiteX110" fmla="*/ 5291263 w 12192000"/>
              <a:gd name="connsiteY110" fmla="*/ 2239182 h 3482342"/>
              <a:gd name="connsiteX111" fmla="*/ 5255152 w 12192000"/>
              <a:gd name="connsiteY111" fmla="*/ 2247164 h 3482342"/>
              <a:gd name="connsiteX112" fmla="*/ 5233796 w 12192000"/>
              <a:gd name="connsiteY112" fmla="*/ 2268260 h 3482342"/>
              <a:gd name="connsiteX113" fmla="*/ 5212786 w 12192000"/>
              <a:gd name="connsiteY113" fmla="*/ 2296592 h 3482342"/>
              <a:gd name="connsiteX114" fmla="*/ 5173523 w 12192000"/>
              <a:gd name="connsiteY114" fmla="*/ 2309057 h 3482342"/>
              <a:gd name="connsiteX115" fmla="*/ 5123830 w 12192000"/>
              <a:gd name="connsiteY115" fmla="*/ 2307070 h 3482342"/>
              <a:gd name="connsiteX116" fmla="*/ 5065426 w 12192000"/>
              <a:gd name="connsiteY116" fmla="*/ 2324076 h 3482342"/>
              <a:gd name="connsiteX117" fmla="*/ 4975908 w 12192000"/>
              <a:gd name="connsiteY117" fmla="*/ 2364128 h 3482342"/>
              <a:gd name="connsiteX118" fmla="*/ 4913723 w 12192000"/>
              <a:gd name="connsiteY118" fmla="*/ 2385265 h 3482342"/>
              <a:gd name="connsiteX119" fmla="*/ 4746485 w 12192000"/>
              <a:gd name="connsiteY119" fmla="*/ 2451769 h 3482342"/>
              <a:gd name="connsiteX120" fmla="*/ 4681588 w 12192000"/>
              <a:gd name="connsiteY120" fmla="*/ 2467494 h 3482342"/>
              <a:gd name="connsiteX121" fmla="*/ 1783655 w 12192000"/>
              <a:gd name="connsiteY121" fmla="*/ 3163860 h 3482342"/>
              <a:gd name="connsiteX122" fmla="*/ 1325955 w 12192000"/>
              <a:gd name="connsiteY122" fmla="*/ 3176692 h 3482342"/>
              <a:gd name="connsiteX123" fmla="*/ 1190384 w 12192000"/>
              <a:gd name="connsiteY123" fmla="*/ 3203504 h 3482342"/>
              <a:gd name="connsiteX124" fmla="*/ 1094537 w 12192000"/>
              <a:gd name="connsiteY124" fmla="*/ 3229469 h 3482342"/>
              <a:gd name="connsiteX125" fmla="*/ 779276 w 12192000"/>
              <a:gd name="connsiteY125" fmla="*/ 3327290 h 3482342"/>
              <a:gd name="connsiteX126" fmla="*/ 600378 w 12192000"/>
              <a:gd name="connsiteY126" fmla="*/ 3335250 h 3482342"/>
              <a:gd name="connsiteX127" fmla="*/ 493457 w 12192000"/>
              <a:gd name="connsiteY127" fmla="*/ 3365044 h 3482342"/>
              <a:gd name="connsiteX128" fmla="*/ 349402 w 12192000"/>
              <a:gd name="connsiteY128" fmla="*/ 3380897 h 3482342"/>
              <a:gd name="connsiteX129" fmla="*/ 192183 w 12192000"/>
              <a:gd name="connsiteY129" fmla="*/ 3460075 h 3482342"/>
              <a:gd name="connsiteX130" fmla="*/ 46713 w 12192000"/>
              <a:gd name="connsiteY130" fmla="*/ 3462986 h 3482342"/>
              <a:gd name="connsiteX131" fmla="*/ 2765 w 12192000"/>
              <a:gd name="connsiteY131" fmla="*/ 3480770 h 3482342"/>
              <a:gd name="connsiteX132" fmla="*/ 0 w 12192000"/>
              <a:gd name="connsiteY132" fmla="*/ 3482342 h 3482342"/>
              <a:gd name="connsiteX133" fmla="*/ 0 w 12192000"/>
              <a:gd name="connsiteY13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81348 w 12192000"/>
              <a:gd name="connsiteY49" fmla="*/ 1481046 h 3482342"/>
              <a:gd name="connsiteX50" fmla="*/ 10058690 w 12192000"/>
              <a:gd name="connsiteY50" fmla="*/ 1474888 h 3482342"/>
              <a:gd name="connsiteX51" fmla="*/ 10004424 w 12192000"/>
              <a:gd name="connsiteY51" fmla="*/ 1489801 h 3482342"/>
              <a:gd name="connsiteX52" fmla="*/ 9999951 w 12192000"/>
              <a:gd name="connsiteY52" fmla="*/ 1499127 h 3482342"/>
              <a:gd name="connsiteX53" fmla="*/ 9845462 w 12192000"/>
              <a:gd name="connsiteY53" fmla="*/ 1548192 h 3482342"/>
              <a:gd name="connsiteX54" fmla="*/ 9736156 w 12192000"/>
              <a:gd name="connsiteY54" fmla="*/ 1581928 h 3482342"/>
              <a:gd name="connsiteX55" fmla="*/ 9693355 w 12192000"/>
              <a:gd name="connsiteY55" fmla="*/ 1602632 h 3482342"/>
              <a:gd name="connsiteX56" fmla="*/ 9664242 w 12192000"/>
              <a:gd name="connsiteY56" fmla="*/ 1622075 h 3482342"/>
              <a:gd name="connsiteX57" fmla="*/ 9579195 w 12192000"/>
              <a:gd name="connsiteY57" fmla="*/ 1648017 h 3482342"/>
              <a:gd name="connsiteX58" fmla="*/ 9433652 w 12192000"/>
              <a:gd name="connsiteY58" fmla="*/ 1681174 h 3482342"/>
              <a:gd name="connsiteX59" fmla="*/ 9403775 w 12192000"/>
              <a:gd name="connsiteY59" fmla="*/ 1690403 h 3482342"/>
              <a:gd name="connsiteX60" fmla="*/ 9382503 w 12192000"/>
              <a:gd name="connsiteY60" fmla="*/ 1706957 h 3482342"/>
              <a:gd name="connsiteX61" fmla="*/ 9381410 w 12192000"/>
              <a:gd name="connsiteY61" fmla="*/ 1718312 h 3482342"/>
              <a:gd name="connsiteX62" fmla="*/ 9365685 w 12192000"/>
              <a:gd name="connsiteY62" fmla="*/ 1724772 h 3482342"/>
              <a:gd name="connsiteX63" fmla="*/ 9278020 w 12192000"/>
              <a:gd name="connsiteY63" fmla="*/ 1741161 h 3482342"/>
              <a:gd name="connsiteX64" fmla="*/ 9217145 w 12192000"/>
              <a:gd name="connsiteY64" fmla="*/ 1771195 h 3482342"/>
              <a:gd name="connsiteX65" fmla="*/ 8955875 w 12192000"/>
              <a:gd name="connsiteY65" fmla="*/ 1796806 h 3482342"/>
              <a:gd name="connsiteX66" fmla="*/ 8648415 w 12192000"/>
              <a:gd name="connsiteY66" fmla="*/ 1878623 h 3482342"/>
              <a:gd name="connsiteX67" fmla="*/ 8538519 w 12192000"/>
              <a:gd name="connsiteY67" fmla="*/ 1894114 h 3482342"/>
              <a:gd name="connsiteX68" fmla="*/ 8495949 w 12192000"/>
              <a:gd name="connsiteY68" fmla="*/ 1902425 h 3482342"/>
              <a:gd name="connsiteX69" fmla="*/ 8236214 w 12192000"/>
              <a:gd name="connsiteY69" fmla="*/ 1909725 h 3482342"/>
              <a:gd name="connsiteX70" fmla="*/ 8132104 w 12192000"/>
              <a:gd name="connsiteY70" fmla="*/ 1895727 h 3482342"/>
              <a:gd name="connsiteX71" fmla="*/ 7918078 w 12192000"/>
              <a:gd name="connsiteY71" fmla="*/ 1862668 h 3482342"/>
              <a:gd name="connsiteX72" fmla="*/ 7817899 w 12192000"/>
              <a:gd name="connsiteY72" fmla="*/ 1862176 h 3482342"/>
              <a:gd name="connsiteX73" fmla="*/ 7768994 w 12192000"/>
              <a:gd name="connsiteY73" fmla="*/ 1855721 h 3482342"/>
              <a:gd name="connsiteX74" fmla="*/ 7618027 w 12192000"/>
              <a:gd name="connsiteY74" fmla="*/ 1830959 h 3482342"/>
              <a:gd name="connsiteX75" fmla="*/ 7449425 w 12192000"/>
              <a:gd name="connsiteY75" fmla="*/ 1810910 h 3482342"/>
              <a:gd name="connsiteX76" fmla="*/ 7342915 w 12192000"/>
              <a:gd name="connsiteY76" fmla="*/ 1819827 h 3482342"/>
              <a:gd name="connsiteX77" fmla="*/ 7255191 w 12192000"/>
              <a:gd name="connsiteY77" fmla="*/ 1834354 h 3482342"/>
              <a:gd name="connsiteX78" fmla="*/ 7131205 w 12192000"/>
              <a:gd name="connsiteY78" fmla="*/ 1845557 h 3482342"/>
              <a:gd name="connsiteX79" fmla="*/ 6941837 w 12192000"/>
              <a:gd name="connsiteY79" fmla="*/ 1840640 h 3482342"/>
              <a:gd name="connsiteX80" fmla="*/ 6837145 w 12192000"/>
              <a:gd name="connsiteY80" fmla="*/ 1870724 h 3482342"/>
              <a:gd name="connsiteX81" fmla="*/ 6753991 w 12192000"/>
              <a:gd name="connsiteY81" fmla="*/ 1860969 h 3482342"/>
              <a:gd name="connsiteX82" fmla="*/ 6727754 w 12192000"/>
              <a:gd name="connsiteY82" fmla="*/ 1882372 h 3482342"/>
              <a:gd name="connsiteX83" fmla="*/ 6723371 w 12192000"/>
              <a:gd name="connsiteY83" fmla="*/ 1886494 h 3482342"/>
              <a:gd name="connsiteX84" fmla="*/ 6702779 w 12192000"/>
              <a:gd name="connsiteY84" fmla="*/ 1893601 h 3482342"/>
              <a:gd name="connsiteX85" fmla="*/ 6686657 w 12192000"/>
              <a:gd name="connsiteY85" fmla="*/ 1907344 h 3482342"/>
              <a:gd name="connsiteX86" fmla="*/ 6651330 w 12192000"/>
              <a:gd name="connsiteY86" fmla="*/ 1922921 h 3482342"/>
              <a:gd name="connsiteX87" fmla="*/ 6622958 w 12192000"/>
              <a:gd name="connsiteY87" fmla="*/ 1936255 h 3482342"/>
              <a:gd name="connsiteX88" fmla="*/ 6522602 w 12192000"/>
              <a:gd name="connsiteY88" fmla="*/ 1954133 h 3482342"/>
              <a:gd name="connsiteX89" fmla="*/ 6444344 w 12192000"/>
              <a:gd name="connsiteY89" fmla="*/ 1969663 h 3482342"/>
              <a:gd name="connsiteX90" fmla="*/ 6409626 w 12192000"/>
              <a:gd name="connsiteY90" fmla="*/ 1978846 h 3482342"/>
              <a:gd name="connsiteX91" fmla="*/ 6333446 w 12192000"/>
              <a:gd name="connsiteY91" fmla="*/ 1997163 h 3482342"/>
              <a:gd name="connsiteX92" fmla="*/ 6294933 w 12192000"/>
              <a:gd name="connsiteY92" fmla="*/ 2019412 h 3482342"/>
              <a:gd name="connsiteX93" fmla="*/ 6238719 w 12192000"/>
              <a:gd name="connsiteY93" fmla="*/ 2042547 h 3482342"/>
              <a:gd name="connsiteX94" fmla="*/ 6187205 w 12192000"/>
              <a:gd name="connsiteY94" fmla="*/ 2060048 h 3482342"/>
              <a:gd name="connsiteX95" fmla="*/ 6138780 w 12192000"/>
              <a:gd name="connsiteY95" fmla="*/ 2081918 h 3482342"/>
              <a:gd name="connsiteX96" fmla="*/ 6120125 w 12192000"/>
              <a:gd name="connsiteY96" fmla="*/ 2109475 h 3482342"/>
              <a:gd name="connsiteX97" fmla="*/ 6056576 w 12192000"/>
              <a:gd name="connsiteY97" fmla="*/ 2120066 h 3482342"/>
              <a:gd name="connsiteX98" fmla="*/ 5993794 w 12192000"/>
              <a:gd name="connsiteY98" fmla="*/ 2122569 h 3482342"/>
              <a:gd name="connsiteX99" fmla="*/ 5943601 w 12192000"/>
              <a:gd name="connsiteY99" fmla="*/ 2137719 h 3482342"/>
              <a:gd name="connsiteX100" fmla="*/ 5898141 w 12192000"/>
              <a:gd name="connsiteY100" fmla="*/ 2144806 h 3482342"/>
              <a:gd name="connsiteX101" fmla="*/ 5855337 w 12192000"/>
              <a:gd name="connsiteY101" fmla="*/ 2137719 h 3482342"/>
              <a:gd name="connsiteX102" fmla="*/ 5817682 w 12192000"/>
              <a:gd name="connsiteY102" fmla="*/ 2157358 h 3482342"/>
              <a:gd name="connsiteX103" fmla="*/ 5735300 w 12192000"/>
              <a:gd name="connsiteY103" fmla="*/ 2158902 h 3482342"/>
              <a:gd name="connsiteX104" fmla="*/ 5591469 w 12192000"/>
              <a:gd name="connsiteY104" fmla="*/ 2178389 h 3482342"/>
              <a:gd name="connsiteX105" fmla="*/ 5505818 w 12192000"/>
              <a:gd name="connsiteY105" fmla="*/ 2194207 h 3482342"/>
              <a:gd name="connsiteX106" fmla="*/ 5452860 w 12192000"/>
              <a:gd name="connsiteY106" fmla="*/ 2180085 h 3482342"/>
              <a:gd name="connsiteX107" fmla="*/ 5414282 w 12192000"/>
              <a:gd name="connsiteY107" fmla="*/ 2183070 h 3482342"/>
              <a:gd name="connsiteX108" fmla="*/ 5368369 w 12192000"/>
              <a:gd name="connsiteY108" fmla="*/ 2204272 h 3482342"/>
              <a:gd name="connsiteX109" fmla="*/ 5336354 w 12192000"/>
              <a:gd name="connsiteY109" fmla="*/ 2218920 h 3482342"/>
              <a:gd name="connsiteX110" fmla="*/ 5291263 w 12192000"/>
              <a:gd name="connsiteY110" fmla="*/ 2239182 h 3482342"/>
              <a:gd name="connsiteX111" fmla="*/ 5255152 w 12192000"/>
              <a:gd name="connsiteY111" fmla="*/ 2247164 h 3482342"/>
              <a:gd name="connsiteX112" fmla="*/ 5233796 w 12192000"/>
              <a:gd name="connsiteY112" fmla="*/ 2268260 h 3482342"/>
              <a:gd name="connsiteX113" fmla="*/ 5212786 w 12192000"/>
              <a:gd name="connsiteY113" fmla="*/ 2296592 h 3482342"/>
              <a:gd name="connsiteX114" fmla="*/ 5173523 w 12192000"/>
              <a:gd name="connsiteY114" fmla="*/ 2309057 h 3482342"/>
              <a:gd name="connsiteX115" fmla="*/ 5123830 w 12192000"/>
              <a:gd name="connsiteY115" fmla="*/ 2307070 h 3482342"/>
              <a:gd name="connsiteX116" fmla="*/ 5065426 w 12192000"/>
              <a:gd name="connsiteY116" fmla="*/ 2324076 h 3482342"/>
              <a:gd name="connsiteX117" fmla="*/ 4975908 w 12192000"/>
              <a:gd name="connsiteY117" fmla="*/ 2364128 h 3482342"/>
              <a:gd name="connsiteX118" fmla="*/ 4913723 w 12192000"/>
              <a:gd name="connsiteY118" fmla="*/ 2385265 h 3482342"/>
              <a:gd name="connsiteX119" fmla="*/ 4746485 w 12192000"/>
              <a:gd name="connsiteY119" fmla="*/ 2451769 h 3482342"/>
              <a:gd name="connsiteX120" fmla="*/ 4681588 w 12192000"/>
              <a:gd name="connsiteY120" fmla="*/ 2467494 h 3482342"/>
              <a:gd name="connsiteX121" fmla="*/ 1783655 w 12192000"/>
              <a:gd name="connsiteY121" fmla="*/ 3163860 h 3482342"/>
              <a:gd name="connsiteX122" fmla="*/ 1325955 w 12192000"/>
              <a:gd name="connsiteY122" fmla="*/ 3176692 h 3482342"/>
              <a:gd name="connsiteX123" fmla="*/ 1190384 w 12192000"/>
              <a:gd name="connsiteY123" fmla="*/ 3203504 h 3482342"/>
              <a:gd name="connsiteX124" fmla="*/ 1094537 w 12192000"/>
              <a:gd name="connsiteY124" fmla="*/ 3229469 h 3482342"/>
              <a:gd name="connsiteX125" fmla="*/ 779276 w 12192000"/>
              <a:gd name="connsiteY125" fmla="*/ 3327290 h 3482342"/>
              <a:gd name="connsiteX126" fmla="*/ 600378 w 12192000"/>
              <a:gd name="connsiteY126" fmla="*/ 3335250 h 3482342"/>
              <a:gd name="connsiteX127" fmla="*/ 493457 w 12192000"/>
              <a:gd name="connsiteY127" fmla="*/ 3365044 h 3482342"/>
              <a:gd name="connsiteX128" fmla="*/ 349402 w 12192000"/>
              <a:gd name="connsiteY128" fmla="*/ 3380897 h 3482342"/>
              <a:gd name="connsiteX129" fmla="*/ 192183 w 12192000"/>
              <a:gd name="connsiteY129" fmla="*/ 3460075 h 3482342"/>
              <a:gd name="connsiteX130" fmla="*/ 46713 w 12192000"/>
              <a:gd name="connsiteY130" fmla="*/ 3462986 h 3482342"/>
              <a:gd name="connsiteX131" fmla="*/ 2765 w 12192000"/>
              <a:gd name="connsiteY131" fmla="*/ 3480770 h 3482342"/>
              <a:gd name="connsiteX132" fmla="*/ 0 w 12192000"/>
              <a:gd name="connsiteY132" fmla="*/ 3482342 h 3482342"/>
              <a:gd name="connsiteX133" fmla="*/ 0 w 12192000"/>
              <a:gd name="connsiteY13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81348 w 12192000"/>
              <a:gd name="connsiteY49" fmla="*/ 1481046 h 3482342"/>
              <a:gd name="connsiteX50" fmla="*/ 10058690 w 12192000"/>
              <a:gd name="connsiteY50" fmla="*/ 1474888 h 3482342"/>
              <a:gd name="connsiteX51" fmla="*/ 10004424 w 12192000"/>
              <a:gd name="connsiteY51" fmla="*/ 1489801 h 3482342"/>
              <a:gd name="connsiteX52" fmla="*/ 9999951 w 12192000"/>
              <a:gd name="connsiteY52" fmla="*/ 1499127 h 3482342"/>
              <a:gd name="connsiteX53" fmla="*/ 9845462 w 12192000"/>
              <a:gd name="connsiteY53" fmla="*/ 1548192 h 3482342"/>
              <a:gd name="connsiteX54" fmla="*/ 9736156 w 12192000"/>
              <a:gd name="connsiteY54" fmla="*/ 1581928 h 3482342"/>
              <a:gd name="connsiteX55" fmla="*/ 9693355 w 12192000"/>
              <a:gd name="connsiteY55" fmla="*/ 1602632 h 3482342"/>
              <a:gd name="connsiteX56" fmla="*/ 9664242 w 12192000"/>
              <a:gd name="connsiteY56" fmla="*/ 1622075 h 3482342"/>
              <a:gd name="connsiteX57" fmla="*/ 9579195 w 12192000"/>
              <a:gd name="connsiteY57" fmla="*/ 1648017 h 3482342"/>
              <a:gd name="connsiteX58" fmla="*/ 9433652 w 12192000"/>
              <a:gd name="connsiteY58" fmla="*/ 1681174 h 3482342"/>
              <a:gd name="connsiteX59" fmla="*/ 9403775 w 12192000"/>
              <a:gd name="connsiteY59" fmla="*/ 1690403 h 3482342"/>
              <a:gd name="connsiteX60" fmla="*/ 9382503 w 12192000"/>
              <a:gd name="connsiteY60" fmla="*/ 1706957 h 3482342"/>
              <a:gd name="connsiteX61" fmla="*/ 9381410 w 12192000"/>
              <a:gd name="connsiteY61" fmla="*/ 1718312 h 3482342"/>
              <a:gd name="connsiteX62" fmla="*/ 9365685 w 12192000"/>
              <a:gd name="connsiteY62" fmla="*/ 1724772 h 3482342"/>
              <a:gd name="connsiteX63" fmla="*/ 9278020 w 12192000"/>
              <a:gd name="connsiteY63" fmla="*/ 1741161 h 3482342"/>
              <a:gd name="connsiteX64" fmla="*/ 9217145 w 12192000"/>
              <a:gd name="connsiteY64" fmla="*/ 1771195 h 3482342"/>
              <a:gd name="connsiteX65" fmla="*/ 8955875 w 12192000"/>
              <a:gd name="connsiteY65" fmla="*/ 1796806 h 3482342"/>
              <a:gd name="connsiteX66" fmla="*/ 8648415 w 12192000"/>
              <a:gd name="connsiteY66" fmla="*/ 1878623 h 3482342"/>
              <a:gd name="connsiteX67" fmla="*/ 8538519 w 12192000"/>
              <a:gd name="connsiteY67" fmla="*/ 1894114 h 3482342"/>
              <a:gd name="connsiteX68" fmla="*/ 8393565 w 12192000"/>
              <a:gd name="connsiteY68" fmla="*/ 1965974 h 3482342"/>
              <a:gd name="connsiteX69" fmla="*/ 8236214 w 12192000"/>
              <a:gd name="connsiteY69" fmla="*/ 1909725 h 3482342"/>
              <a:gd name="connsiteX70" fmla="*/ 8132104 w 12192000"/>
              <a:gd name="connsiteY70" fmla="*/ 1895727 h 3482342"/>
              <a:gd name="connsiteX71" fmla="*/ 7918078 w 12192000"/>
              <a:gd name="connsiteY71" fmla="*/ 1862668 h 3482342"/>
              <a:gd name="connsiteX72" fmla="*/ 7817899 w 12192000"/>
              <a:gd name="connsiteY72" fmla="*/ 1862176 h 3482342"/>
              <a:gd name="connsiteX73" fmla="*/ 7768994 w 12192000"/>
              <a:gd name="connsiteY73" fmla="*/ 1855721 h 3482342"/>
              <a:gd name="connsiteX74" fmla="*/ 7618027 w 12192000"/>
              <a:gd name="connsiteY74" fmla="*/ 1830959 h 3482342"/>
              <a:gd name="connsiteX75" fmla="*/ 7449425 w 12192000"/>
              <a:gd name="connsiteY75" fmla="*/ 1810910 h 3482342"/>
              <a:gd name="connsiteX76" fmla="*/ 7342915 w 12192000"/>
              <a:gd name="connsiteY76" fmla="*/ 1819827 h 3482342"/>
              <a:gd name="connsiteX77" fmla="*/ 7255191 w 12192000"/>
              <a:gd name="connsiteY77" fmla="*/ 1834354 h 3482342"/>
              <a:gd name="connsiteX78" fmla="*/ 7131205 w 12192000"/>
              <a:gd name="connsiteY78" fmla="*/ 1845557 h 3482342"/>
              <a:gd name="connsiteX79" fmla="*/ 6941837 w 12192000"/>
              <a:gd name="connsiteY79" fmla="*/ 1840640 h 3482342"/>
              <a:gd name="connsiteX80" fmla="*/ 6837145 w 12192000"/>
              <a:gd name="connsiteY80" fmla="*/ 1870724 h 3482342"/>
              <a:gd name="connsiteX81" fmla="*/ 6753991 w 12192000"/>
              <a:gd name="connsiteY81" fmla="*/ 1860969 h 3482342"/>
              <a:gd name="connsiteX82" fmla="*/ 6727754 w 12192000"/>
              <a:gd name="connsiteY82" fmla="*/ 1882372 h 3482342"/>
              <a:gd name="connsiteX83" fmla="*/ 6723371 w 12192000"/>
              <a:gd name="connsiteY83" fmla="*/ 1886494 h 3482342"/>
              <a:gd name="connsiteX84" fmla="*/ 6702779 w 12192000"/>
              <a:gd name="connsiteY84" fmla="*/ 1893601 h 3482342"/>
              <a:gd name="connsiteX85" fmla="*/ 6686657 w 12192000"/>
              <a:gd name="connsiteY85" fmla="*/ 1907344 h 3482342"/>
              <a:gd name="connsiteX86" fmla="*/ 6651330 w 12192000"/>
              <a:gd name="connsiteY86" fmla="*/ 1922921 h 3482342"/>
              <a:gd name="connsiteX87" fmla="*/ 6622958 w 12192000"/>
              <a:gd name="connsiteY87" fmla="*/ 1936255 h 3482342"/>
              <a:gd name="connsiteX88" fmla="*/ 6522602 w 12192000"/>
              <a:gd name="connsiteY88" fmla="*/ 1954133 h 3482342"/>
              <a:gd name="connsiteX89" fmla="*/ 6444344 w 12192000"/>
              <a:gd name="connsiteY89" fmla="*/ 1969663 h 3482342"/>
              <a:gd name="connsiteX90" fmla="*/ 6409626 w 12192000"/>
              <a:gd name="connsiteY90" fmla="*/ 1978846 h 3482342"/>
              <a:gd name="connsiteX91" fmla="*/ 6333446 w 12192000"/>
              <a:gd name="connsiteY91" fmla="*/ 1997163 h 3482342"/>
              <a:gd name="connsiteX92" fmla="*/ 6294933 w 12192000"/>
              <a:gd name="connsiteY92" fmla="*/ 2019412 h 3482342"/>
              <a:gd name="connsiteX93" fmla="*/ 6238719 w 12192000"/>
              <a:gd name="connsiteY93" fmla="*/ 2042547 h 3482342"/>
              <a:gd name="connsiteX94" fmla="*/ 6187205 w 12192000"/>
              <a:gd name="connsiteY94" fmla="*/ 2060048 h 3482342"/>
              <a:gd name="connsiteX95" fmla="*/ 6138780 w 12192000"/>
              <a:gd name="connsiteY95" fmla="*/ 2081918 h 3482342"/>
              <a:gd name="connsiteX96" fmla="*/ 6120125 w 12192000"/>
              <a:gd name="connsiteY96" fmla="*/ 2109475 h 3482342"/>
              <a:gd name="connsiteX97" fmla="*/ 6056576 w 12192000"/>
              <a:gd name="connsiteY97" fmla="*/ 2120066 h 3482342"/>
              <a:gd name="connsiteX98" fmla="*/ 5993794 w 12192000"/>
              <a:gd name="connsiteY98" fmla="*/ 2122569 h 3482342"/>
              <a:gd name="connsiteX99" fmla="*/ 5943601 w 12192000"/>
              <a:gd name="connsiteY99" fmla="*/ 2137719 h 3482342"/>
              <a:gd name="connsiteX100" fmla="*/ 5898141 w 12192000"/>
              <a:gd name="connsiteY100" fmla="*/ 2144806 h 3482342"/>
              <a:gd name="connsiteX101" fmla="*/ 5855337 w 12192000"/>
              <a:gd name="connsiteY101" fmla="*/ 2137719 h 3482342"/>
              <a:gd name="connsiteX102" fmla="*/ 5817682 w 12192000"/>
              <a:gd name="connsiteY102" fmla="*/ 2157358 h 3482342"/>
              <a:gd name="connsiteX103" fmla="*/ 5735300 w 12192000"/>
              <a:gd name="connsiteY103" fmla="*/ 2158902 h 3482342"/>
              <a:gd name="connsiteX104" fmla="*/ 5591469 w 12192000"/>
              <a:gd name="connsiteY104" fmla="*/ 2178389 h 3482342"/>
              <a:gd name="connsiteX105" fmla="*/ 5505818 w 12192000"/>
              <a:gd name="connsiteY105" fmla="*/ 2194207 h 3482342"/>
              <a:gd name="connsiteX106" fmla="*/ 5452860 w 12192000"/>
              <a:gd name="connsiteY106" fmla="*/ 2180085 h 3482342"/>
              <a:gd name="connsiteX107" fmla="*/ 5414282 w 12192000"/>
              <a:gd name="connsiteY107" fmla="*/ 2183070 h 3482342"/>
              <a:gd name="connsiteX108" fmla="*/ 5368369 w 12192000"/>
              <a:gd name="connsiteY108" fmla="*/ 2204272 h 3482342"/>
              <a:gd name="connsiteX109" fmla="*/ 5336354 w 12192000"/>
              <a:gd name="connsiteY109" fmla="*/ 2218920 h 3482342"/>
              <a:gd name="connsiteX110" fmla="*/ 5291263 w 12192000"/>
              <a:gd name="connsiteY110" fmla="*/ 2239182 h 3482342"/>
              <a:gd name="connsiteX111" fmla="*/ 5255152 w 12192000"/>
              <a:gd name="connsiteY111" fmla="*/ 2247164 h 3482342"/>
              <a:gd name="connsiteX112" fmla="*/ 5233796 w 12192000"/>
              <a:gd name="connsiteY112" fmla="*/ 2268260 h 3482342"/>
              <a:gd name="connsiteX113" fmla="*/ 5212786 w 12192000"/>
              <a:gd name="connsiteY113" fmla="*/ 2296592 h 3482342"/>
              <a:gd name="connsiteX114" fmla="*/ 5173523 w 12192000"/>
              <a:gd name="connsiteY114" fmla="*/ 2309057 h 3482342"/>
              <a:gd name="connsiteX115" fmla="*/ 5123830 w 12192000"/>
              <a:gd name="connsiteY115" fmla="*/ 2307070 h 3482342"/>
              <a:gd name="connsiteX116" fmla="*/ 5065426 w 12192000"/>
              <a:gd name="connsiteY116" fmla="*/ 2324076 h 3482342"/>
              <a:gd name="connsiteX117" fmla="*/ 4975908 w 12192000"/>
              <a:gd name="connsiteY117" fmla="*/ 2364128 h 3482342"/>
              <a:gd name="connsiteX118" fmla="*/ 4913723 w 12192000"/>
              <a:gd name="connsiteY118" fmla="*/ 2385265 h 3482342"/>
              <a:gd name="connsiteX119" fmla="*/ 4746485 w 12192000"/>
              <a:gd name="connsiteY119" fmla="*/ 2451769 h 3482342"/>
              <a:gd name="connsiteX120" fmla="*/ 4681588 w 12192000"/>
              <a:gd name="connsiteY120" fmla="*/ 2467494 h 3482342"/>
              <a:gd name="connsiteX121" fmla="*/ 1783655 w 12192000"/>
              <a:gd name="connsiteY121" fmla="*/ 3163860 h 3482342"/>
              <a:gd name="connsiteX122" fmla="*/ 1325955 w 12192000"/>
              <a:gd name="connsiteY122" fmla="*/ 3176692 h 3482342"/>
              <a:gd name="connsiteX123" fmla="*/ 1190384 w 12192000"/>
              <a:gd name="connsiteY123" fmla="*/ 3203504 h 3482342"/>
              <a:gd name="connsiteX124" fmla="*/ 1094537 w 12192000"/>
              <a:gd name="connsiteY124" fmla="*/ 3229469 h 3482342"/>
              <a:gd name="connsiteX125" fmla="*/ 779276 w 12192000"/>
              <a:gd name="connsiteY125" fmla="*/ 3327290 h 3482342"/>
              <a:gd name="connsiteX126" fmla="*/ 600378 w 12192000"/>
              <a:gd name="connsiteY126" fmla="*/ 3335250 h 3482342"/>
              <a:gd name="connsiteX127" fmla="*/ 493457 w 12192000"/>
              <a:gd name="connsiteY127" fmla="*/ 3365044 h 3482342"/>
              <a:gd name="connsiteX128" fmla="*/ 349402 w 12192000"/>
              <a:gd name="connsiteY128" fmla="*/ 3380897 h 3482342"/>
              <a:gd name="connsiteX129" fmla="*/ 192183 w 12192000"/>
              <a:gd name="connsiteY129" fmla="*/ 3460075 h 3482342"/>
              <a:gd name="connsiteX130" fmla="*/ 46713 w 12192000"/>
              <a:gd name="connsiteY130" fmla="*/ 3462986 h 3482342"/>
              <a:gd name="connsiteX131" fmla="*/ 2765 w 12192000"/>
              <a:gd name="connsiteY131" fmla="*/ 3480770 h 3482342"/>
              <a:gd name="connsiteX132" fmla="*/ 0 w 12192000"/>
              <a:gd name="connsiteY132" fmla="*/ 3482342 h 3482342"/>
              <a:gd name="connsiteX133" fmla="*/ 0 w 12192000"/>
              <a:gd name="connsiteY13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81348 w 12192000"/>
              <a:gd name="connsiteY49" fmla="*/ 1481046 h 3482342"/>
              <a:gd name="connsiteX50" fmla="*/ 10058690 w 12192000"/>
              <a:gd name="connsiteY50" fmla="*/ 1474888 h 3482342"/>
              <a:gd name="connsiteX51" fmla="*/ 10004424 w 12192000"/>
              <a:gd name="connsiteY51" fmla="*/ 1489801 h 3482342"/>
              <a:gd name="connsiteX52" fmla="*/ 9999951 w 12192000"/>
              <a:gd name="connsiteY52" fmla="*/ 1499127 h 3482342"/>
              <a:gd name="connsiteX53" fmla="*/ 9845462 w 12192000"/>
              <a:gd name="connsiteY53" fmla="*/ 1548192 h 3482342"/>
              <a:gd name="connsiteX54" fmla="*/ 9736156 w 12192000"/>
              <a:gd name="connsiteY54" fmla="*/ 1581928 h 3482342"/>
              <a:gd name="connsiteX55" fmla="*/ 9693355 w 12192000"/>
              <a:gd name="connsiteY55" fmla="*/ 1602632 h 3482342"/>
              <a:gd name="connsiteX56" fmla="*/ 9664242 w 12192000"/>
              <a:gd name="connsiteY56" fmla="*/ 1622075 h 3482342"/>
              <a:gd name="connsiteX57" fmla="*/ 9579195 w 12192000"/>
              <a:gd name="connsiteY57" fmla="*/ 1648017 h 3482342"/>
              <a:gd name="connsiteX58" fmla="*/ 9433652 w 12192000"/>
              <a:gd name="connsiteY58" fmla="*/ 1681174 h 3482342"/>
              <a:gd name="connsiteX59" fmla="*/ 9403775 w 12192000"/>
              <a:gd name="connsiteY59" fmla="*/ 1690403 h 3482342"/>
              <a:gd name="connsiteX60" fmla="*/ 9382503 w 12192000"/>
              <a:gd name="connsiteY60" fmla="*/ 1706957 h 3482342"/>
              <a:gd name="connsiteX61" fmla="*/ 9381410 w 12192000"/>
              <a:gd name="connsiteY61" fmla="*/ 1718312 h 3482342"/>
              <a:gd name="connsiteX62" fmla="*/ 9365685 w 12192000"/>
              <a:gd name="connsiteY62" fmla="*/ 1724772 h 3482342"/>
              <a:gd name="connsiteX63" fmla="*/ 9278020 w 12192000"/>
              <a:gd name="connsiteY63" fmla="*/ 1741161 h 3482342"/>
              <a:gd name="connsiteX64" fmla="*/ 9217145 w 12192000"/>
              <a:gd name="connsiteY64" fmla="*/ 1771195 h 3482342"/>
              <a:gd name="connsiteX65" fmla="*/ 8955875 w 12192000"/>
              <a:gd name="connsiteY65" fmla="*/ 1796806 h 3482342"/>
              <a:gd name="connsiteX66" fmla="*/ 8648415 w 12192000"/>
              <a:gd name="connsiteY66" fmla="*/ 1878623 h 3482342"/>
              <a:gd name="connsiteX67" fmla="*/ 8538519 w 12192000"/>
              <a:gd name="connsiteY67" fmla="*/ 1894114 h 3482342"/>
              <a:gd name="connsiteX68" fmla="*/ 8393565 w 12192000"/>
              <a:gd name="connsiteY68" fmla="*/ 1965974 h 3482342"/>
              <a:gd name="connsiteX69" fmla="*/ 8236214 w 12192000"/>
              <a:gd name="connsiteY69" fmla="*/ 1909725 h 3482342"/>
              <a:gd name="connsiteX70" fmla="*/ 8132104 w 12192000"/>
              <a:gd name="connsiteY70" fmla="*/ 1895727 h 3482342"/>
              <a:gd name="connsiteX71" fmla="*/ 7918078 w 12192000"/>
              <a:gd name="connsiteY71" fmla="*/ 1862668 h 3482342"/>
              <a:gd name="connsiteX72" fmla="*/ 7817899 w 12192000"/>
              <a:gd name="connsiteY72" fmla="*/ 1862176 h 3482342"/>
              <a:gd name="connsiteX73" fmla="*/ 7768994 w 12192000"/>
              <a:gd name="connsiteY73" fmla="*/ 1855721 h 3482342"/>
              <a:gd name="connsiteX74" fmla="*/ 7618027 w 12192000"/>
              <a:gd name="connsiteY74" fmla="*/ 1830959 h 3482342"/>
              <a:gd name="connsiteX75" fmla="*/ 7449425 w 12192000"/>
              <a:gd name="connsiteY75" fmla="*/ 1810910 h 3482342"/>
              <a:gd name="connsiteX76" fmla="*/ 7342915 w 12192000"/>
              <a:gd name="connsiteY76" fmla="*/ 1819827 h 3482342"/>
              <a:gd name="connsiteX77" fmla="*/ 7255191 w 12192000"/>
              <a:gd name="connsiteY77" fmla="*/ 1834354 h 3482342"/>
              <a:gd name="connsiteX78" fmla="*/ 7131205 w 12192000"/>
              <a:gd name="connsiteY78" fmla="*/ 1845557 h 3482342"/>
              <a:gd name="connsiteX79" fmla="*/ 6941837 w 12192000"/>
              <a:gd name="connsiteY79" fmla="*/ 1840640 h 3482342"/>
              <a:gd name="connsiteX80" fmla="*/ 6837145 w 12192000"/>
              <a:gd name="connsiteY80" fmla="*/ 1870724 h 3482342"/>
              <a:gd name="connsiteX81" fmla="*/ 6753991 w 12192000"/>
              <a:gd name="connsiteY81" fmla="*/ 1860969 h 3482342"/>
              <a:gd name="connsiteX82" fmla="*/ 6727754 w 12192000"/>
              <a:gd name="connsiteY82" fmla="*/ 1882372 h 3482342"/>
              <a:gd name="connsiteX83" fmla="*/ 6723371 w 12192000"/>
              <a:gd name="connsiteY83" fmla="*/ 1886494 h 3482342"/>
              <a:gd name="connsiteX84" fmla="*/ 6702779 w 12192000"/>
              <a:gd name="connsiteY84" fmla="*/ 1893601 h 3482342"/>
              <a:gd name="connsiteX85" fmla="*/ 6686657 w 12192000"/>
              <a:gd name="connsiteY85" fmla="*/ 1907344 h 3482342"/>
              <a:gd name="connsiteX86" fmla="*/ 6651330 w 12192000"/>
              <a:gd name="connsiteY86" fmla="*/ 1922921 h 3482342"/>
              <a:gd name="connsiteX87" fmla="*/ 6622958 w 12192000"/>
              <a:gd name="connsiteY87" fmla="*/ 1936255 h 3482342"/>
              <a:gd name="connsiteX88" fmla="*/ 6522602 w 12192000"/>
              <a:gd name="connsiteY88" fmla="*/ 1954133 h 3482342"/>
              <a:gd name="connsiteX89" fmla="*/ 6444344 w 12192000"/>
              <a:gd name="connsiteY89" fmla="*/ 1969663 h 3482342"/>
              <a:gd name="connsiteX90" fmla="*/ 6409626 w 12192000"/>
              <a:gd name="connsiteY90" fmla="*/ 1978846 h 3482342"/>
              <a:gd name="connsiteX91" fmla="*/ 6333446 w 12192000"/>
              <a:gd name="connsiteY91" fmla="*/ 1997163 h 3482342"/>
              <a:gd name="connsiteX92" fmla="*/ 6294933 w 12192000"/>
              <a:gd name="connsiteY92" fmla="*/ 2019412 h 3482342"/>
              <a:gd name="connsiteX93" fmla="*/ 6238719 w 12192000"/>
              <a:gd name="connsiteY93" fmla="*/ 2042547 h 3482342"/>
              <a:gd name="connsiteX94" fmla="*/ 6187205 w 12192000"/>
              <a:gd name="connsiteY94" fmla="*/ 2060048 h 3482342"/>
              <a:gd name="connsiteX95" fmla="*/ 6138780 w 12192000"/>
              <a:gd name="connsiteY95" fmla="*/ 2081918 h 3482342"/>
              <a:gd name="connsiteX96" fmla="*/ 6120125 w 12192000"/>
              <a:gd name="connsiteY96" fmla="*/ 2109475 h 3482342"/>
              <a:gd name="connsiteX97" fmla="*/ 6056576 w 12192000"/>
              <a:gd name="connsiteY97" fmla="*/ 2120066 h 3482342"/>
              <a:gd name="connsiteX98" fmla="*/ 5993794 w 12192000"/>
              <a:gd name="connsiteY98" fmla="*/ 2122569 h 3482342"/>
              <a:gd name="connsiteX99" fmla="*/ 5943601 w 12192000"/>
              <a:gd name="connsiteY99" fmla="*/ 2137719 h 3482342"/>
              <a:gd name="connsiteX100" fmla="*/ 5898141 w 12192000"/>
              <a:gd name="connsiteY100" fmla="*/ 2144806 h 3482342"/>
              <a:gd name="connsiteX101" fmla="*/ 5855337 w 12192000"/>
              <a:gd name="connsiteY101" fmla="*/ 2137719 h 3482342"/>
              <a:gd name="connsiteX102" fmla="*/ 5817682 w 12192000"/>
              <a:gd name="connsiteY102" fmla="*/ 2157358 h 3482342"/>
              <a:gd name="connsiteX103" fmla="*/ 5735300 w 12192000"/>
              <a:gd name="connsiteY103" fmla="*/ 2158902 h 3482342"/>
              <a:gd name="connsiteX104" fmla="*/ 5591469 w 12192000"/>
              <a:gd name="connsiteY104" fmla="*/ 2178389 h 3482342"/>
              <a:gd name="connsiteX105" fmla="*/ 5505818 w 12192000"/>
              <a:gd name="connsiteY105" fmla="*/ 2194207 h 3482342"/>
              <a:gd name="connsiteX106" fmla="*/ 5452860 w 12192000"/>
              <a:gd name="connsiteY106" fmla="*/ 2180085 h 3482342"/>
              <a:gd name="connsiteX107" fmla="*/ 5414282 w 12192000"/>
              <a:gd name="connsiteY107" fmla="*/ 2183070 h 3482342"/>
              <a:gd name="connsiteX108" fmla="*/ 5368369 w 12192000"/>
              <a:gd name="connsiteY108" fmla="*/ 2204272 h 3482342"/>
              <a:gd name="connsiteX109" fmla="*/ 5336354 w 12192000"/>
              <a:gd name="connsiteY109" fmla="*/ 2218920 h 3482342"/>
              <a:gd name="connsiteX110" fmla="*/ 5291263 w 12192000"/>
              <a:gd name="connsiteY110" fmla="*/ 2239182 h 3482342"/>
              <a:gd name="connsiteX111" fmla="*/ 5255152 w 12192000"/>
              <a:gd name="connsiteY111" fmla="*/ 2247164 h 3482342"/>
              <a:gd name="connsiteX112" fmla="*/ 5233796 w 12192000"/>
              <a:gd name="connsiteY112" fmla="*/ 2268260 h 3482342"/>
              <a:gd name="connsiteX113" fmla="*/ 5212786 w 12192000"/>
              <a:gd name="connsiteY113" fmla="*/ 2296592 h 3482342"/>
              <a:gd name="connsiteX114" fmla="*/ 5173523 w 12192000"/>
              <a:gd name="connsiteY114" fmla="*/ 2309057 h 3482342"/>
              <a:gd name="connsiteX115" fmla="*/ 5123830 w 12192000"/>
              <a:gd name="connsiteY115" fmla="*/ 2307070 h 3482342"/>
              <a:gd name="connsiteX116" fmla="*/ 5065426 w 12192000"/>
              <a:gd name="connsiteY116" fmla="*/ 2324076 h 3482342"/>
              <a:gd name="connsiteX117" fmla="*/ 4975908 w 12192000"/>
              <a:gd name="connsiteY117" fmla="*/ 2364128 h 3482342"/>
              <a:gd name="connsiteX118" fmla="*/ 4913723 w 12192000"/>
              <a:gd name="connsiteY118" fmla="*/ 2385265 h 3482342"/>
              <a:gd name="connsiteX119" fmla="*/ 4746485 w 12192000"/>
              <a:gd name="connsiteY119" fmla="*/ 2451769 h 3482342"/>
              <a:gd name="connsiteX120" fmla="*/ 4681588 w 12192000"/>
              <a:gd name="connsiteY120" fmla="*/ 2467494 h 3482342"/>
              <a:gd name="connsiteX121" fmla="*/ 1783655 w 12192000"/>
              <a:gd name="connsiteY121" fmla="*/ 3163860 h 3482342"/>
              <a:gd name="connsiteX122" fmla="*/ 1325955 w 12192000"/>
              <a:gd name="connsiteY122" fmla="*/ 3176692 h 3482342"/>
              <a:gd name="connsiteX123" fmla="*/ 1190384 w 12192000"/>
              <a:gd name="connsiteY123" fmla="*/ 3203504 h 3482342"/>
              <a:gd name="connsiteX124" fmla="*/ 1094537 w 12192000"/>
              <a:gd name="connsiteY124" fmla="*/ 3229469 h 3482342"/>
              <a:gd name="connsiteX125" fmla="*/ 779276 w 12192000"/>
              <a:gd name="connsiteY125" fmla="*/ 3327290 h 3482342"/>
              <a:gd name="connsiteX126" fmla="*/ 600378 w 12192000"/>
              <a:gd name="connsiteY126" fmla="*/ 3335250 h 3482342"/>
              <a:gd name="connsiteX127" fmla="*/ 493457 w 12192000"/>
              <a:gd name="connsiteY127" fmla="*/ 3365044 h 3482342"/>
              <a:gd name="connsiteX128" fmla="*/ 349402 w 12192000"/>
              <a:gd name="connsiteY128" fmla="*/ 3380897 h 3482342"/>
              <a:gd name="connsiteX129" fmla="*/ 192183 w 12192000"/>
              <a:gd name="connsiteY129" fmla="*/ 3460075 h 3482342"/>
              <a:gd name="connsiteX130" fmla="*/ 46713 w 12192000"/>
              <a:gd name="connsiteY130" fmla="*/ 3462986 h 3482342"/>
              <a:gd name="connsiteX131" fmla="*/ 2765 w 12192000"/>
              <a:gd name="connsiteY131" fmla="*/ 3480770 h 3482342"/>
              <a:gd name="connsiteX132" fmla="*/ 0 w 12192000"/>
              <a:gd name="connsiteY132" fmla="*/ 3482342 h 3482342"/>
              <a:gd name="connsiteX133" fmla="*/ 0 w 12192000"/>
              <a:gd name="connsiteY13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05409 w 12192000"/>
              <a:gd name="connsiteY41" fmla="*/ 1422789 h 3482342"/>
              <a:gd name="connsiteX42" fmla="*/ 10370530 w 12192000"/>
              <a:gd name="connsiteY42" fmla="*/ 1441596 h 3482342"/>
              <a:gd name="connsiteX43" fmla="*/ 10300239 w 12192000"/>
              <a:gd name="connsiteY43" fmla="*/ 1456332 h 3482342"/>
              <a:gd name="connsiteX44" fmla="*/ 10264922 w 12192000"/>
              <a:gd name="connsiteY44" fmla="*/ 1472107 h 3482342"/>
              <a:gd name="connsiteX45" fmla="*/ 10229629 w 12192000"/>
              <a:gd name="connsiteY45" fmla="*/ 1470454 h 3482342"/>
              <a:gd name="connsiteX46" fmla="*/ 10201385 w 12192000"/>
              <a:gd name="connsiteY46" fmla="*/ 1477515 h 3482342"/>
              <a:gd name="connsiteX47" fmla="*/ 10151958 w 12192000"/>
              <a:gd name="connsiteY47" fmla="*/ 1477515 h 3482342"/>
              <a:gd name="connsiteX48" fmla="*/ 10120184 w 12192000"/>
              <a:gd name="connsiteY48" fmla="*/ 1466924 h 3482342"/>
              <a:gd name="connsiteX49" fmla="*/ 10081348 w 12192000"/>
              <a:gd name="connsiteY49" fmla="*/ 1481046 h 3482342"/>
              <a:gd name="connsiteX50" fmla="*/ 10058690 w 12192000"/>
              <a:gd name="connsiteY50" fmla="*/ 1474888 h 3482342"/>
              <a:gd name="connsiteX51" fmla="*/ 10004424 w 12192000"/>
              <a:gd name="connsiteY51" fmla="*/ 1489801 h 3482342"/>
              <a:gd name="connsiteX52" fmla="*/ 9999951 w 12192000"/>
              <a:gd name="connsiteY52" fmla="*/ 1499127 h 3482342"/>
              <a:gd name="connsiteX53" fmla="*/ 9845462 w 12192000"/>
              <a:gd name="connsiteY53" fmla="*/ 1548192 h 3482342"/>
              <a:gd name="connsiteX54" fmla="*/ 9736156 w 12192000"/>
              <a:gd name="connsiteY54" fmla="*/ 1581928 h 3482342"/>
              <a:gd name="connsiteX55" fmla="*/ 9693355 w 12192000"/>
              <a:gd name="connsiteY55" fmla="*/ 1602632 h 3482342"/>
              <a:gd name="connsiteX56" fmla="*/ 9664242 w 12192000"/>
              <a:gd name="connsiteY56" fmla="*/ 1622075 h 3482342"/>
              <a:gd name="connsiteX57" fmla="*/ 9579195 w 12192000"/>
              <a:gd name="connsiteY57" fmla="*/ 1648017 h 3482342"/>
              <a:gd name="connsiteX58" fmla="*/ 9433652 w 12192000"/>
              <a:gd name="connsiteY58" fmla="*/ 1681174 h 3482342"/>
              <a:gd name="connsiteX59" fmla="*/ 9403775 w 12192000"/>
              <a:gd name="connsiteY59" fmla="*/ 1690403 h 3482342"/>
              <a:gd name="connsiteX60" fmla="*/ 9382503 w 12192000"/>
              <a:gd name="connsiteY60" fmla="*/ 1706957 h 3482342"/>
              <a:gd name="connsiteX61" fmla="*/ 9381410 w 12192000"/>
              <a:gd name="connsiteY61" fmla="*/ 1718312 h 3482342"/>
              <a:gd name="connsiteX62" fmla="*/ 9365685 w 12192000"/>
              <a:gd name="connsiteY62" fmla="*/ 1724772 h 3482342"/>
              <a:gd name="connsiteX63" fmla="*/ 9278020 w 12192000"/>
              <a:gd name="connsiteY63" fmla="*/ 1741161 h 3482342"/>
              <a:gd name="connsiteX64" fmla="*/ 9217145 w 12192000"/>
              <a:gd name="connsiteY64" fmla="*/ 1771195 h 3482342"/>
              <a:gd name="connsiteX65" fmla="*/ 8955875 w 12192000"/>
              <a:gd name="connsiteY65" fmla="*/ 1796806 h 3482342"/>
              <a:gd name="connsiteX66" fmla="*/ 8648415 w 12192000"/>
              <a:gd name="connsiteY66" fmla="*/ 1878623 h 3482342"/>
              <a:gd name="connsiteX67" fmla="*/ 8538519 w 12192000"/>
              <a:gd name="connsiteY67" fmla="*/ 1894114 h 3482342"/>
              <a:gd name="connsiteX68" fmla="*/ 8506541 w 12192000"/>
              <a:gd name="connsiteY68" fmla="*/ 1905955 h 3482342"/>
              <a:gd name="connsiteX69" fmla="*/ 8236214 w 12192000"/>
              <a:gd name="connsiteY69" fmla="*/ 1909725 h 3482342"/>
              <a:gd name="connsiteX70" fmla="*/ 8132104 w 12192000"/>
              <a:gd name="connsiteY70" fmla="*/ 1895727 h 3482342"/>
              <a:gd name="connsiteX71" fmla="*/ 7918078 w 12192000"/>
              <a:gd name="connsiteY71" fmla="*/ 1862668 h 3482342"/>
              <a:gd name="connsiteX72" fmla="*/ 7817899 w 12192000"/>
              <a:gd name="connsiteY72" fmla="*/ 1862176 h 3482342"/>
              <a:gd name="connsiteX73" fmla="*/ 7768994 w 12192000"/>
              <a:gd name="connsiteY73" fmla="*/ 1855721 h 3482342"/>
              <a:gd name="connsiteX74" fmla="*/ 7618027 w 12192000"/>
              <a:gd name="connsiteY74" fmla="*/ 1830959 h 3482342"/>
              <a:gd name="connsiteX75" fmla="*/ 7449425 w 12192000"/>
              <a:gd name="connsiteY75" fmla="*/ 1810910 h 3482342"/>
              <a:gd name="connsiteX76" fmla="*/ 7342915 w 12192000"/>
              <a:gd name="connsiteY76" fmla="*/ 1819827 h 3482342"/>
              <a:gd name="connsiteX77" fmla="*/ 7255191 w 12192000"/>
              <a:gd name="connsiteY77" fmla="*/ 1834354 h 3482342"/>
              <a:gd name="connsiteX78" fmla="*/ 7131205 w 12192000"/>
              <a:gd name="connsiteY78" fmla="*/ 1845557 h 3482342"/>
              <a:gd name="connsiteX79" fmla="*/ 6941837 w 12192000"/>
              <a:gd name="connsiteY79" fmla="*/ 1840640 h 3482342"/>
              <a:gd name="connsiteX80" fmla="*/ 6837145 w 12192000"/>
              <a:gd name="connsiteY80" fmla="*/ 1870724 h 3482342"/>
              <a:gd name="connsiteX81" fmla="*/ 6753991 w 12192000"/>
              <a:gd name="connsiteY81" fmla="*/ 1860969 h 3482342"/>
              <a:gd name="connsiteX82" fmla="*/ 6727754 w 12192000"/>
              <a:gd name="connsiteY82" fmla="*/ 1882372 h 3482342"/>
              <a:gd name="connsiteX83" fmla="*/ 6723371 w 12192000"/>
              <a:gd name="connsiteY83" fmla="*/ 1886494 h 3482342"/>
              <a:gd name="connsiteX84" fmla="*/ 6702779 w 12192000"/>
              <a:gd name="connsiteY84" fmla="*/ 1893601 h 3482342"/>
              <a:gd name="connsiteX85" fmla="*/ 6686657 w 12192000"/>
              <a:gd name="connsiteY85" fmla="*/ 1907344 h 3482342"/>
              <a:gd name="connsiteX86" fmla="*/ 6651330 w 12192000"/>
              <a:gd name="connsiteY86" fmla="*/ 1922921 h 3482342"/>
              <a:gd name="connsiteX87" fmla="*/ 6622958 w 12192000"/>
              <a:gd name="connsiteY87" fmla="*/ 1936255 h 3482342"/>
              <a:gd name="connsiteX88" fmla="*/ 6522602 w 12192000"/>
              <a:gd name="connsiteY88" fmla="*/ 1954133 h 3482342"/>
              <a:gd name="connsiteX89" fmla="*/ 6444344 w 12192000"/>
              <a:gd name="connsiteY89" fmla="*/ 1969663 h 3482342"/>
              <a:gd name="connsiteX90" fmla="*/ 6409626 w 12192000"/>
              <a:gd name="connsiteY90" fmla="*/ 1978846 h 3482342"/>
              <a:gd name="connsiteX91" fmla="*/ 6333446 w 12192000"/>
              <a:gd name="connsiteY91" fmla="*/ 1997163 h 3482342"/>
              <a:gd name="connsiteX92" fmla="*/ 6294933 w 12192000"/>
              <a:gd name="connsiteY92" fmla="*/ 2019412 h 3482342"/>
              <a:gd name="connsiteX93" fmla="*/ 6238719 w 12192000"/>
              <a:gd name="connsiteY93" fmla="*/ 2042547 h 3482342"/>
              <a:gd name="connsiteX94" fmla="*/ 6187205 w 12192000"/>
              <a:gd name="connsiteY94" fmla="*/ 2060048 h 3482342"/>
              <a:gd name="connsiteX95" fmla="*/ 6138780 w 12192000"/>
              <a:gd name="connsiteY95" fmla="*/ 2081918 h 3482342"/>
              <a:gd name="connsiteX96" fmla="*/ 6120125 w 12192000"/>
              <a:gd name="connsiteY96" fmla="*/ 2109475 h 3482342"/>
              <a:gd name="connsiteX97" fmla="*/ 6056576 w 12192000"/>
              <a:gd name="connsiteY97" fmla="*/ 2120066 h 3482342"/>
              <a:gd name="connsiteX98" fmla="*/ 5993794 w 12192000"/>
              <a:gd name="connsiteY98" fmla="*/ 2122569 h 3482342"/>
              <a:gd name="connsiteX99" fmla="*/ 5943601 w 12192000"/>
              <a:gd name="connsiteY99" fmla="*/ 2137719 h 3482342"/>
              <a:gd name="connsiteX100" fmla="*/ 5898141 w 12192000"/>
              <a:gd name="connsiteY100" fmla="*/ 2144806 h 3482342"/>
              <a:gd name="connsiteX101" fmla="*/ 5855337 w 12192000"/>
              <a:gd name="connsiteY101" fmla="*/ 2137719 h 3482342"/>
              <a:gd name="connsiteX102" fmla="*/ 5817682 w 12192000"/>
              <a:gd name="connsiteY102" fmla="*/ 2157358 h 3482342"/>
              <a:gd name="connsiteX103" fmla="*/ 5735300 w 12192000"/>
              <a:gd name="connsiteY103" fmla="*/ 2158902 h 3482342"/>
              <a:gd name="connsiteX104" fmla="*/ 5591469 w 12192000"/>
              <a:gd name="connsiteY104" fmla="*/ 2178389 h 3482342"/>
              <a:gd name="connsiteX105" fmla="*/ 5505818 w 12192000"/>
              <a:gd name="connsiteY105" fmla="*/ 2194207 h 3482342"/>
              <a:gd name="connsiteX106" fmla="*/ 5452860 w 12192000"/>
              <a:gd name="connsiteY106" fmla="*/ 2180085 h 3482342"/>
              <a:gd name="connsiteX107" fmla="*/ 5414282 w 12192000"/>
              <a:gd name="connsiteY107" fmla="*/ 2183070 h 3482342"/>
              <a:gd name="connsiteX108" fmla="*/ 5368369 w 12192000"/>
              <a:gd name="connsiteY108" fmla="*/ 2204272 h 3482342"/>
              <a:gd name="connsiteX109" fmla="*/ 5336354 w 12192000"/>
              <a:gd name="connsiteY109" fmla="*/ 2218920 h 3482342"/>
              <a:gd name="connsiteX110" fmla="*/ 5291263 w 12192000"/>
              <a:gd name="connsiteY110" fmla="*/ 2239182 h 3482342"/>
              <a:gd name="connsiteX111" fmla="*/ 5255152 w 12192000"/>
              <a:gd name="connsiteY111" fmla="*/ 2247164 h 3482342"/>
              <a:gd name="connsiteX112" fmla="*/ 5233796 w 12192000"/>
              <a:gd name="connsiteY112" fmla="*/ 2268260 h 3482342"/>
              <a:gd name="connsiteX113" fmla="*/ 5212786 w 12192000"/>
              <a:gd name="connsiteY113" fmla="*/ 2296592 h 3482342"/>
              <a:gd name="connsiteX114" fmla="*/ 5173523 w 12192000"/>
              <a:gd name="connsiteY114" fmla="*/ 2309057 h 3482342"/>
              <a:gd name="connsiteX115" fmla="*/ 5123830 w 12192000"/>
              <a:gd name="connsiteY115" fmla="*/ 2307070 h 3482342"/>
              <a:gd name="connsiteX116" fmla="*/ 5065426 w 12192000"/>
              <a:gd name="connsiteY116" fmla="*/ 2324076 h 3482342"/>
              <a:gd name="connsiteX117" fmla="*/ 4975908 w 12192000"/>
              <a:gd name="connsiteY117" fmla="*/ 2364128 h 3482342"/>
              <a:gd name="connsiteX118" fmla="*/ 4913723 w 12192000"/>
              <a:gd name="connsiteY118" fmla="*/ 2385265 h 3482342"/>
              <a:gd name="connsiteX119" fmla="*/ 4746485 w 12192000"/>
              <a:gd name="connsiteY119" fmla="*/ 2451769 h 3482342"/>
              <a:gd name="connsiteX120" fmla="*/ 4681588 w 12192000"/>
              <a:gd name="connsiteY120" fmla="*/ 2467494 h 3482342"/>
              <a:gd name="connsiteX121" fmla="*/ 1783655 w 12192000"/>
              <a:gd name="connsiteY121" fmla="*/ 3163860 h 3482342"/>
              <a:gd name="connsiteX122" fmla="*/ 1325955 w 12192000"/>
              <a:gd name="connsiteY122" fmla="*/ 3176692 h 3482342"/>
              <a:gd name="connsiteX123" fmla="*/ 1190384 w 12192000"/>
              <a:gd name="connsiteY123" fmla="*/ 3203504 h 3482342"/>
              <a:gd name="connsiteX124" fmla="*/ 1094537 w 12192000"/>
              <a:gd name="connsiteY124" fmla="*/ 3229469 h 3482342"/>
              <a:gd name="connsiteX125" fmla="*/ 779276 w 12192000"/>
              <a:gd name="connsiteY125" fmla="*/ 3327290 h 3482342"/>
              <a:gd name="connsiteX126" fmla="*/ 600378 w 12192000"/>
              <a:gd name="connsiteY126" fmla="*/ 3335250 h 3482342"/>
              <a:gd name="connsiteX127" fmla="*/ 493457 w 12192000"/>
              <a:gd name="connsiteY127" fmla="*/ 3365044 h 3482342"/>
              <a:gd name="connsiteX128" fmla="*/ 349402 w 12192000"/>
              <a:gd name="connsiteY128" fmla="*/ 3380897 h 3482342"/>
              <a:gd name="connsiteX129" fmla="*/ 192183 w 12192000"/>
              <a:gd name="connsiteY129" fmla="*/ 3460075 h 3482342"/>
              <a:gd name="connsiteX130" fmla="*/ 46713 w 12192000"/>
              <a:gd name="connsiteY130" fmla="*/ 3462986 h 3482342"/>
              <a:gd name="connsiteX131" fmla="*/ 2765 w 12192000"/>
              <a:gd name="connsiteY131" fmla="*/ 3480770 h 3482342"/>
              <a:gd name="connsiteX132" fmla="*/ 0 w 12192000"/>
              <a:gd name="connsiteY132" fmla="*/ 3482342 h 3482342"/>
              <a:gd name="connsiteX133" fmla="*/ 0 w 12192000"/>
              <a:gd name="connsiteY13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9906 w 12192000"/>
              <a:gd name="connsiteY33" fmla="*/ 1332049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39694 w 12192000"/>
              <a:gd name="connsiteY41" fmla="*/ 1406905 h 3482342"/>
              <a:gd name="connsiteX42" fmla="*/ 10405409 w 12192000"/>
              <a:gd name="connsiteY42" fmla="*/ 1422789 h 3482342"/>
              <a:gd name="connsiteX43" fmla="*/ 10370530 w 12192000"/>
              <a:gd name="connsiteY43" fmla="*/ 1441596 h 3482342"/>
              <a:gd name="connsiteX44" fmla="*/ 10300239 w 12192000"/>
              <a:gd name="connsiteY44" fmla="*/ 1456332 h 3482342"/>
              <a:gd name="connsiteX45" fmla="*/ 10264922 w 12192000"/>
              <a:gd name="connsiteY45" fmla="*/ 1472107 h 3482342"/>
              <a:gd name="connsiteX46" fmla="*/ 10229629 w 12192000"/>
              <a:gd name="connsiteY46" fmla="*/ 1470454 h 3482342"/>
              <a:gd name="connsiteX47" fmla="*/ 10201385 w 12192000"/>
              <a:gd name="connsiteY47" fmla="*/ 1477515 h 3482342"/>
              <a:gd name="connsiteX48" fmla="*/ 10151958 w 12192000"/>
              <a:gd name="connsiteY48" fmla="*/ 1477515 h 3482342"/>
              <a:gd name="connsiteX49" fmla="*/ 10120184 w 12192000"/>
              <a:gd name="connsiteY49" fmla="*/ 1466924 h 3482342"/>
              <a:gd name="connsiteX50" fmla="*/ 10081348 w 12192000"/>
              <a:gd name="connsiteY50" fmla="*/ 1481046 h 3482342"/>
              <a:gd name="connsiteX51" fmla="*/ 10058690 w 12192000"/>
              <a:gd name="connsiteY51" fmla="*/ 1474888 h 3482342"/>
              <a:gd name="connsiteX52" fmla="*/ 10004424 w 12192000"/>
              <a:gd name="connsiteY52" fmla="*/ 1489801 h 3482342"/>
              <a:gd name="connsiteX53" fmla="*/ 9999951 w 12192000"/>
              <a:gd name="connsiteY53" fmla="*/ 1499127 h 3482342"/>
              <a:gd name="connsiteX54" fmla="*/ 9845462 w 12192000"/>
              <a:gd name="connsiteY54" fmla="*/ 1548192 h 3482342"/>
              <a:gd name="connsiteX55" fmla="*/ 9736156 w 12192000"/>
              <a:gd name="connsiteY55" fmla="*/ 1581928 h 3482342"/>
              <a:gd name="connsiteX56" fmla="*/ 9693355 w 12192000"/>
              <a:gd name="connsiteY56" fmla="*/ 1602632 h 3482342"/>
              <a:gd name="connsiteX57" fmla="*/ 9664242 w 12192000"/>
              <a:gd name="connsiteY57" fmla="*/ 1622075 h 3482342"/>
              <a:gd name="connsiteX58" fmla="*/ 9579195 w 12192000"/>
              <a:gd name="connsiteY58" fmla="*/ 1648017 h 3482342"/>
              <a:gd name="connsiteX59" fmla="*/ 9433652 w 12192000"/>
              <a:gd name="connsiteY59" fmla="*/ 1681174 h 3482342"/>
              <a:gd name="connsiteX60" fmla="*/ 9403775 w 12192000"/>
              <a:gd name="connsiteY60" fmla="*/ 1690403 h 3482342"/>
              <a:gd name="connsiteX61" fmla="*/ 9382503 w 12192000"/>
              <a:gd name="connsiteY61" fmla="*/ 1706957 h 3482342"/>
              <a:gd name="connsiteX62" fmla="*/ 9381410 w 12192000"/>
              <a:gd name="connsiteY62" fmla="*/ 1718312 h 3482342"/>
              <a:gd name="connsiteX63" fmla="*/ 9365685 w 12192000"/>
              <a:gd name="connsiteY63" fmla="*/ 1724772 h 3482342"/>
              <a:gd name="connsiteX64" fmla="*/ 9278020 w 12192000"/>
              <a:gd name="connsiteY64" fmla="*/ 1741161 h 3482342"/>
              <a:gd name="connsiteX65" fmla="*/ 9217145 w 12192000"/>
              <a:gd name="connsiteY65" fmla="*/ 1771195 h 3482342"/>
              <a:gd name="connsiteX66" fmla="*/ 8955875 w 12192000"/>
              <a:gd name="connsiteY66" fmla="*/ 1796806 h 3482342"/>
              <a:gd name="connsiteX67" fmla="*/ 8648415 w 12192000"/>
              <a:gd name="connsiteY67" fmla="*/ 1878623 h 3482342"/>
              <a:gd name="connsiteX68" fmla="*/ 8538519 w 12192000"/>
              <a:gd name="connsiteY68" fmla="*/ 1894114 h 3482342"/>
              <a:gd name="connsiteX69" fmla="*/ 8506541 w 12192000"/>
              <a:gd name="connsiteY69" fmla="*/ 1905955 h 3482342"/>
              <a:gd name="connsiteX70" fmla="*/ 8236214 w 12192000"/>
              <a:gd name="connsiteY70" fmla="*/ 1909725 h 3482342"/>
              <a:gd name="connsiteX71" fmla="*/ 8132104 w 12192000"/>
              <a:gd name="connsiteY71" fmla="*/ 1895727 h 3482342"/>
              <a:gd name="connsiteX72" fmla="*/ 7918078 w 12192000"/>
              <a:gd name="connsiteY72" fmla="*/ 1862668 h 3482342"/>
              <a:gd name="connsiteX73" fmla="*/ 7817899 w 12192000"/>
              <a:gd name="connsiteY73" fmla="*/ 1862176 h 3482342"/>
              <a:gd name="connsiteX74" fmla="*/ 7768994 w 12192000"/>
              <a:gd name="connsiteY74" fmla="*/ 1855721 h 3482342"/>
              <a:gd name="connsiteX75" fmla="*/ 7618027 w 12192000"/>
              <a:gd name="connsiteY75" fmla="*/ 1830959 h 3482342"/>
              <a:gd name="connsiteX76" fmla="*/ 7449425 w 12192000"/>
              <a:gd name="connsiteY76" fmla="*/ 1810910 h 3482342"/>
              <a:gd name="connsiteX77" fmla="*/ 7342915 w 12192000"/>
              <a:gd name="connsiteY77" fmla="*/ 1819827 h 3482342"/>
              <a:gd name="connsiteX78" fmla="*/ 7255191 w 12192000"/>
              <a:gd name="connsiteY78" fmla="*/ 1834354 h 3482342"/>
              <a:gd name="connsiteX79" fmla="*/ 7131205 w 12192000"/>
              <a:gd name="connsiteY79" fmla="*/ 1845557 h 3482342"/>
              <a:gd name="connsiteX80" fmla="*/ 6941837 w 12192000"/>
              <a:gd name="connsiteY80" fmla="*/ 1840640 h 3482342"/>
              <a:gd name="connsiteX81" fmla="*/ 6837145 w 12192000"/>
              <a:gd name="connsiteY81" fmla="*/ 1870724 h 3482342"/>
              <a:gd name="connsiteX82" fmla="*/ 6753991 w 12192000"/>
              <a:gd name="connsiteY82" fmla="*/ 1860969 h 3482342"/>
              <a:gd name="connsiteX83" fmla="*/ 6727754 w 12192000"/>
              <a:gd name="connsiteY83" fmla="*/ 1882372 h 3482342"/>
              <a:gd name="connsiteX84" fmla="*/ 6723371 w 12192000"/>
              <a:gd name="connsiteY84" fmla="*/ 1886494 h 3482342"/>
              <a:gd name="connsiteX85" fmla="*/ 6702779 w 12192000"/>
              <a:gd name="connsiteY85" fmla="*/ 1893601 h 3482342"/>
              <a:gd name="connsiteX86" fmla="*/ 6686657 w 12192000"/>
              <a:gd name="connsiteY86" fmla="*/ 1907344 h 3482342"/>
              <a:gd name="connsiteX87" fmla="*/ 6651330 w 12192000"/>
              <a:gd name="connsiteY87" fmla="*/ 1922921 h 3482342"/>
              <a:gd name="connsiteX88" fmla="*/ 6622958 w 12192000"/>
              <a:gd name="connsiteY88" fmla="*/ 1936255 h 3482342"/>
              <a:gd name="connsiteX89" fmla="*/ 6522602 w 12192000"/>
              <a:gd name="connsiteY89" fmla="*/ 1954133 h 3482342"/>
              <a:gd name="connsiteX90" fmla="*/ 6444344 w 12192000"/>
              <a:gd name="connsiteY90" fmla="*/ 1969663 h 3482342"/>
              <a:gd name="connsiteX91" fmla="*/ 6409626 w 12192000"/>
              <a:gd name="connsiteY91" fmla="*/ 1978846 h 3482342"/>
              <a:gd name="connsiteX92" fmla="*/ 6333446 w 12192000"/>
              <a:gd name="connsiteY92" fmla="*/ 1997163 h 3482342"/>
              <a:gd name="connsiteX93" fmla="*/ 6294933 w 12192000"/>
              <a:gd name="connsiteY93" fmla="*/ 2019412 h 3482342"/>
              <a:gd name="connsiteX94" fmla="*/ 6238719 w 12192000"/>
              <a:gd name="connsiteY94" fmla="*/ 2042547 h 3482342"/>
              <a:gd name="connsiteX95" fmla="*/ 6187205 w 12192000"/>
              <a:gd name="connsiteY95" fmla="*/ 2060048 h 3482342"/>
              <a:gd name="connsiteX96" fmla="*/ 6138780 w 12192000"/>
              <a:gd name="connsiteY96" fmla="*/ 2081918 h 3482342"/>
              <a:gd name="connsiteX97" fmla="*/ 6120125 w 12192000"/>
              <a:gd name="connsiteY97" fmla="*/ 2109475 h 3482342"/>
              <a:gd name="connsiteX98" fmla="*/ 6056576 w 12192000"/>
              <a:gd name="connsiteY98" fmla="*/ 2120066 h 3482342"/>
              <a:gd name="connsiteX99" fmla="*/ 5993794 w 12192000"/>
              <a:gd name="connsiteY99" fmla="*/ 2122569 h 3482342"/>
              <a:gd name="connsiteX100" fmla="*/ 5943601 w 12192000"/>
              <a:gd name="connsiteY100" fmla="*/ 2137719 h 3482342"/>
              <a:gd name="connsiteX101" fmla="*/ 5898141 w 12192000"/>
              <a:gd name="connsiteY101" fmla="*/ 2144806 h 3482342"/>
              <a:gd name="connsiteX102" fmla="*/ 5855337 w 12192000"/>
              <a:gd name="connsiteY102" fmla="*/ 2137719 h 3482342"/>
              <a:gd name="connsiteX103" fmla="*/ 5817682 w 12192000"/>
              <a:gd name="connsiteY103" fmla="*/ 2157358 h 3482342"/>
              <a:gd name="connsiteX104" fmla="*/ 5735300 w 12192000"/>
              <a:gd name="connsiteY104" fmla="*/ 2158902 h 3482342"/>
              <a:gd name="connsiteX105" fmla="*/ 5591469 w 12192000"/>
              <a:gd name="connsiteY105" fmla="*/ 2178389 h 3482342"/>
              <a:gd name="connsiteX106" fmla="*/ 5505818 w 12192000"/>
              <a:gd name="connsiteY106" fmla="*/ 2194207 h 3482342"/>
              <a:gd name="connsiteX107" fmla="*/ 5452860 w 12192000"/>
              <a:gd name="connsiteY107" fmla="*/ 2180085 h 3482342"/>
              <a:gd name="connsiteX108" fmla="*/ 5414282 w 12192000"/>
              <a:gd name="connsiteY108" fmla="*/ 2183070 h 3482342"/>
              <a:gd name="connsiteX109" fmla="*/ 5368369 w 12192000"/>
              <a:gd name="connsiteY109" fmla="*/ 2204272 h 3482342"/>
              <a:gd name="connsiteX110" fmla="*/ 5336354 w 12192000"/>
              <a:gd name="connsiteY110" fmla="*/ 2218920 h 3482342"/>
              <a:gd name="connsiteX111" fmla="*/ 5291263 w 12192000"/>
              <a:gd name="connsiteY111" fmla="*/ 2239182 h 3482342"/>
              <a:gd name="connsiteX112" fmla="*/ 5255152 w 12192000"/>
              <a:gd name="connsiteY112" fmla="*/ 2247164 h 3482342"/>
              <a:gd name="connsiteX113" fmla="*/ 5233796 w 12192000"/>
              <a:gd name="connsiteY113" fmla="*/ 2268260 h 3482342"/>
              <a:gd name="connsiteX114" fmla="*/ 5212786 w 12192000"/>
              <a:gd name="connsiteY114" fmla="*/ 2296592 h 3482342"/>
              <a:gd name="connsiteX115" fmla="*/ 5173523 w 12192000"/>
              <a:gd name="connsiteY115" fmla="*/ 2309057 h 3482342"/>
              <a:gd name="connsiteX116" fmla="*/ 5123830 w 12192000"/>
              <a:gd name="connsiteY116" fmla="*/ 2307070 h 3482342"/>
              <a:gd name="connsiteX117" fmla="*/ 5065426 w 12192000"/>
              <a:gd name="connsiteY117" fmla="*/ 2324076 h 3482342"/>
              <a:gd name="connsiteX118" fmla="*/ 4975908 w 12192000"/>
              <a:gd name="connsiteY118" fmla="*/ 2364128 h 3482342"/>
              <a:gd name="connsiteX119" fmla="*/ 4913723 w 12192000"/>
              <a:gd name="connsiteY119" fmla="*/ 2385265 h 3482342"/>
              <a:gd name="connsiteX120" fmla="*/ 4746485 w 12192000"/>
              <a:gd name="connsiteY120" fmla="*/ 2451769 h 3482342"/>
              <a:gd name="connsiteX121" fmla="*/ 4681588 w 12192000"/>
              <a:gd name="connsiteY121" fmla="*/ 2467494 h 3482342"/>
              <a:gd name="connsiteX122" fmla="*/ 1783655 w 12192000"/>
              <a:gd name="connsiteY122" fmla="*/ 3163860 h 3482342"/>
              <a:gd name="connsiteX123" fmla="*/ 1325955 w 12192000"/>
              <a:gd name="connsiteY123" fmla="*/ 3176692 h 3482342"/>
              <a:gd name="connsiteX124" fmla="*/ 1190384 w 12192000"/>
              <a:gd name="connsiteY124" fmla="*/ 3203504 h 3482342"/>
              <a:gd name="connsiteX125" fmla="*/ 1094537 w 12192000"/>
              <a:gd name="connsiteY125" fmla="*/ 3229469 h 3482342"/>
              <a:gd name="connsiteX126" fmla="*/ 779276 w 12192000"/>
              <a:gd name="connsiteY126" fmla="*/ 3327290 h 3482342"/>
              <a:gd name="connsiteX127" fmla="*/ 600378 w 12192000"/>
              <a:gd name="connsiteY127" fmla="*/ 3335250 h 3482342"/>
              <a:gd name="connsiteX128" fmla="*/ 493457 w 12192000"/>
              <a:gd name="connsiteY128" fmla="*/ 3365044 h 3482342"/>
              <a:gd name="connsiteX129" fmla="*/ 349402 w 12192000"/>
              <a:gd name="connsiteY129" fmla="*/ 3380897 h 3482342"/>
              <a:gd name="connsiteX130" fmla="*/ 192183 w 12192000"/>
              <a:gd name="connsiteY130" fmla="*/ 3460075 h 3482342"/>
              <a:gd name="connsiteX131" fmla="*/ 46713 w 12192000"/>
              <a:gd name="connsiteY131" fmla="*/ 3462986 h 3482342"/>
              <a:gd name="connsiteX132" fmla="*/ 2765 w 12192000"/>
              <a:gd name="connsiteY132" fmla="*/ 3480770 h 3482342"/>
              <a:gd name="connsiteX133" fmla="*/ 0 w 12192000"/>
              <a:gd name="connsiteY133" fmla="*/ 3482342 h 3482342"/>
              <a:gd name="connsiteX134" fmla="*/ 0 w 12192000"/>
              <a:gd name="connsiteY13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6375 w 12192000"/>
              <a:gd name="connsiteY33" fmla="*/ 1342640 h 3482342"/>
              <a:gd name="connsiteX34" fmla="*/ 10639834 w 12192000"/>
              <a:gd name="connsiteY34" fmla="*/ 1324989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39694 w 12192000"/>
              <a:gd name="connsiteY41" fmla="*/ 1406905 h 3482342"/>
              <a:gd name="connsiteX42" fmla="*/ 10405409 w 12192000"/>
              <a:gd name="connsiteY42" fmla="*/ 1422789 h 3482342"/>
              <a:gd name="connsiteX43" fmla="*/ 10370530 w 12192000"/>
              <a:gd name="connsiteY43" fmla="*/ 1441596 h 3482342"/>
              <a:gd name="connsiteX44" fmla="*/ 10300239 w 12192000"/>
              <a:gd name="connsiteY44" fmla="*/ 1456332 h 3482342"/>
              <a:gd name="connsiteX45" fmla="*/ 10264922 w 12192000"/>
              <a:gd name="connsiteY45" fmla="*/ 1472107 h 3482342"/>
              <a:gd name="connsiteX46" fmla="*/ 10229629 w 12192000"/>
              <a:gd name="connsiteY46" fmla="*/ 1470454 h 3482342"/>
              <a:gd name="connsiteX47" fmla="*/ 10201385 w 12192000"/>
              <a:gd name="connsiteY47" fmla="*/ 1477515 h 3482342"/>
              <a:gd name="connsiteX48" fmla="*/ 10151958 w 12192000"/>
              <a:gd name="connsiteY48" fmla="*/ 1477515 h 3482342"/>
              <a:gd name="connsiteX49" fmla="*/ 10120184 w 12192000"/>
              <a:gd name="connsiteY49" fmla="*/ 1466924 h 3482342"/>
              <a:gd name="connsiteX50" fmla="*/ 10081348 w 12192000"/>
              <a:gd name="connsiteY50" fmla="*/ 1481046 h 3482342"/>
              <a:gd name="connsiteX51" fmla="*/ 10058690 w 12192000"/>
              <a:gd name="connsiteY51" fmla="*/ 1474888 h 3482342"/>
              <a:gd name="connsiteX52" fmla="*/ 10004424 w 12192000"/>
              <a:gd name="connsiteY52" fmla="*/ 1489801 h 3482342"/>
              <a:gd name="connsiteX53" fmla="*/ 9999951 w 12192000"/>
              <a:gd name="connsiteY53" fmla="*/ 1499127 h 3482342"/>
              <a:gd name="connsiteX54" fmla="*/ 9845462 w 12192000"/>
              <a:gd name="connsiteY54" fmla="*/ 1548192 h 3482342"/>
              <a:gd name="connsiteX55" fmla="*/ 9736156 w 12192000"/>
              <a:gd name="connsiteY55" fmla="*/ 1581928 h 3482342"/>
              <a:gd name="connsiteX56" fmla="*/ 9693355 w 12192000"/>
              <a:gd name="connsiteY56" fmla="*/ 1602632 h 3482342"/>
              <a:gd name="connsiteX57" fmla="*/ 9664242 w 12192000"/>
              <a:gd name="connsiteY57" fmla="*/ 1622075 h 3482342"/>
              <a:gd name="connsiteX58" fmla="*/ 9579195 w 12192000"/>
              <a:gd name="connsiteY58" fmla="*/ 1648017 h 3482342"/>
              <a:gd name="connsiteX59" fmla="*/ 9433652 w 12192000"/>
              <a:gd name="connsiteY59" fmla="*/ 1681174 h 3482342"/>
              <a:gd name="connsiteX60" fmla="*/ 9403775 w 12192000"/>
              <a:gd name="connsiteY60" fmla="*/ 1690403 h 3482342"/>
              <a:gd name="connsiteX61" fmla="*/ 9382503 w 12192000"/>
              <a:gd name="connsiteY61" fmla="*/ 1706957 h 3482342"/>
              <a:gd name="connsiteX62" fmla="*/ 9381410 w 12192000"/>
              <a:gd name="connsiteY62" fmla="*/ 1718312 h 3482342"/>
              <a:gd name="connsiteX63" fmla="*/ 9365685 w 12192000"/>
              <a:gd name="connsiteY63" fmla="*/ 1724772 h 3482342"/>
              <a:gd name="connsiteX64" fmla="*/ 9278020 w 12192000"/>
              <a:gd name="connsiteY64" fmla="*/ 1741161 h 3482342"/>
              <a:gd name="connsiteX65" fmla="*/ 9217145 w 12192000"/>
              <a:gd name="connsiteY65" fmla="*/ 1771195 h 3482342"/>
              <a:gd name="connsiteX66" fmla="*/ 8955875 w 12192000"/>
              <a:gd name="connsiteY66" fmla="*/ 1796806 h 3482342"/>
              <a:gd name="connsiteX67" fmla="*/ 8648415 w 12192000"/>
              <a:gd name="connsiteY67" fmla="*/ 1878623 h 3482342"/>
              <a:gd name="connsiteX68" fmla="*/ 8538519 w 12192000"/>
              <a:gd name="connsiteY68" fmla="*/ 1894114 h 3482342"/>
              <a:gd name="connsiteX69" fmla="*/ 8506541 w 12192000"/>
              <a:gd name="connsiteY69" fmla="*/ 1905955 h 3482342"/>
              <a:gd name="connsiteX70" fmla="*/ 8236214 w 12192000"/>
              <a:gd name="connsiteY70" fmla="*/ 1909725 h 3482342"/>
              <a:gd name="connsiteX71" fmla="*/ 8132104 w 12192000"/>
              <a:gd name="connsiteY71" fmla="*/ 1895727 h 3482342"/>
              <a:gd name="connsiteX72" fmla="*/ 7918078 w 12192000"/>
              <a:gd name="connsiteY72" fmla="*/ 1862668 h 3482342"/>
              <a:gd name="connsiteX73" fmla="*/ 7817899 w 12192000"/>
              <a:gd name="connsiteY73" fmla="*/ 1862176 h 3482342"/>
              <a:gd name="connsiteX74" fmla="*/ 7768994 w 12192000"/>
              <a:gd name="connsiteY74" fmla="*/ 1855721 h 3482342"/>
              <a:gd name="connsiteX75" fmla="*/ 7618027 w 12192000"/>
              <a:gd name="connsiteY75" fmla="*/ 1830959 h 3482342"/>
              <a:gd name="connsiteX76" fmla="*/ 7449425 w 12192000"/>
              <a:gd name="connsiteY76" fmla="*/ 1810910 h 3482342"/>
              <a:gd name="connsiteX77" fmla="*/ 7342915 w 12192000"/>
              <a:gd name="connsiteY77" fmla="*/ 1819827 h 3482342"/>
              <a:gd name="connsiteX78" fmla="*/ 7255191 w 12192000"/>
              <a:gd name="connsiteY78" fmla="*/ 1834354 h 3482342"/>
              <a:gd name="connsiteX79" fmla="*/ 7131205 w 12192000"/>
              <a:gd name="connsiteY79" fmla="*/ 1845557 h 3482342"/>
              <a:gd name="connsiteX80" fmla="*/ 6941837 w 12192000"/>
              <a:gd name="connsiteY80" fmla="*/ 1840640 h 3482342"/>
              <a:gd name="connsiteX81" fmla="*/ 6837145 w 12192000"/>
              <a:gd name="connsiteY81" fmla="*/ 1870724 h 3482342"/>
              <a:gd name="connsiteX82" fmla="*/ 6753991 w 12192000"/>
              <a:gd name="connsiteY82" fmla="*/ 1860969 h 3482342"/>
              <a:gd name="connsiteX83" fmla="*/ 6727754 w 12192000"/>
              <a:gd name="connsiteY83" fmla="*/ 1882372 h 3482342"/>
              <a:gd name="connsiteX84" fmla="*/ 6723371 w 12192000"/>
              <a:gd name="connsiteY84" fmla="*/ 1886494 h 3482342"/>
              <a:gd name="connsiteX85" fmla="*/ 6702779 w 12192000"/>
              <a:gd name="connsiteY85" fmla="*/ 1893601 h 3482342"/>
              <a:gd name="connsiteX86" fmla="*/ 6686657 w 12192000"/>
              <a:gd name="connsiteY86" fmla="*/ 1907344 h 3482342"/>
              <a:gd name="connsiteX87" fmla="*/ 6651330 w 12192000"/>
              <a:gd name="connsiteY87" fmla="*/ 1922921 h 3482342"/>
              <a:gd name="connsiteX88" fmla="*/ 6622958 w 12192000"/>
              <a:gd name="connsiteY88" fmla="*/ 1936255 h 3482342"/>
              <a:gd name="connsiteX89" fmla="*/ 6522602 w 12192000"/>
              <a:gd name="connsiteY89" fmla="*/ 1954133 h 3482342"/>
              <a:gd name="connsiteX90" fmla="*/ 6444344 w 12192000"/>
              <a:gd name="connsiteY90" fmla="*/ 1969663 h 3482342"/>
              <a:gd name="connsiteX91" fmla="*/ 6409626 w 12192000"/>
              <a:gd name="connsiteY91" fmla="*/ 1978846 h 3482342"/>
              <a:gd name="connsiteX92" fmla="*/ 6333446 w 12192000"/>
              <a:gd name="connsiteY92" fmla="*/ 1997163 h 3482342"/>
              <a:gd name="connsiteX93" fmla="*/ 6294933 w 12192000"/>
              <a:gd name="connsiteY93" fmla="*/ 2019412 h 3482342"/>
              <a:gd name="connsiteX94" fmla="*/ 6238719 w 12192000"/>
              <a:gd name="connsiteY94" fmla="*/ 2042547 h 3482342"/>
              <a:gd name="connsiteX95" fmla="*/ 6187205 w 12192000"/>
              <a:gd name="connsiteY95" fmla="*/ 2060048 h 3482342"/>
              <a:gd name="connsiteX96" fmla="*/ 6138780 w 12192000"/>
              <a:gd name="connsiteY96" fmla="*/ 2081918 h 3482342"/>
              <a:gd name="connsiteX97" fmla="*/ 6120125 w 12192000"/>
              <a:gd name="connsiteY97" fmla="*/ 2109475 h 3482342"/>
              <a:gd name="connsiteX98" fmla="*/ 6056576 w 12192000"/>
              <a:gd name="connsiteY98" fmla="*/ 2120066 h 3482342"/>
              <a:gd name="connsiteX99" fmla="*/ 5993794 w 12192000"/>
              <a:gd name="connsiteY99" fmla="*/ 2122569 h 3482342"/>
              <a:gd name="connsiteX100" fmla="*/ 5943601 w 12192000"/>
              <a:gd name="connsiteY100" fmla="*/ 2137719 h 3482342"/>
              <a:gd name="connsiteX101" fmla="*/ 5898141 w 12192000"/>
              <a:gd name="connsiteY101" fmla="*/ 2144806 h 3482342"/>
              <a:gd name="connsiteX102" fmla="*/ 5855337 w 12192000"/>
              <a:gd name="connsiteY102" fmla="*/ 2137719 h 3482342"/>
              <a:gd name="connsiteX103" fmla="*/ 5817682 w 12192000"/>
              <a:gd name="connsiteY103" fmla="*/ 2157358 h 3482342"/>
              <a:gd name="connsiteX104" fmla="*/ 5735300 w 12192000"/>
              <a:gd name="connsiteY104" fmla="*/ 2158902 h 3482342"/>
              <a:gd name="connsiteX105" fmla="*/ 5591469 w 12192000"/>
              <a:gd name="connsiteY105" fmla="*/ 2178389 h 3482342"/>
              <a:gd name="connsiteX106" fmla="*/ 5505818 w 12192000"/>
              <a:gd name="connsiteY106" fmla="*/ 2194207 h 3482342"/>
              <a:gd name="connsiteX107" fmla="*/ 5452860 w 12192000"/>
              <a:gd name="connsiteY107" fmla="*/ 2180085 h 3482342"/>
              <a:gd name="connsiteX108" fmla="*/ 5414282 w 12192000"/>
              <a:gd name="connsiteY108" fmla="*/ 2183070 h 3482342"/>
              <a:gd name="connsiteX109" fmla="*/ 5368369 w 12192000"/>
              <a:gd name="connsiteY109" fmla="*/ 2204272 h 3482342"/>
              <a:gd name="connsiteX110" fmla="*/ 5336354 w 12192000"/>
              <a:gd name="connsiteY110" fmla="*/ 2218920 h 3482342"/>
              <a:gd name="connsiteX111" fmla="*/ 5291263 w 12192000"/>
              <a:gd name="connsiteY111" fmla="*/ 2239182 h 3482342"/>
              <a:gd name="connsiteX112" fmla="*/ 5255152 w 12192000"/>
              <a:gd name="connsiteY112" fmla="*/ 2247164 h 3482342"/>
              <a:gd name="connsiteX113" fmla="*/ 5233796 w 12192000"/>
              <a:gd name="connsiteY113" fmla="*/ 2268260 h 3482342"/>
              <a:gd name="connsiteX114" fmla="*/ 5212786 w 12192000"/>
              <a:gd name="connsiteY114" fmla="*/ 2296592 h 3482342"/>
              <a:gd name="connsiteX115" fmla="*/ 5173523 w 12192000"/>
              <a:gd name="connsiteY115" fmla="*/ 2309057 h 3482342"/>
              <a:gd name="connsiteX116" fmla="*/ 5123830 w 12192000"/>
              <a:gd name="connsiteY116" fmla="*/ 2307070 h 3482342"/>
              <a:gd name="connsiteX117" fmla="*/ 5065426 w 12192000"/>
              <a:gd name="connsiteY117" fmla="*/ 2324076 h 3482342"/>
              <a:gd name="connsiteX118" fmla="*/ 4975908 w 12192000"/>
              <a:gd name="connsiteY118" fmla="*/ 2364128 h 3482342"/>
              <a:gd name="connsiteX119" fmla="*/ 4913723 w 12192000"/>
              <a:gd name="connsiteY119" fmla="*/ 2385265 h 3482342"/>
              <a:gd name="connsiteX120" fmla="*/ 4746485 w 12192000"/>
              <a:gd name="connsiteY120" fmla="*/ 2451769 h 3482342"/>
              <a:gd name="connsiteX121" fmla="*/ 4681588 w 12192000"/>
              <a:gd name="connsiteY121" fmla="*/ 2467494 h 3482342"/>
              <a:gd name="connsiteX122" fmla="*/ 1783655 w 12192000"/>
              <a:gd name="connsiteY122" fmla="*/ 3163860 h 3482342"/>
              <a:gd name="connsiteX123" fmla="*/ 1325955 w 12192000"/>
              <a:gd name="connsiteY123" fmla="*/ 3176692 h 3482342"/>
              <a:gd name="connsiteX124" fmla="*/ 1190384 w 12192000"/>
              <a:gd name="connsiteY124" fmla="*/ 3203504 h 3482342"/>
              <a:gd name="connsiteX125" fmla="*/ 1094537 w 12192000"/>
              <a:gd name="connsiteY125" fmla="*/ 3229469 h 3482342"/>
              <a:gd name="connsiteX126" fmla="*/ 779276 w 12192000"/>
              <a:gd name="connsiteY126" fmla="*/ 3327290 h 3482342"/>
              <a:gd name="connsiteX127" fmla="*/ 600378 w 12192000"/>
              <a:gd name="connsiteY127" fmla="*/ 3335250 h 3482342"/>
              <a:gd name="connsiteX128" fmla="*/ 493457 w 12192000"/>
              <a:gd name="connsiteY128" fmla="*/ 3365044 h 3482342"/>
              <a:gd name="connsiteX129" fmla="*/ 349402 w 12192000"/>
              <a:gd name="connsiteY129" fmla="*/ 3380897 h 3482342"/>
              <a:gd name="connsiteX130" fmla="*/ 192183 w 12192000"/>
              <a:gd name="connsiteY130" fmla="*/ 3460075 h 3482342"/>
              <a:gd name="connsiteX131" fmla="*/ 46713 w 12192000"/>
              <a:gd name="connsiteY131" fmla="*/ 3462986 h 3482342"/>
              <a:gd name="connsiteX132" fmla="*/ 2765 w 12192000"/>
              <a:gd name="connsiteY132" fmla="*/ 3480770 h 3482342"/>
              <a:gd name="connsiteX133" fmla="*/ 0 w 12192000"/>
              <a:gd name="connsiteY133" fmla="*/ 3482342 h 3482342"/>
              <a:gd name="connsiteX134" fmla="*/ 0 w 12192000"/>
              <a:gd name="connsiteY13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28687 w 12192000"/>
              <a:gd name="connsiteY25" fmla="*/ 1199018 h 3482342"/>
              <a:gd name="connsiteX26" fmla="*/ 10974565 w 12192000"/>
              <a:gd name="connsiteY26" fmla="*/ 1226849 h 3482342"/>
              <a:gd name="connsiteX27" fmla="*/ 10960443 w 12192000"/>
              <a:gd name="connsiteY27" fmla="*/ 1244502 h 3482342"/>
              <a:gd name="connsiteX28" fmla="*/ 10879242 w 12192000"/>
              <a:gd name="connsiteY28" fmla="*/ 1269215 h 3482342"/>
              <a:gd name="connsiteX29" fmla="*/ 10850998 w 12192000"/>
              <a:gd name="connsiteY29" fmla="*/ 1269215 h 3482342"/>
              <a:gd name="connsiteX30" fmla="*/ 10815658 w 12192000"/>
              <a:gd name="connsiteY30" fmla="*/ 1287849 h 3482342"/>
              <a:gd name="connsiteX31" fmla="*/ 10723900 w 12192000"/>
              <a:gd name="connsiteY31" fmla="*/ 1318642 h 3482342"/>
              <a:gd name="connsiteX32" fmla="*/ 10699186 w 12192000"/>
              <a:gd name="connsiteY32" fmla="*/ 1322173 h 3482342"/>
              <a:gd name="connsiteX33" fmla="*/ 10676375 w 12192000"/>
              <a:gd name="connsiteY33" fmla="*/ 1342640 h 3482342"/>
              <a:gd name="connsiteX34" fmla="*/ 10636304 w 12192000"/>
              <a:gd name="connsiteY34" fmla="*/ 1342641 h 3482342"/>
              <a:gd name="connsiteX35" fmla="*/ 10603863 w 12192000"/>
              <a:gd name="connsiteY35" fmla="*/ 1346886 h 3482342"/>
              <a:gd name="connsiteX36" fmla="*/ 10573203 w 12192000"/>
              <a:gd name="connsiteY36" fmla="*/ 1351996 h 3482342"/>
              <a:gd name="connsiteX37" fmla="*/ 10547375 w 12192000"/>
              <a:gd name="connsiteY37" fmla="*/ 1375130 h 3482342"/>
              <a:gd name="connsiteX38" fmla="*/ 10513263 w 12192000"/>
              <a:gd name="connsiteY38" fmla="*/ 1371939 h 3482342"/>
              <a:gd name="connsiteX39" fmla="*/ 10487356 w 12192000"/>
              <a:gd name="connsiteY39" fmla="*/ 1385722 h 3482342"/>
              <a:gd name="connsiteX40" fmla="*/ 10464012 w 12192000"/>
              <a:gd name="connsiteY40" fmla="*/ 1391778 h 3482342"/>
              <a:gd name="connsiteX41" fmla="*/ 10439694 w 12192000"/>
              <a:gd name="connsiteY41" fmla="*/ 1406905 h 3482342"/>
              <a:gd name="connsiteX42" fmla="*/ 10405409 w 12192000"/>
              <a:gd name="connsiteY42" fmla="*/ 1422789 h 3482342"/>
              <a:gd name="connsiteX43" fmla="*/ 10370530 w 12192000"/>
              <a:gd name="connsiteY43" fmla="*/ 1441596 h 3482342"/>
              <a:gd name="connsiteX44" fmla="*/ 10300239 w 12192000"/>
              <a:gd name="connsiteY44" fmla="*/ 1456332 h 3482342"/>
              <a:gd name="connsiteX45" fmla="*/ 10264922 w 12192000"/>
              <a:gd name="connsiteY45" fmla="*/ 1472107 h 3482342"/>
              <a:gd name="connsiteX46" fmla="*/ 10229629 w 12192000"/>
              <a:gd name="connsiteY46" fmla="*/ 1470454 h 3482342"/>
              <a:gd name="connsiteX47" fmla="*/ 10201385 w 12192000"/>
              <a:gd name="connsiteY47" fmla="*/ 1477515 h 3482342"/>
              <a:gd name="connsiteX48" fmla="*/ 10151958 w 12192000"/>
              <a:gd name="connsiteY48" fmla="*/ 1477515 h 3482342"/>
              <a:gd name="connsiteX49" fmla="*/ 10120184 w 12192000"/>
              <a:gd name="connsiteY49" fmla="*/ 1466924 h 3482342"/>
              <a:gd name="connsiteX50" fmla="*/ 10081348 w 12192000"/>
              <a:gd name="connsiteY50" fmla="*/ 1481046 h 3482342"/>
              <a:gd name="connsiteX51" fmla="*/ 10058690 w 12192000"/>
              <a:gd name="connsiteY51" fmla="*/ 1474888 h 3482342"/>
              <a:gd name="connsiteX52" fmla="*/ 10004424 w 12192000"/>
              <a:gd name="connsiteY52" fmla="*/ 1489801 h 3482342"/>
              <a:gd name="connsiteX53" fmla="*/ 9999951 w 12192000"/>
              <a:gd name="connsiteY53" fmla="*/ 1499127 h 3482342"/>
              <a:gd name="connsiteX54" fmla="*/ 9845462 w 12192000"/>
              <a:gd name="connsiteY54" fmla="*/ 1548192 h 3482342"/>
              <a:gd name="connsiteX55" fmla="*/ 9736156 w 12192000"/>
              <a:gd name="connsiteY55" fmla="*/ 1581928 h 3482342"/>
              <a:gd name="connsiteX56" fmla="*/ 9693355 w 12192000"/>
              <a:gd name="connsiteY56" fmla="*/ 1602632 h 3482342"/>
              <a:gd name="connsiteX57" fmla="*/ 9664242 w 12192000"/>
              <a:gd name="connsiteY57" fmla="*/ 1622075 h 3482342"/>
              <a:gd name="connsiteX58" fmla="*/ 9579195 w 12192000"/>
              <a:gd name="connsiteY58" fmla="*/ 1648017 h 3482342"/>
              <a:gd name="connsiteX59" fmla="*/ 9433652 w 12192000"/>
              <a:gd name="connsiteY59" fmla="*/ 1681174 h 3482342"/>
              <a:gd name="connsiteX60" fmla="*/ 9403775 w 12192000"/>
              <a:gd name="connsiteY60" fmla="*/ 1690403 h 3482342"/>
              <a:gd name="connsiteX61" fmla="*/ 9382503 w 12192000"/>
              <a:gd name="connsiteY61" fmla="*/ 1706957 h 3482342"/>
              <a:gd name="connsiteX62" fmla="*/ 9381410 w 12192000"/>
              <a:gd name="connsiteY62" fmla="*/ 1718312 h 3482342"/>
              <a:gd name="connsiteX63" fmla="*/ 9365685 w 12192000"/>
              <a:gd name="connsiteY63" fmla="*/ 1724772 h 3482342"/>
              <a:gd name="connsiteX64" fmla="*/ 9278020 w 12192000"/>
              <a:gd name="connsiteY64" fmla="*/ 1741161 h 3482342"/>
              <a:gd name="connsiteX65" fmla="*/ 9217145 w 12192000"/>
              <a:gd name="connsiteY65" fmla="*/ 1771195 h 3482342"/>
              <a:gd name="connsiteX66" fmla="*/ 8955875 w 12192000"/>
              <a:gd name="connsiteY66" fmla="*/ 1796806 h 3482342"/>
              <a:gd name="connsiteX67" fmla="*/ 8648415 w 12192000"/>
              <a:gd name="connsiteY67" fmla="*/ 1878623 h 3482342"/>
              <a:gd name="connsiteX68" fmla="*/ 8538519 w 12192000"/>
              <a:gd name="connsiteY68" fmla="*/ 1894114 h 3482342"/>
              <a:gd name="connsiteX69" fmla="*/ 8506541 w 12192000"/>
              <a:gd name="connsiteY69" fmla="*/ 1905955 h 3482342"/>
              <a:gd name="connsiteX70" fmla="*/ 8236214 w 12192000"/>
              <a:gd name="connsiteY70" fmla="*/ 1909725 h 3482342"/>
              <a:gd name="connsiteX71" fmla="*/ 8132104 w 12192000"/>
              <a:gd name="connsiteY71" fmla="*/ 1895727 h 3482342"/>
              <a:gd name="connsiteX72" fmla="*/ 7918078 w 12192000"/>
              <a:gd name="connsiteY72" fmla="*/ 1862668 h 3482342"/>
              <a:gd name="connsiteX73" fmla="*/ 7817899 w 12192000"/>
              <a:gd name="connsiteY73" fmla="*/ 1862176 h 3482342"/>
              <a:gd name="connsiteX74" fmla="*/ 7768994 w 12192000"/>
              <a:gd name="connsiteY74" fmla="*/ 1855721 h 3482342"/>
              <a:gd name="connsiteX75" fmla="*/ 7618027 w 12192000"/>
              <a:gd name="connsiteY75" fmla="*/ 1830959 h 3482342"/>
              <a:gd name="connsiteX76" fmla="*/ 7449425 w 12192000"/>
              <a:gd name="connsiteY76" fmla="*/ 1810910 h 3482342"/>
              <a:gd name="connsiteX77" fmla="*/ 7342915 w 12192000"/>
              <a:gd name="connsiteY77" fmla="*/ 1819827 h 3482342"/>
              <a:gd name="connsiteX78" fmla="*/ 7255191 w 12192000"/>
              <a:gd name="connsiteY78" fmla="*/ 1834354 h 3482342"/>
              <a:gd name="connsiteX79" fmla="*/ 7131205 w 12192000"/>
              <a:gd name="connsiteY79" fmla="*/ 1845557 h 3482342"/>
              <a:gd name="connsiteX80" fmla="*/ 6941837 w 12192000"/>
              <a:gd name="connsiteY80" fmla="*/ 1840640 h 3482342"/>
              <a:gd name="connsiteX81" fmla="*/ 6837145 w 12192000"/>
              <a:gd name="connsiteY81" fmla="*/ 1870724 h 3482342"/>
              <a:gd name="connsiteX82" fmla="*/ 6753991 w 12192000"/>
              <a:gd name="connsiteY82" fmla="*/ 1860969 h 3482342"/>
              <a:gd name="connsiteX83" fmla="*/ 6727754 w 12192000"/>
              <a:gd name="connsiteY83" fmla="*/ 1882372 h 3482342"/>
              <a:gd name="connsiteX84" fmla="*/ 6723371 w 12192000"/>
              <a:gd name="connsiteY84" fmla="*/ 1886494 h 3482342"/>
              <a:gd name="connsiteX85" fmla="*/ 6702779 w 12192000"/>
              <a:gd name="connsiteY85" fmla="*/ 1893601 h 3482342"/>
              <a:gd name="connsiteX86" fmla="*/ 6686657 w 12192000"/>
              <a:gd name="connsiteY86" fmla="*/ 1907344 h 3482342"/>
              <a:gd name="connsiteX87" fmla="*/ 6651330 w 12192000"/>
              <a:gd name="connsiteY87" fmla="*/ 1922921 h 3482342"/>
              <a:gd name="connsiteX88" fmla="*/ 6622958 w 12192000"/>
              <a:gd name="connsiteY88" fmla="*/ 1936255 h 3482342"/>
              <a:gd name="connsiteX89" fmla="*/ 6522602 w 12192000"/>
              <a:gd name="connsiteY89" fmla="*/ 1954133 h 3482342"/>
              <a:gd name="connsiteX90" fmla="*/ 6444344 w 12192000"/>
              <a:gd name="connsiteY90" fmla="*/ 1969663 h 3482342"/>
              <a:gd name="connsiteX91" fmla="*/ 6409626 w 12192000"/>
              <a:gd name="connsiteY91" fmla="*/ 1978846 h 3482342"/>
              <a:gd name="connsiteX92" fmla="*/ 6333446 w 12192000"/>
              <a:gd name="connsiteY92" fmla="*/ 1997163 h 3482342"/>
              <a:gd name="connsiteX93" fmla="*/ 6294933 w 12192000"/>
              <a:gd name="connsiteY93" fmla="*/ 2019412 h 3482342"/>
              <a:gd name="connsiteX94" fmla="*/ 6238719 w 12192000"/>
              <a:gd name="connsiteY94" fmla="*/ 2042547 h 3482342"/>
              <a:gd name="connsiteX95" fmla="*/ 6187205 w 12192000"/>
              <a:gd name="connsiteY95" fmla="*/ 2060048 h 3482342"/>
              <a:gd name="connsiteX96" fmla="*/ 6138780 w 12192000"/>
              <a:gd name="connsiteY96" fmla="*/ 2081918 h 3482342"/>
              <a:gd name="connsiteX97" fmla="*/ 6120125 w 12192000"/>
              <a:gd name="connsiteY97" fmla="*/ 2109475 h 3482342"/>
              <a:gd name="connsiteX98" fmla="*/ 6056576 w 12192000"/>
              <a:gd name="connsiteY98" fmla="*/ 2120066 h 3482342"/>
              <a:gd name="connsiteX99" fmla="*/ 5993794 w 12192000"/>
              <a:gd name="connsiteY99" fmla="*/ 2122569 h 3482342"/>
              <a:gd name="connsiteX100" fmla="*/ 5943601 w 12192000"/>
              <a:gd name="connsiteY100" fmla="*/ 2137719 h 3482342"/>
              <a:gd name="connsiteX101" fmla="*/ 5898141 w 12192000"/>
              <a:gd name="connsiteY101" fmla="*/ 2144806 h 3482342"/>
              <a:gd name="connsiteX102" fmla="*/ 5855337 w 12192000"/>
              <a:gd name="connsiteY102" fmla="*/ 2137719 h 3482342"/>
              <a:gd name="connsiteX103" fmla="*/ 5817682 w 12192000"/>
              <a:gd name="connsiteY103" fmla="*/ 2157358 h 3482342"/>
              <a:gd name="connsiteX104" fmla="*/ 5735300 w 12192000"/>
              <a:gd name="connsiteY104" fmla="*/ 2158902 h 3482342"/>
              <a:gd name="connsiteX105" fmla="*/ 5591469 w 12192000"/>
              <a:gd name="connsiteY105" fmla="*/ 2178389 h 3482342"/>
              <a:gd name="connsiteX106" fmla="*/ 5505818 w 12192000"/>
              <a:gd name="connsiteY106" fmla="*/ 2194207 h 3482342"/>
              <a:gd name="connsiteX107" fmla="*/ 5452860 w 12192000"/>
              <a:gd name="connsiteY107" fmla="*/ 2180085 h 3482342"/>
              <a:gd name="connsiteX108" fmla="*/ 5414282 w 12192000"/>
              <a:gd name="connsiteY108" fmla="*/ 2183070 h 3482342"/>
              <a:gd name="connsiteX109" fmla="*/ 5368369 w 12192000"/>
              <a:gd name="connsiteY109" fmla="*/ 2204272 h 3482342"/>
              <a:gd name="connsiteX110" fmla="*/ 5336354 w 12192000"/>
              <a:gd name="connsiteY110" fmla="*/ 2218920 h 3482342"/>
              <a:gd name="connsiteX111" fmla="*/ 5291263 w 12192000"/>
              <a:gd name="connsiteY111" fmla="*/ 2239182 h 3482342"/>
              <a:gd name="connsiteX112" fmla="*/ 5255152 w 12192000"/>
              <a:gd name="connsiteY112" fmla="*/ 2247164 h 3482342"/>
              <a:gd name="connsiteX113" fmla="*/ 5233796 w 12192000"/>
              <a:gd name="connsiteY113" fmla="*/ 2268260 h 3482342"/>
              <a:gd name="connsiteX114" fmla="*/ 5212786 w 12192000"/>
              <a:gd name="connsiteY114" fmla="*/ 2296592 h 3482342"/>
              <a:gd name="connsiteX115" fmla="*/ 5173523 w 12192000"/>
              <a:gd name="connsiteY115" fmla="*/ 2309057 h 3482342"/>
              <a:gd name="connsiteX116" fmla="*/ 5123830 w 12192000"/>
              <a:gd name="connsiteY116" fmla="*/ 2307070 h 3482342"/>
              <a:gd name="connsiteX117" fmla="*/ 5065426 w 12192000"/>
              <a:gd name="connsiteY117" fmla="*/ 2324076 h 3482342"/>
              <a:gd name="connsiteX118" fmla="*/ 4975908 w 12192000"/>
              <a:gd name="connsiteY118" fmla="*/ 2364128 h 3482342"/>
              <a:gd name="connsiteX119" fmla="*/ 4913723 w 12192000"/>
              <a:gd name="connsiteY119" fmla="*/ 2385265 h 3482342"/>
              <a:gd name="connsiteX120" fmla="*/ 4746485 w 12192000"/>
              <a:gd name="connsiteY120" fmla="*/ 2451769 h 3482342"/>
              <a:gd name="connsiteX121" fmla="*/ 4681588 w 12192000"/>
              <a:gd name="connsiteY121" fmla="*/ 2467494 h 3482342"/>
              <a:gd name="connsiteX122" fmla="*/ 1783655 w 12192000"/>
              <a:gd name="connsiteY122" fmla="*/ 3163860 h 3482342"/>
              <a:gd name="connsiteX123" fmla="*/ 1325955 w 12192000"/>
              <a:gd name="connsiteY123" fmla="*/ 3176692 h 3482342"/>
              <a:gd name="connsiteX124" fmla="*/ 1190384 w 12192000"/>
              <a:gd name="connsiteY124" fmla="*/ 3203504 h 3482342"/>
              <a:gd name="connsiteX125" fmla="*/ 1094537 w 12192000"/>
              <a:gd name="connsiteY125" fmla="*/ 3229469 h 3482342"/>
              <a:gd name="connsiteX126" fmla="*/ 779276 w 12192000"/>
              <a:gd name="connsiteY126" fmla="*/ 3327290 h 3482342"/>
              <a:gd name="connsiteX127" fmla="*/ 600378 w 12192000"/>
              <a:gd name="connsiteY127" fmla="*/ 3335250 h 3482342"/>
              <a:gd name="connsiteX128" fmla="*/ 493457 w 12192000"/>
              <a:gd name="connsiteY128" fmla="*/ 3365044 h 3482342"/>
              <a:gd name="connsiteX129" fmla="*/ 349402 w 12192000"/>
              <a:gd name="connsiteY129" fmla="*/ 3380897 h 3482342"/>
              <a:gd name="connsiteX130" fmla="*/ 192183 w 12192000"/>
              <a:gd name="connsiteY130" fmla="*/ 3460075 h 3482342"/>
              <a:gd name="connsiteX131" fmla="*/ 46713 w 12192000"/>
              <a:gd name="connsiteY131" fmla="*/ 3462986 h 3482342"/>
              <a:gd name="connsiteX132" fmla="*/ 2765 w 12192000"/>
              <a:gd name="connsiteY132" fmla="*/ 3480770 h 3482342"/>
              <a:gd name="connsiteX133" fmla="*/ 0 w 12192000"/>
              <a:gd name="connsiteY133" fmla="*/ 3482342 h 3482342"/>
              <a:gd name="connsiteX134" fmla="*/ 0 w 12192000"/>
              <a:gd name="connsiteY134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501920 w 12192000"/>
              <a:gd name="connsiteY15" fmla="*/ 813109 h 3482342"/>
              <a:gd name="connsiteX16" fmla="*/ 11405286 w 12192000"/>
              <a:gd name="connsiteY16" fmla="*/ 849086 h 3482342"/>
              <a:gd name="connsiteX17" fmla="*/ 11338523 w 12192000"/>
              <a:gd name="connsiteY17" fmla="*/ 852810 h 3482342"/>
              <a:gd name="connsiteX18" fmla="*/ 11313493 w 12192000"/>
              <a:gd name="connsiteY18" fmla="*/ 880860 h 3482342"/>
              <a:gd name="connsiteX19" fmla="*/ 11228040 w 12192000"/>
              <a:gd name="connsiteY19" fmla="*/ 958953 h 3482342"/>
              <a:gd name="connsiteX20" fmla="*/ 11196987 w 12192000"/>
              <a:gd name="connsiteY20" fmla="*/ 1000897 h 3482342"/>
              <a:gd name="connsiteX21" fmla="*/ 11193568 w 12192000"/>
              <a:gd name="connsiteY21" fmla="*/ 1039464 h 3482342"/>
              <a:gd name="connsiteX22" fmla="*/ 11175804 w 12192000"/>
              <a:gd name="connsiteY22" fmla="*/ 1067977 h 3482342"/>
              <a:gd name="connsiteX23" fmla="*/ 11133438 w 12192000"/>
              <a:gd name="connsiteY23" fmla="*/ 1106812 h 3482342"/>
              <a:gd name="connsiteX24" fmla="*/ 11120819 w 12192000"/>
              <a:gd name="connsiteY24" fmla="*/ 1126133 h 3482342"/>
              <a:gd name="connsiteX25" fmla="*/ 11071654 w 12192000"/>
              <a:gd name="connsiteY25" fmla="*/ 1177422 h 3482342"/>
              <a:gd name="connsiteX26" fmla="*/ 11028687 w 12192000"/>
              <a:gd name="connsiteY26" fmla="*/ 1199018 h 3482342"/>
              <a:gd name="connsiteX27" fmla="*/ 10974565 w 12192000"/>
              <a:gd name="connsiteY27" fmla="*/ 1226849 h 3482342"/>
              <a:gd name="connsiteX28" fmla="*/ 10960443 w 12192000"/>
              <a:gd name="connsiteY28" fmla="*/ 1244502 h 3482342"/>
              <a:gd name="connsiteX29" fmla="*/ 10879242 w 12192000"/>
              <a:gd name="connsiteY29" fmla="*/ 1269215 h 3482342"/>
              <a:gd name="connsiteX30" fmla="*/ 10850998 w 12192000"/>
              <a:gd name="connsiteY30" fmla="*/ 1269215 h 3482342"/>
              <a:gd name="connsiteX31" fmla="*/ 10815658 w 12192000"/>
              <a:gd name="connsiteY31" fmla="*/ 1287849 h 3482342"/>
              <a:gd name="connsiteX32" fmla="*/ 10723900 w 12192000"/>
              <a:gd name="connsiteY32" fmla="*/ 1318642 h 3482342"/>
              <a:gd name="connsiteX33" fmla="*/ 10699186 w 12192000"/>
              <a:gd name="connsiteY33" fmla="*/ 1322173 h 3482342"/>
              <a:gd name="connsiteX34" fmla="*/ 10676375 w 12192000"/>
              <a:gd name="connsiteY34" fmla="*/ 1342640 h 3482342"/>
              <a:gd name="connsiteX35" fmla="*/ 10636304 w 12192000"/>
              <a:gd name="connsiteY35" fmla="*/ 1342641 h 3482342"/>
              <a:gd name="connsiteX36" fmla="*/ 10603863 w 12192000"/>
              <a:gd name="connsiteY36" fmla="*/ 1346886 h 3482342"/>
              <a:gd name="connsiteX37" fmla="*/ 10573203 w 12192000"/>
              <a:gd name="connsiteY37" fmla="*/ 1351996 h 3482342"/>
              <a:gd name="connsiteX38" fmla="*/ 10547375 w 12192000"/>
              <a:gd name="connsiteY38" fmla="*/ 1375130 h 3482342"/>
              <a:gd name="connsiteX39" fmla="*/ 10513263 w 12192000"/>
              <a:gd name="connsiteY39" fmla="*/ 1371939 h 3482342"/>
              <a:gd name="connsiteX40" fmla="*/ 10487356 w 12192000"/>
              <a:gd name="connsiteY40" fmla="*/ 1385722 h 3482342"/>
              <a:gd name="connsiteX41" fmla="*/ 10464012 w 12192000"/>
              <a:gd name="connsiteY41" fmla="*/ 1391778 h 3482342"/>
              <a:gd name="connsiteX42" fmla="*/ 10439694 w 12192000"/>
              <a:gd name="connsiteY42" fmla="*/ 1406905 h 3482342"/>
              <a:gd name="connsiteX43" fmla="*/ 10405409 w 12192000"/>
              <a:gd name="connsiteY43" fmla="*/ 1422789 h 3482342"/>
              <a:gd name="connsiteX44" fmla="*/ 10370530 w 12192000"/>
              <a:gd name="connsiteY44" fmla="*/ 1441596 h 3482342"/>
              <a:gd name="connsiteX45" fmla="*/ 10300239 w 12192000"/>
              <a:gd name="connsiteY45" fmla="*/ 1456332 h 3482342"/>
              <a:gd name="connsiteX46" fmla="*/ 10264922 w 12192000"/>
              <a:gd name="connsiteY46" fmla="*/ 1472107 h 3482342"/>
              <a:gd name="connsiteX47" fmla="*/ 10229629 w 12192000"/>
              <a:gd name="connsiteY47" fmla="*/ 1470454 h 3482342"/>
              <a:gd name="connsiteX48" fmla="*/ 10201385 w 12192000"/>
              <a:gd name="connsiteY48" fmla="*/ 1477515 h 3482342"/>
              <a:gd name="connsiteX49" fmla="*/ 10151958 w 12192000"/>
              <a:gd name="connsiteY49" fmla="*/ 1477515 h 3482342"/>
              <a:gd name="connsiteX50" fmla="*/ 10120184 w 12192000"/>
              <a:gd name="connsiteY50" fmla="*/ 1466924 h 3482342"/>
              <a:gd name="connsiteX51" fmla="*/ 10081348 w 12192000"/>
              <a:gd name="connsiteY51" fmla="*/ 1481046 h 3482342"/>
              <a:gd name="connsiteX52" fmla="*/ 10058690 w 12192000"/>
              <a:gd name="connsiteY52" fmla="*/ 1474888 h 3482342"/>
              <a:gd name="connsiteX53" fmla="*/ 10004424 w 12192000"/>
              <a:gd name="connsiteY53" fmla="*/ 1489801 h 3482342"/>
              <a:gd name="connsiteX54" fmla="*/ 9999951 w 12192000"/>
              <a:gd name="connsiteY54" fmla="*/ 1499127 h 3482342"/>
              <a:gd name="connsiteX55" fmla="*/ 9845462 w 12192000"/>
              <a:gd name="connsiteY55" fmla="*/ 1548192 h 3482342"/>
              <a:gd name="connsiteX56" fmla="*/ 9736156 w 12192000"/>
              <a:gd name="connsiteY56" fmla="*/ 1581928 h 3482342"/>
              <a:gd name="connsiteX57" fmla="*/ 9693355 w 12192000"/>
              <a:gd name="connsiteY57" fmla="*/ 1602632 h 3482342"/>
              <a:gd name="connsiteX58" fmla="*/ 9664242 w 12192000"/>
              <a:gd name="connsiteY58" fmla="*/ 1622075 h 3482342"/>
              <a:gd name="connsiteX59" fmla="*/ 9579195 w 12192000"/>
              <a:gd name="connsiteY59" fmla="*/ 1648017 h 3482342"/>
              <a:gd name="connsiteX60" fmla="*/ 9433652 w 12192000"/>
              <a:gd name="connsiteY60" fmla="*/ 1681174 h 3482342"/>
              <a:gd name="connsiteX61" fmla="*/ 9403775 w 12192000"/>
              <a:gd name="connsiteY61" fmla="*/ 1690403 h 3482342"/>
              <a:gd name="connsiteX62" fmla="*/ 9382503 w 12192000"/>
              <a:gd name="connsiteY62" fmla="*/ 1706957 h 3482342"/>
              <a:gd name="connsiteX63" fmla="*/ 9381410 w 12192000"/>
              <a:gd name="connsiteY63" fmla="*/ 1718312 h 3482342"/>
              <a:gd name="connsiteX64" fmla="*/ 9365685 w 12192000"/>
              <a:gd name="connsiteY64" fmla="*/ 1724772 h 3482342"/>
              <a:gd name="connsiteX65" fmla="*/ 9278020 w 12192000"/>
              <a:gd name="connsiteY65" fmla="*/ 1741161 h 3482342"/>
              <a:gd name="connsiteX66" fmla="*/ 9217145 w 12192000"/>
              <a:gd name="connsiteY66" fmla="*/ 1771195 h 3482342"/>
              <a:gd name="connsiteX67" fmla="*/ 8955875 w 12192000"/>
              <a:gd name="connsiteY67" fmla="*/ 1796806 h 3482342"/>
              <a:gd name="connsiteX68" fmla="*/ 8648415 w 12192000"/>
              <a:gd name="connsiteY68" fmla="*/ 1878623 h 3482342"/>
              <a:gd name="connsiteX69" fmla="*/ 8538519 w 12192000"/>
              <a:gd name="connsiteY69" fmla="*/ 1894114 h 3482342"/>
              <a:gd name="connsiteX70" fmla="*/ 8506541 w 12192000"/>
              <a:gd name="connsiteY70" fmla="*/ 1905955 h 3482342"/>
              <a:gd name="connsiteX71" fmla="*/ 8236214 w 12192000"/>
              <a:gd name="connsiteY71" fmla="*/ 1909725 h 3482342"/>
              <a:gd name="connsiteX72" fmla="*/ 8132104 w 12192000"/>
              <a:gd name="connsiteY72" fmla="*/ 1895727 h 3482342"/>
              <a:gd name="connsiteX73" fmla="*/ 7918078 w 12192000"/>
              <a:gd name="connsiteY73" fmla="*/ 1862668 h 3482342"/>
              <a:gd name="connsiteX74" fmla="*/ 7817899 w 12192000"/>
              <a:gd name="connsiteY74" fmla="*/ 1862176 h 3482342"/>
              <a:gd name="connsiteX75" fmla="*/ 7768994 w 12192000"/>
              <a:gd name="connsiteY75" fmla="*/ 1855721 h 3482342"/>
              <a:gd name="connsiteX76" fmla="*/ 7618027 w 12192000"/>
              <a:gd name="connsiteY76" fmla="*/ 1830959 h 3482342"/>
              <a:gd name="connsiteX77" fmla="*/ 7449425 w 12192000"/>
              <a:gd name="connsiteY77" fmla="*/ 1810910 h 3482342"/>
              <a:gd name="connsiteX78" fmla="*/ 7342915 w 12192000"/>
              <a:gd name="connsiteY78" fmla="*/ 1819827 h 3482342"/>
              <a:gd name="connsiteX79" fmla="*/ 7255191 w 12192000"/>
              <a:gd name="connsiteY79" fmla="*/ 1834354 h 3482342"/>
              <a:gd name="connsiteX80" fmla="*/ 7131205 w 12192000"/>
              <a:gd name="connsiteY80" fmla="*/ 1845557 h 3482342"/>
              <a:gd name="connsiteX81" fmla="*/ 6941837 w 12192000"/>
              <a:gd name="connsiteY81" fmla="*/ 1840640 h 3482342"/>
              <a:gd name="connsiteX82" fmla="*/ 6837145 w 12192000"/>
              <a:gd name="connsiteY82" fmla="*/ 1870724 h 3482342"/>
              <a:gd name="connsiteX83" fmla="*/ 6753991 w 12192000"/>
              <a:gd name="connsiteY83" fmla="*/ 1860969 h 3482342"/>
              <a:gd name="connsiteX84" fmla="*/ 6727754 w 12192000"/>
              <a:gd name="connsiteY84" fmla="*/ 1882372 h 3482342"/>
              <a:gd name="connsiteX85" fmla="*/ 6723371 w 12192000"/>
              <a:gd name="connsiteY85" fmla="*/ 1886494 h 3482342"/>
              <a:gd name="connsiteX86" fmla="*/ 6702779 w 12192000"/>
              <a:gd name="connsiteY86" fmla="*/ 1893601 h 3482342"/>
              <a:gd name="connsiteX87" fmla="*/ 6686657 w 12192000"/>
              <a:gd name="connsiteY87" fmla="*/ 1907344 h 3482342"/>
              <a:gd name="connsiteX88" fmla="*/ 6651330 w 12192000"/>
              <a:gd name="connsiteY88" fmla="*/ 1922921 h 3482342"/>
              <a:gd name="connsiteX89" fmla="*/ 6622958 w 12192000"/>
              <a:gd name="connsiteY89" fmla="*/ 1936255 h 3482342"/>
              <a:gd name="connsiteX90" fmla="*/ 6522602 w 12192000"/>
              <a:gd name="connsiteY90" fmla="*/ 1954133 h 3482342"/>
              <a:gd name="connsiteX91" fmla="*/ 6444344 w 12192000"/>
              <a:gd name="connsiteY91" fmla="*/ 1969663 h 3482342"/>
              <a:gd name="connsiteX92" fmla="*/ 6409626 w 12192000"/>
              <a:gd name="connsiteY92" fmla="*/ 1978846 h 3482342"/>
              <a:gd name="connsiteX93" fmla="*/ 6333446 w 12192000"/>
              <a:gd name="connsiteY93" fmla="*/ 1997163 h 3482342"/>
              <a:gd name="connsiteX94" fmla="*/ 6294933 w 12192000"/>
              <a:gd name="connsiteY94" fmla="*/ 2019412 h 3482342"/>
              <a:gd name="connsiteX95" fmla="*/ 6238719 w 12192000"/>
              <a:gd name="connsiteY95" fmla="*/ 2042547 h 3482342"/>
              <a:gd name="connsiteX96" fmla="*/ 6187205 w 12192000"/>
              <a:gd name="connsiteY96" fmla="*/ 2060048 h 3482342"/>
              <a:gd name="connsiteX97" fmla="*/ 6138780 w 12192000"/>
              <a:gd name="connsiteY97" fmla="*/ 2081918 h 3482342"/>
              <a:gd name="connsiteX98" fmla="*/ 6120125 w 12192000"/>
              <a:gd name="connsiteY98" fmla="*/ 2109475 h 3482342"/>
              <a:gd name="connsiteX99" fmla="*/ 6056576 w 12192000"/>
              <a:gd name="connsiteY99" fmla="*/ 2120066 h 3482342"/>
              <a:gd name="connsiteX100" fmla="*/ 5993794 w 12192000"/>
              <a:gd name="connsiteY100" fmla="*/ 2122569 h 3482342"/>
              <a:gd name="connsiteX101" fmla="*/ 5943601 w 12192000"/>
              <a:gd name="connsiteY101" fmla="*/ 2137719 h 3482342"/>
              <a:gd name="connsiteX102" fmla="*/ 5898141 w 12192000"/>
              <a:gd name="connsiteY102" fmla="*/ 2144806 h 3482342"/>
              <a:gd name="connsiteX103" fmla="*/ 5855337 w 12192000"/>
              <a:gd name="connsiteY103" fmla="*/ 2137719 h 3482342"/>
              <a:gd name="connsiteX104" fmla="*/ 5817682 w 12192000"/>
              <a:gd name="connsiteY104" fmla="*/ 2157358 h 3482342"/>
              <a:gd name="connsiteX105" fmla="*/ 5735300 w 12192000"/>
              <a:gd name="connsiteY105" fmla="*/ 2158902 h 3482342"/>
              <a:gd name="connsiteX106" fmla="*/ 5591469 w 12192000"/>
              <a:gd name="connsiteY106" fmla="*/ 2178389 h 3482342"/>
              <a:gd name="connsiteX107" fmla="*/ 5505818 w 12192000"/>
              <a:gd name="connsiteY107" fmla="*/ 2194207 h 3482342"/>
              <a:gd name="connsiteX108" fmla="*/ 5452860 w 12192000"/>
              <a:gd name="connsiteY108" fmla="*/ 2180085 h 3482342"/>
              <a:gd name="connsiteX109" fmla="*/ 5414282 w 12192000"/>
              <a:gd name="connsiteY109" fmla="*/ 2183070 h 3482342"/>
              <a:gd name="connsiteX110" fmla="*/ 5368369 w 12192000"/>
              <a:gd name="connsiteY110" fmla="*/ 2204272 h 3482342"/>
              <a:gd name="connsiteX111" fmla="*/ 5336354 w 12192000"/>
              <a:gd name="connsiteY111" fmla="*/ 2218920 h 3482342"/>
              <a:gd name="connsiteX112" fmla="*/ 5291263 w 12192000"/>
              <a:gd name="connsiteY112" fmla="*/ 2239182 h 3482342"/>
              <a:gd name="connsiteX113" fmla="*/ 5255152 w 12192000"/>
              <a:gd name="connsiteY113" fmla="*/ 2247164 h 3482342"/>
              <a:gd name="connsiteX114" fmla="*/ 5233796 w 12192000"/>
              <a:gd name="connsiteY114" fmla="*/ 2268260 h 3482342"/>
              <a:gd name="connsiteX115" fmla="*/ 5212786 w 12192000"/>
              <a:gd name="connsiteY115" fmla="*/ 2296592 h 3482342"/>
              <a:gd name="connsiteX116" fmla="*/ 5173523 w 12192000"/>
              <a:gd name="connsiteY116" fmla="*/ 2309057 h 3482342"/>
              <a:gd name="connsiteX117" fmla="*/ 5123830 w 12192000"/>
              <a:gd name="connsiteY117" fmla="*/ 2307070 h 3482342"/>
              <a:gd name="connsiteX118" fmla="*/ 5065426 w 12192000"/>
              <a:gd name="connsiteY118" fmla="*/ 2324076 h 3482342"/>
              <a:gd name="connsiteX119" fmla="*/ 4975908 w 12192000"/>
              <a:gd name="connsiteY119" fmla="*/ 2364128 h 3482342"/>
              <a:gd name="connsiteX120" fmla="*/ 4913723 w 12192000"/>
              <a:gd name="connsiteY120" fmla="*/ 2385265 h 3482342"/>
              <a:gd name="connsiteX121" fmla="*/ 4746485 w 12192000"/>
              <a:gd name="connsiteY121" fmla="*/ 2451769 h 3482342"/>
              <a:gd name="connsiteX122" fmla="*/ 4681588 w 12192000"/>
              <a:gd name="connsiteY122" fmla="*/ 2467494 h 3482342"/>
              <a:gd name="connsiteX123" fmla="*/ 1783655 w 12192000"/>
              <a:gd name="connsiteY123" fmla="*/ 3163860 h 3482342"/>
              <a:gd name="connsiteX124" fmla="*/ 1325955 w 12192000"/>
              <a:gd name="connsiteY124" fmla="*/ 3176692 h 3482342"/>
              <a:gd name="connsiteX125" fmla="*/ 1190384 w 12192000"/>
              <a:gd name="connsiteY125" fmla="*/ 3203504 h 3482342"/>
              <a:gd name="connsiteX126" fmla="*/ 1094537 w 12192000"/>
              <a:gd name="connsiteY126" fmla="*/ 3229469 h 3482342"/>
              <a:gd name="connsiteX127" fmla="*/ 779276 w 12192000"/>
              <a:gd name="connsiteY127" fmla="*/ 3327290 h 3482342"/>
              <a:gd name="connsiteX128" fmla="*/ 600378 w 12192000"/>
              <a:gd name="connsiteY128" fmla="*/ 3335250 h 3482342"/>
              <a:gd name="connsiteX129" fmla="*/ 493457 w 12192000"/>
              <a:gd name="connsiteY129" fmla="*/ 3365044 h 3482342"/>
              <a:gd name="connsiteX130" fmla="*/ 349402 w 12192000"/>
              <a:gd name="connsiteY130" fmla="*/ 3380897 h 3482342"/>
              <a:gd name="connsiteX131" fmla="*/ 192183 w 12192000"/>
              <a:gd name="connsiteY131" fmla="*/ 3460075 h 3482342"/>
              <a:gd name="connsiteX132" fmla="*/ 46713 w 12192000"/>
              <a:gd name="connsiteY132" fmla="*/ 3462986 h 3482342"/>
              <a:gd name="connsiteX133" fmla="*/ 2765 w 12192000"/>
              <a:gd name="connsiteY133" fmla="*/ 3480770 h 3482342"/>
              <a:gd name="connsiteX134" fmla="*/ 0 w 12192000"/>
              <a:gd name="connsiteY134" fmla="*/ 3482342 h 3482342"/>
              <a:gd name="connsiteX135" fmla="*/ 0 w 12192000"/>
              <a:gd name="connsiteY135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6818 w 12192000"/>
              <a:gd name="connsiteY14" fmla="*/ 769062 h 3482342"/>
              <a:gd name="connsiteX15" fmla="*/ 11601229 w 12192000"/>
              <a:gd name="connsiteY15" fmla="*/ 785537 h 3482342"/>
              <a:gd name="connsiteX16" fmla="*/ 11501920 w 12192000"/>
              <a:gd name="connsiteY16" fmla="*/ 813109 h 3482342"/>
              <a:gd name="connsiteX17" fmla="*/ 11405286 w 12192000"/>
              <a:gd name="connsiteY17" fmla="*/ 849086 h 3482342"/>
              <a:gd name="connsiteX18" fmla="*/ 11338523 w 12192000"/>
              <a:gd name="connsiteY18" fmla="*/ 852810 h 3482342"/>
              <a:gd name="connsiteX19" fmla="*/ 11313493 w 12192000"/>
              <a:gd name="connsiteY19" fmla="*/ 880860 h 3482342"/>
              <a:gd name="connsiteX20" fmla="*/ 11228040 w 12192000"/>
              <a:gd name="connsiteY20" fmla="*/ 958953 h 3482342"/>
              <a:gd name="connsiteX21" fmla="*/ 11196987 w 12192000"/>
              <a:gd name="connsiteY21" fmla="*/ 1000897 h 3482342"/>
              <a:gd name="connsiteX22" fmla="*/ 11193568 w 12192000"/>
              <a:gd name="connsiteY22" fmla="*/ 1039464 h 3482342"/>
              <a:gd name="connsiteX23" fmla="*/ 11175804 w 12192000"/>
              <a:gd name="connsiteY23" fmla="*/ 1067977 h 3482342"/>
              <a:gd name="connsiteX24" fmla="*/ 11133438 w 12192000"/>
              <a:gd name="connsiteY24" fmla="*/ 1106812 h 3482342"/>
              <a:gd name="connsiteX25" fmla="*/ 11120819 w 12192000"/>
              <a:gd name="connsiteY25" fmla="*/ 1126133 h 3482342"/>
              <a:gd name="connsiteX26" fmla="*/ 11071654 w 12192000"/>
              <a:gd name="connsiteY26" fmla="*/ 1177422 h 3482342"/>
              <a:gd name="connsiteX27" fmla="*/ 11028687 w 12192000"/>
              <a:gd name="connsiteY27" fmla="*/ 1199018 h 3482342"/>
              <a:gd name="connsiteX28" fmla="*/ 10974565 w 12192000"/>
              <a:gd name="connsiteY28" fmla="*/ 1226849 h 3482342"/>
              <a:gd name="connsiteX29" fmla="*/ 10960443 w 12192000"/>
              <a:gd name="connsiteY29" fmla="*/ 1244502 h 3482342"/>
              <a:gd name="connsiteX30" fmla="*/ 10879242 w 12192000"/>
              <a:gd name="connsiteY30" fmla="*/ 1269215 h 3482342"/>
              <a:gd name="connsiteX31" fmla="*/ 10850998 w 12192000"/>
              <a:gd name="connsiteY31" fmla="*/ 1269215 h 3482342"/>
              <a:gd name="connsiteX32" fmla="*/ 10815658 w 12192000"/>
              <a:gd name="connsiteY32" fmla="*/ 1287849 h 3482342"/>
              <a:gd name="connsiteX33" fmla="*/ 10723900 w 12192000"/>
              <a:gd name="connsiteY33" fmla="*/ 1318642 h 3482342"/>
              <a:gd name="connsiteX34" fmla="*/ 10699186 w 12192000"/>
              <a:gd name="connsiteY34" fmla="*/ 1322173 h 3482342"/>
              <a:gd name="connsiteX35" fmla="*/ 10676375 w 12192000"/>
              <a:gd name="connsiteY35" fmla="*/ 1342640 h 3482342"/>
              <a:gd name="connsiteX36" fmla="*/ 10636304 w 12192000"/>
              <a:gd name="connsiteY36" fmla="*/ 1342641 h 3482342"/>
              <a:gd name="connsiteX37" fmla="*/ 10603863 w 12192000"/>
              <a:gd name="connsiteY37" fmla="*/ 1346886 h 3482342"/>
              <a:gd name="connsiteX38" fmla="*/ 10573203 w 12192000"/>
              <a:gd name="connsiteY38" fmla="*/ 1351996 h 3482342"/>
              <a:gd name="connsiteX39" fmla="*/ 10547375 w 12192000"/>
              <a:gd name="connsiteY39" fmla="*/ 1375130 h 3482342"/>
              <a:gd name="connsiteX40" fmla="*/ 10513263 w 12192000"/>
              <a:gd name="connsiteY40" fmla="*/ 1371939 h 3482342"/>
              <a:gd name="connsiteX41" fmla="*/ 10487356 w 12192000"/>
              <a:gd name="connsiteY41" fmla="*/ 1385722 h 3482342"/>
              <a:gd name="connsiteX42" fmla="*/ 10464012 w 12192000"/>
              <a:gd name="connsiteY42" fmla="*/ 1391778 h 3482342"/>
              <a:gd name="connsiteX43" fmla="*/ 10439694 w 12192000"/>
              <a:gd name="connsiteY43" fmla="*/ 1406905 h 3482342"/>
              <a:gd name="connsiteX44" fmla="*/ 10405409 w 12192000"/>
              <a:gd name="connsiteY44" fmla="*/ 1422789 h 3482342"/>
              <a:gd name="connsiteX45" fmla="*/ 10370530 w 12192000"/>
              <a:gd name="connsiteY45" fmla="*/ 1441596 h 3482342"/>
              <a:gd name="connsiteX46" fmla="*/ 10300239 w 12192000"/>
              <a:gd name="connsiteY46" fmla="*/ 1456332 h 3482342"/>
              <a:gd name="connsiteX47" fmla="*/ 10264922 w 12192000"/>
              <a:gd name="connsiteY47" fmla="*/ 1472107 h 3482342"/>
              <a:gd name="connsiteX48" fmla="*/ 10229629 w 12192000"/>
              <a:gd name="connsiteY48" fmla="*/ 1470454 h 3482342"/>
              <a:gd name="connsiteX49" fmla="*/ 10201385 w 12192000"/>
              <a:gd name="connsiteY49" fmla="*/ 1477515 h 3482342"/>
              <a:gd name="connsiteX50" fmla="*/ 10151958 w 12192000"/>
              <a:gd name="connsiteY50" fmla="*/ 1477515 h 3482342"/>
              <a:gd name="connsiteX51" fmla="*/ 10120184 w 12192000"/>
              <a:gd name="connsiteY51" fmla="*/ 1466924 h 3482342"/>
              <a:gd name="connsiteX52" fmla="*/ 10081348 w 12192000"/>
              <a:gd name="connsiteY52" fmla="*/ 1481046 h 3482342"/>
              <a:gd name="connsiteX53" fmla="*/ 10058690 w 12192000"/>
              <a:gd name="connsiteY53" fmla="*/ 1474888 h 3482342"/>
              <a:gd name="connsiteX54" fmla="*/ 10004424 w 12192000"/>
              <a:gd name="connsiteY54" fmla="*/ 1489801 h 3482342"/>
              <a:gd name="connsiteX55" fmla="*/ 9999951 w 12192000"/>
              <a:gd name="connsiteY55" fmla="*/ 1499127 h 3482342"/>
              <a:gd name="connsiteX56" fmla="*/ 9845462 w 12192000"/>
              <a:gd name="connsiteY56" fmla="*/ 1548192 h 3482342"/>
              <a:gd name="connsiteX57" fmla="*/ 9736156 w 12192000"/>
              <a:gd name="connsiteY57" fmla="*/ 1581928 h 3482342"/>
              <a:gd name="connsiteX58" fmla="*/ 9693355 w 12192000"/>
              <a:gd name="connsiteY58" fmla="*/ 1602632 h 3482342"/>
              <a:gd name="connsiteX59" fmla="*/ 9664242 w 12192000"/>
              <a:gd name="connsiteY59" fmla="*/ 1622075 h 3482342"/>
              <a:gd name="connsiteX60" fmla="*/ 9579195 w 12192000"/>
              <a:gd name="connsiteY60" fmla="*/ 1648017 h 3482342"/>
              <a:gd name="connsiteX61" fmla="*/ 9433652 w 12192000"/>
              <a:gd name="connsiteY61" fmla="*/ 1681174 h 3482342"/>
              <a:gd name="connsiteX62" fmla="*/ 9403775 w 12192000"/>
              <a:gd name="connsiteY62" fmla="*/ 1690403 h 3482342"/>
              <a:gd name="connsiteX63" fmla="*/ 9382503 w 12192000"/>
              <a:gd name="connsiteY63" fmla="*/ 1706957 h 3482342"/>
              <a:gd name="connsiteX64" fmla="*/ 9381410 w 12192000"/>
              <a:gd name="connsiteY64" fmla="*/ 1718312 h 3482342"/>
              <a:gd name="connsiteX65" fmla="*/ 9365685 w 12192000"/>
              <a:gd name="connsiteY65" fmla="*/ 1724772 h 3482342"/>
              <a:gd name="connsiteX66" fmla="*/ 9278020 w 12192000"/>
              <a:gd name="connsiteY66" fmla="*/ 1741161 h 3482342"/>
              <a:gd name="connsiteX67" fmla="*/ 9217145 w 12192000"/>
              <a:gd name="connsiteY67" fmla="*/ 1771195 h 3482342"/>
              <a:gd name="connsiteX68" fmla="*/ 8955875 w 12192000"/>
              <a:gd name="connsiteY68" fmla="*/ 1796806 h 3482342"/>
              <a:gd name="connsiteX69" fmla="*/ 8648415 w 12192000"/>
              <a:gd name="connsiteY69" fmla="*/ 1878623 h 3482342"/>
              <a:gd name="connsiteX70" fmla="*/ 8538519 w 12192000"/>
              <a:gd name="connsiteY70" fmla="*/ 1894114 h 3482342"/>
              <a:gd name="connsiteX71" fmla="*/ 8506541 w 12192000"/>
              <a:gd name="connsiteY71" fmla="*/ 1905955 h 3482342"/>
              <a:gd name="connsiteX72" fmla="*/ 8236214 w 12192000"/>
              <a:gd name="connsiteY72" fmla="*/ 1909725 h 3482342"/>
              <a:gd name="connsiteX73" fmla="*/ 8132104 w 12192000"/>
              <a:gd name="connsiteY73" fmla="*/ 1895727 h 3482342"/>
              <a:gd name="connsiteX74" fmla="*/ 7918078 w 12192000"/>
              <a:gd name="connsiteY74" fmla="*/ 1862668 h 3482342"/>
              <a:gd name="connsiteX75" fmla="*/ 7817899 w 12192000"/>
              <a:gd name="connsiteY75" fmla="*/ 1862176 h 3482342"/>
              <a:gd name="connsiteX76" fmla="*/ 7768994 w 12192000"/>
              <a:gd name="connsiteY76" fmla="*/ 1855721 h 3482342"/>
              <a:gd name="connsiteX77" fmla="*/ 7618027 w 12192000"/>
              <a:gd name="connsiteY77" fmla="*/ 1830959 h 3482342"/>
              <a:gd name="connsiteX78" fmla="*/ 7449425 w 12192000"/>
              <a:gd name="connsiteY78" fmla="*/ 1810910 h 3482342"/>
              <a:gd name="connsiteX79" fmla="*/ 7342915 w 12192000"/>
              <a:gd name="connsiteY79" fmla="*/ 1819827 h 3482342"/>
              <a:gd name="connsiteX80" fmla="*/ 7255191 w 12192000"/>
              <a:gd name="connsiteY80" fmla="*/ 1834354 h 3482342"/>
              <a:gd name="connsiteX81" fmla="*/ 7131205 w 12192000"/>
              <a:gd name="connsiteY81" fmla="*/ 1845557 h 3482342"/>
              <a:gd name="connsiteX82" fmla="*/ 6941837 w 12192000"/>
              <a:gd name="connsiteY82" fmla="*/ 1840640 h 3482342"/>
              <a:gd name="connsiteX83" fmla="*/ 6837145 w 12192000"/>
              <a:gd name="connsiteY83" fmla="*/ 1870724 h 3482342"/>
              <a:gd name="connsiteX84" fmla="*/ 6753991 w 12192000"/>
              <a:gd name="connsiteY84" fmla="*/ 1860969 h 3482342"/>
              <a:gd name="connsiteX85" fmla="*/ 6727754 w 12192000"/>
              <a:gd name="connsiteY85" fmla="*/ 1882372 h 3482342"/>
              <a:gd name="connsiteX86" fmla="*/ 6723371 w 12192000"/>
              <a:gd name="connsiteY86" fmla="*/ 1886494 h 3482342"/>
              <a:gd name="connsiteX87" fmla="*/ 6702779 w 12192000"/>
              <a:gd name="connsiteY87" fmla="*/ 1893601 h 3482342"/>
              <a:gd name="connsiteX88" fmla="*/ 6686657 w 12192000"/>
              <a:gd name="connsiteY88" fmla="*/ 1907344 h 3482342"/>
              <a:gd name="connsiteX89" fmla="*/ 6651330 w 12192000"/>
              <a:gd name="connsiteY89" fmla="*/ 1922921 h 3482342"/>
              <a:gd name="connsiteX90" fmla="*/ 6622958 w 12192000"/>
              <a:gd name="connsiteY90" fmla="*/ 1936255 h 3482342"/>
              <a:gd name="connsiteX91" fmla="*/ 6522602 w 12192000"/>
              <a:gd name="connsiteY91" fmla="*/ 1954133 h 3482342"/>
              <a:gd name="connsiteX92" fmla="*/ 6444344 w 12192000"/>
              <a:gd name="connsiteY92" fmla="*/ 1969663 h 3482342"/>
              <a:gd name="connsiteX93" fmla="*/ 6409626 w 12192000"/>
              <a:gd name="connsiteY93" fmla="*/ 1978846 h 3482342"/>
              <a:gd name="connsiteX94" fmla="*/ 6333446 w 12192000"/>
              <a:gd name="connsiteY94" fmla="*/ 1997163 h 3482342"/>
              <a:gd name="connsiteX95" fmla="*/ 6294933 w 12192000"/>
              <a:gd name="connsiteY95" fmla="*/ 2019412 h 3482342"/>
              <a:gd name="connsiteX96" fmla="*/ 6238719 w 12192000"/>
              <a:gd name="connsiteY96" fmla="*/ 2042547 h 3482342"/>
              <a:gd name="connsiteX97" fmla="*/ 6187205 w 12192000"/>
              <a:gd name="connsiteY97" fmla="*/ 2060048 h 3482342"/>
              <a:gd name="connsiteX98" fmla="*/ 6138780 w 12192000"/>
              <a:gd name="connsiteY98" fmla="*/ 2081918 h 3482342"/>
              <a:gd name="connsiteX99" fmla="*/ 6120125 w 12192000"/>
              <a:gd name="connsiteY99" fmla="*/ 2109475 h 3482342"/>
              <a:gd name="connsiteX100" fmla="*/ 6056576 w 12192000"/>
              <a:gd name="connsiteY100" fmla="*/ 2120066 h 3482342"/>
              <a:gd name="connsiteX101" fmla="*/ 5993794 w 12192000"/>
              <a:gd name="connsiteY101" fmla="*/ 2122569 h 3482342"/>
              <a:gd name="connsiteX102" fmla="*/ 5943601 w 12192000"/>
              <a:gd name="connsiteY102" fmla="*/ 2137719 h 3482342"/>
              <a:gd name="connsiteX103" fmla="*/ 5898141 w 12192000"/>
              <a:gd name="connsiteY103" fmla="*/ 2144806 h 3482342"/>
              <a:gd name="connsiteX104" fmla="*/ 5855337 w 12192000"/>
              <a:gd name="connsiteY104" fmla="*/ 2137719 h 3482342"/>
              <a:gd name="connsiteX105" fmla="*/ 5817682 w 12192000"/>
              <a:gd name="connsiteY105" fmla="*/ 2157358 h 3482342"/>
              <a:gd name="connsiteX106" fmla="*/ 5735300 w 12192000"/>
              <a:gd name="connsiteY106" fmla="*/ 2158902 h 3482342"/>
              <a:gd name="connsiteX107" fmla="*/ 5591469 w 12192000"/>
              <a:gd name="connsiteY107" fmla="*/ 2178389 h 3482342"/>
              <a:gd name="connsiteX108" fmla="*/ 5505818 w 12192000"/>
              <a:gd name="connsiteY108" fmla="*/ 2194207 h 3482342"/>
              <a:gd name="connsiteX109" fmla="*/ 5452860 w 12192000"/>
              <a:gd name="connsiteY109" fmla="*/ 2180085 h 3482342"/>
              <a:gd name="connsiteX110" fmla="*/ 5414282 w 12192000"/>
              <a:gd name="connsiteY110" fmla="*/ 2183070 h 3482342"/>
              <a:gd name="connsiteX111" fmla="*/ 5368369 w 12192000"/>
              <a:gd name="connsiteY111" fmla="*/ 2204272 h 3482342"/>
              <a:gd name="connsiteX112" fmla="*/ 5336354 w 12192000"/>
              <a:gd name="connsiteY112" fmla="*/ 2218920 h 3482342"/>
              <a:gd name="connsiteX113" fmla="*/ 5291263 w 12192000"/>
              <a:gd name="connsiteY113" fmla="*/ 2239182 h 3482342"/>
              <a:gd name="connsiteX114" fmla="*/ 5255152 w 12192000"/>
              <a:gd name="connsiteY114" fmla="*/ 2247164 h 3482342"/>
              <a:gd name="connsiteX115" fmla="*/ 5233796 w 12192000"/>
              <a:gd name="connsiteY115" fmla="*/ 2268260 h 3482342"/>
              <a:gd name="connsiteX116" fmla="*/ 5212786 w 12192000"/>
              <a:gd name="connsiteY116" fmla="*/ 2296592 h 3482342"/>
              <a:gd name="connsiteX117" fmla="*/ 5173523 w 12192000"/>
              <a:gd name="connsiteY117" fmla="*/ 2309057 h 3482342"/>
              <a:gd name="connsiteX118" fmla="*/ 5123830 w 12192000"/>
              <a:gd name="connsiteY118" fmla="*/ 2307070 h 3482342"/>
              <a:gd name="connsiteX119" fmla="*/ 5065426 w 12192000"/>
              <a:gd name="connsiteY119" fmla="*/ 2324076 h 3482342"/>
              <a:gd name="connsiteX120" fmla="*/ 4975908 w 12192000"/>
              <a:gd name="connsiteY120" fmla="*/ 2364128 h 3482342"/>
              <a:gd name="connsiteX121" fmla="*/ 4913723 w 12192000"/>
              <a:gd name="connsiteY121" fmla="*/ 2385265 h 3482342"/>
              <a:gd name="connsiteX122" fmla="*/ 4746485 w 12192000"/>
              <a:gd name="connsiteY122" fmla="*/ 2451769 h 3482342"/>
              <a:gd name="connsiteX123" fmla="*/ 4681588 w 12192000"/>
              <a:gd name="connsiteY123" fmla="*/ 2467494 h 3482342"/>
              <a:gd name="connsiteX124" fmla="*/ 1783655 w 12192000"/>
              <a:gd name="connsiteY124" fmla="*/ 3163860 h 3482342"/>
              <a:gd name="connsiteX125" fmla="*/ 1325955 w 12192000"/>
              <a:gd name="connsiteY125" fmla="*/ 3176692 h 3482342"/>
              <a:gd name="connsiteX126" fmla="*/ 1190384 w 12192000"/>
              <a:gd name="connsiteY126" fmla="*/ 3203504 h 3482342"/>
              <a:gd name="connsiteX127" fmla="*/ 1094537 w 12192000"/>
              <a:gd name="connsiteY127" fmla="*/ 3229469 h 3482342"/>
              <a:gd name="connsiteX128" fmla="*/ 779276 w 12192000"/>
              <a:gd name="connsiteY128" fmla="*/ 3327290 h 3482342"/>
              <a:gd name="connsiteX129" fmla="*/ 600378 w 12192000"/>
              <a:gd name="connsiteY129" fmla="*/ 3335250 h 3482342"/>
              <a:gd name="connsiteX130" fmla="*/ 493457 w 12192000"/>
              <a:gd name="connsiteY130" fmla="*/ 3365044 h 3482342"/>
              <a:gd name="connsiteX131" fmla="*/ 349402 w 12192000"/>
              <a:gd name="connsiteY131" fmla="*/ 3380897 h 3482342"/>
              <a:gd name="connsiteX132" fmla="*/ 192183 w 12192000"/>
              <a:gd name="connsiteY132" fmla="*/ 3460075 h 3482342"/>
              <a:gd name="connsiteX133" fmla="*/ 46713 w 12192000"/>
              <a:gd name="connsiteY133" fmla="*/ 3462986 h 3482342"/>
              <a:gd name="connsiteX134" fmla="*/ 2765 w 12192000"/>
              <a:gd name="connsiteY134" fmla="*/ 3480770 h 3482342"/>
              <a:gd name="connsiteX135" fmla="*/ 0 w 12192000"/>
              <a:gd name="connsiteY135" fmla="*/ 3482342 h 3482342"/>
              <a:gd name="connsiteX136" fmla="*/ 0 w 12192000"/>
              <a:gd name="connsiteY136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23051 w 12192000"/>
              <a:gd name="connsiteY5" fmla="*/ 656045 h 3482342"/>
              <a:gd name="connsiteX6" fmla="*/ 11832939 w 12192000"/>
              <a:gd name="connsiteY6" fmla="*/ 674181 h 3482342"/>
              <a:gd name="connsiteX7" fmla="*/ 11767770 w 12192000"/>
              <a:gd name="connsiteY7" fmla="*/ 683807 h 3482342"/>
              <a:gd name="connsiteX8" fmla="*/ 11728279 w 12192000"/>
              <a:gd name="connsiteY8" fmla="*/ 700816 h 3482342"/>
              <a:gd name="connsiteX9" fmla="*/ 11722533 w 12192000"/>
              <a:gd name="connsiteY9" fmla="*/ 703421 h 3482342"/>
              <a:gd name="connsiteX10" fmla="*/ 11720002 w 12192000"/>
              <a:gd name="connsiteY10" fmla="*/ 710566 h 3482342"/>
              <a:gd name="connsiteX11" fmla="*/ 11707351 w 12192000"/>
              <a:gd name="connsiteY11" fmla="*/ 710310 h 3482342"/>
              <a:gd name="connsiteX12" fmla="*/ 11700369 w 12192000"/>
              <a:gd name="connsiteY12" fmla="*/ 713480 h 3482342"/>
              <a:gd name="connsiteX13" fmla="*/ 11691126 w 12192000"/>
              <a:gd name="connsiteY13" fmla="*/ 726131 h 3482342"/>
              <a:gd name="connsiteX14" fmla="*/ 11657717 w 12192000"/>
              <a:gd name="connsiteY14" fmla="*/ 746701 h 3482342"/>
              <a:gd name="connsiteX15" fmla="*/ 11656818 w 12192000"/>
              <a:gd name="connsiteY15" fmla="*/ 769062 h 3482342"/>
              <a:gd name="connsiteX16" fmla="*/ 11601229 w 12192000"/>
              <a:gd name="connsiteY16" fmla="*/ 785537 h 3482342"/>
              <a:gd name="connsiteX17" fmla="*/ 11501920 w 12192000"/>
              <a:gd name="connsiteY17" fmla="*/ 813109 h 3482342"/>
              <a:gd name="connsiteX18" fmla="*/ 11405286 w 12192000"/>
              <a:gd name="connsiteY18" fmla="*/ 849086 h 3482342"/>
              <a:gd name="connsiteX19" fmla="*/ 11338523 w 12192000"/>
              <a:gd name="connsiteY19" fmla="*/ 852810 h 3482342"/>
              <a:gd name="connsiteX20" fmla="*/ 11313493 w 12192000"/>
              <a:gd name="connsiteY20" fmla="*/ 880860 h 3482342"/>
              <a:gd name="connsiteX21" fmla="*/ 11228040 w 12192000"/>
              <a:gd name="connsiteY21" fmla="*/ 958953 h 3482342"/>
              <a:gd name="connsiteX22" fmla="*/ 11196987 w 12192000"/>
              <a:gd name="connsiteY22" fmla="*/ 1000897 h 3482342"/>
              <a:gd name="connsiteX23" fmla="*/ 11193568 w 12192000"/>
              <a:gd name="connsiteY23" fmla="*/ 1039464 h 3482342"/>
              <a:gd name="connsiteX24" fmla="*/ 11175804 w 12192000"/>
              <a:gd name="connsiteY24" fmla="*/ 1067977 h 3482342"/>
              <a:gd name="connsiteX25" fmla="*/ 11133438 w 12192000"/>
              <a:gd name="connsiteY25" fmla="*/ 1106812 h 3482342"/>
              <a:gd name="connsiteX26" fmla="*/ 11120819 w 12192000"/>
              <a:gd name="connsiteY26" fmla="*/ 1126133 h 3482342"/>
              <a:gd name="connsiteX27" fmla="*/ 11071654 w 12192000"/>
              <a:gd name="connsiteY27" fmla="*/ 1177422 h 3482342"/>
              <a:gd name="connsiteX28" fmla="*/ 11028687 w 12192000"/>
              <a:gd name="connsiteY28" fmla="*/ 1199018 h 3482342"/>
              <a:gd name="connsiteX29" fmla="*/ 10974565 w 12192000"/>
              <a:gd name="connsiteY29" fmla="*/ 1226849 h 3482342"/>
              <a:gd name="connsiteX30" fmla="*/ 10960443 w 12192000"/>
              <a:gd name="connsiteY30" fmla="*/ 1244502 h 3482342"/>
              <a:gd name="connsiteX31" fmla="*/ 10879242 w 12192000"/>
              <a:gd name="connsiteY31" fmla="*/ 1269215 h 3482342"/>
              <a:gd name="connsiteX32" fmla="*/ 10850998 w 12192000"/>
              <a:gd name="connsiteY32" fmla="*/ 1269215 h 3482342"/>
              <a:gd name="connsiteX33" fmla="*/ 10815658 w 12192000"/>
              <a:gd name="connsiteY33" fmla="*/ 1287849 h 3482342"/>
              <a:gd name="connsiteX34" fmla="*/ 10723900 w 12192000"/>
              <a:gd name="connsiteY34" fmla="*/ 1318642 h 3482342"/>
              <a:gd name="connsiteX35" fmla="*/ 10699186 w 12192000"/>
              <a:gd name="connsiteY35" fmla="*/ 1322173 h 3482342"/>
              <a:gd name="connsiteX36" fmla="*/ 10676375 w 12192000"/>
              <a:gd name="connsiteY36" fmla="*/ 1342640 h 3482342"/>
              <a:gd name="connsiteX37" fmla="*/ 10636304 w 12192000"/>
              <a:gd name="connsiteY37" fmla="*/ 1342641 h 3482342"/>
              <a:gd name="connsiteX38" fmla="*/ 10603863 w 12192000"/>
              <a:gd name="connsiteY38" fmla="*/ 1346886 h 3482342"/>
              <a:gd name="connsiteX39" fmla="*/ 10573203 w 12192000"/>
              <a:gd name="connsiteY39" fmla="*/ 1351996 h 3482342"/>
              <a:gd name="connsiteX40" fmla="*/ 10547375 w 12192000"/>
              <a:gd name="connsiteY40" fmla="*/ 1375130 h 3482342"/>
              <a:gd name="connsiteX41" fmla="*/ 10513263 w 12192000"/>
              <a:gd name="connsiteY41" fmla="*/ 1371939 h 3482342"/>
              <a:gd name="connsiteX42" fmla="*/ 10487356 w 12192000"/>
              <a:gd name="connsiteY42" fmla="*/ 1385722 h 3482342"/>
              <a:gd name="connsiteX43" fmla="*/ 10464012 w 12192000"/>
              <a:gd name="connsiteY43" fmla="*/ 1391778 h 3482342"/>
              <a:gd name="connsiteX44" fmla="*/ 10439694 w 12192000"/>
              <a:gd name="connsiteY44" fmla="*/ 1406905 h 3482342"/>
              <a:gd name="connsiteX45" fmla="*/ 10405409 w 12192000"/>
              <a:gd name="connsiteY45" fmla="*/ 1422789 h 3482342"/>
              <a:gd name="connsiteX46" fmla="*/ 10370530 w 12192000"/>
              <a:gd name="connsiteY46" fmla="*/ 1441596 h 3482342"/>
              <a:gd name="connsiteX47" fmla="*/ 10300239 w 12192000"/>
              <a:gd name="connsiteY47" fmla="*/ 1456332 h 3482342"/>
              <a:gd name="connsiteX48" fmla="*/ 10264922 w 12192000"/>
              <a:gd name="connsiteY48" fmla="*/ 1472107 h 3482342"/>
              <a:gd name="connsiteX49" fmla="*/ 10229629 w 12192000"/>
              <a:gd name="connsiteY49" fmla="*/ 1470454 h 3482342"/>
              <a:gd name="connsiteX50" fmla="*/ 10201385 w 12192000"/>
              <a:gd name="connsiteY50" fmla="*/ 1477515 h 3482342"/>
              <a:gd name="connsiteX51" fmla="*/ 10151958 w 12192000"/>
              <a:gd name="connsiteY51" fmla="*/ 1477515 h 3482342"/>
              <a:gd name="connsiteX52" fmla="*/ 10120184 w 12192000"/>
              <a:gd name="connsiteY52" fmla="*/ 1466924 h 3482342"/>
              <a:gd name="connsiteX53" fmla="*/ 10081348 w 12192000"/>
              <a:gd name="connsiteY53" fmla="*/ 1481046 h 3482342"/>
              <a:gd name="connsiteX54" fmla="*/ 10058690 w 12192000"/>
              <a:gd name="connsiteY54" fmla="*/ 1474888 h 3482342"/>
              <a:gd name="connsiteX55" fmla="*/ 10004424 w 12192000"/>
              <a:gd name="connsiteY55" fmla="*/ 1489801 h 3482342"/>
              <a:gd name="connsiteX56" fmla="*/ 9999951 w 12192000"/>
              <a:gd name="connsiteY56" fmla="*/ 1499127 h 3482342"/>
              <a:gd name="connsiteX57" fmla="*/ 9845462 w 12192000"/>
              <a:gd name="connsiteY57" fmla="*/ 1548192 h 3482342"/>
              <a:gd name="connsiteX58" fmla="*/ 9736156 w 12192000"/>
              <a:gd name="connsiteY58" fmla="*/ 1581928 h 3482342"/>
              <a:gd name="connsiteX59" fmla="*/ 9693355 w 12192000"/>
              <a:gd name="connsiteY59" fmla="*/ 1602632 h 3482342"/>
              <a:gd name="connsiteX60" fmla="*/ 9664242 w 12192000"/>
              <a:gd name="connsiteY60" fmla="*/ 1622075 h 3482342"/>
              <a:gd name="connsiteX61" fmla="*/ 9579195 w 12192000"/>
              <a:gd name="connsiteY61" fmla="*/ 1648017 h 3482342"/>
              <a:gd name="connsiteX62" fmla="*/ 9433652 w 12192000"/>
              <a:gd name="connsiteY62" fmla="*/ 1681174 h 3482342"/>
              <a:gd name="connsiteX63" fmla="*/ 9403775 w 12192000"/>
              <a:gd name="connsiteY63" fmla="*/ 1690403 h 3482342"/>
              <a:gd name="connsiteX64" fmla="*/ 9382503 w 12192000"/>
              <a:gd name="connsiteY64" fmla="*/ 1706957 h 3482342"/>
              <a:gd name="connsiteX65" fmla="*/ 9381410 w 12192000"/>
              <a:gd name="connsiteY65" fmla="*/ 1718312 h 3482342"/>
              <a:gd name="connsiteX66" fmla="*/ 9365685 w 12192000"/>
              <a:gd name="connsiteY66" fmla="*/ 1724772 h 3482342"/>
              <a:gd name="connsiteX67" fmla="*/ 9278020 w 12192000"/>
              <a:gd name="connsiteY67" fmla="*/ 1741161 h 3482342"/>
              <a:gd name="connsiteX68" fmla="*/ 9217145 w 12192000"/>
              <a:gd name="connsiteY68" fmla="*/ 1771195 h 3482342"/>
              <a:gd name="connsiteX69" fmla="*/ 8955875 w 12192000"/>
              <a:gd name="connsiteY69" fmla="*/ 1796806 h 3482342"/>
              <a:gd name="connsiteX70" fmla="*/ 8648415 w 12192000"/>
              <a:gd name="connsiteY70" fmla="*/ 1878623 h 3482342"/>
              <a:gd name="connsiteX71" fmla="*/ 8538519 w 12192000"/>
              <a:gd name="connsiteY71" fmla="*/ 1894114 h 3482342"/>
              <a:gd name="connsiteX72" fmla="*/ 8506541 w 12192000"/>
              <a:gd name="connsiteY72" fmla="*/ 1905955 h 3482342"/>
              <a:gd name="connsiteX73" fmla="*/ 8236214 w 12192000"/>
              <a:gd name="connsiteY73" fmla="*/ 1909725 h 3482342"/>
              <a:gd name="connsiteX74" fmla="*/ 8132104 w 12192000"/>
              <a:gd name="connsiteY74" fmla="*/ 1895727 h 3482342"/>
              <a:gd name="connsiteX75" fmla="*/ 7918078 w 12192000"/>
              <a:gd name="connsiteY75" fmla="*/ 1862668 h 3482342"/>
              <a:gd name="connsiteX76" fmla="*/ 7817899 w 12192000"/>
              <a:gd name="connsiteY76" fmla="*/ 1862176 h 3482342"/>
              <a:gd name="connsiteX77" fmla="*/ 7768994 w 12192000"/>
              <a:gd name="connsiteY77" fmla="*/ 1855721 h 3482342"/>
              <a:gd name="connsiteX78" fmla="*/ 7618027 w 12192000"/>
              <a:gd name="connsiteY78" fmla="*/ 1830959 h 3482342"/>
              <a:gd name="connsiteX79" fmla="*/ 7449425 w 12192000"/>
              <a:gd name="connsiteY79" fmla="*/ 1810910 h 3482342"/>
              <a:gd name="connsiteX80" fmla="*/ 7342915 w 12192000"/>
              <a:gd name="connsiteY80" fmla="*/ 1819827 h 3482342"/>
              <a:gd name="connsiteX81" fmla="*/ 7255191 w 12192000"/>
              <a:gd name="connsiteY81" fmla="*/ 1834354 h 3482342"/>
              <a:gd name="connsiteX82" fmla="*/ 7131205 w 12192000"/>
              <a:gd name="connsiteY82" fmla="*/ 1845557 h 3482342"/>
              <a:gd name="connsiteX83" fmla="*/ 6941837 w 12192000"/>
              <a:gd name="connsiteY83" fmla="*/ 1840640 h 3482342"/>
              <a:gd name="connsiteX84" fmla="*/ 6837145 w 12192000"/>
              <a:gd name="connsiteY84" fmla="*/ 1870724 h 3482342"/>
              <a:gd name="connsiteX85" fmla="*/ 6753991 w 12192000"/>
              <a:gd name="connsiteY85" fmla="*/ 1860969 h 3482342"/>
              <a:gd name="connsiteX86" fmla="*/ 6727754 w 12192000"/>
              <a:gd name="connsiteY86" fmla="*/ 1882372 h 3482342"/>
              <a:gd name="connsiteX87" fmla="*/ 6723371 w 12192000"/>
              <a:gd name="connsiteY87" fmla="*/ 1886494 h 3482342"/>
              <a:gd name="connsiteX88" fmla="*/ 6702779 w 12192000"/>
              <a:gd name="connsiteY88" fmla="*/ 1893601 h 3482342"/>
              <a:gd name="connsiteX89" fmla="*/ 6686657 w 12192000"/>
              <a:gd name="connsiteY89" fmla="*/ 1907344 h 3482342"/>
              <a:gd name="connsiteX90" fmla="*/ 6651330 w 12192000"/>
              <a:gd name="connsiteY90" fmla="*/ 1922921 h 3482342"/>
              <a:gd name="connsiteX91" fmla="*/ 6622958 w 12192000"/>
              <a:gd name="connsiteY91" fmla="*/ 1936255 h 3482342"/>
              <a:gd name="connsiteX92" fmla="*/ 6522602 w 12192000"/>
              <a:gd name="connsiteY92" fmla="*/ 1954133 h 3482342"/>
              <a:gd name="connsiteX93" fmla="*/ 6444344 w 12192000"/>
              <a:gd name="connsiteY93" fmla="*/ 1969663 h 3482342"/>
              <a:gd name="connsiteX94" fmla="*/ 6409626 w 12192000"/>
              <a:gd name="connsiteY94" fmla="*/ 1978846 h 3482342"/>
              <a:gd name="connsiteX95" fmla="*/ 6333446 w 12192000"/>
              <a:gd name="connsiteY95" fmla="*/ 1997163 h 3482342"/>
              <a:gd name="connsiteX96" fmla="*/ 6294933 w 12192000"/>
              <a:gd name="connsiteY96" fmla="*/ 2019412 h 3482342"/>
              <a:gd name="connsiteX97" fmla="*/ 6238719 w 12192000"/>
              <a:gd name="connsiteY97" fmla="*/ 2042547 h 3482342"/>
              <a:gd name="connsiteX98" fmla="*/ 6187205 w 12192000"/>
              <a:gd name="connsiteY98" fmla="*/ 2060048 h 3482342"/>
              <a:gd name="connsiteX99" fmla="*/ 6138780 w 12192000"/>
              <a:gd name="connsiteY99" fmla="*/ 2081918 h 3482342"/>
              <a:gd name="connsiteX100" fmla="*/ 6120125 w 12192000"/>
              <a:gd name="connsiteY100" fmla="*/ 2109475 h 3482342"/>
              <a:gd name="connsiteX101" fmla="*/ 6056576 w 12192000"/>
              <a:gd name="connsiteY101" fmla="*/ 2120066 h 3482342"/>
              <a:gd name="connsiteX102" fmla="*/ 5993794 w 12192000"/>
              <a:gd name="connsiteY102" fmla="*/ 2122569 h 3482342"/>
              <a:gd name="connsiteX103" fmla="*/ 5943601 w 12192000"/>
              <a:gd name="connsiteY103" fmla="*/ 2137719 h 3482342"/>
              <a:gd name="connsiteX104" fmla="*/ 5898141 w 12192000"/>
              <a:gd name="connsiteY104" fmla="*/ 2144806 h 3482342"/>
              <a:gd name="connsiteX105" fmla="*/ 5855337 w 12192000"/>
              <a:gd name="connsiteY105" fmla="*/ 2137719 h 3482342"/>
              <a:gd name="connsiteX106" fmla="*/ 5817682 w 12192000"/>
              <a:gd name="connsiteY106" fmla="*/ 2157358 h 3482342"/>
              <a:gd name="connsiteX107" fmla="*/ 5735300 w 12192000"/>
              <a:gd name="connsiteY107" fmla="*/ 2158902 h 3482342"/>
              <a:gd name="connsiteX108" fmla="*/ 5591469 w 12192000"/>
              <a:gd name="connsiteY108" fmla="*/ 2178389 h 3482342"/>
              <a:gd name="connsiteX109" fmla="*/ 5505818 w 12192000"/>
              <a:gd name="connsiteY109" fmla="*/ 2194207 h 3482342"/>
              <a:gd name="connsiteX110" fmla="*/ 5452860 w 12192000"/>
              <a:gd name="connsiteY110" fmla="*/ 2180085 h 3482342"/>
              <a:gd name="connsiteX111" fmla="*/ 5414282 w 12192000"/>
              <a:gd name="connsiteY111" fmla="*/ 2183070 h 3482342"/>
              <a:gd name="connsiteX112" fmla="*/ 5368369 w 12192000"/>
              <a:gd name="connsiteY112" fmla="*/ 2204272 h 3482342"/>
              <a:gd name="connsiteX113" fmla="*/ 5336354 w 12192000"/>
              <a:gd name="connsiteY113" fmla="*/ 2218920 h 3482342"/>
              <a:gd name="connsiteX114" fmla="*/ 5291263 w 12192000"/>
              <a:gd name="connsiteY114" fmla="*/ 2239182 h 3482342"/>
              <a:gd name="connsiteX115" fmla="*/ 5255152 w 12192000"/>
              <a:gd name="connsiteY115" fmla="*/ 2247164 h 3482342"/>
              <a:gd name="connsiteX116" fmla="*/ 5233796 w 12192000"/>
              <a:gd name="connsiteY116" fmla="*/ 2268260 h 3482342"/>
              <a:gd name="connsiteX117" fmla="*/ 5212786 w 12192000"/>
              <a:gd name="connsiteY117" fmla="*/ 2296592 h 3482342"/>
              <a:gd name="connsiteX118" fmla="*/ 5173523 w 12192000"/>
              <a:gd name="connsiteY118" fmla="*/ 2309057 h 3482342"/>
              <a:gd name="connsiteX119" fmla="*/ 5123830 w 12192000"/>
              <a:gd name="connsiteY119" fmla="*/ 2307070 h 3482342"/>
              <a:gd name="connsiteX120" fmla="*/ 5065426 w 12192000"/>
              <a:gd name="connsiteY120" fmla="*/ 2324076 h 3482342"/>
              <a:gd name="connsiteX121" fmla="*/ 4975908 w 12192000"/>
              <a:gd name="connsiteY121" fmla="*/ 2364128 h 3482342"/>
              <a:gd name="connsiteX122" fmla="*/ 4913723 w 12192000"/>
              <a:gd name="connsiteY122" fmla="*/ 2385265 h 3482342"/>
              <a:gd name="connsiteX123" fmla="*/ 4746485 w 12192000"/>
              <a:gd name="connsiteY123" fmla="*/ 2451769 h 3482342"/>
              <a:gd name="connsiteX124" fmla="*/ 4681588 w 12192000"/>
              <a:gd name="connsiteY124" fmla="*/ 2467494 h 3482342"/>
              <a:gd name="connsiteX125" fmla="*/ 1783655 w 12192000"/>
              <a:gd name="connsiteY125" fmla="*/ 3163860 h 3482342"/>
              <a:gd name="connsiteX126" fmla="*/ 1325955 w 12192000"/>
              <a:gd name="connsiteY126" fmla="*/ 3176692 h 3482342"/>
              <a:gd name="connsiteX127" fmla="*/ 1190384 w 12192000"/>
              <a:gd name="connsiteY127" fmla="*/ 3203504 h 3482342"/>
              <a:gd name="connsiteX128" fmla="*/ 1094537 w 12192000"/>
              <a:gd name="connsiteY128" fmla="*/ 3229469 h 3482342"/>
              <a:gd name="connsiteX129" fmla="*/ 779276 w 12192000"/>
              <a:gd name="connsiteY129" fmla="*/ 3327290 h 3482342"/>
              <a:gd name="connsiteX130" fmla="*/ 600378 w 12192000"/>
              <a:gd name="connsiteY130" fmla="*/ 3335250 h 3482342"/>
              <a:gd name="connsiteX131" fmla="*/ 493457 w 12192000"/>
              <a:gd name="connsiteY131" fmla="*/ 3365044 h 3482342"/>
              <a:gd name="connsiteX132" fmla="*/ 349402 w 12192000"/>
              <a:gd name="connsiteY132" fmla="*/ 3380897 h 3482342"/>
              <a:gd name="connsiteX133" fmla="*/ 192183 w 12192000"/>
              <a:gd name="connsiteY133" fmla="*/ 3460075 h 3482342"/>
              <a:gd name="connsiteX134" fmla="*/ 46713 w 12192000"/>
              <a:gd name="connsiteY134" fmla="*/ 3462986 h 3482342"/>
              <a:gd name="connsiteX135" fmla="*/ 2765 w 12192000"/>
              <a:gd name="connsiteY135" fmla="*/ 3480770 h 3482342"/>
              <a:gd name="connsiteX136" fmla="*/ 0 w 12192000"/>
              <a:gd name="connsiteY136" fmla="*/ 3482342 h 3482342"/>
              <a:gd name="connsiteX137" fmla="*/ 0 w 12192000"/>
              <a:gd name="connsiteY137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13493 w 12192000"/>
              <a:gd name="connsiteY21" fmla="*/ 880860 h 3482342"/>
              <a:gd name="connsiteX22" fmla="*/ 11228040 w 12192000"/>
              <a:gd name="connsiteY22" fmla="*/ 958953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52860 w 12192000"/>
              <a:gd name="connsiteY111" fmla="*/ 2180085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96592 h 3482342"/>
              <a:gd name="connsiteX119" fmla="*/ 5173523 w 12192000"/>
              <a:gd name="connsiteY119" fmla="*/ 2309057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46713 w 12192000"/>
              <a:gd name="connsiteY135" fmla="*/ 3462986 h 3482342"/>
              <a:gd name="connsiteX136" fmla="*/ 2765 w 12192000"/>
              <a:gd name="connsiteY136" fmla="*/ 3480770 h 3482342"/>
              <a:gd name="connsiteX137" fmla="*/ 0 w 12192000"/>
              <a:gd name="connsiteY137" fmla="*/ 3482342 h 3482342"/>
              <a:gd name="connsiteX138" fmla="*/ 0 w 12192000"/>
              <a:gd name="connsiteY13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28040 w 12192000"/>
              <a:gd name="connsiteY22" fmla="*/ 958953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52860 w 12192000"/>
              <a:gd name="connsiteY111" fmla="*/ 2180085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96592 h 3482342"/>
              <a:gd name="connsiteX119" fmla="*/ 5173523 w 12192000"/>
              <a:gd name="connsiteY119" fmla="*/ 2309057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46713 w 12192000"/>
              <a:gd name="connsiteY135" fmla="*/ 3462986 h 3482342"/>
              <a:gd name="connsiteX136" fmla="*/ 2765 w 12192000"/>
              <a:gd name="connsiteY136" fmla="*/ 3480770 h 3482342"/>
              <a:gd name="connsiteX137" fmla="*/ 0 w 12192000"/>
              <a:gd name="connsiteY137" fmla="*/ 3482342 h 3482342"/>
              <a:gd name="connsiteX138" fmla="*/ 0 w 12192000"/>
              <a:gd name="connsiteY13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52860 w 12192000"/>
              <a:gd name="connsiteY111" fmla="*/ 2180085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96592 h 3482342"/>
              <a:gd name="connsiteX119" fmla="*/ 5173523 w 12192000"/>
              <a:gd name="connsiteY119" fmla="*/ 2309057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46713 w 12192000"/>
              <a:gd name="connsiteY135" fmla="*/ 3462986 h 3482342"/>
              <a:gd name="connsiteX136" fmla="*/ 2765 w 12192000"/>
              <a:gd name="connsiteY136" fmla="*/ 3480770 h 3482342"/>
              <a:gd name="connsiteX137" fmla="*/ 0 w 12192000"/>
              <a:gd name="connsiteY137" fmla="*/ 3482342 h 3482342"/>
              <a:gd name="connsiteX138" fmla="*/ 0 w 12192000"/>
              <a:gd name="connsiteY13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52860 w 12192000"/>
              <a:gd name="connsiteY111" fmla="*/ 2180085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73523 w 12192000"/>
              <a:gd name="connsiteY119" fmla="*/ 2309057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46713 w 12192000"/>
              <a:gd name="connsiteY135" fmla="*/ 3462986 h 3482342"/>
              <a:gd name="connsiteX136" fmla="*/ 2765 w 12192000"/>
              <a:gd name="connsiteY136" fmla="*/ 3480770 h 3482342"/>
              <a:gd name="connsiteX137" fmla="*/ 0 w 12192000"/>
              <a:gd name="connsiteY137" fmla="*/ 3482342 h 3482342"/>
              <a:gd name="connsiteX138" fmla="*/ 0 w 12192000"/>
              <a:gd name="connsiteY13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52860 w 12192000"/>
              <a:gd name="connsiteY111" fmla="*/ 2180085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46713 w 12192000"/>
              <a:gd name="connsiteY135" fmla="*/ 3462986 h 3482342"/>
              <a:gd name="connsiteX136" fmla="*/ 2765 w 12192000"/>
              <a:gd name="connsiteY136" fmla="*/ 3480770 h 3482342"/>
              <a:gd name="connsiteX137" fmla="*/ 0 w 12192000"/>
              <a:gd name="connsiteY137" fmla="*/ 3482342 h 3482342"/>
              <a:gd name="connsiteX138" fmla="*/ 0 w 12192000"/>
              <a:gd name="connsiteY13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46713 w 12192000"/>
              <a:gd name="connsiteY135" fmla="*/ 3462986 h 3482342"/>
              <a:gd name="connsiteX136" fmla="*/ 2765 w 12192000"/>
              <a:gd name="connsiteY136" fmla="*/ 3480770 h 3482342"/>
              <a:gd name="connsiteX137" fmla="*/ 0 w 12192000"/>
              <a:gd name="connsiteY137" fmla="*/ 3482342 h 3482342"/>
              <a:gd name="connsiteX138" fmla="*/ 0 w 12192000"/>
              <a:gd name="connsiteY138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88263 w 12192000"/>
              <a:gd name="connsiteY135" fmla="*/ 3479310 h 3482342"/>
              <a:gd name="connsiteX136" fmla="*/ 46713 w 12192000"/>
              <a:gd name="connsiteY136" fmla="*/ 3462986 h 3482342"/>
              <a:gd name="connsiteX137" fmla="*/ 2765 w 12192000"/>
              <a:gd name="connsiteY137" fmla="*/ 3480770 h 3482342"/>
              <a:gd name="connsiteX138" fmla="*/ 0 w 12192000"/>
              <a:gd name="connsiteY138" fmla="*/ 3482342 h 3482342"/>
              <a:gd name="connsiteX139" fmla="*/ 0 w 12192000"/>
              <a:gd name="connsiteY13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192183 w 12192000"/>
              <a:gd name="connsiteY134" fmla="*/ 3460075 h 3482342"/>
              <a:gd name="connsiteX135" fmla="*/ 88263 w 12192000"/>
              <a:gd name="connsiteY135" fmla="*/ 3479310 h 3482342"/>
              <a:gd name="connsiteX136" fmla="*/ 46713 w 12192000"/>
              <a:gd name="connsiteY136" fmla="*/ 3462986 h 3482342"/>
              <a:gd name="connsiteX137" fmla="*/ 2765 w 12192000"/>
              <a:gd name="connsiteY137" fmla="*/ 3480770 h 3482342"/>
              <a:gd name="connsiteX138" fmla="*/ 0 w 12192000"/>
              <a:gd name="connsiteY138" fmla="*/ 3482342 h 3482342"/>
              <a:gd name="connsiteX139" fmla="*/ 0 w 12192000"/>
              <a:gd name="connsiteY139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225952 w 12192000"/>
              <a:gd name="connsiteY134" fmla="*/ 3426352 h 3482342"/>
              <a:gd name="connsiteX135" fmla="*/ 192183 w 12192000"/>
              <a:gd name="connsiteY135" fmla="*/ 3460075 h 3482342"/>
              <a:gd name="connsiteX136" fmla="*/ 88263 w 12192000"/>
              <a:gd name="connsiteY136" fmla="*/ 3479310 h 3482342"/>
              <a:gd name="connsiteX137" fmla="*/ 46713 w 12192000"/>
              <a:gd name="connsiteY137" fmla="*/ 3462986 h 3482342"/>
              <a:gd name="connsiteX138" fmla="*/ 2765 w 12192000"/>
              <a:gd name="connsiteY138" fmla="*/ 3480770 h 3482342"/>
              <a:gd name="connsiteX139" fmla="*/ 0 w 12192000"/>
              <a:gd name="connsiteY139" fmla="*/ 3482342 h 3482342"/>
              <a:gd name="connsiteX140" fmla="*/ 0 w 12192000"/>
              <a:gd name="connsiteY14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225952 w 12192000"/>
              <a:gd name="connsiteY134" fmla="*/ 3426352 h 3482342"/>
              <a:gd name="connsiteX135" fmla="*/ 171000 w 12192000"/>
              <a:gd name="connsiteY135" fmla="*/ 3438892 h 3482342"/>
              <a:gd name="connsiteX136" fmla="*/ 88263 w 12192000"/>
              <a:gd name="connsiteY136" fmla="*/ 3479310 h 3482342"/>
              <a:gd name="connsiteX137" fmla="*/ 46713 w 12192000"/>
              <a:gd name="connsiteY137" fmla="*/ 3462986 h 3482342"/>
              <a:gd name="connsiteX138" fmla="*/ 2765 w 12192000"/>
              <a:gd name="connsiteY138" fmla="*/ 3480770 h 3482342"/>
              <a:gd name="connsiteX139" fmla="*/ 0 w 12192000"/>
              <a:gd name="connsiteY139" fmla="*/ 3482342 h 3482342"/>
              <a:gd name="connsiteX140" fmla="*/ 0 w 12192000"/>
              <a:gd name="connsiteY14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349402 w 12192000"/>
              <a:gd name="connsiteY133" fmla="*/ 3380897 h 3482342"/>
              <a:gd name="connsiteX134" fmla="*/ 225952 w 12192000"/>
              <a:gd name="connsiteY134" fmla="*/ 3426352 h 3482342"/>
              <a:gd name="connsiteX135" fmla="*/ 171000 w 12192000"/>
              <a:gd name="connsiteY135" fmla="*/ 3438892 h 3482342"/>
              <a:gd name="connsiteX136" fmla="*/ 88263 w 12192000"/>
              <a:gd name="connsiteY136" fmla="*/ 3479310 h 3482342"/>
              <a:gd name="connsiteX137" fmla="*/ 46713 w 12192000"/>
              <a:gd name="connsiteY137" fmla="*/ 3462986 h 3482342"/>
              <a:gd name="connsiteX138" fmla="*/ 2765 w 12192000"/>
              <a:gd name="connsiteY138" fmla="*/ 3480770 h 3482342"/>
              <a:gd name="connsiteX139" fmla="*/ 0 w 12192000"/>
              <a:gd name="connsiteY139" fmla="*/ 3482342 h 3482342"/>
              <a:gd name="connsiteX140" fmla="*/ 0 w 12192000"/>
              <a:gd name="connsiteY140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779276 w 12192000"/>
              <a:gd name="connsiteY130" fmla="*/ 3327290 h 3482342"/>
              <a:gd name="connsiteX131" fmla="*/ 600378 w 12192000"/>
              <a:gd name="connsiteY131" fmla="*/ 3335250 h 3482342"/>
              <a:gd name="connsiteX132" fmla="*/ 493457 w 12192000"/>
              <a:gd name="connsiteY132" fmla="*/ 3365044 h 3482342"/>
              <a:gd name="connsiteX133" fmla="*/ 416599 w 12192000"/>
              <a:gd name="connsiteY133" fmla="*/ 3387517 h 3482342"/>
              <a:gd name="connsiteX134" fmla="*/ 349402 w 12192000"/>
              <a:gd name="connsiteY134" fmla="*/ 3380897 h 3482342"/>
              <a:gd name="connsiteX135" fmla="*/ 225952 w 12192000"/>
              <a:gd name="connsiteY135" fmla="*/ 3426352 h 3482342"/>
              <a:gd name="connsiteX136" fmla="*/ 171000 w 12192000"/>
              <a:gd name="connsiteY136" fmla="*/ 3438892 h 3482342"/>
              <a:gd name="connsiteX137" fmla="*/ 88263 w 12192000"/>
              <a:gd name="connsiteY137" fmla="*/ 3479310 h 3482342"/>
              <a:gd name="connsiteX138" fmla="*/ 46713 w 12192000"/>
              <a:gd name="connsiteY138" fmla="*/ 3462986 h 3482342"/>
              <a:gd name="connsiteX139" fmla="*/ 2765 w 12192000"/>
              <a:gd name="connsiteY139" fmla="*/ 3480770 h 3482342"/>
              <a:gd name="connsiteX140" fmla="*/ 0 w 12192000"/>
              <a:gd name="connsiteY140" fmla="*/ 3482342 h 3482342"/>
              <a:gd name="connsiteX141" fmla="*/ 0 w 12192000"/>
              <a:gd name="connsiteY141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779276 w 12192000"/>
              <a:gd name="connsiteY131" fmla="*/ 3327290 h 3482342"/>
              <a:gd name="connsiteX132" fmla="*/ 600378 w 12192000"/>
              <a:gd name="connsiteY132" fmla="*/ 3335250 h 3482342"/>
              <a:gd name="connsiteX133" fmla="*/ 493457 w 12192000"/>
              <a:gd name="connsiteY133" fmla="*/ 3365044 h 3482342"/>
              <a:gd name="connsiteX134" fmla="*/ 416599 w 12192000"/>
              <a:gd name="connsiteY134" fmla="*/ 3387517 h 3482342"/>
              <a:gd name="connsiteX135" fmla="*/ 349402 w 12192000"/>
              <a:gd name="connsiteY135" fmla="*/ 3380897 h 3482342"/>
              <a:gd name="connsiteX136" fmla="*/ 225952 w 12192000"/>
              <a:gd name="connsiteY136" fmla="*/ 3426352 h 3482342"/>
              <a:gd name="connsiteX137" fmla="*/ 171000 w 12192000"/>
              <a:gd name="connsiteY137" fmla="*/ 3438892 h 3482342"/>
              <a:gd name="connsiteX138" fmla="*/ 88263 w 12192000"/>
              <a:gd name="connsiteY138" fmla="*/ 3479310 h 3482342"/>
              <a:gd name="connsiteX139" fmla="*/ 46713 w 12192000"/>
              <a:gd name="connsiteY139" fmla="*/ 3462986 h 3482342"/>
              <a:gd name="connsiteX140" fmla="*/ 2765 w 12192000"/>
              <a:gd name="connsiteY140" fmla="*/ 3480770 h 3482342"/>
              <a:gd name="connsiteX141" fmla="*/ 0 w 12192000"/>
              <a:gd name="connsiteY141" fmla="*/ 3482342 h 3482342"/>
              <a:gd name="connsiteX142" fmla="*/ 0 w 12192000"/>
              <a:gd name="connsiteY14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779276 w 12192000"/>
              <a:gd name="connsiteY131" fmla="*/ 3327290 h 3482342"/>
              <a:gd name="connsiteX132" fmla="*/ 600378 w 12192000"/>
              <a:gd name="connsiteY132" fmla="*/ 3335250 h 3482342"/>
              <a:gd name="connsiteX133" fmla="*/ 493457 w 12192000"/>
              <a:gd name="connsiteY133" fmla="*/ 3365044 h 3482342"/>
              <a:gd name="connsiteX134" fmla="*/ 416599 w 12192000"/>
              <a:gd name="connsiteY134" fmla="*/ 3387517 h 3482342"/>
              <a:gd name="connsiteX135" fmla="*/ 349402 w 12192000"/>
              <a:gd name="connsiteY135" fmla="*/ 3380897 h 3482342"/>
              <a:gd name="connsiteX136" fmla="*/ 225952 w 12192000"/>
              <a:gd name="connsiteY136" fmla="*/ 3426352 h 3482342"/>
              <a:gd name="connsiteX137" fmla="*/ 171000 w 12192000"/>
              <a:gd name="connsiteY137" fmla="*/ 3438892 h 3482342"/>
              <a:gd name="connsiteX138" fmla="*/ 88263 w 12192000"/>
              <a:gd name="connsiteY138" fmla="*/ 3479310 h 3482342"/>
              <a:gd name="connsiteX139" fmla="*/ 46713 w 12192000"/>
              <a:gd name="connsiteY139" fmla="*/ 3462986 h 3482342"/>
              <a:gd name="connsiteX140" fmla="*/ 2765 w 12192000"/>
              <a:gd name="connsiteY140" fmla="*/ 3480770 h 3482342"/>
              <a:gd name="connsiteX141" fmla="*/ 0 w 12192000"/>
              <a:gd name="connsiteY141" fmla="*/ 3482342 h 3482342"/>
              <a:gd name="connsiteX142" fmla="*/ 0 w 12192000"/>
              <a:gd name="connsiteY14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779276 w 12192000"/>
              <a:gd name="connsiteY131" fmla="*/ 3327290 h 3482342"/>
              <a:gd name="connsiteX132" fmla="*/ 600378 w 12192000"/>
              <a:gd name="connsiteY132" fmla="*/ 3335250 h 3482342"/>
              <a:gd name="connsiteX133" fmla="*/ 493457 w 12192000"/>
              <a:gd name="connsiteY133" fmla="*/ 3365044 h 3482342"/>
              <a:gd name="connsiteX134" fmla="*/ 416599 w 12192000"/>
              <a:gd name="connsiteY134" fmla="*/ 3387517 h 3482342"/>
              <a:gd name="connsiteX135" fmla="*/ 349402 w 12192000"/>
              <a:gd name="connsiteY135" fmla="*/ 3380897 h 3482342"/>
              <a:gd name="connsiteX136" fmla="*/ 225952 w 12192000"/>
              <a:gd name="connsiteY136" fmla="*/ 3426352 h 3482342"/>
              <a:gd name="connsiteX137" fmla="*/ 171000 w 12192000"/>
              <a:gd name="connsiteY137" fmla="*/ 3438892 h 3482342"/>
              <a:gd name="connsiteX138" fmla="*/ 88263 w 12192000"/>
              <a:gd name="connsiteY138" fmla="*/ 3479310 h 3482342"/>
              <a:gd name="connsiteX139" fmla="*/ 46713 w 12192000"/>
              <a:gd name="connsiteY139" fmla="*/ 3462986 h 3482342"/>
              <a:gd name="connsiteX140" fmla="*/ 2765 w 12192000"/>
              <a:gd name="connsiteY140" fmla="*/ 3480770 h 3482342"/>
              <a:gd name="connsiteX141" fmla="*/ 0 w 12192000"/>
              <a:gd name="connsiteY141" fmla="*/ 3482342 h 3482342"/>
              <a:gd name="connsiteX142" fmla="*/ 0 w 12192000"/>
              <a:gd name="connsiteY142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815546 w 12192000"/>
              <a:gd name="connsiteY131" fmla="*/ 3334559 h 3482342"/>
              <a:gd name="connsiteX132" fmla="*/ 779276 w 12192000"/>
              <a:gd name="connsiteY132" fmla="*/ 3327290 h 3482342"/>
              <a:gd name="connsiteX133" fmla="*/ 600378 w 12192000"/>
              <a:gd name="connsiteY133" fmla="*/ 3335250 h 3482342"/>
              <a:gd name="connsiteX134" fmla="*/ 493457 w 12192000"/>
              <a:gd name="connsiteY134" fmla="*/ 3365044 h 3482342"/>
              <a:gd name="connsiteX135" fmla="*/ 416599 w 12192000"/>
              <a:gd name="connsiteY135" fmla="*/ 3387517 h 3482342"/>
              <a:gd name="connsiteX136" fmla="*/ 349402 w 12192000"/>
              <a:gd name="connsiteY136" fmla="*/ 3380897 h 3482342"/>
              <a:gd name="connsiteX137" fmla="*/ 225952 w 12192000"/>
              <a:gd name="connsiteY137" fmla="*/ 3426352 h 3482342"/>
              <a:gd name="connsiteX138" fmla="*/ 171000 w 12192000"/>
              <a:gd name="connsiteY138" fmla="*/ 3438892 h 3482342"/>
              <a:gd name="connsiteX139" fmla="*/ 88263 w 12192000"/>
              <a:gd name="connsiteY139" fmla="*/ 3479310 h 3482342"/>
              <a:gd name="connsiteX140" fmla="*/ 46713 w 12192000"/>
              <a:gd name="connsiteY140" fmla="*/ 3462986 h 3482342"/>
              <a:gd name="connsiteX141" fmla="*/ 2765 w 12192000"/>
              <a:gd name="connsiteY141" fmla="*/ 3480770 h 3482342"/>
              <a:gd name="connsiteX142" fmla="*/ 0 w 12192000"/>
              <a:gd name="connsiteY142" fmla="*/ 3482342 h 3482342"/>
              <a:gd name="connsiteX143" fmla="*/ 0 w 12192000"/>
              <a:gd name="connsiteY14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815546 w 12192000"/>
              <a:gd name="connsiteY131" fmla="*/ 3334559 h 3482342"/>
              <a:gd name="connsiteX132" fmla="*/ 779276 w 12192000"/>
              <a:gd name="connsiteY132" fmla="*/ 3327290 h 3482342"/>
              <a:gd name="connsiteX133" fmla="*/ 600378 w 12192000"/>
              <a:gd name="connsiteY133" fmla="*/ 3335250 h 3482342"/>
              <a:gd name="connsiteX134" fmla="*/ 493457 w 12192000"/>
              <a:gd name="connsiteY134" fmla="*/ 3365044 h 3482342"/>
              <a:gd name="connsiteX135" fmla="*/ 416599 w 12192000"/>
              <a:gd name="connsiteY135" fmla="*/ 3387517 h 3482342"/>
              <a:gd name="connsiteX136" fmla="*/ 349402 w 12192000"/>
              <a:gd name="connsiteY136" fmla="*/ 3380897 h 3482342"/>
              <a:gd name="connsiteX137" fmla="*/ 225952 w 12192000"/>
              <a:gd name="connsiteY137" fmla="*/ 3426352 h 3482342"/>
              <a:gd name="connsiteX138" fmla="*/ 171000 w 12192000"/>
              <a:gd name="connsiteY138" fmla="*/ 3438892 h 3482342"/>
              <a:gd name="connsiteX139" fmla="*/ 88263 w 12192000"/>
              <a:gd name="connsiteY139" fmla="*/ 3479310 h 3482342"/>
              <a:gd name="connsiteX140" fmla="*/ 46713 w 12192000"/>
              <a:gd name="connsiteY140" fmla="*/ 3462986 h 3482342"/>
              <a:gd name="connsiteX141" fmla="*/ 2765 w 12192000"/>
              <a:gd name="connsiteY141" fmla="*/ 3480770 h 3482342"/>
              <a:gd name="connsiteX142" fmla="*/ 0 w 12192000"/>
              <a:gd name="connsiteY142" fmla="*/ 3482342 h 3482342"/>
              <a:gd name="connsiteX143" fmla="*/ 0 w 12192000"/>
              <a:gd name="connsiteY14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815546 w 12192000"/>
              <a:gd name="connsiteY131" fmla="*/ 3334559 h 3482342"/>
              <a:gd name="connsiteX132" fmla="*/ 779276 w 12192000"/>
              <a:gd name="connsiteY132" fmla="*/ 3327290 h 3482342"/>
              <a:gd name="connsiteX133" fmla="*/ 600378 w 12192000"/>
              <a:gd name="connsiteY133" fmla="*/ 3335250 h 3482342"/>
              <a:gd name="connsiteX134" fmla="*/ 493457 w 12192000"/>
              <a:gd name="connsiteY134" fmla="*/ 3365044 h 3482342"/>
              <a:gd name="connsiteX135" fmla="*/ 416599 w 12192000"/>
              <a:gd name="connsiteY135" fmla="*/ 3387517 h 3482342"/>
              <a:gd name="connsiteX136" fmla="*/ 349402 w 12192000"/>
              <a:gd name="connsiteY136" fmla="*/ 3380897 h 3482342"/>
              <a:gd name="connsiteX137" fmla="*/ 225952 w 12192000"/>
              <a:gd name="connsiteY137" fmla="*/ 3426352 h 3482342"/>
              <a:gd name="connsiteX138" fmla="*/ 171000 w 12192000"/>
              <a:gd name="connsiteY138" fmla="*/ 3438892 h 3482342"/>
              <a:gd name="connsiteX139" fmla="*/ 88263 w 12192000"/>
              <a:gd name="connsiteY139" fmla="*/ 3479310 h 3482342"/>
              <a:gd name="connsiteX140" fmla="*/ 46713 w 12192000"/>
              <a:gd name="connsiteY140" fmla="*/ 3462986 h 3482342"/>
              <a:gd name="connsiteX141" fmla="*/ 2765 w 12192000"/>
              <a:gd name="connsiteY141" fmla="*/ 3480770 h 3482342"/>
              <a:gd name="connsiteX142" fmla="*/ 0 w 12192000"/>
              <a:gd name="connsiteY142" fmla="*/ 3482342 h 3482342"/>
              <a:gd name="connsiteX143" fmla="*/ 0 w 12192000"/>
              <a:gd name="connsiteY143" fmla="*/ 0 h 3482342"/>
              <a:gd name="connsiteX0" fmla="*/ 0 w 12192000"/>
              <a:gd name="connsiteY0" fmla="*/ 0 h 3482342"/>
              <a:gd name="connsiteX1" fmla="*/ 12192000 w 12192000"/>
              <a:gd name="connsiteY1" fmla="*/ 0 h 3482342"/>
              <a:gd name="connsiteX2" fmla="*/ 12192000 w 12192000"/>
              <a:gd name="connsiteY2" fmla="*/ 635369 h 3482342"/>
              <a:gd name="connsiteX3" fmla="*/ 12191789 w 12192000"/>
              <a:gd name="connsiteY3" fmla="*/ 560396 h 3482342"/>
              <a:gd name="connsiteX4" fmla="*/ 11983027 w 12192000"/>
              <a:gd name="connsiteY4" fmla="*/ 646756 h 3482342"/>
              <a:gd name="connsiteX5" fmla="*/ 11940158 w 12192000"/>
              <a:gd name="connsiteY5" fmla="*/ 651378 h 3482342"/>
              <a:gd name="connsiteX6" fmla="*/ 11923051 w 12192000"/>
              <a:gd name="connsiteY6" fmla="*/ 656045 h 3482342"/>
              <a:gd name="connsiteX7" fmla="*/ 11832939 w 12192000"/>
              <a:gd name="connsiteY7" fmla="*/ 674181 h 3482342"/>
              <a:gd name="connsiteX8" fmla="*/ 11767770 w 12192000"/>
              <a:gd name="connsiteY8" fmla="*/ 683807 h 3482342"/>
              <a:gd name="connsiteX9" fmla="*/ 11728279 w 12192000"/>
              <a:gd name="connsiteY9" fmla="*/ 700816 h 3482342"/>
              <a:gd name="connsiteX10" fmla="*/ 11722533 w 12192000"/>
              <a:gd name="connsiteY10" fmla="*/ 703421 h 3482342"/>
              <a:gd name="connsiteX11" fmla="*/ 11720002 w 12192000"/>
              <a:gd name="connsiteY11" fmla="*/ 710566 h 3482342"/>
              <a:gd name="connsiteX12" fmla="*/ 11707351 w 12192000"/>
              <a:gd name="connsiteY12" fmla="*/ 710310 h 3482342"/>
              <a:gd name="connsiteX13" fmla="*/ 11700369 w 12192000"/>
              <a:gd name="connsiteY13" fmla="*/ 713480 h 3482342"/>
              <a:gd name="connsiteX14" fmla="*/ 11691126 w 12192000"/>
              <a:gd name="connsiteY14" fmla="*/ 726131 h 3482342"/>
              <a:gd name="connsiteX15" fmla="*/ 11657717 w 12192000"/>
              <a:gd name="connsiteY15" fmla="*/ 746701 h 3482342"/>
              <a:gd name="connsiteX16" fmla="*/ 11656818 w 12192000"/>
              <a:gd name="connsiteY16" fmla="*/ 769062 h 3482342"/>
              <a:gd name="connsiteX17" fmla="*/ 11601229 w 12192000"/>
              <a:gd name="connsiteY17" fmla="*/ 785537 h 3482342"/>
              <a:gd name="connsiteX18" fmla="*/ 11501920 w 12192000"/>
              <a:gd name="connsiteY18" fmla="*/ 813109 h 3482342"/>
              <a:gd name="connsiteX19" fmla="*/ 11405286 w 12192000"/>
              <a:gd name="connsiteY19" fmla="*/ 849086 h 3482342"/>
              <a:gd name="connsiteX20" fmla="*/ 11338523 w 12192000"/>
              <a:gd name="connsiteY20" fmla="*/ 852810 h 3482342"/>
              <a:gd name="connsiteX21" fmla="*/ 11334676 w 12192000"/>
              <a:gd name="connsiteY21" fmla="*/ 859677 h 3482342"/>
              <a:gd name="connsiteX22" fmla="*/ 11217448 w 12192000"/>
              <a:gd name="connsiteY22" fmla="*/ 980136 h 3482342"/>
              <a:gd name="connsiteX23" fmla="*/ 11196987 w 12192000"/>
              <a:gd name="connsiteY23" fmla="*/ 1000897 h 3482342"/>
              <a:gd name="connsiteX24" fmla="*/ 11193568 w 12192000"/>
              <a:gd name="connsiteY24" fmla="*/ 1039464 h 3482342"/>
              <a:gd name="connsiteX25" fmla="*/ 11175804 w 12192000"/>
              <a:gd name="connsiteY25" fmla="*/ 1067977 h 3482342"/>
              <a:gd name="connsiteX26" fmla="*/ 11133438 w 12192000"/>
              <a:gd name="connsiteY26" fmla="*/ 1106812 h 3482342"/>
              <a:gd name="connsiteX27" fmla="*/ 11120819 w 12192000"/>
              <a:gd name="connsiteY27" fmla="*/ 1126133 h 3482342"/>
              <a:gd name="connsiteX28" fmla="*/ 11071654 w 12192000"/>
              <a:gd name="connsiteY28" fmla="*/ 1177422 h 3482342"/>
              <a:gd name="connsiteX29" fmla="*/ 11028687 w 12192000"/>
              <a:gd name="connsiteY29" fmla="*/ 1199018 h 3482342"/>
              <a:gd name="connsiteX30" fmla="*/ 10974565 w 12192000"/>
              <a:gd name="connsiteY30" fmla="*/ 1226849 h 3482342"/>
              <a:gd name="connsiteX31" fmla="*/ 10960443 w 12192000"/>
              <a:gd name="connsiteY31" fmla="*/ 1244502 h 3482342"/>
              <a:gd name="connsiteX32" fmla="*/ 10879242 w 12192000"/>
              <a:gd name="connsiteY32" fmla="*/ 1269215 h 3482342"/>
              <a:gd name="connsiteX33" fmla="*/ 10850998 w 12192000"/>
              <a:gd name="connsiteY33" fmla="*/ 1269215 h 3482342"/>
              <a:gd name="connsiteX34" fmla="*/ 10815658 w 12192000"/>
              <a:gd name="connsiteY34" fmla="*/ 1287849 h 3482342"/>
              <a:gd name="connsiteX35" fmla="*/ 10723900 w 12192000"/>
              <a:gd name="connsiteY35" fmla="*/ 1318642 h 3482342"/>
              <a:gd name="connsiteX36" fmla="*/ 10699186 w 12192000"/>
              <a:gd name="connsiteY36" fmla="*/ 1322173 h 3482342"/>
              <a:gd name="connsiteX37" fmla="*/ 10676375 w 12192000"/>
              <a:gd name="connsiteY37" fmla="*/ 1342640 h 3482342"/>
              <a:gd name="connsiteX38" fmla="*/ 10636304 w 12192000"/>
              <a:gd name="connsiteY38" fmla="*/ 1342641 h 3482342"/>
              <a:gd name="connsiteX39" fmla="*/ 10603863 w 12192000"/>
              <a:gd name="connsiteY39" fmla="*/ 1346886 h 3482342"/>
              <a:gd name="connsiteX40" fmla="*/ 10573203 w 12192000"/>
              <a:gd name="connsiteY40" fmla="*/ 1351996 h 3482342"/>
              <a:gd name="connsiteX41" fmla="*/ 10547375 w 12192000"/>
              <a:gd name="connsiteY41" fmla="*/ 1375130 h 3482342"/>
              <a:gd name="connsiteX42" fmla="*/ 10513263 w 12192000"/>
              <a:gd name="connsiteY42" fmla="*/ 1371939 h 3482342"/>
              <a:gd name="connsiteX43" fmla="*/ 10487356 w 12192000"/>
              <a:gd name="connsiteY43" fmla="*/ 1385722 h 3482342"/>
              <a:gd name="connsiteX44" fmla="*/ 10464012 w 12192000"/>
              <a:gd name="connsiteY44" fmla="*/ 1391778 h 3482342"/>
              <a:gd name="connsiteX45" fmla="*/ 10439694 w 12192000"/>
              <a:gd name="connsiteY45" fmla="*/ 1406905 h 3482342"/>
              <a:gd name="connsiteX46" fmla="*/ 10405409 w 12192000"/>
              <a:gd name="connsiteY46" fmla="*/ 1422789 h 3482342"/>
              <a:gd name="connsiteX47" fmla="*/ 10370530 w 12192000"/>
              <a:gd name="connsiteY47" fmla="*/ 1441596 h 3482342"/>
              <a:gd name="connsiteX48" fmla="*/ 10300239 w 12192000"/>
              <a:gd name="connsiteY48" fmla="*/ 1456332 h 3482342"/>
              <a:gd name="connsiteX49" fmla="*/ 10264922 w 12192000"/>
              <a:gd name="connsiteY49" fmla="*/ 1472107 h 3482342"/>
              <a:gd name="connsiteX50" fmla="*/ 10229629 w 12192000"/>
              <a:gd name="connsiteY50" fmla="*/ 1470454 h 3482342"/>
              <a:gd name="connsiteX51" fmla="*/ 10201385 w 12192000"/>
              <a:gd name="connsiteY51" fmla="*/ 1477515 h 3482342"/>
              <a:gd name="connsiteX52" fmla="*/ 10151958 w 12192000"/>
              <a:gd name="connsiteY52" fmla="*/ 1477515 h 3482342"/>
              <a:gd name="connsiteX53" fmla="*/ 10120184 w 12192000"/>
              <a:gd name="connsiteY53" fmla="*/ 1466924 h 3482342"/>
              <a:gd name="connsiteX54" fmla="*/ 10081348 w 12192000"/>
              <a:gd name="connsiteY54" fmla="*/ 1481046 h 3482342"/>
              <a:gd name="connsiteX55" fmla="*/ 10058690 w 12192000"/>
              <a:gd name="connsiteY55" fmla="*/ 1474888 h 3482342"/>
              <a:gd name="connsiteX56" fmla="*/ 10004424 w 12192000"/>
              <a:gd name="connsiteY56" fmla="*/ 1489801 h 3482342"/>
              <a:gd name="connsiteX57" fmla="*/ 9999951 w 12192000"/>
              <a:gd name="connsiteY57" fmla="*/ 1499127 h 3482342"/>
              <a:gd name="connsiteX58" fmla="*/ 9845462 w 12192000"/>
              <a:gd name="connsiteY58" fmla="*/ 1548192 h 3482342"/>
              <a:gd name="connsiteX59" fmla="*/ 9736156 w 12192000"/>
              <a:gd name="connsiteY59" fmla="*/ 1581928 h 3482342"/>
              <a:gd name="connsiteX60" fmla="*/ 9693355 w 12192000"/>
              <a:gd name="connsiteY60" fmla="*/ 1602632 h 3482342"/>
              <a:gd name="connsiteX61" fmla="*/ 9664242 w 12192000"/>
              <a:gd name="connsiteY61" fmla="*/ 1622075 h 3482342"/>
              <a:gd name="connsiteX62" fmla="*/ 9579195 w 12192000"/>
              <a:gd name="connsiteY62" fmla="*/ 1648017 h 3482342"/>
              <a:gd name="connsiteX63" fmla="*/ 9433652 w 12192000"/>
              <a:gd name="connsiteY63" fmla="*/ 1681174 h 3482342"/>
              <a:gd name="connsiteX64" fmla="*/ 9403775 w 12192000"/>
              <a:gd name="connsiteY64" fmla="*/ 1690403 h 3482342"/>
              <a:gd name="connsiteX65" fmla="*/ 9382503 w 12192000"/>
              <a:gd name="connsiteY65" fmla="*/ 1706957 h 3482342"/>
              <a:gd name="connsiteX66" fmla="*/ 9381410 w 12192000"/>
              <a:gd name="connsiteY66" fmla="*/ 1718312 h 3482342"/>
              <a:gd name="connsiteX67" fmla="*/ 9365685 w 12192000"/>
              <a:gd name="connsiteY67" fmla="*/ 1724772 h 3482342"/>
              <a:gd name="connsiteX68" fmla="*/ 9278020 w 12192000"/>
              <a:gd name="connsiteY68" fmla="*/ 1741161 h 3482342"/>
              <a:gd name="connsiteX69" fmla="*/ 9217145 w 12192000"/>
              <a:gd name="connsiteY69" fmla="*/ 1771195 h 3482342"/>
              <a:gd name="connsiteX70" fmla="*/ 8955875 w 12192000"/>
              <a:gd name="connsiteY70" fmla="*/ 1796806 h 3482342"/>
              <a:gd name="connsiteX71" fmla="*/ 8648415 w 12192000"/>
              <a:gd name="connsiteY71" fmla="*/ 1878623 h 3482342"/>
              <a:gd name="connsiteX72" fmla="*/ 8538519 w 12192000"/>
              <a:gd name="connsiteY72" fmla="*/ 1894114 h 3482342"/>
              <a:gd name="connsiteX73" fmla="*/ 8506541 w 12192000"/>
              <a:gd name="connsiteY73" fmla="*/ 1905955 h 3482342"/>
              <a:gd name="connsiteX74" fmla="*/ 8236214 w 12192000"/>
              <a:gd name="connsiteY74" fmla="*/ 1909725 h 3482342"/>
              <a:gd name="connsiteX75" fmla="*/ 8132104 w 12192000"/>
              <a:gd name="connsiteY75" fmla="*/ 1895727 h 3482342"/>
              <a:gd name="connsiteX76" fmla="*/ 7918078 w 12192000"/>
              <a:gd name="connsiteY76" fmla="*/ 1862668 h 3482342"/>
              <a:gd name="connsiteX77" fmla="*/ 7817899 w 12192000"/>
              <a:gd name="connsiteY77" fmla="*/ 1862176 h 3482342"/>
              <a:gd name="connsiteX78" fmla="*/ 7768994 w 12192000"/>
              <a:gd name="connsiteY78" fmla="*/ 1855721 h 3482342"/>
              <a:gd name="connsiteX79" fmla="*/ 7618027 w 12192000"/>
              <a:gd name="connsiteY79" fmla="*/ 1830959 h 3482342"/>
              <a:gd name="connsiteX80" fmla="*/ 7449425 w 12192000"/>
              <a:gd name="connsiteY80" fmla="*/ 1810910 h 3482342"/>
              <a:gd name="connsiteX81" fmla="*/ 7342915 w 12192000"/>
              <a:gd name="connsiteY81" fmla="*/ 1819827 h 3482342"/>
              <a:gd name="connsiteX82" fmla="*/ 7255191 w 12192000"/>
              <a:gd name="connsiteY82" fmla="*/ 1834354 h 3482342"/>
              <a:gd name="connsiteX83" fmla="*/ 7131205 w 12192000"/>
              <a:gd name="connsiteY83" fmla="*/ 1845557 h 3482342"/>
              <a:gd name="connsiteX84" fmla="*/ 6941837 w 12192000"/>
              <a:gd name="connsiteY84" fmla="*/ 1840640 h 3482342"/>
              <a:gd name="connsiteX85" fmla="*/ 6837145 w 12192000"/>
              <a:gd name="connsiteY85" fmla="*/ 1870724 h 3482342"/>
              <a:gd name="connsiteX86" fmla="*/ 6753991 w 12192000"/>
              <a:gd name="connsiteY86" fmla="*/ 1860969 h 3482342"/>
              <a:gd name="connsiteX87" fmla="*/ 6727754 w 12192000"/>
              <a:gd name="connsiteY87" fmla="*/ 1882372 h 3482342"/>
              <a:gd name="connsiteX88" fmla="*/ 6723371 w 12192000"/>
              <a:gd name="connsiteY88" fmla="*/ 1886494 h 3482342"/>
              <a:gd name="connsiteX89" fmla="*/ 6702779 w 12192000"/>
              <a:gd name="connsiteY89" fmla="*/ 1893601 h 3482342"/>
              <a:gd name="connsiteX90" fmla="*/ 6686657 w 12192000"/>
              <a:gd name="connsiteY90" fmla="*/ 1907344 h 3482342"/>
              <a:gd name="connsiteX91" fmla="*/ 6651330 w 12192000"/>
              <a:gd name="connsiteY91" fmla="*/ 1922921 h 3482342"/>
              <a:gd name="connsiteX92" fmla="*/ 6622958 w 12192000"/>
              <a:gd name="connsiteY92" fmla="*/ 1936255 h 3482342"/>
              <a:gd name="connsiteX93" fmla="*/ 6522602 w 12192000"/>
              <a:gd name="connsiteY93" fmla="*/ 1954133 h 3482342"/>
              <a:gd name="connsiteX94" fmla="*/ 6444344 w 12192000"/>
              <a:gd name="connsiteY94" fmla="*/ 1969663 h 3482342"/>
              <a:gd name="connsiteX95" fmla="*/ 6409626 w 12192000"/>
              <a:gd name="connsiteY95" fmla="*/ 1978846 h 3482342"/>
              <a:gd name="connsiteX96" fmla="*/ 6333446 w 12192000"/>
              <a:gd name="connsiteY96" fmla="*/ 1997163 h 3482342"/>
              <a:gd name="connsiteX97" fmla="*/ 6294933 w 12192000"/>
              <a:gd name="connsiteY97" fmla="*/ 2019412 h 3482342"/>
              <a:gd name="connsiteX98" fmla="*/ 6238719 w 12192000"/>
              <a:gd name="connsiteY98" fmla="*/ 2042547 h 3482342"/>
              <a:gd name="connsiteX99" fmla="*/ 6187205 w 12192000"/>
              <a:gd name="connsiteY99" fmla="*/ 2060048 h 3482342"/>
              <a:gd name="connsiteX100" fmla="*/ 6138780 w 12192000"/>
              <a:gd name="connsiteY100" fmla="*/ 2081918 h 3482342"/>
              <a:gd name="connsiteX101" fmla="*/ 6120125 w 12192000"/>
              <a:gd name="connsiteY101" fmla="*/ 2109475 h 3482342"/>
              <a:gd name="connsiteX102" fmla="*/ 6056576 w 12192000"/>
              <a:gd name="connsiteY102" fmla="*/ 2120066 h 3482342"/>
              <a:gd name="connsiteX103" fmla="*/ 5993794 w 12192000"/>
              <a:gd name="connsiteY103" fmla="*/ 2122569 h 3482342"/>
              <a:gd name="connsiteX104" fmla="*/ 5943601 w 12192000"/>
              <a:gd name="connsiteY104" fmla="*/ 2137719 h 3482342"/>
              <a:gd name="connsiteX105" fmla="*/ 5898141 w 12192000"/>
              <a:gd name="connsiteY105" fmla="*/ 2144806 h 3482342"/>
              <a:gd name="connsiteX106" fmla="*/ 5855337 w 12192000"/>
              <a:gd name="connsiteY106" fmla="*/ 2137719 h 3482342"/>
              <a:gd name="connsiteX107" fmla="*/ 5817682 w 12192000"/>
              <a:gd name="connsiteY107" fmla="*/ 2157358 h 3482342"/>
              <a:gd name="connsiteX108" fmla="*/ 5735300 w 12192000"/>
              <a:gd name="connsiteY108" fmla="*/ 2158902 h 3482342"/>
              <a:gd name="connsiteX109" fmla="*/ 5591469 w 12192000"/>
              <a:gd name="connsiteY109" fmla="*/ 2178389 h 3482342"/>
              <a:gd name="connsiteX110" fmla="*/ 5505818 w 12192000"/>
              <a:gd name="connsiteY110" fmla="*/ 2194207 h 3482342"/>
              <a:gd name="connsiteX111" fmla="*/ 5477574 w 12192000"/>
              <a:gd name="connsiteY111" fmla="*/ 2190677 h 3482342"/>
              <a:gd name="connsiteX112" fmla="*/ 5414282 w 12192000"/>
              <a:gd name="connsiteY112" fmla="*/ 2183070 h 3482342"/>
              <a:gd name="connsiteX113" fmla="*/ 5368369 w 12192000"/>
              <a:gd name="connsiteY113" fmla="*/ 2204272 h 3482342"/>
              <a:gd name="connsiteX114" fmla="*/ 5336354 w 12192000"/>
              <a:gd name="connsiteY114" fmla="*/ 2218920 h 3482342"/>
              <a:gd name="connsiteX115" fmla="*/ 5291263 w 12192000"/>
              <a:gd name="connsiteY115" fmla="*/ 2239182 h 3482342"/>
              <a:gd name="connsiteX116" fmla="*/ 5255152 w 12192000"/>
              <a:gd name="connsiteY116" fmla="*/ 2247164 h 3482342"/>
              <a:gd name="connsiteX117" fmla="*/ 5233796 w 12192000"/>
              <a:gd name="connsiteY117" fmla="*/ 2268260 h 3482342"/>
              <a:gd name="connsiteX118" fmla="*/ 5212786 w 12192000"/>
              <a:gd name="connsiteY118" fmla="*/ 2275408 h 3482342"/>
              <a:gd name="connsiteX119" fmla="*/ 5159401 w 12192000"/>
              <a:gd name="connsiteY119" fmla="*/ 2284343 h 3482342"/>
              <a:gd name="connsiteX120" fmla="*/ 5123830 w 12192000"/>
              <a:gd name="connsiteY120" fmla="*/ 2307070 h 3482342"/>
              <a:gd name="connsiteX121" fmla="*/ 5065426 w 12192000"/>
              <a:gd name="connsiteY121" fmla="*/ 2324076 h 3482342"/>
              <a:gd name="connsiteX122" fmla="*/ 4975908 w 12192000"/>
              <a:gd name="connsiteY122" fmla="*/ 2364128 h 3482342"/>
              <a:gd name="connsiteX123" fmla="*/ 4913723 w 12192000"/>
              <a:gd name="connsiteY123" fmla="*/ 2385265 h 3482342"/>
              <a:gd name="connsiteX124" fmla="*/ 4746485 w 12192000"/>
              <a:gd name="connsiteY124" fmla="*/ 2451769 h 3482342"/>
              <a:gd name="connsiteX125" fmla="*/ 4681588 w 12192000"/>
              <a:gd name="connsiteY125" fmla="*/ 2467494 h 3482342"/>
              <a:gd name="connsiteX126" fmla="*/ 1783655 w 12192000"/>
              <a:gd name="connsiteY126" fmla="*/ 3163860 h 3482342"/>
              <a:gd name="connsiteX127" fmla="*/ 1325955 w 12192000"/>
              <a:gd name="connsiteY127" fmla="*/ 3176692 h 3482342"/>
              <a:gd name="connsiteX128" fmla="*/ 1190384 w 12192000"/>
              <a:gd name="connsiteY128" fmla="*/ 3203504 h 3482342"/>
              <a:gd name="connsiteX129" fmla="*/ 1094537 w 12192000"/>
              <a:gd name="connsiteY129" fmla="*/ 3229469 h 3482342"/>
              <a:gd name="connsiteX130" fmla="*/ 1013254 w 12192000"/>
              <a:gd name="connsiteY130" fmla="*/ 3263949 h 3482342"/>
              <a:gd name="connsiteX131" fmla="*/ 815546 w 12192000"/>
              <a:gd name="connsiteY131" fmla="*/ 3334559 h 3482342"/>
              <a:gd name="connsiteX132" fmla="*/ 779276 w 12192000"/>
              <a:gd name="connsiteY132" fmla="*/ 3327290 h 3482342"/>
              <a:gd name="connsiteX133" fmla="*/ 600378 w 12192000"/>
              <a:gd name="connsiteY133" fmla="*/ 3335250 h 3482342"/>
              <a:gd name="connsiteX134" fmla="*/ 493457 w 12192000"/>
              <a:gd name="connsiteY134" fmla="*/ 3365044 h 3482342"/>
              <a:gd name="connsiteX135" fmla="*/ 388355 w 12192000"/>
              <a:gd name="connsiteY135" fmla="*/ 3376925 h 3482342"/>
              <a:gd name="connsiteX136" fmla="*/ 349402 w 12192000"/>
              <a:gd name="connsiteY136" fmla="*/ 3380897 h 3482342"/>
              <a:gd name="connsiteX137" fmla="*/ 225952 w 12192000"/>
              <a:gd name="connsiteY137" fmla="*/ 3426352 h 3482342"/>
              <a:gd name="connsiteX138" fmla="*/ 171000 w 12192000"/>
              <a:gd name="connsiteY138" fmla="*/ 3438892 h 3482342"/>
              <a:gd name="connsiteX139" fmla="*/ 88263 w 12192000"/>
              <a:gd name="connsiteY139" fmla="*/ 3479310 h 3482342"/>
              <a:gd name="connsiteX140" fmla="*/ 46713 w 12192000"/>
              <a:gd name="connsiteY140" fmla="*/ 3462986 h 3482342"/>
              <a:gd name="connsiteX141" fmla="*/ 2765 w 12192000"/>
              <a:gd name="connsiteY141" fmla="*/ 3480770 h 3482342"/>
              <a:gd name="connsiteX142" fmla="*/ 0 w 12192000"/>
              <a:gd name="connsiteY142" fmla="*/ 3482342 h 3482342"/>
              <a:gd name="connsiteX143" fmla="*/ 0 w 12192000"/>
              <a:gd name="connsiteY143" fmla="*/ 0 h 3482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12192000" h="3482342">
                <a:moveTo>
                  <a:pt x="0" y="0"/>
                </a:moveTo>
                <a:lnTo>
                  <a:pt x="12192000" y="0"/>
                </a:lnTo>
                <a:lnTo>
                  <a:pt x="12192000" y="635369"/>
                </a:lnTo>
                <a:cubicBezTo>
                  <a:pt x="12191930" y="610378"/>
                  <a:pt x="12191859" y="585387"/>
                  <a:pt x="12191789" y="560396"/>
                </a:cubicBezTo>
                <a:cubicBezTo>
                  <a:pt x="12175211" y="562678"/>
                  <a:pt x="11999606" y="644473"/>
                  <a:pt x="11983027" y="646756"/>
                </a:cubicBezTo>
                <a:cubicBezTo>
                  <a:pt x="11943442" y="661920"/>
                  <a:pt x="11950154" y="649830"/>
                  <a:pt x="11940158" y="651378"/>
                </a:cubicBezTo>
                <a:cubicBezTo>
                  <a:pt x="11930162" y="652926"/>
                  <a:pt x="11943274" y="652245"/>
                  <a:pt x="11923051" y="656045"/>
                </a:cubicBezTo>
                <a:cubicBezTo>
                  <a:pt x="11882449" y="639093"/>
                  <a:pt x="11867184" y="670845"/>
                  <a:pt x="11832939" y="674181"/>
                </a:cubicBezTo>
                <a:cubicBezTo>
                  <a:pt x="11812296" y="669845"/>
                  <a:pt x="11772988" y="668355"/>
                  <a:pt x="11767770" y="683807"/>
                </a:cubicBezTo>
                <a:cubicBezTo>
                  <a:pt x="11757314" y="685936"/>
                  <a:pt x="11743230" y="693101"/>
                  <a:pt x="11728279" y="700816"/>
                </a:cubicBezTo>
                <a:lnTo>
                  <a:pt x="11722533" y="703421"/>
                </a:lnTo>
                <a:lnTo>
                  <a:pt x="11720002" y="710566"/>
                </a:lnTo>
                <a:lnTo>
                  <a:pt x="11707351" y="710310"/>
                </a:lnTo>
                <a:lnTo>
                  <a:pt x="11700369" y="713480"/>
                </a:lnTo>
                <a:lnTo>
                  <a:pt x="11691126" y="726131"/>
                </a:lnTo>
                <a:cubicBezTo>
                  <a:pt x="11686960" y="732845"/>
                  <a:pt x="11663435" y="739546"/>
                  <a:pt x="11657717" y="746701"/>
                </a:cubicBezTo>
                <a:cubicBezTo>
                  <a:pt x="11651999" y="753856"/>
                  <a:pt x="11669175" y="763766"/>
                  <a:pt x="11656818" y="769062"/>
                </a:cubicBezTo>
                <a:cubicBezTo>
                  <a:pt x="11645954" y="777786"/>
                  <a:pt x="11627045" y="778196"/>
                  <a:pt x="11601229" y="785537"/>
                </a:cubicBezTo>
                <a:cubicBezTo>
                  <a:pt x="11575413" y="792878"/>
                  <a:pt x="11538696" y="801341"/>
                  <a:pt x="11501920" y="813109"/>
                </a:cubicBezTo>
                <a:cubicBezTo>
                  <a:pt x="11460587" y="824093"/>
                  <a:pt x="11432519" y="842469"/>
                  <a:pt x="11405286" y="849086"/>
                </a:cubicBezTo>
                <a:cubicBezTo>
                  <a:pt x="11353339" y="866295"/>
                  <a:pt x="11354410" y="845161"/>
                  <a:pt x="11338523" y="852810"/>
                </a:cubicBezTo>
                <a:cubicBezTo>
                  <a:pt x="11308884" y="863514"/>
                  <a:pt x="11353090" y="841987"/>
                  <a:pt x="11334676" y="859677"/>
                </a:cubicBezTo>
                <a:cubicBezTo>
                  <a:pt x="11295079" y="884428"/>
                  <a:pt x="11238631" y="959542"/>
                  <a:pt x="11217448" y="980136"/>
                </a:cubicBezTo>
                <a:cubicBezTo>
                  <a:pt x="11196801" y="1004817"/>
                  <a:pt x="11202732" y="987478"/>
                  <a:pt x="11196987" y="1000897"/>
                </a:cubicBezTo>
                <a:cubicBezTo>
                  <a:pt x="11191242" y="1014316"/>
                  <a:pt x="11200040" y="1028284"/>
                  <a:pt x="11193568" y="1039464"/>
                </a:cubicBezTo>
                <a:cubicBezTo>
                  <a:pt x="11181920" y="1057634"/>
                  <a:pt x="11187929" y="1053532"/>
                  <a:pt x="11175804" y="1067977"/>
                </a:cubicBezTo>
                <a:cubicBezTo>
                  <a:pt x="11168136" y="1078025"/>
                  <a:pt x="11142602" y="1097119"/>
                  <a:pt x="11133438" y="1106812"/>
                </a:cubicBezTo>
                <a:cubicBezTo>
                  <a:pt x="11124274" y="1116505"/>
                  <a:pt x="11134647" y="1114365"/>
                  <a:pt x="11120819" y="1126133"/>
                </a:cubicBezTo>
                <a:cubicBezTo>
                  <a:pt x="11106991" y="1137901"/>
                  <a:pt x="11087009" y="1165275"/>
                  <a:pt x="11071654" y="1177422"/>
                </a:cubicBezTo>
                <a:cubicBezTo>
                  <a:pt x="11056299" y="1189570"/>
                  <a:pt x="11041338" y="1190780"/>
                  <a:pt x="11028687" y="1199018"/>
                </a:cubicBezTo>
                <a:cubicBezTo>
                  <a:pt x="11006077" y="1216981"/>
                  <a:pt x="10985939" y="1219268"/>
                  <a:pt x="10974565" y="1226849"/>
                </a:cubicBezTo>
                <a:cubicBezTo>
                  <a:pt x="10963191" y="1234430"/>
                  <a:pt x="10978096" y="1238618"/>
                  <a:pt x="10960443" y="1244502"/>
                </a:cubicBezTo>
                <a:cubicBezTo>
                  <a:pt x="10937301" y="1255025"/>
                  <a:pt x="10897483" y="1265096"/>
                  <a:pt x="10879242" y="1269215"/>
                </a:cubicBezTo>
                <a:cubicBezTo>
                  <a:pt x="10861001" y="1273334"/>
                  <a:pt x="10863361" y="1264933"/>
                  <a:pt x="10850998" y="1269215"/>
                </a:cubicBezTo>
                <a:lnTo>
                  <a:pt x="10815658" y="1287849"/>
                </a:lnTo>
                <a:cubicBezTo>
                  <a:pt x="10795652" y="1293733"/>
                  <a:pt x="10746525" y="1311275"/>
                  <a:pt x="10723900" y="1318642"/>
                </a:cubicBezTo>
                <a:cubicBezTo>
                  <a:pt x="10705077" y="1325539"/>
                  <a:pt x="10706518" y="1319939"/>
                  <a:pt x="10699186" y="1322173"/>
                </a:cubicBezTo>
                <a:cubicBezTo>
                  <a:pt x="10691854" y="1324408"/>
                  <a:pt x="10686855" y="1343347"/>
                  <a:pt x="10676375" y="1342640"/>
                </a:cubicBezTo>
                <a:cubicBezTo>
                  <a:pt x="10676343" y="1337186"/>
                  <a:pt x="10639666" y="1342470"/>
                  <a:pt x="10636304" y="1342641"/>
                </a:cubicBezTo>
                <a:cubicBezTo>
                  <a:pt x="10626667" y="1347586"/>
                  <a:pt x="10613500" y="1341941"/>
                  <a:pt x="10603863" y="1346886"/>
                </a:cubicBezTo>
                <a:lnTo>
                  <a:pt x="10573203" y="1351996"/>
                </a:lnTo>
                <a:cubicBezTo>
                  <a:pt x="10562611" y="1353173"/>
                  <a:pt x="10557365" y="1375337"/>
                  <a:pt x="10547375" y="1375130"/>
                </a:cubicBezTo>
                <a:cubicBezTo>
                  <a:pt x="10537385" y="1374923"/>
                  <a:pt x="10522089" y="1366643"/>
                  <a:pt x="10513263" y="1371939"/>
                </a:cubicBezTo>
                <a:cubicBezTo>
                  <a:pt x="10505804" y="1378887"/>
                  <a:pt x="10494815" y="1378774"/>
                  <a:pt x="10487356" y="1385722"/>
                </a:cubicBezTo>
                <a:lnTo>
                  <a:pt x="10464012" y="1391778"/>
                </a:lnTo>
                <a:cubicBezTo>
                  <a:pt x="10456657" y="1392366"/>
                  <a:pt x="10449461" y="1401737"/>
                  <a:pt x="10439694" y="1406905"/>
                </a:cubicBezTo>
                <a:cubicBezTo>
                  <a:pt x="10429927" y="1412073"/>
                  <a:pt x="10417525" y="1414065"/>
                  <a:pt x="10405409" y="1422789"/>
                </a:cubicBezTo>
                <a:cubicBezTo>
                  <a:pt x="10385126" y="1419848"/>
                  <a:pt x="10374706" y="1423369"/>
                  <a:pt x="10370530" y="1441596"/>
                </a:cubicBezTo>
                <a:cubicBezTo>
                  <a:pt x="10354767" y="1445421"/>
                  <a:pt x="10317840" y="1451247"/>
                  <a:pt x="10300239" y="1456332"/>
                </a:cubicBezTo>
                <a:cubicBezTo>
                  <a:pt x="10282638" y="1461417"/>
                  <a:pt x="10276690" y="1468577"/>
                  <a:pt x="10264922" y="1472107"/>
                </a:cubicBezTo>
                <a:cubicBezTo>
                  <a:pt x="10253154" y="1475637"/>
                  <a:pt x="10240218" y="1469553"/>
                  <a:pt x="10229629" y="1470454"/>
                </a:cubicBezTo>
                <a:cubicBezTo>
                  <a:pt x="10219040" y="1471355"/>
                  <a:pt x="10214330" y="1477515"/>
                  <a:pt x="10201385" y="1477515"/>
                </a:cubicBezTo>
                <a:cubicBezTo>
                  <a:pt x="10188440" y="1477515"/>
                  <a:pt x="10165492" y="1479280"/>
                  <a:pt x="10151958" y="1477515"/>
                </a:cubicBezTo>
                <a:cubicBezTo>
                  <a:pt x="10138424" y="1475750"/>
                  <a:pt x="10130187" y="1468101"/>
                  <a:pt x="10120184" y="1466924"/>
                </a:cubicBezTo>
                <a:cubicBezTo>
                  <a:pt x="10110181" y="1465747"/>
                  <a:pt x="10091597" y="1479719"/>
                  <a:pt x="10081348" y="1481046"/>
                </a:cubicBezTo>
                <a:cubicBezTo>
                  <a:pt x="10071099" y="1482373"/>
                  <a:pt x="10073276" y="1471664"/>
                  <a:pt x="10058690" y="1474888"/>
                </a:cubicBezTo>
                <a:cubicBezTo>
                  <a:pt x="10040170" y="1466053"/>
                  <a:pt x="10015872" y="1472731"/>
                  <a:pt x="10004424" y="1489801"/>
                </a:cubicBezTo>
                <a:cubicBezTo>
                  <a:pt x="10002452" y="1492741"/>
                  <a:pt x="10000947" y="1495882"/>
                  <a:pt x="9999951" y="1499127"/>
                </a:cubicBezTo>
                <a:cubicBezTo>
                  <a:pt x="9967418" y="1507155"/>
                  <a:pt x="9889427" y="1534394"/>
                  <a:pt x="9845462" y="1548192"/>
                </a:cubicBezTo>
                <a:cubicBezTo>
                  <a:pt x="9822222" y="1562604"/>
                  <a:pt x="9768858" y="1594433"/>
                  <a:pt x="9736156" y="1581928"/>
                </a:cubicBezTo>
                <a:cubicBezTo>
                  <a:pt x="9745637" y="1601571"/>
                  <a:pt x="9699425" y="1582999"/>
                  <a:pt x="9693355" y="1602632"/>
                </a:cubicBezTo>
                <a:cubicBezTo>
                  <a:pt x="9690360" y="1618512"/>
                  <a:pt x="9675642" y="1616579"/>
                  <a:pt x="9664242" y="1622075"/>
                </a:cubicBezTo>
                <a:cubicBezTo>
                  <a:pt x="9655776" y="1638103"/>
                  <a:pt x="9598819" y="1651043"/>
                  <a:pt x="9579195" y="1648017"/>
                </a:cubicBezTo>
                <a:cubicBezTo>
                  <a:pt x="9524163" y="1629881"/>
                  <a:pt x="9477693" y="1693985"/>
                  <a:pt x="9433652" y="1681174"/>
                </a:cubicBezTo>
                <a:cubicBezTo>
                  <a:pt x="9421990" y="1682314"/>
                  <a:pt x="9412258" y="1685676"/>
                  <a:pt x="9403775" y="1690403"/>
                </a:cubicBezTo>
                <a:lnTo>
                  <a:pt x="9382503" y="1706957"/>
                </a:lnTo>
                <a:lnTo>
                  <a:pt x="9381410" y="1718312"/>
                </a:lnTo>
                <a:lnTo>
                  <a:pt x="9365685" y="1724772"/>
                </a:lnTo>
                <a:lnTo>
                  <a:pt x="9278020" y="1741161"/>
                </a:lnTo>
                <a:cubicBezTo>
                  <a:pt x="9235873" y="1762229"/>
                  <a:pt x="9231473" y="1754941"/>
                  <a:pt x="9217145" y="1771195"/>
                </a:cubicBezTo>
                <a:cubicBezTo>
                  <a:pt x="9131538" y="1776872"/>
                  <a:pt x="9039728" y="1814874"/>
                  <a:pt x="8955875" y="1796806"/>
                </a:cubicBezTo>
                <a:cubicBezTo>
                  <a:pt x="8861771" y="1817659"/>
                  <a:pt x="8730077" y="1856614"/>
                  <a:pt x="8648415" y="1878623"/>
                </a:cubicBezTo>
                <a:cubicBezTo>
                  <a:pt x="8578856" y="1892487"/>
                  <a:pt x="8546278" y="1907799"/>
                  <a:pt x="8538519" y="1894114"/>
                </a:cubicBezTo>
                <a:cubicBezTo>
                  <a:pt x="8513108" y="1898081"/>
                  <a:pt x="8514559" y="1915122"/>
                  <a:pt x="8506541" y="1905955"/>
                </a:cubicBezTo>
                <a:cubicBezTo>
                  <a:pt x="8437841" y="1911139"/>
                  <a:pt x="8301617" y="1910841"/>
                  <a:pt x="8236214" y="1909725"/>
                </a:cubicBezTo>
                <a:cubicBezTo>
                  <a:pt x="8201189" y="1897570"/>
                  <a:pt x="8163827" y="1900921"/>
                  <a:pt x="8132104" y="1895727"/>
                </a:cubicBezTo>
                <a:cubicBezTo>
                  <a:pt x="8021354" y="1869423"/>
                  <a:pt x="7973371" y="1872758"/>
                  <a:pt x="7918078" y="1862668"/>
                </a:cubicBezTo>
                <a:cubicBezTo>
                  <a:pt x="7883942" y="1854133"/>
                  <a:pt x="7834588" y="1870269"/>
                  <a:pt x="7817899" y="1862176"/>
                </a:cubicBezTo>
                <a:cubicBezTo>
                  <a:pt x="7803952" y="1858540"/>
                  <a:pt x="7780423" y="1826275"/>
                  <a:pt x="7768994" y="1855721"/>
                </a:cubicBezTo>
                <a:cubicBezTo>
                  <a:pt x="7693971" y="1816704"/>
                  <a:pt x="7680420" y="1850219"/>
                  <a:pt x="7618027" y="1830959"/>
                </a:cubicBezTo>
                <a:cubicBezTo>
                  <a:pt x="7563589" y="1813247"/>
                  <a:pt x="7530287" y="1817871"/>
                  <a:pt x="7449425" y="1810910"/>
                </a:cubicBezTo>
                <a:lnTo>
                  <a:pt x="7342915" y="1819827"/>
                </a:lnTo>
                <a:lnTo>
                  <a:pt x="7255191" y="1834354"/>
                </a:lnTo>
                <a:cubicBezTo>
                  <a:pt x="7235153" y="1839259"/>
                  <a:pt x="7150315" y="1831629"/>
                  <a:pt x="7131205" y="1845557"/>
                </a:cubicBezTo>
                <a:cubicBezTo>
                  <a:pt x="6968750" y="1838101"/>
                  <a:pt x="6977206" y="1837412"/>
                  <a:pt x="6941837" y="1840640"/>
                </a:cubicBezTo>
                <a:cubicBezTo>
                  <a:pt x="6905846" y="1863867"/>
                  <a:pt x="6892534" y="1847120"/>
                  <a:pt x="6837145" y="1870724"/>
                </a:cubicBezTo>
                <a:cubicBezTo>
                  <a:pt x="6823442" y="1850610"/>
                  <a:pt x="6785388" y="1865075"/>
                  <a:pt x="6753991" y="1860969"/>
                </a:cubicBezTo>
                <a:cubicBezTo>
                  <a:pt x="6744571" y="1866959"/>
                  <a:pt x="6736100" y="1874451"/>
                  <a:pt x="6727754" y="1882372"/>
                </a:cubicBezTo>
                <a:lnTo>
                  <a:pt x="6723371" y="1886494"/>
                </a:lnTo>
                <a:lnTo>
                  <a:pt x="6702779" y="1893601"/>
                </a:lnTo>
                <a:lnTo>
                  <a:pt x="6686657" y="1907344"/>
                </a:lnTo>
                <a:lnTo>
                  <a:pt x="6651330" y="1922921"/>
                </a:lnTo>
                <a:cubicBezTo>
                  <a:pt x="6640157" y="1928264"/>
                  <a:pt x="6638035" y="1935420"/>
                  <a:pt x="6622958" y="1936255"/>
                </a:cubicBezTo>
                <a:cubicBezTo>
                  <a:pt x="6600915" y="1943222"/>
                  <a:pt x="6552371" y="1948565"/>
                  <a:pt x="6522602" y="1954133"/>
                </a:cubicBezTo>
                <a:cubicBezTo>
                  <a:pt x="6492833" y="1959701"/>
                  <a:pt x="6461408" y="1966721"/>
                  <a:pt x="6444344" y="1969663"/>
                </a:cubicBezTo>
                <a:cubicBezTo>
                  <a:pt x="6427280" y="1972605"/>
                  <a:pt x="6428109" y="1974263"/>
                  <a:pt x="6409626" y="1978846"/>
                </a:cubicBezTo>
                <a:cubicBezTo>
                  <a:pt x="6391143" y="1983429"/>
                  <a:pt x="6354327" y="1989225"/>
                  <a:pt x="6333446" y="1997163"/>
                </a:cubicBezTo>
                <a:cubicBezTo>
                  <a:pt x="6318475" y="2003304"/>
                  <a:pt x="6299617" y="2000258"/>
                  <a:pt x="6294933" y="2019412"/>
                </a:cubicBezTo>
                <a:cubicBezTo>
                  <a:pt x="6286089" y="2042978"/>
                  <a:pt x="6227534" y="2018229"/>
                  <a:pt x="6238719" y="2042547"/>
                </a:cubicBezTo>
                <a:cubicBezTo>
                  <a:pt x="6222530" y="2046966"/>
                  <a:pt x="6203861" y="2053486"/>
                  <a:pt x="6187205" y="2060048"/>
                </a:cubicBezTo>
                <a:cubicBezTo>
                  <a:pt x="6170549" y="2066610"/>
                  <a:pt x="6153490" y="2074269"/>
                  <a:pt x="6138780" y="2081918"/>
                </a:cubicBezTo>
                <a:cubicBezTo>
                  <a:pt x="6124070" y="2089567"/>
                  <a:pt x="6133826" y="2100763"/>
                  <a:pt x="6120125" y="2109475"/>
                </a:cubicBezTo>
                <a:cubicBezTo>
                  <a:pt x="6106424" y="2118187"/>
                  <a:pt x="6071747" y="2113765"/>
                  <a:pt x="6056576" y="2120066"/>
                </a:cubicBezTo>
                <a:cubicBezTo>
                  <a:pt x="6041405" y="2126367"/>
                  <a:pt x="6013212" y="2118450"/>
                  <a:pt x="5993794" y="2122569"/>
                </a:cubicBezTo>
                <a:cubicBezTo>
                  <a:pt x="5964206" y="2130692"/>
                  <a:pt x="5962485" y="2139897"/>
                  <a:pt x="5943601" y="2137719"/>
                </a:cubicBezTo>
                <a:cubicBezTo>
                  <a:pt x="5924717" y="2135541"/>
                  <a:pt x="5912263" y="2145394"/>
                  <a:pt x="5898141" y="2144806"/>
                </a:cubicBezTo>
                <a:cubicBezTo>
                  <a:pt x="5884019" y="2144218"/>
                  <a:pt x="5868158" y="2133273"/>
                  <a:pt x="5855337" y="2137719"/>
                </a:cubicBezTo>
                <a:cubicBezTo>
                  <a:pt x="5842516" y="2142165"/>
                  <a:pt x="5837100" y="2155593"/>
                  <a:pt x="5817682" y="2157358"/>
                </a:cubicBezTo>
                <a:cubicBezTo>
                  <a:pt x="5798264" y="2159123"/>
                  <a:pt x="5773002" y="2155397"/>
                  <a:pt x="5735300" y="2158902"/>
                </a:cubicBezTo>
                <a:cubicBezTo>
                  <a:pt x="5697598" y="2162407"/>
                  <a:pt x="5588527" y="2188980"/>
                  <a:pt x="5591469" y="2178389"/>
                </a:cubicBezTo>
                <a:cubicBezTo>
                  <a:pt x="5555576" y="2181920"/>
                  <a:pt x="5528919" y="2193924"/>
                  <a:pt x="5505818" y="2194207"/>
                </a:cubicBezTo>
                <a:cubicBezTo>
                  <a:pt x="5482717" y="2194490"/>
                  <a:pt x="5495184" y="2190180"/>
                  <a:pt x="5477574" y="2190677"/>
                </a:cubicBezTo>
                <a:cubicBezTo>
                  <a:pt x="5459964" y="2191175"/>
                  <a:pt x="5427187" y="2180216"/>
                  <a:pt x="5414282" y="2183070"/>
                </a:cubicBezTo>
                <a:cubicBezTo>
                  <a:pt x="5407945" y="2205016"/>
                  <a:pt x="5394338" y="2208803"/>
                  <a:pt x="5368369" y="2204272"/>
                </a:cubicBezTo>
                <a:cubicBezTo>
                  <a:pt x="5354793" y="2209070"/>
                  <a:pt x="5349205" y="2213102"/>
                  <a:pt x="5336354" y="2218920"/>
                </a:cubicBezTo>
                <a:cubicBezTo>
                  <a:pt x="5323503" y="2224738"/>
                  <a:pt x="5304208" y="2232709"/>
                  <a:pt x="5291263" y="2239182"/>
                </a:cubicBezTo>
                <a:cubicBezTo>
                  <a:pt x="5278318" y="2245655"/>
                  <a:pt x="5264730" y="2242318"/>
                  <a:pt x="5255152" y="2247164"/>
                </a:cubicBezTo>
                <a:cubicBezTo>
                  <a:pt x="5245574" y="2252010"/>
                  <a:pt x="5240857" y="2261199"/>
                  <a:pt x="5233796" y="2268260"/>
                </a:cubicBezTo>
                <a:cubicBezTo>
                  <a:pt x="5226735" y="2275321"/>
                  <a:pt x="5222832" y="2268609"/>
                  <a:pt x="5212786" y="2275408"/>
                </a:cubicBezTo>
                <a:cubicBezTo>
                  <a:pt x="5202741" y="2282208"/>
                  <a:pt x="5174227" y="2281420"/>
                  <a:pt x="5159401" y="2284343"/>
                </a:cubicBezTo>
                <a:cubicBezTo>
                  <a:pt x="5129776" y="2295641"/>
                  <a:pt x="5158686" y="2301898"/>
                  <a:pt x="5123830" y="2307070"/>
                </a:cubicBezTo>
                <a:cubicBezTo>
                  <a:pt x="5082905" y="2318102"/>
                  <a:pt x="5072939" y="2287385"/>
                  <a:pt x="5065426" y="2324076"/>
                </a:cubicBezTo>
                <a:cubicBezTo>
                  <a:pt x="5017747" y="2318395"/>
                  <a:pt x="5031271" y="2337329"/>
                  <a:pt x="4975908" y="2364128"/>
                </a:cubicBezTo>
                <a:cubicBezTo>
                  <a:pt x="4946700" y="2354134"/>
                  <a:pt x="4928936" y="2366071"/>
                  <a:pt x="4913723" y="2385265"/>
                </a:cubicBezTo>
                <a:cubicBezTo>
                  <a:pt x="4854880" y="2394046"/>
                  <a:pt x="4808730" y="2428302"/>
                  <a:pt x="4746485" y="2451769"/>
                </a:cubicBezTo>
                <a:lnTo>
                  <a:pt x="4681588" y="2467494"/>
                </a:lnTo>
                <a:lnTo>
                  <a:pt x="1783655" y="3163860"/>
                </a:lnTo>
                <a:lnTo>
                  <a:pt x="1325955" y="3176692"/>
                </a:lnTo>
                <a:cubicBezTo>
                  <a:pt x="1278931" y="3186609"/>
                  <a:pt x="1232617" y="3191205"/>
                  <a:pt x="1190384" y="3203504"/>
                </a:cubicBezTo>
                <a:cubicBezTo>
                  <a:pt x="1146740" y="3204301"/>
                  <a:pt x="1142940" y="3250947"/>
                  <a:pt x="1094537" y="3229469"/>
                </a:cubicBezTo>
                <a:cubicBezTo>
                  <a:pt x="1069134" y="3237778"/>
                  <a:pt x="1026961" y="3247646"/>
                  <a:pt x="1013254" y="3263949"/>
                </a:cubicBezTo>
                <a:cubicBezTo>
                  <a:pt x="966756" y="3279110"/>
                  <a:pt x="851011" y="3352246"/>
                  <a:pt x="815546" y="3334559"/>
                </a:cubicBezTo>
                <a:cubicBezTo>
                  <a:pt x="808324" y="3352177"/>
                  <a:pt x="815137" y="3324821"/>
                  <a:pt x="779276" y="3327290"/>
                </a:cubicBezTo>
                <a:cubicBezTo>
                  <a:pt x="712585" y="3298149"/>
                  <a:pt x="672574" y="3378796"/>
                  <a:pt x="600378" y="3335250"/>
                </a:cubicBezTo>
                <a:cubicBezTo>
                  <a:pt x="595066" y="3356366"/>
                  <a:pt x="514059" y="3361176"/>
                  <a:pt x="493457" y="3365044"/>
                </a:cubicBezTo>
                <a:cubicBezTo>
                  <a:pt x="467535" y="3372578"/>
                  <a:pt x="412364" y="3374283"/>
                  <a:pt x="388355" y="3376925"/>
                </a:cubicBezTo>
                <a:cubicBezTo>
                  <a:pt x="364346" y="3379567"/>
                  <a:pt x="376469" y="3372659"/>
                  <a:pt x="349402" y="3380897"/>
                </a:cubicBezTo>
                <a:cubicBezTo>
                  <a:pt x="322335" y="3389135"/>
                  <a:pt x="248625" y="3434339"/>
                  <a:pt x="225952" y="3426352"/>
                </a:cubicBezTo>
                <a:cubicBezTo>
                  <a:pt x="199749" y="3439548"/>
                  <a:pt x="193948" y="3430066"/>
                  <a:pt x="171000" y="3438892"/>
                </a:cubicBezTo>
                <a:cubicBezTo>
                  <a:pt x="148052" y="3447718"/>
                  <a:pt x="101917" y="3457642"/>
                  <a:pt x="88263" y="3479310"/>
                </a:cubicBezTo>
                <a:cubicBezTo>
                  <a:pt x="64018" y="3479795"/>
                  <a:pt x="62139" y="3459801"/>
                  <a:pt x="46713" y="3462986"/>
                </a:cubicBezTo>
                <a:cubicBezTo>
                  <a:pt x="31576" y="3476862"/>
                  <a:pt x="15706" y="3476378"/>
                  <a:pt x="2765" y="3480770"/>
                </a:cubicBezTo>
                <a:lnTo>
                  <a:pt x="0" y="3482342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2A9383-7065-3D09-880B-C92F4B163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2777" y="484094"/>
            <a:ext cx="7498831" cy="1206594"/>
          </a:xfrm>
        </p:spPr>
        <p:txBody>
          <a:bodyPr>
            <a:normAutofit/>
          </a:bodyPr>
          <a:lstStyle/>
          <a:p>
            <a:r>
              <a:rPr lang="en-US" dirty="0"/>
              <a:t>LSS – Active Learning Together</a:t>
            </a:r>
            <a:br>
              <a:rPr lang="en-US" dirty="0"/>
            </a:br>
            <a:endParaRPr lang="en-US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101159E-D455-456F-8FE1-396AB1590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2777" y="1958614"/>
            <a:ext cx="2695712" cy="3988962"/>
          </a:xfrm>
          <a:custGeom>
            <a:avLst/>
            <a:gdLst>
              <a:gd name="connsiteX0" fmla="*/ 0 w 2400300"/>
              <a:gd name="connsiteY0" fmla="*/ 0 h 2400300"/>
              <a:gd name="connsiteX1" fmla="*/ 2400300 w 2400300"/>
              <a:gd name="connsiteY1" fmla="*/ 0 h 2400300"/>
              <a:gd name="connsiteX2" fmla="*/ 2400300 w 2400300"/>
              <a:gd name="connsiteY2" fmla="*/ 2400300 h 2400300"/>
              <a:gd name="connsiteX3" fmla="*/ 0 w 2400300"/>
              <a:gd name="connsiteY3" fmla="*/ 2400300 h 240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00300" h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>
            <a:outerShdw blurRad="50800" dist="12700" dir="3000000" algn="tl" rotWithShape="0">
              <a:prstClr val="black">
                <a:alpha val="2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7" name="Graphic 6" descr="Customer Review">
            <a:extLst>
              <a:ext uri="{FF2B5EF4-FFF2-40B4-BE49-F238E27FC236}">
                <a16:creationId xmlns:a16="http://schemas.microsoft.com/office/drawing/2014/main" id="{91147331-4B6F-375E-A025-F0A964ED4D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053" y="2706736"/>
            <a:ext cx="2455911" cy="2455911"/>
          </a:xfrm>
          <a:prstGeom prst="rect">
            <a:avLst/>
          </a:prstGeom>
        </p:spPr>
      </p:pic>
      <p:sp>
        <p:nvSpPr>
          <p:cNvPr id="32" name="Rectangle 6">
            <a:extLst>
              <a:ext uri="{FF2B5EF4-FFF2-40B4-BE49-F238E27FC236}">
                <a16:creationId xmlns:a16="http://schemas.microsoft.com/office/drawing/2014/main" id="{1F9FDF39-7A42-411B-85F1-9DE812C7A7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43622" y="5802246"/>
            <a:ext cx="1025719" cy="428984"/>
          </a:xfrm>
          <a:custGeom>
            <a:avLst/>
            <a:gdLst>
              <a:gd name="connsiteX0" fmla="*/ 0 w 2142503"/>
              <a:gd name="connsiteY0" fmla="*/ 0 h 571500"/>
              <a:gd name="connsiteX1" fmla="*/ 2142503 w 2142503"/>
              <a:gd name="connsiteY1" fmla="*/ 0 h 571500"/>
              <a:gd name="connsiteX2" fmla="*/ 2142503 w 2142503"/>
              <a:gd name="connsiteY2" fmla="*/ 571500 h 571500"/>
              <a:gd name="connsiteX3" fmla="*/ 0 w 2142503"/>
              <a:gd name="connsiteY3" fmla="*/ 571500 h 571500"/>
              <a:gd name="connsiteX4" fmla="*/ 0 w 2142503"/>
              <a:gd name="connsiteY4" fmla="*/ 0 h 571500"/>
              <a:gd name="connsiteX0" fmla="*/ 0 w 2142503"/>
              <a:gd name="connsiteY0" fmla="*/ 0 h 582145"/>
              <a:gd name="connsiteX1" fmla="*/ 2142503 w 2142503"/>
              <a:gd name="connsiteY1" fmla="*/ 0 h 582145"/>
              <a:gd name="connsiteX2" fmla="*/ 2142503 w 2142503"/>
              <a:gd name="connsiteY2" fmla="*/ 571500 h 582145"/>
              <a:gd name="connsiteX3" fmla="*/ 2050917 w 2142503"/>
              <a:gd name="connsiteY3" fmla="*/ 582088 h 582145"/>
              <a:gd name="connsiteX4" fmla="*/ 0 w 2142503"/>
              <a:gd name="connsiteY4" fmla="*/ 571500 h 582145"/>
              <a:gd name="connsiteX5" fmla="*/ 0 w 2142503"/>
              <a:gd name="connsiteY5" fmla="*/ 0 h 582145"/>
              <a:gd name="connsiteX0" fmla="*/ 0 w 2159832"/>
              <a:gd name="connsiteY0" fmla="*/ 0 h 582145"/>
              <a:gd name="connsiteX1" fmla="*/ 2142503 w 2159832"/>
              <a:gd name="connsiteY1" fmla="*/ 0 h 582145"/>
              <a:gd name="connsiteX2" fmla="*/ 2159829 w 2159832"/>
              <a:gd name="connsiteY2" fmla="*/ 96526 h 582145"/>
              <a:gd name="connsiteX3" fmla="*/ 2142503 w 2159832"/>
              <a:gd name="connsiteY3" fmla="*/ 571500 h 582145"/>
              <a:gd name="connsiteX4" fmla="*/ 2050917 w 2159832"/>
              <a:gd name="connsiteY4" fmla="*/ 582088 h 582145"/>
              <a:gd name="connsiteX5" fmla="*/ 0 w 2159832"/>
              <a:gd name="connsiteY5" fmla="*/ 571500 h 582145"/>
              <a:gd name="connsiteX6" fmla="*/ 0 w 2159832"/>
              <a:gd name="connsiteY6" fmla="*/ 0 h 582145"/>
              <a:gd name="connsiteX0" fmla="*/ 0 w 2159832"/>
              <a:gd name="connsiteY0" fmla="*/ 12386 h 594531"/>
              <a:gd name="connsiteX1" fmla="*/ 67826 w 2159832"/>
              <a:gd name="connsiteY1" fmla="*/ 0 h 594531"/>
              <a:gd name="connsiteX2" fmla="*/ 2142503 w 2159832"/>
              <a:gd name="connsiteY2" fmla="*/ 12386 h 594531"/>
              <a:gd name="connsiteX3" fmla="*/ 2159829 w 2159832"/>
              <a:gd name="connsiteY3" fmla="*/ 108912 h 594531"/>
              <a:gd name="connsiteX4" fmla="*/ 2142503 w 2159832"/>
              <a:gd name="connsiteY4" fmla="*/ 583886 h 594531"/>
              <a:gd name="connsiteX5" fmla="*/ 2050917 w 2159832"/>
              <a:gd name="connsiteY5" fmla="*/ 594474 h 594531"/>
              <a:gd name="connsiteX6" fmla="*/ 0 w 2159832"/>
              <a:gd name="connsiteY6" fmla="*/ 583886 h 594531"/>
              <a:gd name="connsiteX7" fmla="*/ 0 w 2159832"/>
              <a:gd name="connsiteY7" fmla="*/ 12386 h 594531"/>
              <a:gd name="connsiteX0" fmla="*/ 0 w 2168908"/>
              <a:gd name="connsiteY0" fmla="*/ 26000 h 594531"/>
              <a:gd name="connsiteX1" fmla="*/ 76902 w 2168908"/>
              <a:gd name="connsiteY1" fmla="*/ 0 h 594531"/>
              <a:gd name="connsiteX2" fmla="*/ 2151579 w 2168908"/>
              <a:gd name="connsiteY2" fmla="*/ 12386 h 594531"/>
              <a:gd name="connsiteX3" fmla="*/ 2168905 w 2168908"/>
              <a:gd name="connsiteY3" fmla="*/ 108912 h 594531"/>
              <a:gd name="connsiteX4" fmla="*/ 2151579 w 2168908"/>
              <a:gd name="connsiteY4" fmla="*/ 583886 h 594531"/>
              <a:gd name="connsiteX5" fmla="*/ 2059993 w 2168908"/>
              <a:gd name="connsiteY5" fmla="*/ 594474 h 594531"/>
              <a:gd name="connsiteX6" fmla="*/ 9076 w 2168908"/>
              <a:gd name="connsiteY6" fmla="*/ 583886 h 594531"/>
              <a:gd name="connsiteX7" fmla="*/ 0 w 2168908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5393 w 2174301"/>
              <a:gd name="connsiteY0" fmla="*/ 26000 h 594531"/>
              <a:gd name="connsiteX1" fmla="*/ 82295 w 2174301"/>
              <a:gd name="connsiteY1" fmla="*/ 0 h 594531"/>
              <a:gd name="connsiteX2" fmla="*/ 2156972 w 2174301"/>
              <a:gd name="connsiteY2" fmla="*/ 12386 h 594531"/>
              <a:gd name="connsiteX3" fmla="*/ 2174298 w 2174301"/>
              <a:gd name="connsiteY3" fmla="*/ 108912 h 594531"/>
              <a:gd name="connsiteX4" fmla="*/ 2156972 w 2174301"/>
              <a:gd name="connsiteY4" fmla="*/ 583886 h 594531"/>
              <a:gd name="connsiteX5" fmla="*/ 2065386 w 2174301"/>
              <a:gd name="connsiteY5" fmla="*/ 594474 h 594531"/>
              <a:gd name="connsiteX6" fmla="*/ 14469 w 2174301"/>
              <a:gd name="connsiteY6" fmla="*/ 583886 h 594531"/>
              <a:gd name="connsiteX7" fmla="*/ 5393 w 2174301"/>
              <a:gd name="connsiteY7" fmla="*/ 26000 h 594531"/>
              <a:gd name="connsiteX0" fmla="*/ 147197 w 2316105"/>
              <a:gd name="connsiteY0" fmla="*/ 26000 h 594531"/>
              <a:gd name="connsiteX1" fmla="*/ 224099 w 2316105"/>
              <a:gd name="connsiteY1" fmla="*/ 0 h 594531"/>
              <a:gd name="connsiteX2" fmla="*/ 2298776 w 2316105"/>
              <a:gd name="connsiteY2" fmla="*/ 12386 h 594531"/>
              <a:gd name="connsiteX3" fmla="*/ 2316102 w 2316105"/>
              <a:gd name="connsiteY3" fmla="*/ 108912 h 594531"/>
              <a:gd name="connsiteX4" fmla="*/ 2298776 w 2316105"/>
              <a:gd name="connsiteY4" fmla="*/ 583886 h 594531"/>
              <a:gd name="connsiteX5" fmla="*/ 2207190 w 2316105"/>
              <a:gd name="connsiteY5" fmla="*/ 594474 h 594531"/>
              <a:gd name="connsiteX6" fmla="*/ 156273 w 2316105"/>
              <a:gd name="connsiteY6" fmla="*/ 583886 h 594531"/>
              <a:gd name="connsiteX7" fmla="*/ 142416 w 2316105"/>
              <a:gd name="connsiteY7" fmla="*/ 235975 h 594531"/>
              <a:gd name="connsiteX8" fmla="*/ 147197 w 2316105"/>
              <a:gd name="connsiteY8" fmla="*/ 26000 h 594531"/>
              <a:gd name="connsiteX0" fmla="*/ 154684 w 2323592"/>
              <a:gd name="connsiteY0" fmla="*/ 26000 h 594531"/>
              <a:gd name="connsiteX1" fmla="*/ 231586 w 2323592"/>
              <a:gd name="connsiteY1" fmla="*/ 0 h 594531"/>
              <a:gd name="connsiteX2" fmla="*/ 2306263 w 2323592"/>
              <a:gd name="connsiteY2" fmla="*/ 12386 h 594531"/>
              <a:gd name="connsiteX3" fmla="*/ 2323589 w 2323592"/>
              <a:gd name="connsiteY3" fmla="*/ 108912 h 594531"/>
              <a:gd name="connsiteX4" fmla="*/ 2306263 w 2323592"/>
              <a:gd name="connsiteY4" fmla="*/ 583886 h 594531"/>
              <a:gd name="connsiteX5" fmla="*/ 2214677 w 2323592"/>
              <a:gd name="connsiteY5" fmla="*/ 594474 h 594531"/>
              <a:gd name="connsiteX6" fmla="*/ 163760 w 2323592"/>
              <a:gd name="connsiteY6" fmla="*/ 583886 h 594531"/>
              <a:gd name="connsiteX7" fmla="*/ 158979 w 2323592"/>
              <a:gd name="connsiteY7" fmla="*/ 403879 h 594531"/>
              <a:gd name="connsiteX8" fmla="*/ 149903 w 2323592"/>
              <a:gd name="connsiteY8" fmla="*/ 235975 h 594531"/>
              <a:gd name="connsiteX9" fmla="*/ 154684 w 2323592"/>
              <a:gd name="connsiteY9" fmla="*/ 26000 h 594531"/>
              <a:gd name="connsiteX0" fmla="*/ 13665 w 2182573"/>
              <a:gd name="connsiteY0" fmla="*/ 26000 h 594531"/>
              <a:gd name="connsiteX1" fmla="*/ 90567 w 2182573"/>
              <a:gd name="connsiteY1" fmla="*/ 0 h 594531"/>
              <a:gd name="connsiteX2" fmla="*/ 2165244 w 2182573"/>
              <a:gd name="connsiteY2" fmla="*/ 12386 h 594531"/>
              <a:gd name="connsiteX3" fmla="*/ 2182570 w 2182573"/>
              <a:gd name="connsiteY3" fmla="*/ 108912 h 594531"/>
              <a:gd name="connsiteX4" fmla="*/ 2165244 w 2182573"/>
              <a:gd name="connsiteY4" fmla="*/ 583886 h 594531"/>
              <a:gd name="connsiteX5" fmla="*/ 2073658 w 2182573"/>
              <a:gd name="connsiteY5" fmla="*/ 594474 h 594531"/>
              <a:gd name="connsiteX6" fmla="*/ 22741 w 2182573"/>
              <a:gd name="connsiteY6" fmla="*/ 583886 h 594531"/>
              <a:gd name="connsiteX7" fmla="*/ 17960 w 2182573"/>
              <a:gd name="connsiteY7" fmla="*/ 403879 h 594531"/>
              <a:gd name="connsiteX8" fmla="*/ 8884 w 2182573"/>
              <a:gd name="connsiteY8" fmla="*/ 235975 h 594531"/>
              <a:gd name="connsiteX9" fmla="*/ 13665 w 2182573"/>
              <a:gd name="connsiteY9" fmla="*/ 26000 h 594531"/>
              <a:gd name="connsiteX0" fmla="*/ 13665 w 2202120"/>
              <a:gd name="connsiteY0" fmla="*/ 26000 h 594531"/>
              <a:gd name="connsiteX1" fmla="*/ 90567 w 2202120"/>
              <a:gd name="connsiteY1" fmla="*/ 0 h 594531"/>
              <a:gd name="connsiteX2" fmla="*/ 2165244 w 2202120"/>
              <a:gd name="connsiteY2" fmla="*/ 12386 h 594531"/>
              <a:gd name="connsiteX3" fmla="*/ 2182570 w 2202120"/>
              <a:gd name="connsiteY3" fmla="*/ 108912 h 594531"/>
              <a:gd name="connsiteX4" fmla="*/ 2192471 w 2202120"/>
              <a:gd name="connsiteY4" fmla="*/ 583886 h 594531"/>
              <a:gd name="connsiteX5" fmla="*/ 2073658 w 2202120"/>
              <a:gd name="connsiteY5" fmla="*/ 594474 h 594531"/>
              <a:gd name="connsiteX6" fmla="*/ 22741 w 2202120"/>
              <a:gd name="connsiteY6" fmla="*/ 583886 h 594531"/>
              <a:gd name="connsiteX7" fmla="*/ 17960 w 2202120"/>
              <a:gd name="connsiteY7" fmla="*/ 403879 h 594531"/>
              <a:gd name="connsiteX8" fmla="*/ 8884 w 2202120"/>
              <a:gd name="connsiteY8" fmla="*/ 235975 h 594531"/>
              <a:gd name="connsiteX9" fmla="*/ 13665 w 2202120"/>
              <a:gd name="connsiteY9" fmla="*/ 26000 h 594531"/>
              <a:gd name="connsiteX0" fmla="*/ 13665 w 2202036"/>
              <a:gd name="connsiteY0" fmla="*/ 26000 h 594531"/>
              <a:gd name="connsiteX1" fmla="*/ 90567 w 2202036"/>
              <a:gd name="connsiteY1" fmla="*/ 0 h 594531"/>
              <a:gd name="connsiteX2" fmla="*/ 2165244 w 2202036"/>
              <a:gd name="connsiteY2" fmla="*/ 12386 h 594531"/>
              <a:gd name="connsiteX3" fmla="*/ 2182570 w 2202036"/>
              <a:gd name="connsiteY3" fmla="*/ 108912 h 594531"/>
              <a:gd name="connsiteX4" fmla="*/ 2191645 w 2202036"/>
              <a:gd name="connsiteY4" fmla="*/ 422031 h 594531"/>
              <a:gd name="connsiteX5" fmla="*/ 2192471 w 2202036"/>
              <a:gd name="connsiteY5" fmla="*/ 583886 h 594531"/>
              <a:gd name="connsiteX6" fmla="*/ 2073658 w 2202036"/>
              <a:gd name="connsiteY6" fmla="*/ 594474 h 594531"/>
              <a:gd name="connsiteX7" fmla="*/ 22741 w 2202036"/>
              <a:gd name="connsiteY7" fmla="*/ 583886 h 594531"/>
              <a:gd name="connsiteX8" fmla="*/ 17960 w 2202036"/>
              <a:gd name="connsiteY8" fmla="*/ 403879 h 594531"/>
              <a:gd name="connsiteX9" fmla="*/ 8884 w 2202036"/>
              <a:gd name="connsiteY9" fmla="*/ 235975 h 594531"/>
              <a:gd name="connsiteX10" fmla="*/ 13665 w 2202036"/>
              <a:gd name="connsiteY10" fmla="*/ 26000 h 594531"/>
              <a:gd name="connsiteX0" fmla="*/ 142254 w 2330625"/>
              <a:gd name="connsiteY0" fmla="*/ 26000 h 594531"/>
              <a:gd name="connsiteX1" fmla="*/ 219156 w 2330625"/>
              <a:gd name="connsiteY1" fmla="*/ 0 h 594531"/>
              <a:gd name="connsiteX2" fmla="*/ 2293833 w 2330625"/>
              <a:gd name="connsiteY2" fmla="*/ 12386 h 594531"/>
              <a:gd name="connsiteX3" fmla="*/ 2311159 w 2330625"/>
              <a:gd name="connsiteY3" fmla="*/ 108912 h 594531"/>
              <a:gd name="connsiteX4" fmla="*/ 2320234 w 2330625"/>
              <a:gd name="connsiteY4" fmla="*/ 422031 h 594531"/>
              <a:gd name="connsiteX5" fmla="*/ 2321060 w 2330625"/>
              <a:gd name="connsiteY5" fmla="*/ 583886 h 594531"/>
              <a:gd name="connsiteX6" fmla="*/ 2202247 w 2330625"/>
              <a:gd name="connsiteY6" fmla="*/ 594474 h 594531"/>
              <a:gd name="connsiteX7" fmla="*/ 151330 w 2330625"/>
              <a:gd name="connsiteY7" fmla="*/ 583886 h 594531"/>
              <a:gd name="connsiteX8" fmla="*/ 155624 w 2330625"/>
              <a:gd name="connsiteY8" fmla="*/ 512790 h 594531"/>
              <a:gd name="connsiteX9" fmla="*/ 146549 w 2330625"/>
              <a:gd name="connsiteY9" fmla="*/ 403879 h 594531"/>
              <a:gd name="connsiteX10" fmla="*/ 137473 w 2330625"/>
              <a:gd name="connsiteY10" fmla="*/ 235975 h 594531"/>
              <a:gd name="connsiteX11" fmla="*/ 142254 w 2330625"/>
              <a:gd name="connsiteY11" fmla="*/ 26000 h 594531"/>
              <a:gd name="connsiteX0" fmla="*/ 13413 w 2201784"/>
              <a:gd name="connsiteY0" fmla="*/ 26000 h 594531"/>
              <a:gd name="connsiteX1" fmla="*/ 90315 w 2201784"/>
              <a:gd name="connsiteY1" fmla="*/ 0 h 594531"/>
              <a:gd name="connsiteX2" fmla="*/ 2164992 w 2201784"/>
              <a:gd name="connsiteY2" fmla="*/ 12386 h 594531"/>
              <a:gd name="connsiteX3" fmla="*/ 2182318 w 2201784"/>
              <a:gd name="connsiteY3" fmla="*/ 108912 h 594531"/>
              <a:gd name="connsiteX4" fmla="*/ 2191393 w 2201784"/>
              <a:gd name="connsiteY4" fmla="*/ 422031 h 594531"/>
              <a:gd name="connsiteX5" fmla="*/ 2192219 w 2201784"/>
              <a:gd name="connsiteY5" fmla="*/ 583886 h 594531"/>
              <a:gd name="connsiteX6" fmla="*/ 2073406 w 2201784"/>
              <a:gd name="connsiteY6" fmla="*/ 594474 h 594531"/>
              <a:gd name="connsiteX7" fmla="*/ 22489 w 2201784"/>
              <a:gd name="connsiteY7" fmla="*/ 583886 h 594531"/>
              <a:gd name="connsiteX8" fmla="*/ 26783 w 2201784"/>
              <a:gd name="connsiteY8" fmla="*/ 512790 h 594531"/>
              <a:gd name="connsiteX9" fmla="*/ 17708 w 2201784"/>
              <a:gd name="connsiteY9" fmla="*/ 403879 h 594531"/>
              <a:gd name="connsiteX10" fmla="*/ 8632 w 2201784"/>
              <a:gd name="connsiteY10" fmla="*/ 235975 h 594531"/>
              <a:gd name="connsiteX11" fmla="*/ 13413 w 2201784"/>
              <a:gd name="connsiteY11" fmla="*/ 26000 h 594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201784" h="594531">
                <a:moveTo>
                  <a:pt x="13413" y="26000"/>
                </a:moveTo>
                <a:cubicBezTo>
                  <a:pt x="37534" y="24897"/>
                  <a:pt x="66194" y="1103"/>
                  <a:pt x="90315" y="0"/>
                </a:cubicBezTo>
                <a:lnTo>
                  <a:pt x="2164992" y="12386"/>
                </a:lnTo>
                <a:cubicBezTo>
                  <a:pt x="2164717" y="43049"/>
                  <a:pt x="2182593" y="78249"/>
                  <a:pt x="2182318" y="108912"/>
                </a:cubicBezTo>
                <a:cubicBezTo>
                  <a:pt x="2188231" y="177186"/>
                  <a:pt x="2189743" y="342869"/>
                  <a:pt x="2191393" y="422031"/>
                </a:cubicBezTo>
                <a:cubicBezTo>
                  <a:pt x="2193043" y="501193"/>
                  <a:pt x="2213396" y="555146"/>
                  <a:pt x="2192219" y="583886"/>
                </a:cubicBezTo>
                <a:cubicBezTo>
                  <a:pt x="2172279" y="582877"/>
                  <a:pt x="2093346" y="595483"/>
                  <a:pt x="2073406" y="594474"/>
                </a:cubicBezTo>
                <a:lnTo>
                  <a:pt x="22489" y="583886"/>
                </a:lnTo>
                <a:cubicBezTo>
                  <a:pt x="5849" y="592962"/>
                  <a:pt x="27580" y="542791"/>
                  <a:pt x="26783" y="512790"/>
                </a:cubicBezTo>
                <a:cubicBezTo>
                  <a:pt x="25986" y="482789"/>
                  <a:pt x="18464" y="450015"/>
                  <a:pt x="17708" y="403879"/>
                </a:cubicBezTo>
                <a:cubicBezTo>
                  <a:pt x="16952" y="357743"/>
                  <a:pt x="-14855" y="308787"/>
                  <a:pt x="8632" y="235975"/>
                </a:cubicBezTo>
                <a:cubicBezTo>
                  <a:pt x="7119" y="142994"/>
                  <a:pt x="-201" y="65329"/>
                  <a:pt x="13413" y="26000"/>
                </a:cubicBezTo>
                <a:close/>
              </a:path>
            </a:pathLst>
          </a:custGeom>
          <a:solidFill>
            <a:srgbClr val="D9D4D0">
              <a:alpha val="50000"/>
            </a:srgbClr>
          </a:solidFill>
          <a:ln>
            <a:noFill/>
          </a:ln>
          <a:effectLst>
            <a:softEdge rad="635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BDD98-97B4-8AE7-CA47-3474EF9CB9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0925" y="1958614"/>
            <a:ext cx="4465723" cy="4144074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practice of law is active and collaborative. </a:t>
            </a:r>
          </a:p>
          <a:p>
            <a:pPr lvl="1"/>
            <a:r>
              <a:rPr lang="en-US" sz="2000" dirty="0"/>
              <a:t>Learn by doing - Good lawyering skills, especially writing,  can only be improved by practice. </a:t>
            </a:r>
          </a:p>
          <a:p>
            <a:pPr lvl="1"/>
            <a:r>
              <a:rPr lang="en-US" sz="2000" dirty="0"/>
              <a:t>Team-based. You will be assigned into “law firms.” You are all equity partners. </a:t>
            </a:r>
          </a:p>
          <a:p>
            <a:pPr lvl="1"/>
            <a:r>
              <a:rPr lang="en-US" sz="2000" dirty="0"/>
              <a:t>Feedback-focused (receiving and giving).</a:t>
            </a:r>
          </a:p>
        </p:txBody>
      </p:sp>
    </p:spTree>
    <p:extLst>
      <p:ext uri="{BB962C8B-B14F-4D97-AF65-F5344CB8AC3E}">
        <p14:creationId xmlns:p14="http://schemas.microsoft.com/office/powerpoint/2010/main" val="663715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224" name="Rectangle 9223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26" name="Oval 9225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6891" y="1119031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878305" y="1396686"/>
            <a:ext cx="2430380" cy="406462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TODAY’S AGENDA	</a:t>
            </a:r>
          </a:p>
        </p:txBody>
      </p:sp>
      <p:sp>
        <p:nvSpPr>
          <p:cNvPr id="9228" name="Arc 9227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6512790" y="941148"/>
            <a:ext cx="2240924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30" name="Oval 9229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536" y="4780992"/>
            <a:ext cx="409575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4027614" y="1526033"/>
            <a:ext cx="4152298" cy="3935281"/>
          </a:xfrm>
        </p:spPr>
        <p:txBody>
          <a:bodyPr>
            <a:normAutofit/>
          </a:bodyPr>
          <a:lstStyle/>
          <a:p>
            <a:r>
              <a:rPr lang="en-US" dirty="0"/>
              <a:t>MEET EACH OTHER</a:t>
            </a:r>
          </a:p>
          <a:p>
            <a:endParaRPr lang="en-US" dirty="0"/>
          </a:p>
          <a:p>
            <a:r>
              <a:rPr lang="en-US" dirty="0"/>
              <a:t>REVIEW COURSE SYLLABUS AND SCHEDULE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LEARNING HOW TO READ [THE LAW] </a:t>
            </a:r>
          </a:p>
          <a:p>
            <a:pPr lvl="1"/>
            <a:r>
              <a:rPr lang="en-US" dirty="0"/>
              <a:t>CH. 3 BECOMING A LEGAL WRITER EXERCISES</a:t>
            </a:r>
          </a:p>
          <a:p>
            <a:pPr lvl="1">
              <a:buNone/>
            </a:pPr>
            <a:endParaRPr lang="en-US" dirty="0"/>
          </a:p>
          <a:p>
            <a:pPr marL="457200" lvl="1" indent="0">
              <a:buNone/>
            </a:pPr>
            <a:endParaRPr lang="en-US" dirty="0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3A6533-7F9D-F027-56A4-31DC6F8E5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914400"/>
            <a:r>
              <a:rPr lang="en-US" sz="28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 Me - Professionally </a:t>
            </a:r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A111B9BD-76BF-C68F-D917-F3D3950C5E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90164" y="248017"/>
            <a:ext cx="5179868" cy="64922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2008 UHLC Law Center Graduate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Professors Bush, Ragazzo, and Moll were my professors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Executive Editor of the Houston Journal of International Law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Law Practice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14 years as a corporate energy attorney at Hunton Andrews Kurth LLP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Practice areas were mergers &amp; acquisitions and commercial contracts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Partner and head of the firm’s Oil and Gas Practice Group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Teaching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Professional Writing Strategies at Law Center 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dirty="0"/>
              <a:t>8</a:t>
            </a:r>
            <a:r>
              <a:rPr lang="en-US" baseline="30000" dirty="0"/>
              <a:t>th</a:t>
            </a:r>
            <a:r>
              <a:rPr lang="en-US" dirty="0"/>
              <a:t> Grade Social Studies at Schindewolf Intermediate School in the Klein ISD</a:t>
            </a:r>
          </a:p>
          <a:p>
            <a:pPr marL="312528" lvl="1" indent="-228600" defTabSz="914400"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-228600" defTabSz="914400"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-228600" defTabSz="914400">
              <a:buFont typeface="Arial" panose="020B0604020202020204" pitchFamily="34" charset="0"/>
              <a:buChar char="•"/>
            </a:pPr>
            <a:endParaRPr lang="en-US" dirty="0"/>
          </a:p>
          <a:p>
            <a:pPr lvl="1" indent="-228600" defTabSz="9144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39084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398F3DEE-0E56-499F-AFAE-C2DA7C2C8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412EDC7-649B-F104-74BC-9D543DA922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" b="2323"/>
          <a:stretch>
            <a:fillRect/>
          </a:stretch>
        </p:blipFill>
        <p:spPr>
          <a:xfrm>
            <a:off x="-1" y="10"/>
            <a:ext cx="3042736" cy="44693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CB8E33D-C93E-3EBD-8E89-D693FEDCB91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62" r="12777" b="2"/>
          <a:stretch>
            <a:fillRect/>
          </a:stretch>
        </p:blipFill>
        <p:spPr>
          <a:xfrm rot="5400000">
            <a:off x="6417452" y="4131454"/>
            <a:ext cx="2395556" cy="30575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71E24D-F38B-70DF-BC94-38E8519A22B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85" r="-3" b="-3"/>
          <a:stretch>
            <a:fillRect/>
          </a:stretch>
        </p:blipFill>
        <p:spPr>
          <a:xfrm rot="5400000">
            <a:off x="5380573" y="705888"/>
            <a:ext cx="4469316" cy="3057538"/>
          </a:xfrm>
          <a:prstGeom prst="rect">
            <a:avLst/>
          </a:prstGeom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91A05-F282-6ED3-87A9-8C43FCCE2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4" r="-3" b="4813"/>
          <a:stretch>
            <a:fillRect/>
          </a:stretch>
        </p:blipFill>
        <p:spPr>
          <a:xfrm rot="5400000">
            <a:off x="2331735" y="710999"/>
            <a:ext cx="4469316" cy="3047316"/>
          </a:xfrm>
          <a:prstGeom prst="rect">
            <a:avLst/>
          </a:prstGeom>
        </p:spPr>
      </p:pic>
      <p:sp>
        <p:nvSpPr>
          <p:cNvPr id="49" name="Rectangle 48">
            <a:extLst>
              <a:ext uri="{FF2B5EF4-FFF2-40B4-BE49-F238E27FC236}">
                <a16:creationId xmlns:a16="http://schemas.microsoft.com/office/drawing/2014/main" id="{D4054751-1972-4218-A5AC-06366AB23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4462444"/>
            <a:ext cx="6086468" cy="2395556"/>
          </a:xfrm>
          <a:prstGeom prst="rect">
            <a:avLst/>
          </a:prstGeom>
          <a:gradFill>
            <a:gsLst>
              <a:gs pos="10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3F16F31-4871-4294-AA34-E451DD4CD2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98" y="4462444"/>
            <a:ext cx="6086463" cy="2395556"/>
          </a:xfrm>
          <a:prstGeom prst="rect">
            <a:avLst/>
          </a:prstGeom>
          <a:gradFill>
            <a:gsLst>
              <a:gs pos="7000">
                <a:srgbClr val="000000">
                  <a:alpha val="44000"/>
                </a:srgbClr>
              </a:gs>
              <a:gs pos="67000">
                <a:schemeClr val="accent1">
                  <a:lumMod val="75000"/>
                  <a:alpha val="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ABD3FB0A-8C48-462D-82B4-C52CDB3F07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5280991"/>
            <a:ext cx="6086462" cy="1575508"/>
          </a:xfrm>
          <a:prstGeom prst="rect">
            <a:avLst/>
          </a:prstGeom>
          <a:gradFill>
            <a:gsLst>
              <a:gs pos="40000">
                <a:srgbClr val="000000">
                  <a:alpha val="0"/>
                </a:srgbClr>
              </a:gs>
              <a:gs pos="100000">
                <a:schemeClr val="accent1">
                  <a:alpha val="23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F9E047-CC37-BADD-6EE6-5ACC4ACEA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706" y="4777524"/>
            <a:ext cx="5147557" cy="1113911"/>
          </a:xfr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About Me - My Family</a:t>
            </a:r>
            <a:b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35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1472332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6185F11-FBAA-1686-4E89-37C3D8DCE2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000">
                <a:solidFill>
                  <a:srgbClr val="FFFFFF"/>
                </a:solidFill>
              </a:rPr>
              <a:t>Introductions – Take Three Minutes and Meet A Classmate 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42CFF911-EB6A-5ED4-AC3D-98745C00B6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497969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2998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240D06-11BF-0FC4-2904-47ED08AAA1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" y="699325"/>
            <a:ext cx="8178799" cy="5459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61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3" name="Rectangle 222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5" name="Shape 215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defTabSz="914400"/>
            <a:r>
              <a:rPr lang="en-US" sz="4300">
                <a:solidFill>
                  <a:schemeClr val="tx1"/>
                </a:solidFill>
              </a:rPr>
              <a:t>Lawyering Skills &amp; Strategies</a:t>
            </a:r>
          </a:p>
        </p:txBody>
      </p:sp>
      <p:sp>
        <p:nvSpPr>
          <p:cNvPr id="22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0060" y="2586994"/>
            <a:ext cx="2606040" cy="18288"/>
          </a:xfrm>
          <a:custGeom>
            <a:avLst/>
            <a:gdLst>
              <a:gd name="csX0" fmla="*/ 0 w 2606040"/>
              <a:gd name="csY0" fmla="*/ 0 h 18288"/>
              <a:gd name="csX1" fmla="*/ 625450 w 2606040"/>
              <a:gd name="csY1" fmla="*/ 0 h 18288"/>
              <a:gd name="csX2" fmla="*/ 1224839 w 2606040"/>
              <a:gd name="csY2" fmla="*/ 0 h 18288"/>
              <a:gd name="csX3" fmla="*/ 1824228 w 2606040"/>
              <a:gd name="csY3" fmla="*/ 0 h 18288"/>
              <a:gd name="csX4" fmla="*/ 2606040 w 2606040"/>
              <a:gd name="csY4" fmla="*/ 0 h 18288"/>
              <a:gd name="csX5" fmla="*/ 2606040 w 2606040"/>
              <a:gd name="csY5" fmla="*/ 18288 h 18288"/>
              <a:gd name="csX6" fmla="*/ 1902409 w 2606040"/>
              <a:gd name="csY6" fmla="*/ 18288 h 18288"/>
              <a:gd name="csX7" fmla="*/ 1276960 w 2606040"/>
              <a:gd name="csY7" fmla="*/ 18288 h 18288"/>
              <a:gd name="csX8" fmla="*/ 677570 w 2606040"/>
              <a:gd name="csY8" fmla="*/ 18288 h 18288"/>
              <a:gd name="csX9" fmla="*/ 0 w 2606040"/>
              <a:gd name="csY9" fmla="*/ 18288 h 18288"/>
              <a:gd name="csX10" fmla="*/ 0 w 2606040"/>
              <a:gd name="csY10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2606040" h="18288" fill="none" extrusionOk="0">
                <a:moveTo>
                  <a:pt x="0" y="0"/>
                </a:moveTo>
                <a:cubicBezTo>
                  <a:pt x="266776" y="-600"/>
                  <a:pt x="322756" y="3201"/>
                  <a:pt x="625450" y="0"/>
                </a:cubicBezTo>
                <a:cubicBezTo>
                  <a:pt x="928144" y="-3201"/>
                  <a:pt x="968141" y="9269"/>
                  <a:pt x="1224839" y="0"/>
                </a:cubicBezTo>
                <a:cubicBezTo>
                  <a:pt x="1481537" y="-9269"/>
                  <a:pt x="1569059" y="21947"/>
                  <a:pt x="1824228" y="0"/>
                </a:cubicBezTo>
                <a:cubicBezTo>
                  <a:pt x="2079397" y="-21947"/>
                  <a:pt x="2326053" y="-10194"/>
                  <a:pt x="2606040" y="0"/>
                </a:cubicBezTo>
                <a:cubicBezTo>
                  <a:pt x="2605462" y="4771"/>
                  <a:pt x="2606793" y="12323"/>
                  <a:pt x="2606040" y="18288"/>
                </a:cubicBezTo>
                <a:cubicBezTo>
                  <a:pt x="2256758" y="31410"/>
                  <a:pt x="2173673" y="-12878"/>
                  <a:pt x="1902409" y="18288"/>
                </a:cubicBezTo>
                <a:cubicBezTo>
                  <a:pt x="1631145" y="49454"/>
                  <a:pt x="1461378" y="5466"/>
                  <a:pt x="1276960" y="18288"/>
                </a:cubicBezTo>
                <a:cubicBezTo>
                  <a:pt x="1092542" y="31110"/>
                  <a:pt x="890442" y="13213"/>
                  <a:pt x="677570" y="18288"/>
                </a:cubicBezTo>
                <a:cubicBezTo>
                  <a:pt x="464698" y="23364"/>
                  <a:pt x="187648" y="35837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w="2606040" h="18288" stroke="0" extrusionOk="0">
                <a:moveTo>
                  <a:pt x="0" y="0"/>
                </a:moveTo>
                <a:cubicBezTo>
                  <a:pt x="197231" y="3803"/>
                  <a:pt x="358914" y="-9291"/>
                  <a:pt x="599389" y="0"/>
                </a:cubicBezTo>
                <a:cubicBezTo>
                  <a:pt x="839864" y="9291"/>
                  <a:pt x="979371" y="8509"/>
                  <a:pt x="1303020" y="0"/>
                </a:cubicBezTo>
                <a:cubicBezTo>
                  <a:pt x="1626669" y="-8509"/>
                  <a:pt x="1726300" y="7440"/>
                  <a:pt x="1876349" y="0"/>
                </a:cubicBezTo>
                <a:cubicBezTo>
                  <a:pt x="2026398" y="-7440"/>
                  <a:pt x="2430712" y="17957"/>
                  <a:pt x="2606040" y="0"/>
                </a:cubicBezTo>
                <a:cubicBezTo>
                  <a:pt x="2605426" y="8857"/>
                  <a:pt x="2606544" y="13619"/>
                  <a:pt x="2606040" y="18288"/>
                </a:cubicBezTo>
                <a:cubicBezTo>
                  <a:pt x="2393024" y="2241"/>
                  <a:pt x="2191161" y="39259"/>
                  <a:pt x="1980590" y="18288"/>
                </a:cubicBezTo>
                <a:cubicBezTo>
                  <a:pt x="1770019" y="-2683"/>
                  <a:pt x="1476440" y="36114"/>
                  <a:pt x="1276960" y="18288"/>
                </a:cubicBezTo>
                <a:cubicBezTo>
                  <a:pt x="1077480" y="463"/>
                  <a:pt x="880988" y="42125"/>
                  <a:pt x="651510" y="18288"/>
                </a:cubicBezTo>
                <a:cubicBezTo>
                  <a:pt x="422032" y="-5549"/>
                  <a:pt x="130744" y="-1947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6" name="Shape 216"/>
          <p:cNvSpPr>
            <a:spLocks noGrp="1"/>
          </p:cNvSpPr>
          <p:nvPr>
            <p:ph type="body" idx="1"/>
          </p:nvPr>
        </p:nvSpPr>
        <p:spPr>
          <a:xfrm>
            <a:off x="480060" y="2816838"/>
            <a:ext cx="3182691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 dirty="0"/>
              <a:t>Legal Analysis –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sz="1600" dirty="0"/>
              <a:t>What is “The Law”?</a:t>
            </a:r>
          </a:p>
          <a:p>
            <a:pPr lvl="1" indent="-228600" defTabSz="914400">
              <a:buFont typeface="Arial" panose="020B0604020202020204" pitchFamily="34" charset="0"/>
              <a:buChar char="•"/>
            </a:pPr>
            <a:r>
              <a:rPr lang="en-US" sz="1600" dirty="0"/>
              <a:t>How to Apply the Law to a Set of Facts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 dirty="0"/>
              <a:t>Legal Research - How to Find It</a:t>
            </a:r>
          </a:p>
          <a:p>
            <a:pPr indent="-228600" defTabSz="914400">
              <a:buFont typeface="Arial" panose="020B0604020202020204" pitchFamily="34" charset="0"/>
              <a:buChar char="•"/>
            </a:pPr>
            <a:r>
              <a:rPr lang="en-US" sz="1900" dirty="0"/>
              <a:t>Legal Communication -How to Write About It</a:t>
            </a:r>
          </a:p>
          <a:p>
            <a:pPr marL="315028" indent="-228600" defTabSz="914400">
              <a:buFont typeface="Arial" panose="020B0604020202020204" pitchFamily="34" charset="0"/>
              <a:buChar char="•"/>
            </a:pPr>
            <a:endParaRPr lang="en-US" sz="1900" dirty="0"/>
          </a:p>
        </p:txBody>
      </p:sp>
      <p:pic>
        <p:nvPicPr>
          <p:cNvPr id="218" name="Picture 217" descr="Glasses on top of a book">
            <a:extLst>
              <a:ext uri="{FF2B5EF4-FFF2-40B4-BE49-F238E27FC236}">
                <a16:creationId xmlns:a16="http://schemas.microsoft.com/office/drawing/2014/main" id="{7CE83E81-4868-4695-81B8-C0EA93BE909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761" r="37401" b="-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75E024-8F23-A12D-E6F6-608108ECE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672CB-BD65-11BF-1CF3-88E11A8734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B1  - Law Firms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3C165C9-DD3D-0854-241B-244BC08882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5393940"/>
              </p:ext>
            </p:extLst>
          </p:nvPr>
        </p:nvGraphicFramePr>
        <p:xfrm>
          <a:off x="628650" y="1825625"/>
          <a:ext cx="7886700" cy="24292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71675">
                  <a:extLst>
                    <a:ext uri="{9D8B030D-6E8A-4147-A177-3AD203B41FA5}">
                      <a16:colId xmlns:a16="http://schemas.microsoft.com/office/drawing/2014/main" val="688717486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96848543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4121546008"/>
                    </a:ext>
                  </a:extLst>
                </a:gridCol>
                <a:gridCol w="1971675">
                  <a:extLst>
                    <a:ext uri="{9D8B030D-6E8A-4147-A177-3AD203B41FA5}">
                      <a16:colId xmlns:a16="http://schemas.microsoft.com/office/drawing/2014/main" val="3747497720"/>
                    </a:ext>
                  </a:extLst>
                </a:gridCol>
              </a:tblGrid>
              <a:tr h="354939">
                <a:tc>
                  <a:txBody>
                    <a:bodyPr/>
                    <a:lstStyle/>
                    <a:p>
                      <a:r>
                        <a:rPr lang="en-US" dirty="0"/>
                        <a:t>Firm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Firm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Firm 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Firm 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4780107"/>
                  </a:ext>
                </a:extLst>
              </a:tr>
              <a:tr h="488649">
                <a:tc>
                  <a:txBody>
                    <a:bodyPr/>
                    <a:lstStyle/>
                    <a:p>
                      <a:r>
                        <a:rPr lang="de-DE" dirty="0"/>
                        <a:t>Sadie Bostwick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Parker Champagne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Jared Whitehurst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Trey  Gaw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1569699"/>
                  </a:ext>
                </a:extLst>
              </a:tr>
              <a:tr h="488649">
                <a:tc>
                  <a:txBody>
                    <a:bodyPr/>
                    <a:lstStyle/>
                    <a:p>
                      <a:r>
                        <a:rPr lang="en-US" dirty="0"/>
                        <a:t>Audrey Griffith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Madeline  </a:t>
                      </a:r>
                      <a:r>
                        <a:rPr lang="en-US" sz="1400" dirty="0" err="1"/>
                        <a:t>Kampesi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Matthew Love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Promise Maduka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8641078"/>
                  </a:ext>
                </a:extLst>
              </a:tr>
              <a:tr h="586465">
                <a:tc>
                  <a:txBody>
                    <a:bodyPr/>
                    <a:lstStyle/>
                    <a:p>
                      <a:r>
                        <a:rPr lang="en-US" sz="1400" dirty="0"/>
                        <a:t>Conor </a:t>
                      </a:r>
                      <a:r>
                        <a:rPr lang="en-US" sz="1400" dirty="0" err="1"/>
                        <a:t>McNabnay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Emily Moon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Rhett Price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Joyclin</a:t>
                      </a:r>
                      <a:r>
                        <a:rPr lang="en-US" sz="1400" dirty="0"/>
                        <a:t> Ranjith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239831"/>
                  </a:ext>
                </a:extLst>
              </a:tr>
              <a:tr h="488649">
                <a:tc>
                  <a:txBody>
                    <a:bodyPr/>
                    <a:lstStyle/>
                    <a:p>
                      <a:r>
                        <a:rPr lang="en-US" sz="1400" dirty="0"/>
                        <a:t>Lilly  Sills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Le An Tran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16849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6477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767E755-CF1A-7F41-BE5A-D111671AF78E}"/>
              </a:ext>
            </a:extLst>
          </p:cNvPr>
          <p:cNvSpPr txBox="1"/>
          <p:nvPr/>
        </p:nvSpPr>
        <p:spPr>
          <a:xfrm>
            <a:off x="3505200" y="764373"/>
            <a:ext cx="5124450" cy="1293028"/>
          </a:xfrm>
          <a:prstGeom prst="rect">
            <a:avLst/>
          </a:prstGeom>
        </p:spPr>
        <p:txBody>
          <a:bodyPr vert="horz" lIns="64294" tIns="32147" rIns="64294" bIns="32147" rtlCol="0" anchor="ctr">
            <a:normAutofit/>
          </a:bodyPr>
          <a:lstStyle/>
          <a:p>
            <a:pPr algn="r" defTabSz="642915">
              <a:lnSpc>
                <a:spcPct val="90000"/>
              </a:lnSpc>
              <a:spcBef>
                <a:spcPct val="0"/>
              </a:spcBef>
              <a:spcAft>
                <a:spcPts val="422"/>
              </a:spcAft>
              <a:defRPr/>
            </a:pPr>
            <a:r>
              <a:rPr lang="en-US" sz="2812" cap="all" dirty="0">
                <a:latin typeface="+mj-lt"/>
                <a:ea typeface="+mj-ea"/>
                <a:cs typeface="+mj-cs"/>
                <a:sym typeface="Helvetica Neue Bold Condensed"/>
              </a:rPr>
              <a:t>FALL SEMESTER</a:t>
            </a:r>
          </a:p>
        </p:txBody>
      </p:sp>
      <p:pic>
        <p:nvPicPr>
          <p:cNvPr id="137" name="Graphic 136" descr="Closed Book">
            <a:extLst>
              <a:ext uri="{FF2B5EF4-FFF2-40B4-BE49-F238E27FC236}">
                <a16:creationId xmlns:a16="http://schemas.microsoft.com/office/drawing/2014/main" id="{6FD268BD-BDBA-1F3C-E342-2108328B7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029" y="2199681"/>
            <a:ext cx="2733721" cy="2733721"/>
          </a:xfrm>
          <a:prstGeom prst="rect">
            <a:avLst/>
          </a:prstGeom>
        </p:spPr>
      </p:pic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E077FF1-D7D5-7D44-B501-D3B6685B87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05200" y="2194560"/>
            <a:ext cx="5124450" cy="4024125"/>
          </a:xfrm>
        </p:spPr>
        <p:txBody>
          <a:bodyPr vert="horz" lIns="64294" tIns="32147" rIns="64294" bIns="32147" rtlCol="0" anchor="t">
            <a:normAutofit/>
          </a:bodyPr>
          <a:lstStyle/>
          <a:p>
            <a:pPr indent="-160729" defTabSz="642915" fontAlgn="base">
              <a:buFont typeface="Arial" panose="020B0604020202020204" pitchFamily="34" charset="0"/>
              <a:buChar char="•"/>
            </a:pPr>
            <a:r>
              <a:rPr lang="en-US" b="1" dirty="0"/>
              <a:t>Closed Memo Discussion and Conference – 5%</a:t>
            </a:r>
          </a:p>
          <a:p>
            <a:pPr indent="-160729" defTabSz="642915" fontAlgn="base">
              <a:buFont typeface="Arial" panose="020B0604020202020204" pitchFamily="34" charset="0"/>
              <a:buChar char="•"/>
            </a:pPr>
            <a:r>
              <a:rPr lang="en-US" b="1" dirty="0"/>
              <a:t>Research Assessment – 15%</a:t>
            </a:r>
            <a:endParaRPr lang="en-US" dirty="0"/>
          </a:p>
          <a:p>
            <a:pPr indent="-160729" defTabSz="642915" fontAlgn="base">
              <a:buFont typeface="Arial" panose="020B0604020202020204" pitchFamily="34" charset="0"/>
              <a:buChar char="•"/>
            </a:pPr>
            <a:r>
              <a:rPr lang="en-US" b="1" dirty="0"/>
              <a:t>Final Memo Research Report and Conference – 10%</a:t>
            </a:r>
          </a:p>
          <a:p>
            <a:pPr indent="-160729" defTabSz="642915" fontAlgn="base">
              <a:buFont typeface="Arial" panose="020B0604020202020204" pitchFamily="34" charset="0"/>
              <a:buChar char="•"/>
            </a:pPr>
            <a:r>
              <a:rPr lang="en-US" b="1" dirty="0"/>
              <a:t>Final Memo - 30%</a:t>
            </a:r>
            <a:endParaRPr lang="en-US" dirty="0"/>
          </a:p>
          <a:p>
            <a:pPr indent="-160729" defTabSz="642915" fontAlgn="base">
              <a:buFont typeface="Arial" panose="020B0604020202020204" pitchFamily="34" charset="0"/>
              <a:buChar char="•"/>
            </a:pPr>
            <a:r>
              <a:rPr lang="en-US" b="1" dirty="0"/>
              <a:t>LRW Exam (last class meeting-Nov 19) – 30%</a:t>
            </a:r>
            <a:r>
              <a:rPr lang="en-US" dirty="0"/>
              <a:t> </a:t>
            </a:r>
          </a:p>
          <a:p>
            <a:pPr indent="-160729" defTabSz="642915" fontAlgn="base">
              <a:buFont typeface="Arial" panose="020B0604020202020204" pitchFamily="34" charset="0"/>
              <a:buChar char="•"/>
            </a:pPr>
            <a:r>
              <a:rPr lang="en-US" b="1" dirty="0"/>
              <a:t>Professionalism and Ungraded Assignment Completion –10%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506877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09600" y="280707"/>
            <a:ext cx="7620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Books: Becoming a Legal Writer and The Bluebook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830825"/>
            <a:ext cx="7620000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838200" y="2057408"/>
            <a:ext cx="8305800" cy="4519881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The Bluebook is a guide to legal citation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Provides required format for citing to cases, statutes, secondary sources, law review articles, etc.</a:t>
            </a:r>
          </a:p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2800" dirty="0"/>
              <a:t>ICW Exercises </a:t>
            </a:r>
          </a:p>
          <a:p>
            <a:pPr marL="796925" indent="-4572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§"/>
            </a:pPr>
            <a:r>
              <a:rPr lang="en-US" sz="2800" dirty="0"/>
              <a:t>Mandatory, but ungraded</a:t>
            </a:r>
          </a:p>
          <a:p>
            <a:pPr marL="796925" indent="-457200">
              <a:spcBef>
                <a:spcPts val="0"/>
              </a:spcBef>
              <a:spcAft>
                <a:spcPts val="1800"/>
              </a:spcAft>
              <a:buFont typeface="Wingdings" pitchFamily="2" charset="2"/>
              <a:buChar char="§"/>
            </a:pPr>
            <a:r>
              <a:rPr lang="en-US" sz="2800" dirty="0"/>
              <a:t>Due dates in Course Schedule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3514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857A-A680-4558-C9CD-730403A93E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Syllabus Items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A391E7-4298-0849-6E2A-BF62F5E056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Class Attendance &amp; Promptness</a:t>
            </a:r>
          </a:p>
          <a:p>
            <a:r>
              <a:rPr lang="en-US" dirty="0"/>
              <a:t>Assignment Deadlines</a:t>
            </a:r>
          </a:p>
          <a:p>
            <a:r>
              <a:rPr lang="en-US" dirty="0"/>
              <a:t>Artificial Intelligence </a:t>
            </a:r>
          </a:p>
          <a:p>
            <a:r>
              <a:rPr lang="en-US" dirty="0"/>
              <a:t>Canvas and Class Communication</a:t>
            </a:r>
          </a:p>
          <a:p>
            <a:r>
              <a:rPr lang="en-US" dirty="0"/>
              <a:t>Legal Writing Center</a:t>
            </a:r>
          </a:p>
          <a:p>
            <a:r>
              <a:rPr lang="en-US" dirty="0"/>
              <a:t>Legal Research Labs and Office Hours</a:t>
            </a:r>
          </a:p>
          <a:p>
            <a:pPr lvl="1"/>
            <a:r>
              <a:rPr lang="en-US" b="1" dirty="0"/>
              <a:t>Mandatory Research Lab, Sept. 1 – 12:00 p.m. – 12:50 p.m. (Room 102A) – Free food provided</a:t>
            </a:r>
          </a:p>
        </p:txBody>
      </p:sp>
    </p:spTree>
    <p:extLst>
      <p:ext uri="{BB962C8B-B14F-4D97-AF65-F5344CB8AC3E}">
        <p14:creationId xmlns:p14="http://schemas.microsoft.com/office/powerpoint/2010/main" val="21877849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F60592-6BFD-2C13-AFA1-146E14FCE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Professors Truskett’s Contact Info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FA3DB40-A572-BD8E-998B-C13B2A270C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34640661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322485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C5FC-E530-4FAA-A8BA-623F2A77B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804520"/>
            <a:ext cx="8305800" cy="1049235"/>
          </a:xfrm>
        </p:spPr>
        <p:txBody>
          <a:bodyPr/>
          <a:lstStyle/>
          <a:p>
            <a:r>
              <a:rPr lang="en-US" dirty="0"/>
              <a:t>     Fall Semester: Predictive writing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3912748-DA7B-44ED-BB73-36FA015C9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6109319"/>
              </p:ext>
            </p:extLst>
          </p:nvPr>
        </p:nvGraphicFramePr>
        <p:xfrm>
          <a:off x="1443038" y="2016124"/>
          <a:ext cx="6572250" cy="40373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66331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>
          <a:xfrm>
            <a:off x="514350" y="746125"/>
            <a:ext cx="3143250" cy="5468409"/>
          </a:xfrm>
        </p:spPr>
        <p:txBody>
          <a:bodyPr rtlCol="0">
            <a:normAutofit/>
          </a:bodyPr>
          <a:lstStyle/>
          <a:p>
            <a:pPr>
              <a:defRPr/>
            </a:pPr>
            <a:r>
              <a:rPr lang="en-US" altLang="en-US" sz="3726" b="1" dirty="0">
                <a:solidFill>
                  <a:schemeClr val="bg1"/>
                </a:solidFill>
                <a:ea typeface="ＭＳ Ｐゴシック" pitchFamily="34" charset="-128"/>
              </a:rPr>
              <a:t>Legal </a:t>
            </a:r>
            <a:r>
              <a:rPr lang="en-US" altLang="en-US" sz="3726" b="1" dirty="0">
                <a:solidFill>
                  <a:srgbClr val="FF0000"/>
                </a:solidFill>
                <a:ea typeface="ＭＳ Ｐゴシック" pitchFamily="34" charset="-128"/>
              </a:rPr>
              <a:t>Analysis: IRAC</a:t>
            </a:r>
          </a:p>
        </p:txBody>
      </p:sp>
      <p:graphicFrame>
        <p:nvGraphicFramePr>
          <p:cNvPr id="20484" name="Content Placeholder 2">
            <a:extLst>
              <a:ext uri="{FF2B5EF4-FFF2-40B4-BE49-F238E27FC236}">
                <a16:creationId xmlns:a16="http://schemas.microsoft.com/office/drawing/2014/main" id="{0B2A251F-5545-47EA-950C-7426C1FCF8B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959604" y="746125"/>
          <a:ext cx="4717670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883790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altLang="en-US" b="1">
                <a:solidFill>
                  <a:srgbClr val="FD6666"/>
                </a:solidFill>
                <a:ea typeface="ＭＳ Ｐゴシック" pitchFamily="34" charset="-128"/>
                <a:cs typeface="+mj-cs"/>
              </a:rPr>
              <a:t>Legal Analysis: IRAC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000"/>
              <a:t>Issue</a:t>
            </a:r>
          </a:p>
          <a:p>
            <a:pPr marL="0" indent="0">
              <a:buNone/>
              <a:defRPr/>
            </a:pPr>
            <a:endParaRPr lang="en-US" sz="1125"/>
          </a:p>
          <a:p>
            <a:pPr>
              <a:defRPr/>
            </a:pPr>
            <a:r>
              <a:rPr lang="en-US" sz="4000"/>
              <a:t>Rule </a:t>
            </a:r>
          </a:p>
          <a:p>
            <a:pPr marL="0" indent="0">
              <a:buNone/>
              <a:defRPr/>
            </a:pPr>
            <a:endParaRPr lang="en-US" sz="738"/>
          </a:p>
          <a:p>
            <a:pPr>
              <a:defRPr/>
            </a:pPr>
            <a:r>
              <a:rPr lang="en-US" sz="4000"/>
              <a:t>Application</a:t>
            </a:r>
          </a:p>
          <a:p>
            <a:pPr marL="0" indent="0">
              <a:buNone/>
              <a:defRPr/>
            </a:pPr>
            <a:endParaRPr lang="en-US" sz="2812"/>
          </a:p>
          <a:p>
            <a:pPr>
              <a:defRPr/>
            </a:pPr>
            <a:r>
              <a:rPr lang="en-US" sz="4000"/>
              <a:t>Conclusion</a:t>
            </a:r>
          </a:p>
        </p:txBody>
      </p:sp>
      <p:sp>
        <p:nvSpPr>
          <p:cNvPr id="4" name="TextBox 3"/>
          <p:cNvSpPr txBox="1">
            <a:spLocks noChangeArrowheads="1"/>
          </p:cNvSpPr>
          <p:nvPr/>
        </p:nvSpPr>
        <p:spPr bwMode="auto">
          <a:xfrm>
            <a:off x="2514600" y="1825626"/>
            <a:ext cx="6172200" cy="830997"/>
          </a:xfrm>
          <a:prstGeom prst="rect">
            <a:avLst/>
          </a:prstGeom>
          <a:solidFill>
            <a:schemeClr val="accent1"/>
          </a:solidFill>
          <a:ln w="9525">
            <a:solidFill>
              <a:srgbClr val="BE4B48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/>
          <a:p>
            <a:pPr lvl="2" defTabSz="914353">
              <a:defRPr/>
            </a:pPr>
            <a:r>
              <a:rPr lang="en-US" sz="2400">
                <a:solidFill>
                  <a:prstClr val="white"/>
                </a:solidFill>
                <a:latin typeface="Corbel"/>
              </a:rPr>
              <a:t>Identify the QUESTION you must answer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314700" y="2825441"/>
            <a:ext cx="5067300" cy="830997"/>
          </a:xfrm>
          <a:prstGeom prst="rect">
            <a:avLst/>
          </a:prstGeom>
          <a:solidFill>
            <a:srgbClr val="FF0000"/>
          </a:solidFill>
          <a:ln w="9525">
            <a:solidFill>
              <a:srgbClr val="98B954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/>
          <a:p>
            <a:pPr defTabSz="914353">
              <a:defRPr/>
            </a:pPr>
            <a:r>
              <a:rPr lang="en-US" sz="2400">
                <a:solidFill>
                  <a:prstClr val="white"/>
                </a:solidFill>
                <a:latin typeface="Corbel"/>
              </a:rPr>
              <a:t>Find the law that governs HOW you answer the question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3314700" y="4381063"/>
            <a:ext cx="5372100" cy="461665"/>
          </a:xfrm>
          <a:prstGeom prst="rect">
            <a:avLst/>
          </a:prstGeom>
          <a:solidFill>
            <a:srgbClr val="FFFF00"/>
          </a:solidFill>
          <a:ln w="9525">
            <a:solidFill>
              <a:srgbClr val="7D60A0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/>
          <a:p>
            <a:pPr defTabSz="914353">
              <a:defRPr/>
            </a:pPr>
            <a:r>
              <a:rPr lang="en-US" sz="2400">
                <a:solidFill>
                  <a:prstClr val="black"/>
                </a:solidFill>
                <a:latin typeface="Corbel"/>
              </a:rPr>
              <a:t>APPLY that law (the rules) to your facts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429000" y="5516028"/>
            <a:ext cx="5486400" cy="830997"/>
          </a:xfrm>
          <a:prstGeom prst="rect">
            <a:avLst/>
          </a:prstGeom>
          <a:solidFill>
            <a:srgbClr val="00B050"/>
          </a:solidFill>
          <a:ln w="9525">
            <a:solidFill>
              <a:srgbClr val="46AAC5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wrap="square">
            <a:spAutoFit/>
          </a:bodyPr>
          <a:lstStyle/>
          <a:p>
            <a:pPr lvl="2" defTabSz="914353">
              <a:defRPr/>
            </a:pPr>
            <a:r>
              <a:rPr lang="en-US" sz="2400">
                <a:solidFill>
                  <a:prstClr val="white"/>
                </a:solidFill>
                <a:latin typeface="Corbel"/>
              </a:rPr>
              <a:t>Predict the answer to your question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854246-3F2B-22A3-10A4-C766A8AF15DE}"/>
              </a:ext>
            </a:extLst>
          </p:cNvPr>
          <p:cNvGrpSpPr/>
          <p:nvPr/>
        </p:nvGrpSpPr>
        <p:grpSpPr>
          <a:xfrm>
            <a:off x="5235349" y="317344"/>
            <a:ext cx="3813487" cy="2923596"/>
            <a:chOff x="7445829" y="451334"/>
            <a:chExt cx="5423626" cy="4158002"/>
          </a:xfrm>
        </p:grpSpPr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A733ECFA-1E8A-A958-FB32-9150CEA33C00}"/>
                </a:ext>
              </a:extLst>
            </p:cNvPr>
            <p:cNvSpPr txBox="1"/>
            <p:nvPr/>
          </p:nvSpPr>
          <p:spPr>
            <a:xfrm>
              <a:off x="7445829" y="451334"/>
              <a:ext cx="5423626" cy="111620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250"/>
                <a:t>Either rule-based or based on prior cases</a:t>
              </a:r>
            </a:p>
          </p:txBody>
        </p:sp>
        <p:cxnSp>
          <p:nvCxnSpPr>
            <p:cNvPr id="9" name="Elbow Connector 8">
              <a:extLst>
                <a:ext uri="{FF2B5EF4-FFF2-40B4-BE49-F238E27FC236}">
                  <a16:creationId xmlns:a16="http://schemas.microsoft.com/office/drawing/2014/main" id="{29403D13-58D3-2C69-767F-1727930CF558}"/>
                </a:ext>
              </a:extLst>
            </p:cNvPr>
            <p:cNvCxnSpPr>
              <a:stCxn id="6" idx="3"/>
            </p:cNvCxnSpPr>
            <p:nvPr/>
          </p:nvCxnSpPr>
          <p:spPr>
            <a:xfrm flipV="1">
              <a:off x="11921066" y="1599812"/>
              <a:ext cx="758615" cy="3009524"/>
            </a:xfrm>
            <a:prstGeom prst="bentConnector2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00133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3000"/>
                <a:shade val="98000"/>
                <a:satMod val="150000"/>
                <a:lumMod val="102000"/>
              </a:schemeClr>
            </a:gs>
            <a:gs pos="50000">
              <a:schemeClr val="bg2">
                <a:tint val="98000"/>
                <a:shade val="90000"/>
                <a:satMod val="130000"/>
                <a:lumMod val="103000"/>
              </a:schemeClr>
            </a:gs>
            <a:gs pos="100000">
              <a:schemeClr val="bg2">
                <a:shade val="63000"/>
                <a:satMod val="12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496C6C-A85F-426B-9ED1-3444166CE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8012D6-7A04-4B47-BCFD-305E123D6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4362" y="821265"/>
            <a:ext cx="4574029" cy="5222117"/>
          </a:xfrm>
        </p:spPr>
        <p:txBody>
          <a:bodyPr anchor="ctr">
            <a:normAutofit/>
          </a:bodyPr>
          <a:lstStyle/>
          <a:p>
            <a:pPr algn="r"/>
            <a:r>
              <a:rPr lang="en-US" sz="4700"/>
              <a:t>Becoming a Legal Writer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D0EF22F-5D3C-4240-8C32-1B20803E5A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547831" y="1923563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D912EF34-0253-41FD-9940-D8FBB7DE74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531" r="43746" b="531"/>
          <a:stretch/>
        </p:blipFill>
        <p:spPr>
          <a:xfrm rot="5400000" flipH="1" flipV="1">
            <a:off x="4801556" y="2497934"/>
            <a:ext cx="6857999" cy="1862138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A6FFC6B7-DF3E-4A74-8CEF-1AF668FC01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27271" y="821265"/>
            <a:ext cx="2449284" cy="5222117"/>
          </a:xfrm>
        </p:spPr>
        <p:txBody>
          <a:bodyPr anchor="ctr">
            <a:normAutofit/>
          </a:bodyPr>
          <a:lstStyle/>
          <a:p>
            <a:r>
              <a:rPr lang="en-US" dirty="0"/>
              <a:t>Reading and Briefing Cases</a:t>
            </a:r>
          </a:p>
        </p:txBody>
      </p:sp>
    </p:spTree>
    <p:extLst>
      <p:ext uri="{BB962C8B-B14F-4D97-AF65-F5344CB8AC3E}">
        <p14:creationId xmlns:p14="http://schemas.microsoft.com/office/powerpoint/2010/main" val="33934819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ounded Rectangle 14">
            <a:extLst>
              <a:ext uri="{FF2B5EF4-FFF2-40B4-BE49-F238E27FC236}">
                <a16:creationId xmlns:a16="http://schemas.microsoft.com/office/drawing/2014/main" id="{843DD86A-8FAA-443F-9211-42A2AE8A7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7006" y="0"/>
            <a:ext cx="5666994" cy="6858000"/>
          </a:xfrm>
          <a:prstGeom prst="roundRect">
            <a:avLst>
              <a:gd name="adj" fmla="val 0"/>
            </a:avLst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2A13AAE-18EB-4BDF-BAF7-F2F97B8D00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77006" cy="6858000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635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5C1B21-B0DB-4206-99EE-C13D6703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0"/>
            <a:ext cx="3477006" cy="144145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9261589-06E9-4B7C-A8F1-26648507B7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1975"/>
          <a:stretch/>
        </p:blipFill>
        <p:spPr>
          <a:xfrm>
            <a:off x="0" y="4375150"/>
            <a:ext cx="3477006" cy="2482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78D07CE-4A50-8D0D-66E6-D4A43D8230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1066163"/>
            <a:ext cx="2480058" cy="5148371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chemeClr val="bg1"/>
                </a:solidFill>
              </a:rPr>
              <a:t>Let’s PRACTICE WITH </a:t>
            </a:r>
            <a:r>
              <a:rPr lang="en-US" sz="3700" i="1">
                <a:solidFill>
                  <a:schemeClr val="bg1"/>
                </a:solidFill>
              </a:rPr>
              <a:t>MCBoyle v. United States</a:t>
            </a:r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D65496C5-1AA9-0338-76B0-18BFDC51840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4776772"/>
              </p:ext>
            </p:extLst>
          </p:nvPr>
        </p:nvGraphicFramePr>
        <p:xfrm>
          <a:off x="3959604" y="746125"/>
          <a:ext cx="4717669" cy="54477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  <p:extLst>
      <p:ext uri="{BB962C8B-B14F-4D97-AF65-F5344CB8AC3E}">
        <p14:creationId xmlns:p14="http://schemas.microsoft.com/office/powerpoint/2010/main" val="1498342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4B26D3-D511-1BD1-EB7B-136993958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6300" y="365125"/>
            <a:ext cx="3829048" cy="1952744"/>
          </a:xfrm>
        </p:spPr>
        <p:txBody>
          <a:bodyPr>
            <a:normAutofit/>
          </a:bodyPr>
          <a:lstStyle/>
          <a:p>
            <a:r>
              <a:rPr lang="en-US" dirty="0"/>
              <a:t>Homework for Thursday  9/27</a:t>
            </a: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4587427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Open Book">
            <a:extLst>
              <a:ext uri="{FF2B5EF4-FFF2-40B4-BE49-F238E27FC236}">
                <a16:creationId xmlns:a16="http://schemas.microsoft.com/office/drawing/2014/main" id="{AA113F50-FC69-4E2F-D01E-B1BB457A57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0850" y="2317508"/>
            <a:ext cx="2396403" cy="239640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AF3BDB-A641-A31A-DAF7-6BBC10AD23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6300" y="2497257"/>
            <a:ext cx="3829048" cy="3679705"/>
          </a:xfrm>
        </p:spPr>
        <p:txBody>
          <a:bodyPr>
            <a:normAutofit fontScale="85000" lnSpcReduction="10000"/>
          </a:bodyPr>
          <a:lstStyle/>
          <a:p>
            <a:pPr marL="0" marR="0">
              <a:buNone/>
            </a:pPr>
            <a:r>
              <a:rPr lang="en-US" sz="1700" dirty="0">
                <a:latin typeface="Cambria" panose="020405030504060302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en-US" sz="17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-Read BLW Ch. 1 (pages 3-5); Complete Exercise 1.1 (questions 1-3)</a:t>
            </a:r>
          </a:p>
          <a:p>
            <a:pPr marL="0" marR="0">
              <a:buNone/>
            </a:pP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-Read and brief </a:t>
            </a:r>
            <a:r>
              <a:rPr lang="en-US" sz="1700" i="1" dirty="0">
                <a:ea typeface="Calibri" panose="020F0502020204030204" pitchFamily="34" charset="0"/>
                <a:cs typeface="Times New Roman" panose="02020603050405020304" pitchFamily="18" charset="0"/>
              </a:rPr>
              <a:t>Mustafa</a:t>
            </a: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 and </a:t>
            </a:r>
            <a:r>
              <a:rPr lang="en-US" sz="1700" i="1" dirty="0">
                <a:ea typeface="Calibri" panose="020F0502020204030204" pitchFamily="34" charset="0"/>
                <a:cs typeface="Times New Roman" panose="02020603050405020304" pitchFamily="18" charset="0"/>
              </a:rPr>
              <a:t>Sobin</a:t>
            </a: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 cases and Jalen Fox email (available on Canvas)</a:t>
            </a:r>
          </a:p>
          <a:p>
            <a:pPr marL="0" marR="0">
              <a:buNone/>
            </a:pPr>
            <a:endParaRPr lang="en-US" sz="17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buNone/>
            </a:pP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-By 2 PM Wednesday, Firm 2 members e-mail me one PowerPoint slide about you that has a photo of your choice that best describes you. Each student will take no longer than 2 minutes at the beginning of class to present that slide to the class. </a:t>
            </a:r>
          </a:p>
          <a:p>
            <a:pPr marL="0" marR="0">
              <a:buNone/>
            </a:pP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  <a:p>
            <a:pPr marL="0" marR="0">
              <a:buNone/>
            </a:pPr>
            <a:r>
              <a:rPr lang="en-US" sz="1700" dirty="0">
                <a:ea typeface="Calibri" panose="020F0502020204030204" pitchFamily="34" charset="0"/>
                <a:cs typeface="Times New Roman" panose="02020603050405020304" pitchFamily="18" charset="0"/>
              </a:rPr>
              <a:t>Looking Ahead: Complete Legal Research Modules 0.1-0.4 by </a:t>
            </a:r>
            <a:r>
              <a:rPr lang="en-US" sz="1700" b="1" dirty="0">
                <a:ea typeface="Calibri" panose="020F0502020204030204" pitchFamily="34" charset="0"/>
                <a:cs typeface="Times New Roman" panose="02020603050405020304" pitchFamily="18" charset="0"/>
              </a:rPr>
              <a:t>5:00 p.m. Tuesday, 9/1</a:t>
            </a:r>
            <a:endParaRPr lang="en-US" sz="17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sz="1700" dirty="0"/>
          </a:p>
        </p:txBody>
      </p:sp>
    </p:spTree>
    <p:extLst>
      <p:ext uri="{BB962C8B-B14F-4D97-AF65-F5344CB8AC3E}">
        <p14:creationId xmlns:p14="http://schemas.microsoft.com/office/powerpoint/2010/main" val="187668957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722948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TASKPANEKEY" val="42716477-28a9-471c-aa18-ae7fadadaf98"/>
  <p:tag name="POWERPOINTVERSION" val="12.0"/>
  <p:tag name="LUIDIAENABLED" val="False"/>
  <p:tag name="EXPANDSHOWBAR" val="True"/>
  <p:tag name="TPVERSION" val="5"/>
  <p:tag name="TPFULLVERSION" val="5.3.1.3337"/>
  <p:tag name="PPTVERSION" val="14"/>
  <p:tag name="TPOS" val="2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  <p:tag name="DELIMITERS" val="3.1"/>
</p:tagLst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Custom 6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1_Office Theme">
  <a:themeElements>
    <a:clrScheme name="Custom 6">
      <a:dk1>
        <a:sysClr val="windowText" lastClr="000000"/>
      </a:dk1>
      <a:lt1>
        <a:sysClr val="window" lastClr="FFFFFF"/>
      </a:lt1>
      <a:dk2>
        <a:srgbClr val="323232"/>
      </a:dk2>
      <a:lt2>
        <a:srgbClr val="E5C243"/>
      </a:lt2>
      <a:accent1>
        <a:srgbClr val="FF0000"/>
      </a:accent1>
      <a:accent2>
        <a:srgbClr val="FF0000"/>
      </a:accent2>
      <a:accent3>
        <a:srgbClr val="FF0000"/>
      </a:accent3>
      <a:accent4>
        <a:srgbClr val="FF0000"/>
      </a:accent4>
      <a:accent5>
        <a:srgbClr val="FF0000"/>
      </a:accent5>
      <a:accent6>
        <a:srgbClr val="FF0000"/>
      </a:accent6>
      <a:hlink>
        <a:srgbClr val="6B9F25"/>
      </a:hlink>
      <a:folHlink>
        <a:srgbClr val="B26B0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Vapor Trail">
    <a:dk1>
      <a:sysClr val="windowText" lastClr="000000"/>
    </a:dk1>
    <a:lt1>
      <a:sysClr val="window" lastClr="FFFFFF"/>
    </a:lt1>
    <a:dk2>
      <a:srgbClr val="454545"/>
    </a:dk2>
    <a:lt2>
      <a:srgbClr val="DADADA"/>
    </a:lt2>
    <a:accent1>
      <a:srgbClr val="DF2E28"/>
    </a:accent1>
    <a:accent2>
      <a:srgbClr val="FE801A"/>
    </a:accent2>
    <a:accent3>
      <a:srgbClr val="E9BF35"/>
    </a:accent3>
    <a:accent4>
      <a:srgbClr val="81BB42"/>
    </a:accent4>
    <a:accent5>
      <a:srgbClr val="32C7A9"/>
    </a:accent5>
    <a:accent6>
      <a:srgbClr val="4A9BDC"/>
    </a:accent6>
    <a:hlink>
      <a:srgbClr val="F0532B"/>
    </a:hlink>
    <a:folHlink>
      <a:srgbClr val="F38B53"/>
    </a:folHlink>
  </a:clrScheme>
</a:themeOverride>
</file>

<file path=ppt/theme/themeOverride2.xml><?xml version="1.0" encoding="utf-8"?>
<a:themeOverride xmlns:a="http://schemas.openxmlformats.org/drawingml/2006/main">
  <a:clrScheme name="Custom 6">
    <a:dk1>
      <a:sysClr val="windowText" lastClr="000000"/>
    </a:dk1>
    <a:lt1>
      <a:sysClr val="window" lastClr="FFFFFF"/>
    </a:lt1>
    <a:dk2>
      <a:srgbClr val="323232"/>
    </a:dk2>
    <a:lt2>
      <a:srgbClr val="E5C243"/>
    </a:lt2>
    <a:accent1>
      <a:srgbClr val="FF0000"/>
    </a:accent1>
    <a:accent2>
      <a:srgbClr val="FF0000"/>
    </a:accent2>
    <a:accent3>
      <a:srgbClr val="FF0000"/>
    </a:accent3>
    <a:accent4>
      <a:srgbClr val="FF0000"/>
    </a:accent4>
    <a:accent5>
      <a:srgbClr val="FF0000"/>
    </a:accent5>
    <a:accent6>
      <a:srgbClr val="FF0000"/>
    </a:accent6>
    <a:hlink>
      <a:srgbClr val="6B9F25"/>
    </a:hlink>
    <a:folHlink>
      <a:srgbClr val="B26B0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B55F1566C90444DA95190D80944321B" ma:contentTypeVersion="13" ma:contentTypeDescription="Create a new document." ma:contentTypeScope="" ma:versionID="ae4be2303c69ae92ed0ace33973dab81">
  <xsd:schema xmlns:xsd="http://www.w3.org/2001/XMLSchema" xmlns:xs="http://www.w3.org/2001/XMLSchema" xmlns:p="http://schemas.microsoft.com/office/2006/metadata/properties" xmlns:ns3="fa9ac6ae-8848-4781-8d91-7fafea72f5be" xmlns:ns4="1bdabcf1-1112-432f-be14-5a8ac83ab1b7" targetNamespace="http://schemas.microsoft.com/office/2006/metadata/properties" ma:root="true" ma:fieldsID="164c941e6c84598f9a7f20190bdc2bfb" ns3:_="" ns4:_="">
    <xsd:import namespace="fa9ac6ae-8848-4781-8d91-7fafea72f5be"/>
    <xsd:import namespace="1bdabcf1-1112-432f-be14-5a8ac83ab1b7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9ac6ae-8848-4781-8d91-7fafea72f5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dabcf1-1112-432f-be14-5a8ac83ab1b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E2F3B9C-B470-4098-9B39-19CC35FCEA60}">
  <ds:schemaRefs>
    <ds:schemaRef ds:uri="http://www.w3.org/XML/1998/namespace"/>
    <ds:schemaRef ds:uri="http://schemas.microsoft.com/office/2006/metadata/properties"/>
    <ds:schemaRef ds:uri="1bdabcf1-1112-432f-be14-5a8ac83ab1b7"/>
    <ds:schemaRef ds:uri="http://purl.org/dc/dcmitype/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a9ac6ae-8848-4781-8d91-7fafea72f5be"/>
  </ds:schemaRefs>
</ds:datastoreItem>
</file>

<file path=customXml/itemProps2.xml><?xml version="1.0" encoding="utf-8"?>
<ds:datastoreItem xmlns:ds="http://schemas.openxmlformats.org/officeDocument/2006/customXml" ds:itemID="{CD292FB9-B6AC-4F48-9895-AE68DD596A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9ac6ae-8848-4781-8d91-7fafea72f5be"/>
    <ds:schemaRef ds:uri="1bdabcf1-1112-432f-be14-5a8ac83ab1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363291C-AC82-472C-BDA9-0CD464F26D0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27070</TotalTime>
  <Words>796</Words>
  <Application>Microsoft Office PowerPoint</Application>
  <PresentationFormat>On-screen Show (4:3)</PresentationFormat>
  <Paragraphs>138</Paragraphs>
  <Slides>19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19</vt:i4>
      </vt:variant>
    </vt:vector>
  </HeadingPairs>
  <TitlesOfParts>
    <vt:vector size="31" baseType="lpstr">
      <vt:lpstr>ＭＳ Ｐゴシック</vt:lpstr>
      <vt:lpstr>Aptos</vt:lpstr>
      <vt:lpstr>Aptos Display</vt:lpstr>
      <vt:lpstr>Arial</vt:lpstr>
      <vt:lpstr>Calibri</vt:lpstr>
      <vt:lpstr>Cambria</vt:lpstr>
      <vt:lpstr>Century Gothic</vt:lpstr>
      <vt:lpstr>Corbel</vt:lpstr>
      <vt:lpstr>Wingdings</vt:lpstr>
      <vt:lpstr>Vapor Trail</vt:lpstr>
      <vt:lpstr>Office Theme</vt:lpstr>
      <vt:lpstr>1_Office Theme</vt:lpstr>
      <vt:lpstr>Welcome to LSS (and the Law Center)!</vt:lpstr>
      <vt:lpstr>LSS – Active Learning Together </vt:lpstr>
      <vt:lpstr>TODAY’S AGENDA </vt:lpstr>
      <vt:lpstr>About Me - Professionally </vt:lpstr>
      <vt:lpstr>About Me - My Family </vt:lpstr>
      <vt:lpstr>Introductions – Take Three Minutes and Meet A Classmate </vt:lpstr>
      <vt:lpstr>PowerPoint Presentation</vt:lpstr>
      <vt:lpstr>Lawyering Skills &amp; Strategies</vt:lpstr>
      <vt:lpstr>Section B1  - Law Firms</vt:lpstr>
      <vt:lpstr>PowerPoint Presentation</vt:lpstr>
      <vt:lpstr>PowerPoint Presentation</vt:lpstr>
      <vt:lpstr>Other Syllabus Items</vt:lpstr>
      <vt:lpstr>Professors Truskett’s Contact Info</vt:lpstr>
      <vt:lpstr>     Fall Semester: Predictive writing</vt:lpstr>
      <vt:lpstr>Legal Analysis: IRAC</vt:lpstr>
      <vt:lpstr>Legal Analysis: IRAC</vt:lpstr>
      <vt:lpstr>Becoming a Legal Writer</vt:lpstr>
      <vt:lpstr>Let’s PRACTICE WITH MCBoyle v. United States</vt:lpstr>
      <vt:lpstr>Homework for Thursday  9/27</vt:lpstr>
    </vt:vector>
  </TitlesOfParts>
  <Company>Pepperdine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Hilary Reed</dc:creator>
  <cp:lastModifiedBy>Truskett, Harve A</cp:lastModifiedBy>
  <cp:revision>116</cp:revision>
  <cp:lastPrinted>2026-08-24T22:35:27Z</cp:lastPrinted>
  <dcterms:created xsi:type="dcterms:W3CDTF">2012-06-02T19:37:18Z</dcterms:created>
  <dcterms:modified xsi:type="dcterms:W3CDTF">2026-08-25T15:58:14Z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0x0101003B55F1566C90444DA95190D80944321B</vt:lpwstr>
  </property>
</Properties>
</file>