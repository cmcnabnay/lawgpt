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1.xml" ContentType="application/vnd.openxmlformats-officedocument.presentationml.tags+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8" r:id="rId4"/>
    <p:sldMasterId id="2147483830" r:id="rId5"/>
  </p:sldMasterIdLst>
  <p:notesMasterIdLst>
    <p:notesMasterId r:id="rId34"/>
  </p:notesMasterIdLst>
  <p:handoutMasterIdLst>
    <p:handoutMasterId r:id="rId35"/>
  </p:handoutMasterIdLst>
  <p:sldIdLst>
    <p:sldId id="399" r:id="rId6"/>
    <p:sldId id="456" r:id="rId7"/>
    <p:sldId id="457" r:id="rId8"/>
    <p:sldId id="265" r:id="rId9"/>
    <p:sldId id="266" r:id="rId10"/>
    <p:sldId id="269" r:id="rId11"/>
    <p:sldId id="409" r:id="rId12"/>
    <p:sldId id="304" r:id="rId13"/>
    <p:sldId id="423" r:id="rId14"/>
    <p:sldId id="442" r:id="rId15"/>
    <p:sldId id="421" r:id="rId16"/>
    <p:sldId id="425" r:id="rId17"/>
    <p:sldId id="453" r:id="rId18"/>
    <p:sldId id="454" r:id="rId19"/>
    <p:sldId id="447" r:id="rId20"/>
    <p:sldId id="448" r:id="rId21"/>
    <p:sldId id="426" r:id="rId22"/>
    <p:sldId id="428" r:id="rId23"/>
    <p:sldId id="451" r:id="rId24"/>
    <p:sldId id="430" r:id="rId25"/>
    <p:sldId id="446" r:id="rId26"/>
    <p:sldId id="452" r:id="rId27"/>
    <p:sldId id="431" r:id="rId28"/>
    <p:sldId id="449" r:id="rId29"/>
    <p:sldId id="450" r:id="rId30"/>
    <p:sldId id="436" r:id="rId31"/>
    <p:sldId id="445" r:id="rId32"/>
    <p:sldId id="455" r:id="rId33"/>
  </p:sldIdLst>
  <p:sldSz cx="9144000" cy="6858000" type="screen4x3"/>
  <p:notesSz cx="7315200" cy="9601200"/>
  <p:defaultTextStyle>
    <a:defPPr>
      <a:defRPr lang="en-US"/>
    </a:defPPr>
    <a:lvl1pPr algn="l" rtl="0" eaLnBrk="0" fontAlgn="base" hangingPunct="0">
      <a:spcBef>
        <a:spcPct val="0"/>
      </a:spcBef>
      <a:spcAft>
        <a:spcPct val="0"/>
      </a:spcAft>
      <a:defRPr kern="1200">
        <a:solidFill>
          <a:schemeClr val="tx1"/>
        </a:solidFill>
        <a:latin typeface="Times New Roman" pitchFamily="18" charset="0"/>
        <a:ea typeface="+mn-ea"/>
        <a:cs typeface="+mn-cs"/>
      </a:defRPr>
    </a:lvl1pPr>
    <a:lvl2pPr marL="457200" algn="l" rtl="0" eaLnBrk="0" fontAlgn="base" hangingPunct="0">
      <a:spcBef>
        <a:spcPct val="0"/>
      </a:spcBef>
      <a:spcAft>
        <a:spcPct val="0"/>
      </a:spcAft>
      <a:defRPr kern="1200">
        <a:solidFill>
          <a:schemeClr val="tx1"/>
        </a:solidFill>
        <a:latin typeface="Times New Roman" pitchFamily="18" charset="0"/>
        <a:ea typeface="+mn-ea"/>
        <a:cs typeface="+mn-cs"/>
      </a:defRPr>
    </a:lvl2pPr>
    <a:lvl3pPr marL="914400" algn="l" rtl="0" eaLnBrk="0" fontAlgn="base" hangingPunct="0">
      <a:spcBef>
        <a:spcPct val="0"/>
      </a:spcBef>
      <a:spcAft>
        <a:spcPct val="0"/>
      </a:spcAft>
      <a:defRPr kern="1200">
        <a:solidFill>
          <a:schemeClr val="tx1"/>
        </a:solidFill>
        <a:latin typeface="Times New Roman" pitchFamily="18" charset="0"/>
        <a:ea typeface="+mn-ea"/>
        <a:cs typeface="+mn-cs"/>
      </a:defRPr>
    </a:lvl3pPr>
    <a:lvl4pPr marL="1371600" algn="l" rtl="0" eaLnBrk="0" fontAlgn="base" hangingPunct="0">
      <a:spcBef>
        <a:spcPct val="0"/>
      </a:spcBef>
      <a:spcAft>
        <a:spcPct val="0"/>
      </a:spcAft>
      <a:defRPr kern="1200">
        <a:solidFill>
          <a:schemeClr val="tx1"/>
        </a:solidFill>
        <a:latin typeface="Times New Roman" pitchFamily="18" charset="0"/>
        <a:ea typeface="+mn-ea"/>
        <a:cs typeface="+mn-cs"/>
      </a:defRPr>
    </a:lvl4pPr>
    <a:lvl5pPr marL="1828800" algn="l" rtl="0" eaLnBrk="0" fontAlgn="base" hangingPunct="0">
      <a:spcBef>
        <a:spcPct val="0"/>
      </a:spcBef>
      <a:spcAft>
        <a:spcPct val="0"/>
      </a:spcAft>
      <a:defRPr kern="1200">
        <a:solidFill>
          <a:schemeClr val="tx1"/>
        </a:solidFill>
        <a:latin typeface="Times New Roman" pitchFamily="18" charset="0"/>
        <a:ea typeface="+mn-ea"/>
        <a:cs typeface="+mn-cs"/>
      </a:defRPr>
    </a:lvl5pPr>
    <a:lvl6pPr marL="2286000" algn="l" defTabSz="914400" rtl="0" eaLnBrk="1" latinLnBrk="0" hangingPunct="1">
      <a:defRPr kern="1200">
        <a:solidFill>
          <a:schemeClr val="tx1"/>
        </a:solidFill>
        <a:latin typeface="Times New Roman" pitchFamily="18" charset="0"/>
        <a:ea typeface="+mn-ea"/>
        <a:cs typeface="+mn-cs"/>
      </a:defRPr>
    </a:lvl6pPr>
    <a:lvl7pPr marL="2743200" algn="l" defTabSz="914400" rtl="0" eaLnBrk="1" latinLnBrk="0" hangingPunct="1">
      <a:defRPr kern="1200">
        <a:solidFill>
          <a:schemeClr val="tx1"/>
        </a:solidFill>
        <a:latin typeface="Times New Roman" pitchFamily="18" charset="0"/>
        <a:ea typeface="+mn-ea"/>
        <a:cs typeface="+mn-cs"/>
      </a:defRPr>
    </a:lvl7pPr>
    <a:lvl8pPr marL="3200400" algn="l" defTabSz="914400" rtl="0" eaLnBrk="1" latinLnBrk="0" hangingPunct="1">
      <a:defRPr kern="1200">
        <a:solidFill>
          <a:schemeClr val="tx1"/>
        </a:solidFill>
        <a:latin typeface="Times New Roman" pitchFamily="18" charset="0"/>
        <a:ea typeface="+mn-ea"/>
        <a:cs typeface="+mn-cs"/>
      </a:defRPr>
    </a:lvl8pPr>
    <a:lvl9pPr marL="3657600" algn="l" defTabSz="914400" rtl="0" eaLnBrk="1" latinLnBrk="0" hangingPunct="1">
      <a:defRPr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900"/>
    <a:srgbClr val="6600CC"/>
    <a:srgbClr val="FF9900"/>
    <a:srgbClr val="CC00CC"/>
    <a:srgbClr val="000000"/>
    <a:srgbClr val="1C6E1C"/>
    <a:srgbClr val="3366FF"/>
    <a:srgbClr val="0033CC"/>
    <a:srgbClr val="0099FF"/>
    <a:srgbClr val="9933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D1BE957-750E-499E-80B3-3B804044AECF}" v="338" dt="2026-09-17T21:27:35.28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620" autoAdjust="0"/>
    <p:restoredTop sz="83858" autoAdjust="0"/>
  </p:normalViewPr>
  <p:slideViewPr>
    <p:cSldViewPr>
      <p:cViewPr varScale="1">
        <p:scale>
          <a:sx n="62" d="100"/>
          <a:sy n="62" d="100"/>
        </p:scale>
        <p:origin x="1244" y="44"/>
      </p:cViewPr>
      <p:guideLst>
        <p:guide orient="horz" pos="2160"/>
        <p:guide pos="2880"/>
      </p:guideLst>
    </p:cSldViewPr>
  </p:slideViewPr>
  <p:outlineViewPr>
    <p:cViewPr>
      <p:scale>
        <a:sx n="33" d="100"/>
        <a:sy n="33" d="100"/>
      </p:scale>
      <p:origin x="48" y="957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7" d="100"/>
          <a:sy n="57" d="100"/>
        </p:scale>
        <p:origin x="-2472" y="-84"/>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tableStyles" Target="tableStyles.xml"/><Relationship Id="rId21" Type="http://schemas.openxmlformats.org/officeDocument/2006/relationships/slide" Target="slides/slide16.xml"/><Relationship Id="rId34" Type="http://schemas.openxmlformats.org/officeDocument/2006/relationships/notesMaster" Target="notesMasters/notesMaster1.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presProps" Target="presProp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handoutMaster" Target="handoutMasters/handoutMaster1.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ruskett, Harve A" userId="213d60ac-aef1-4d38-a1a1-cc3530dfbff5" providerId="ADAL" clId="{46A6D219-DC58-45E8-8D58-021ACE409CDA}"/>
    <pc:docChg chg="undo custSel addSld delSld modSld sldOrd">
      <pc:chgData name="Truskett, Harve A" userId="213d60ac-aef1-4d38-a1a1-cc3530dfbff5" providerId="ADAL" clId="{46A6D219-DC58-45E8-8D58-021ACE409CDA}" dt="2026-09-17T21:27:35.282" v="1593" actId="114"/>
      <pc:docMkLst>
        <pc:docMk/>
      </pc:docMkLst>
      <pc:sldChg chg="addSp delSp modSp add del ord">
        <pc:chgData name="Truskett, Harve A" userId="213d60ac-aef1-4d38-a1a1-cc3530dfbff5" providerId="ADAL" clId="{46A6D219-DC58-45E8-8D58-021ACE409CDA}" dt="2026-09-16T21:50:32.956" v="820"/>
        <pc:sldMkLst>
          <pc:docMk/>
          <pc:sldMk cId="146439340" sldId="265"/>
        </pc:sldMkLst>
        <pc:spChg chg="mod">
          <ac:chgData name="Truskett, Harve A" userId="213d60ac-aef1-4d38-a1a1-cc3530dfbff5" providerId="ADAL" clId="{46A6D219-DC58-45E8-8D58-021ACE409CDA}" dt="2026-09-15T22:54:02.360" v="1"/>
          <ac:spMkLst>
            <pc:docMk/>
            <pc:sldMk cId="146439340" sldId="265"/>
            <ac:spMk id="3" creationId="{16BE53D2-0A37-1477-CF2A-E8951B1BC6C3}"/>
          </ac:spMkLst>
        </pc:spChg>
        <pc:spChg chg="add del">
          <ac:chgData name="Truskett, Harve A" userId="213d60ac-aef1-4d38-a1a1-cc3530dfbff5" providerId="ADAL" clId="{46A6D219-DC58-45E8-8D58-021ACE409CDA}" dt="2026-09-15T22:54:02.360" v="1"/>
          <ac:spMkLst>
            <pc:docMk/>
            <pc:sldMk cId="146439340" sldId="265"/>
            <ac:spMk id="8" creationId="{C41152E7-F546-52AD-B791-CAEA5D687615}"/>
          </ac:spMkLst>
        </pc:spChg>
        <pc:spChg chg="add del">
          <ac:chgData name="Truskett, Harve A" userId="213d60ac-aef1-4d38-a1a1-cc3530dfbff5" providerId="ADAL" clId="{46A6D219-DC58-45E8-8D58-021ACE409CDA}" dt="2026-09-15T22:54:02.360" v="1"/>
          <ac:spMkLst>
            <pc:docMk/>
            <pc:sldMk cId="146439340" sldId="265"/>
            <ac:spMk id="10" creationId="{C1EDCE33-7FCB-D232-04B4-6E31DA6355DF}"/>
          </ac:spMkLst>
        </pc:spChg>
        <pc:spChg chg="add del">
          <ac:chgData name="Truskett, Harve A" userId="213d60ac-aef1-4d38-a1a1-cc3530dfbff5" providerId="ADAL" clId="{46A6D219-DC58-45E8-8D58-021ACE409CDA}" dt="2026-09-15T22:54:02.360" v="1"/>
          <ac:spMkLst>
            <pc:docMk/>
            <pc:sldMk cId="146439340" sldId="265"/>
            <ac:spMk id="12" creationId="{0C610CD0-B77B-396D-DB19-DDE5E96BE4A9}"/>
          </ac:spMkLst>
        </pc:spChg>
        <pc:spChg chg="add del">
          <ac:chgData name="Truskett, Harve A" userId="213d60ac-aef1-4d38-a1a1-cc3530dfbff5" providerId="ADAL" clId="{46A6D219-DC58-45E8-8D58-021ACE409CDA}" dt="2026-09-15T22:54:02.360" v="1"/>
          <ac:spMkLst>
            <pc:docMk/>
            <pc:sldMk cId="146439340" sldId="265"/>
            <ac:spMk id="14" creationId="{6A3F70D1-BBAB-52AB-DBC8-A704951E542D}"/>
          </ac:spMkLst>
        </pc:spChg>
        <pc:spChg chg="add del">
          <ac:chgData name="Truskett, Harve A" userId="213d60ac-aef1-4d38-a1a1-cc3530dfbff5" providerId="ADAL" clId="{46A6D219-DC58-45E8-8D58-021ACE409CDA}" dt="2026-09-15T22:54:02.360" v="1"/>
          <ac:spMkLst>
            <pc:docMk/>
            <pc:sldMk cId="146439340" sldId="265"/>
            <ac:spMk id="16" creationId="{FED5797F-B335-FB98-8C36-4676B82EC134}"/>
          </ac:spMkLst>
        </pc:spChg>
      </pc:sldChg>
      <pc:sldChg chg="addSp delSp modSp add del ord">
        <pc:chgData name="Truskett, Harve A" userId="213d60ac-aef1-4d38-a1a1-cc3530dfbff5" providerId="ADAL" clId="{46A6D219-DC58-45E8-8D58-021ACE409CDA}" dt="2026-09-16T21:50:34.384" v="822"/>
        <pc:sldMkLst>
          <pc:docMk/>
          <pc:sldMk cId="747592721" sldId="266"/>
        </pc:sldMkLst>
        <pc:spChg chg="add del">
          <ac:chgData name="Truskett, Harve A" userId="213d60ac-aef1-4d38-a1a1-cc3530dfbff5" providerId="ADAL" clId="{46A6D219-DC58-45E8-8D58-021ACE409CDA}" dt="2026-09-15T22:54:02.360" v="1"/>
          <ac:spMkLst>
            <pc:docMk/>
            <pc:sldMk cId="747592721" sldId="266"/>
            <ac:spMk id="8" creationId="{75927C06-1B1F-6BA1-9EE7-4EB019835005}"/>
          </ac:spMkLst>
        </pc:spChg>
        <pc:spChg chg="add del">
          <ac:chgData name="Truskett, Harve A" userId="213d60ac-aef1-4d38-a1a1-cc3530dfbff5" providerId="ADAL" clId="{46A6D219-DC58-45E8-8D58-021ACE409CDA}" dt="2026-09-15T22:54:02.360" v="1"/>
          <ac:spMkLst>
            <pc:docMk/>
            <pc:sldMk cId="747592721" sldId="266"/>
            <ac:spMk id="10" creationId="{1884BDB8-9177-B0DD-987F-2BDB3F5F5F11}"/>
          </ac:spMkLst>
        </pc:spChg>
        <pc:spChg chg="add del">
          <ac:chgData name="Truskett, Harve A" userId="213d60ac-aef1-4d38-a1a1-cc3530dfbff5" providerId="ADAL" clId="{46A6D219-DC58-45E8-8D58-021ACE409CDA}" dt="2026-09-15T22:54:02.360" v="1"/>
          <ac:spMkLst>
            <pc:docMk/>
            <pc:sldMk cId="747592721" sldId="266"/>
            <ac:spMk id="12" creationId="{EB4855B8-F148-EE1A-561E-88D5F7E022EF}"/>
          </ac:spMkLst>
        </pc:spChg>
        <pc:spChg chg="add del">
          <ac:chgData name="Truskett, Harve A" userId="213d60ac-aef1-4d38-a1a1-cc3530dfbff5" providerId="ADAL" clId="{46A6D219-DC58-45E8-8D58-021ACE409CDA}" dt="2026-09-15T22:54:02.360" v="1"/>
          <ac:spMkLst>
            <pc:docMk/>
            <pc:sldMk cId="747592721" sldId="266"/>
            <ac:spMk id="14" creationId="{BC543FDD-3045-B2CD-CB2F-167F53B87039}"/>
          </ac:spMkLst>
        </pc:spChg>
        <pc:spChg chg="add del">
          <ac:chgData name="Truskett, Harve A" userId="213d60ac-aef1-4d38-a1a1-cc3530dfbff5" providerId="ADAL" clId="{46A6D219-DC58-45E8-8D58-021ACE409CDA}" dt="2026-09-15T22:54:02.360" v="1"/>
          <ac:spMkLst>
            <pc:docMk/>
            <pc:sldMk cId="747592721" sldId="266"/>
            <ac:spMk id="16" creationId="{63EADE4D-5237-EA2E-7EFA-398C316D0F07}"/>
          </ac:spMkLst>
        </pc:spChg>
        <pc:spChg chg="mod">
          <ac:chgData name="Truskett, Harve A" userId="213d60ac-aef1-4d38-a1a1-cc3530dfbff5" providerId="ADAL" clId="{46A6D219-DC58-45E8-8D58-021ACE409CDA}" dt="2026-09-15T22:54:02.360" v="1"/>
          <ac:spMkLst>
            <pc:docMk/>
            <pc:sldMk cId="747592721" sldId="266"/>
            <ac:spMk id="17" creationId="{781CF7C0-E467-E244-6E95-E7E81C17466C}"/>
          </ac:spMkLst>
        </pc:spChg>
      </pc:sldChg>
      <pc:sldChg chg="addSp delSp add del ord">
        <pc:chgData name="Truskett, Harve A" userId="213d60ac-aef1-4d38-a1a1-cc3530dfbff5" providerId="ADAL" clId="{46A6D219-DC58-45E8-8D58-021ACE409CDA}" dt="2026-09-16T21:50:37.101" v="824"/>
        <pc:sldMkLst>
          <pc:docMk/>
          <pc:sldMk cId="234461573" sldId="269"/>
        </pc:sldMkLst>
        <pc:spChg chg="add del">
          <ac:chgData name="Truskett, Harve A" userId="213d60ac-aef1-4d38-a1a1-cc3530dfbff5" providerId="ADAL" clId="{46A6D219-DC58-45E8-8D58-021ACE409CDA}" dt="2026-09-15T22:54:02.360" v="1"/>
          <ac:spMkLst>
            <pc:docMk/>
            <pc:sldMk cId="234461573" sldId="269"/>
            <ac:spMk id="8" creationId="{1B15ED52-F352-441B-82BF-E0EA34836D08}"/>
          </ac:spMkLst>
        </pc:spChg>
        <pc:spChg chg="add del">
          <ac:chgData name="Truskett, Harve A" userId="213d60ac-aef1-4d38-a1a1-cc3530dfbff5" providerId="ADAL" clId="{46A6D219-DC58-45E8-8D58-021ACE409CDA}" dt="2026-09-15T22:54:02.360" v="1"/>
          <ac:spMkLst>
            <pc:docMk/>
            <pc:sldMk cId="234461573" sldId="269"/>
            <ac:spMk id="10" creationId="{3B2E3793-BFE6-45A2-9B7B-E18844431C99}"/>
          </ac:spMkLst>
        </pc:spChg>
        <pc:spChg chg="add del">
          <ac:chgData name="Truskett, Harve A" userId="213d60ac-aef1-4d38-a1a1-cc3530dfbff5" providerId="ADAL" clId="{46A6D219-DC58-45E8-8D58-021ACE409CDA}" dt="2026-09-15T22:54:02.360" v="1"/>
          <ac:spMkLst>
            <pc:docMk/>
            <pc:sldMk cId="234461573" sldId="269"/>
            <ac:spMk id="12" creationId="{BC4C4868-CB8F-4AF9-9CDB-8108F2C19B67}"/>
          </ac:spMkLst>
        </pc:spChg>
        <pc:spChg chg="add del">
          <ac:chgData name="Truskett, Harve A" userId="213d60ac-aef1-4d38-a1a1-cc3530dfbff5" providerId="ADAL" clId="{46A6D219-DC58-45E8-8D58-021ACE409CDA}" dt="2026-09-15T22:54:02.360" v="1"/>
          <ac:spMkLst>
            <pc:docMk/>
            <pc:sldMk cId="234461573" sldId="269"/>
            <ac:spMk id="14" creationId="{375E0459-6403-40CD-989D-56A4407CA12E}"/>
          </ac:spMkLst>
        </pc:spChg>
        <pc:spChg chg="add del">
          <ac:chgData name="Truskett, Harve A" userId="213d60ac-aef1-4d38-a1a1-cc3530dfbff5" providerId="ADAL" clId="{46A6D219-DC58-45E8-8D58-021ACE409CDA}" dt="2026-09-15T22:54:02.360" v="1"/>
          <ac:spMkLst>
            <pc:docMk/>
            <pc:sldMk cId="234461573" sldId="269"/>
            <ac:spMk id="16" creationId="{53E5B1A8-3AC9-4BD1-9BBC-78CA94F2D1BA}"/>
          </ac:spMkLst>
        </pc:spChg>
      </pc:sldChg>
      <pc:sldChg chg="modSp add del">
        <pc:chgData name="Truskett, Harve A" userId="213d60ac-aef1-4d38-a1a1-cc3530dfbff5" providerId="ADAL" clId="{46A6D219-DC58-45E8-8D58-021ACE409CDA}" dt="2026-09-16T21:47:08.052" v="812" actId="47"/>
        <pc:sldMkLst>
          <pc:docMk/>
          <pc:sldMk cId="681507135" sldId="273"/>
        </pc:sldMkLst>
      </pc:sldChg>
      <pc:sldChg chg="modSp add del">
        <pc:chgData name="Truskett, Harve A" userId="213d60ac-aef1-4d38-a1a1-cc3530dfbff5" providerId="ADAL" clId="{46A6D219-DC58-45E8-8D58-021ACE409CDA}" dt="2026-09-16T21:47:13.339" v="813" actId="47"/>
        <pc:sldMkLst>
          <pc:docMk/>
          <pc:sldMk cId="2542956235" sldId="274"/>
        </pc:sldMkLst>
      </pc:sldChg>
      <pc:sldChg chg="add del">
        <pc:chgData name="Truskett, Harve A" userId="213d60ac-aef1-4d38-a1a1-cc3530dfbff5" providerId="ADAL" clId="{46A6D219-DC58-45E8-8D58-021ACE409CDA}" dt="2026-09-16T21:47:15.380" v="814" actId="47"/>
        <pc:sldMkLst>
          <pc:docMk/>
          <pc:sldMk cId="1187188587" sldId="275"/>
        </pc:sldMkLst>
      </pc:sldChg>
      <pc:sldChg chg="add del ord">
        <pc:chgData name="Truskett, Harve A" userId="213d60ac-aef1-4d38-a1a1-cc3530dfbff5" providerId="ADAL" clId="{46A6D219-DC58-45E8-8D58-021ACE409CDA}" dt="2026-09-16T21:50:44.616" v="828"/>
        <pc:sldMkLst>
          <pc:docMk/>
          <pc:sldMk cId="176915803" sldId="304"/>
        </pc:sldMkLst>
      </pc:sldChg>
      <pc:sldChg chg="modSp add mod setBg">
        <pc:chgData name="Truskett, Harve A" userId="213d60ac-aef1-4d38-a1a1-cc3530dfbff5" providerId="ADAL" clId="{46A6D219-DC58-45E8-8D58-021ACE409CDA}" dt="2026-09-16T21:52:30.337" v="915" actId="20577"/>
        <pc:sldMkLst>
          <pc:docMk/>
          <pc:sldMk cId="842705799" sldId="399"/>
        </pc:sldMkLst>
        <pc:graphicFrameChg chg="modGraphic">
          <ac:chgData name="Truskett, Harve A" userId="213d60ac-aef1-4d38-a1a1-cc3530dfbff5" providerId="ADAL" clId="{46A6D219-DC58-45E8-8D58-021ACE409CDA}" dt="2026-09-16T21:52:30.337" v="915" actId="20577"/>
          <ac:graphicFrameMkLst>
            <pc:docMk/>
            <pc:sldMk cId="842705799" sldId="399"/>
            <ac:graphicFrameMk id="14" creationId="{B3E97826-F806-7FD8-40AB-50488E618AF5}"/>
          </ac:graphicFrameMkLst>
        </pc:graphicFrameChg>
      </pc:sldChg>
      <pc:sldChg chg="addSp delSp add del ord">
        <pc:chgData name="Truskett, Harve A" userId="213d60ac-aef1-4d38-a1a1-cc3530dfbff5" providerId="ADAL" clId="{46A6D219-DC58-45E8-8D58-021ACE409CDA}" dt="2026-09-16T21:50:39.155" v="826"/>
        <pc:sldMkLst>
          <pc:docMk/>
          <pc:sldMk cId="1369781201" sldId="409"/>
        </pc:sldMkLst>
        <pc:spChg chg="add del">
          <ac:chgData name="Truskett, Harve A" userId="213d60ac-aef1-4d38-a1a1-cc3530dfbff5" providerId="ADAL" clId="{46A6D219-DC58-45E8-8D58-021ACE409CDA}" dt="2026-09-15T22:54:02.360" v="1"/>
          <ac:spMkLst>
            <pc:docMk/>
            <pc:sldMk cId="1369781201" sldId="409"/>
            <ac:spMk id="8" creationId="{1B15ED52-F352-441B-82BF-E0EA34836D08}"/>
          </ac:spMkLst>
        </pc:spChg>
        <pc:spChg chg="add del">
          <ac:chgData name="Truskett, Harve A" userId="213d60ac-aef1-4d38-a1a1-cc3530dfbff5" providerId="ADAL" clId="{46A6D219-DC58-45E8-8D58-021ACE409CDA}" dt="2026-09-15T22:54:02.360" v="1"/>
          <ac:spMkLst>
            <pc:docMk/>
            <pc:sldMk cId="1369781201" sldId="409"/>
            <ac:spMk id="10" creationId="{3B2E3793-BFE6-45A2-9B7B-E18844431C99}"/>
          </ac:spMkLst>
        </pc:spChg>
        <pc:spChg chg="add del">
          <ac:chgData name="Truskett, Harve A" userId="213d60ac-aef1-4d38-a1a1-cc3530dfbff5" providerId="ADAL" clId="{46A6D219-DC58-45E8-8D58-021ACE409CDA}" dt="2026-09-15T22:54:02.360" v="1"/>
          <ac:spMkLst>
            <pc:docMk/>
            <pc:sldMk cId="1369781201" sldId="409"/>
            <ac:spMk id="12" creationId="{BC4C4868-CB8F-4AF9-9CDB-8108F2C19B67}"/>
          </ac:spMkLst>
        </pc:spChg>
        <pc:spChg chg="add del">
          <ac:chgData name="Truskett, Harve A" userId="213d60ac-aef1-4d38-a1a1-cc3530dfbff5" providerId="ADAL" clId="{46A6D219-DC58-45E8-8D58-021ACE409CDA}" dt="2026-09-15T22:54:02.360" v="1"/>
          <ac:spMkLst>
            <pc:docMk/>
            <pc:sldMk cId="1369781201" sldId="409"/>
            <ac:spMk id="14" creationId="{375E0459-6403-40CD-989D-56A4407CA12E}"/>
          </ac:spMkLst>
        </pc:spChg>
        <pc:spChg chg="add del">
          <ac:chgData name="Truskett, Harve A" userId="213d60ac-aef1-4d38-a1a1-cc3530dfbff5" providerId="ADAL" clId="{46A6D219-DC58-45E8-8D58-021ACE409CDA}" dt="2026-09-15T22:54:02.360" v="1"/>
          <ac:spMkLst>
            <pc:docMk/>
            <pc:sldMk cId="1369781201" sldId="409"/>
            <ac:spMk id="16" creationId="{53E5B1A8-3AC9-4BD1-9BBC-78CA94F2D1BA}"/>
          </ac:spMkLst>
        </pc:spChg>
      </pc:sldChg>
      <pc:sldChg chg="modSp mod">
        <pc:chgData name="Truskett, Harve A" userId="213d60ac-aef1-4d38-a1a1-cc3530dfbff5" providerId="ADAL" clId="{46A6D219-DC58-45E8-8D58-021ACE409CDA}" dt="2026-09-16T22:05:43.840" v="1323"/>
        <pc:sldMkLst>
          <pc:docMk/>
          <pc:sldMk cId="512203505" sldId="421"/>
        </pc:sldMkLst>
        <pc:graphicFrameChg chg="mod modGraphic">
          <ac:chgData name="Truskett, Harve A" userId="213d60ac-aef1-4d38-a1a1-cc3530dfbff5" providerId="ADAL" clId="{46A6D219-DC58-45E8-8D58-021ACE409CDA}" dt="2026-09-16T22:05:43.840" v="1323"/>
          <ac:graphicFrameMkLst>
            <pc:docMk/>
            <pc:sldMk cId="512203505" sldId="421"/>
            <ac:graphicFrameMk id="6" creationId="{00000000-0000-0000-0000-000000000000}"/>
          </ac:graphicFrameMkLst>
        </pc:graphicFrameChg>
      </pc:sldChg>
      <pc:sldChg chg="modSp mod">
        <pc:chgData name="Truskett, Harve A" userId="213d60ac-aef1-4d38-a1a1-cc3530dfbff5" providerId="ADAL" clId="{46A6D219-DC58-45E8-8D58-021ACE409CDA}" dt="2026-09-16T22:13:44.621" v="1403" actId="20577"/>
        <pc:sldMkLst>
          <pc:docMk/>
          <pc:sldMk cId="450223331" sldId="431"/>
        </pc:sldMkLst>
        <pc:spChg chg="mod">
          <ac:chgData name="Truskett, Harve A" userId="213d60ac-aef1-4d38-a1a1-cc3530dfbff5" providerId="ADAL" clId="{46A6D219-DC58-45E8-8D58-021ACE409CDA}" dt="2026-09-16T22:13:44.621" v="1403" actId="20577"/>
          <ac:spMkLst>
            <pc:docMk/>
            <pc:sldMk cId="450223331" sldId="431"/>
            <ac:spMk id="3" creationId="{00000000-0000-0000-0000-000000000000}"/>
          </ac:spMkLst>
        </pc:spChg>
      </pc:sldChg>
      <pc:sldChg chg="modAnim">
        <pc:chgData name="Truskett, Harve A" userId="213d60ac-aef1-4d38-a1a1-cc3530dfbff5" providerId="ADAL" clId="{46A6D219-DC58-45E8-8D58-021ACE409CDA}" dt="2026-09-16T22:27:34.583" v="1407"/>
        <pc:sldMkLst>
          <pc:docMk/>
          <pc:sldMk cId="928153802" sldId="436"/>
        </pc:sldMkLst>
      </pc:sldChg>
      <pc:sldChg chg="modSp mod">
        <pc:chgData name="Truskett, Harve A" userId="213d60ac-aef1-4d38-a1a1-cc3530dfbff5" providerId="ADAL" clId="{46A6D219-DC58-45E8-8D58-021ACE409CDA}" dt="2026-09-16T22:37:18.818" v="1440" actId="5793"/>
        <pc:sldMkLst>
          <pc:docMk/>
          <pc:sldMk cId="1935097421" sldId="449"/>
        </pc:sldMkLst>
        <pc:spChg chg="mod">
          <ac:chgData name="Truskett, Harve A" userId="213d60ac-aef1-4d38-a1a1-cc3530dfbff5" providerId="ADAL" clId="{46A6D219-DC58-45E8-8D58-021ACE409CDA}" dt="2026-09-16T22:37:18.818" v="1440" actId="5793"/>
          <ac:spMkLst>
            <pc:docMk/>
            <pc:sldMk cId="1935097421" sldId="449"/>
            <ac:spMk id="4" creationId="{00000000-0000-0000-0000-000000000000}"/>
          </ac:spMkLst>
        </pc:spChg>
      </pc:sldChg>
      <pc:sldChg chg="modSp mod">
        <pc:chgData name="Truskett, Harve A" userId="213d60ac-aef1-4d38-a1a1-cc3530dfbff5" providerId="ADAL" clId="{46A6D219-DC58-45E8-8D58-021ACE409CDA}" dt="2026-09-16T19:38:48.983" v="8" actId="20577"/>
        <pc:sldMkLst>
          <pc:docMk/>
          <pc:sldMk cId="1777644199" sldId="450"/>
        </pc:sldMkLst>
        <pc:spChg chg="mod">
          <ac:chgData name="Truskett, Harve A" userId="213d60ac-aef1-4d38-a1a1-cc3530dfbff5" providerId="ADAL" clId="{46A6D219-DC58-45E8-8D58-021ACE409CDA}" dt="2026-09-16T19:38:48.983" v="8" actId="20577"/>
          <ac:spMkLst>
            <pc:docMk/>
            <pc:sldMk cId="1777644199" sldId="450"/>
            <ac:spMk id="4" creationId="{00000000-0000-0000-0000-000000000000}"/>
          </ac:spMkLst>
        </pc:spChg>
      </pc:sldChg>
      <pc:sldChg chg="ord">
        <pc:chgData name="Truskett, Harve A" userId="213d60ac-aef1-4d38-a1a1-cc3530dfbff5" providerId="ADAL" clId="{46A6D219-DC58-45E8-8D58-021ACE409CDA}" dt="2026-09-16T19:37:45.834" v="7"/>
        <pc:sldMkLst>
          <pc:docMk/>
          <pc:sldMk cId="1246664890" sldId="452"/>
        </pc:sldMkLst>
      </pc:sldChg>
      <pc:sldChg chg="modSp mod">
        <pc:chgData name="Truskett, Harve A" userId="213d60ac-aef1-4d38-a1a1-cc3530dfbff5" providerId="ADAL" clId="{46A6D219-DC58-45E8-8D58-021ACE409CDA}" dt="2026-09-16T19:30:29.405" v="5" actId="20577"/>
        <pc:sldMkLst>
          <pc:docMk/>
          <pc:sldMk cId="3049758516" sldId="453"/>
        </pc:sldMkLst>
        <pc:spChg chg="mod">
          <ac:chgData name="Truskett, Harve A" userId="213d60ac-aef1-4d38-a1a1-cc3530dfbff5" providerId="ADAL" clId="{46A6D219-DC58-45E8-8D58-021ACE409CDA}" dt="2026-09-16T19:30:29.405" v="5" actId="20577"/>
          <ac:spMkLst>
            <pc:docMk/>
            <pc:sldMk cId="3049758516" sldId="453"/>
            <ac:spMk id="4" creationId="{32272214-4E8A-E7BC-0CFC-C3CF2B371D9A}"/>
          </ac:spMkLst>
        </pc:spChg>
      </pc:sldChg>
      <pc:sldChg chg="modSp mod ord">
        <pc:chgData name="Truskett, Harve A" userId="213d60ac-aef1-4d38-a1a1-cc3530dfbff5" providerId="ADAL" clId="{46A6D219-DC58-45E8-8D58-021ACE409CDA}" dt="2026-09-17T15:01:20.510" v="1584" actId="20577"/>
        <pc:sldMkLst>
          <pc:docMk/>
          <pc:sldMk cId="4110458065" sldId="455"/>
        </pc:sldMkLst>
        <pc:spChg chg="mod">
          <ac:chgData name="Truskett, Harve A" userId="213d60ac-aef1-4d38-a1a1-cc3530dfbff5" providerId="ADAL" clId="{46A6D219-DC58-45E8-8D58-021ACE409CDA}" dt="2026-09-16T22:42:06.555" v="1490" actId="20577"/>
          <ac:spMkLst>
            <pc:docMk/>
            <pc:sldMk cId="4110458065" sldId="455"/>
            <ac:spMk id="6" creationId="{6FD5228A-CC7A-9E6E-EE69-845EA1C136CD}"/>
          </ac:spMkLst>
        </pc:spChg>
        <pc:spChg chg="mod">
          <ac:chgData name="Truskett, Harve A" userId="213d60ac-aef1-4d38-a1a1-cc3530dfbff5" providerId="ADAL" clId="{46A6D219-DC58-45E8-8D58-021ACE409CDA}" dt="2026-09-17T15:01:20.510" v="1584" actId="20577"/>
          <ac:spMkLst>
            <pc:docMk/>
            <pc:sldMk cId="4110458065" sldId="455"/>
            <ac:spMk id="7" creationId="{E7D6C16F-69AB-F032-23A1-91F308FEBB77}"/>
          </ac:spMkLst>
        </pc:spChg>
      </pc:sldChg>
      <pc:sldChg chg="addSp delSp modSp new mod ord modAnim chgLayout">
        <pc:chgData name="Truskett, Harve A" userId="213d60ac-aef1-4d38-a1a1-cc3530dfbff5" providerId="ADAL" clId="{46A6D219-DC58-45E8-8D58-021ACE409CDA}" dt="2026-09-17T21:27:35.282" v="1593" actId="114"/>
        <pc:sldMkLst>
          <pc:docMk/>
          <pc:sldMk cId="1771739066" sldId="456"/>
        </pc:sldMkLst>
        <pc:spChg chg="del">
          <ac:chgData name="Truskett, Harve A" userId="213d60ac-aef1-4d38-a1a1-cc3530dfbff5" providerId="ADAL" clId="{46A6D219-DC58-45E8-8D58-021ACE409CDA}" dt="2026-09-16T20:33:00.170" v="59" actId="700"/>
          <ac:spMkLst>
            <pc:docMk/>
            <pc:sldMk cId="1771739066" sldId="456"/>
            <ac:spMk id="2" creationId="{25612A9B-0191-1ACB-F297-2FD925357663}"/>
          </ac:spMkLst>
        </pc:spChg>
        <pc:spChg chg="mod ord">
          <ac:chgData name="Truskett, Harve A" userId="213d60ac-aef1-4d38-a1a1-cc3530dfbff5" providerId="ADAL" clId="{46A6D219-DC58-45E8-8D58-021ACE409CDA}" dt="2026-09-16T20:33:00.170" v="59" actId="700"/>
          <ac:spMkLst>
            <pc:docMk/>
            <pc:sldMk cId="1771739066" sldId="456"/>
            <ac:spMk id="3" creationId="{1C2376FF-6DC4-F303-DAD3-693248FCA690}"/>
          </ac:spMkLst>
        </pc:spChg>
        <pc:spChg chg="del mod ord">
          <ac:chgData name="Truskett, Harve A" userId="213d60ac-aef1-4d38-a1a1-cc3530dfbff5" providerId="ADAL" clId="{46A6D219-DC58-45E8-8D58-021ACE409CDA}" dt="2026-09-16T20:33:00.170" v="59" actId="700"/>
          <ac:spMkLst>
            <pc:docMk/>
            <pc:sldMk cId="1771739066" sldId="456"/>
            <ac:spMk id="4" creationId="{7637761D-8292-3994-D57B-210995756958}"/>
          </ac:spMkLst>
        </pc:spChg>
        <pc:spChg chg="add mod ord">
          <ac:chgData name="Truskett, Harve A" userId="213d60ac-aef1-4d38-a1a1-cc3530dfbff5" providerId="ADAL" clId="{46A6D219-DC58-45E8-8D58-021ACE409CDA}" dt="2026-09-17T21:27:35.282" v="1593" actId="114"/>
          <ac:spMkLst>
            <pc:docMk/>
            <pc:sldMk cId="1771739066" sldId="456"/>
            <ac:spMk id="5" creationId="{440DB141-B1B5-949F-18B4-D34937D96039}"/>
          </ac:spMkLst>
        </pc:spChg>
      </pc:sldChg>
      <pc:sldChg chg="modSp add mod ord modAnim">
        <pc:chgData name="Truskett, Harve A" userId="213d60ac-aef1-4d38-a1a1-cc3530dfbff5" providerId="ADAL" clId="{46A6D219-DC58-45E8-8D58-021ACE409CDA}" dt="2026-09-16T21:53:51.061" v="932" actId="20577"/>
        <pc:sldMkLst>
          <pc:docMk/>
          <pc:sldMk cId="3476677163" sldId="457"/>
        </pc:sldMkLst>
        <pc:spChg chg="mod">
          <ac:chgData name="Truskett, Harve A" userId="213d60ac-aef1-4d38-a1a1-cc3530dfbff5" providerId="ADAL" clId="{46A6D219-DC58-45E8-8D58-021ACE409CDA}" dt="2026-09-16T21:53:51.061" v="932" actId="20577"/>
          <ac:spMkLst>
            <pc:docMk/>
            <pc:sldMk cId="3476677163" sldId="457"/>
            <ac:spMk id="5" creationId="{182A335E-D2AE-8A9C-C0D8-89DF6C1077DC}"/>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2#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FB8E129-B831-4CAF-9772-8ACB8C238FFF}" type="doc">
      <dgm:prSet loTypeId="urn:microsoft.com/office/officeart/2005/8/layout/vList2" loCatId="list" qsTypeId="urn:microsoft.com/office/officeart/2005/8/quickstyle/simple1#3" qsCatId="simple" csTypeId="urn:microsoft.com/office/officeart/2005/8/colors/colorful2#2" csCatId="colorful" phldr="1"/>
      <dgm:spPr/>
      <dgm:t>
        <a:bodyPr/>
        <a:lstStyle/>
        <a:p>
          <a:endParaRPr lang="en-US"/>
        </a:p>
      </dgm:t>
    </dgm:pt>
    <dgm:pt modelId="{0F95985B-7594-4083-9215-53B438D0E454}">
      <dgm:prSet/>
      <dgm:spPr/>
      <dgm:t>
        <a:bodyPr/>
        <a:lstStyle/>
        <a:p>
          <a:r>
            <a:rPr lang="en-US" dirty="0"/>
            <a:t>Citation Practice</a:t>
          </a:r>
        </a:p>
      </dgm:t>
    </dgm:pt>
    <dgm:pt modelId="{E6DBA1F5-7738-4CD3-932D-50CE4116FE41}" type="parTrans" cxnId="{3AD937F5-5DCE-45DC-A1A2-00082BE29338}">
      <dgm:prSet/>
      <dgm:spPr/>
      <dgm:t>
        <a:bodyPr/>
        <a:lstStyle/>
        <a:p>
          <a:endParaRPr lang="en-US"/>
        </a:p>
      </dgm:t>
    </dgm:pt>
    <dgm:pt modelId="{F89B3265-60DB-46B1-8001-89F8F7265B63}" type="sibTrans" cxnId="{3AD937F5-5DCE-45DC-A1A2-00082BE29338}">
      <dgm:prSet/>
      <dgm:spPr/>
      <dgm:t>
        <a:bodyPr/>
        <a:lstStyle/>
        <a:p>
          <a:endParaRPr lang="en-US"/>
        </a:p>
      </dgm:t>
    </dgm:pt>
    <dgm:pt modelId="{EC2A9315-4B58-4AF4-A31B-5B1FC91EFAD9}">
      <dgm:prSet/>
      <dgm:spPr/>
      <dgm:t>
        <a:bodyPr/>
        <a:lstStyle/>
        <a:p>
          <a:r>
            <a:rPr lang="en-US" dirty="0"/>
            <a:t>Evaluate Application Sections</a:t>
          </a:r>
        </a:p>
      </dgm:t>
    </dgm:pt>
    <dgm:pt modelId="{A0F2DC88-C8EC-44E1-B575-4EC7E2EAF20C}" type="parTrans" cxnId="{8B309552-6231-4C36-84E5-40F3ED0E67D2}">
      <dgm:prSet/>
      <dgm:spPr/>
      <dgm:t>
        <a:bodyPr/>
        <a:lstStyle/>
        <a:p>
          <a:endParaRPr lang="en-US"/>
        </a:p>
      </dgm:t>
    </dgm:pt>
    <dgm:pt modelId="{17E1CB5B-D4ED-4B03-B556-28377ABBB7A7}" type="sibTrans" cxnId="{8B309552-6231-4C36-84E5-40F3ED0E67D2}">
      <dgm:prSet/>
      <dgm:spPr/>
      <dgm:t>
        <a:bodyPr/>
        <a:lstStyle/>
        <a:p>
          <a:endParaRPr lang="en-US"/>
        </a:p>
      </dgm:t>
    </dgm:pt>
    <dgm:pt modelId="{3D965E13-6A1C-4C7B-8B16-C56F39DE5E29}">
      <dgm:prSet/>
      <dgm:spPr/>
      <dgm:t>
        <a:bodyPr/>
        <a:lstStyle/>
        <a:p>
          <a:r>
            <a:rPr lang="en-US" dirty="0"/>
            <a:t>Editing Workshop</a:t>
          </a:r>
        </a:p>
      </dgm:t>
    </dgm:pt>
    <dgm:pt modelId="{3B8F454E-776C-443C-9D1F-038E2613B428}" type="parTrans" cxnId="{54735A94-007A-404C-8094-52F86E644B72}">
      <dgm:prSet/>
      <dgm:spPr/>
      <dgm:t>
        <a:bodyPr/>
        <a:lstStyle/>
        <a:p>
          <a:endParaRPr lang="en-US"/>
        </a:p>
      </dgm:t>
    </dgm:pt>
    <dgm:pt modelId="{B38B4DFF-8F13-4DF5-ADE8-843DCDCAFEF7}" type="sibTrans" cxnId="{54735A94-007A-404C-8094-52F86E644B72}">
      <dgm:prSet/>
      <dgm:spPr/>
      <dgm:t>
        <a:bodyPr/>
        <a:lstStyle/>
        <a:p>
          <a:endParaRPr lang="en-US"/>
        </a:p>
      </dgm:t>
    </dgm:pt>
    <dgm:pt modelId="{5D220876-2259-4C3D-8FE6-C9101C4F957E}" type="pres">
      <dgm:prSet presAssocID="{DFB8E129-B831-4CAF-9772-8ACB8C238FFF}" presName="linear" presStyleCnt="0">
        <dgm:presLayoutVars>
          <dgm:animLvl val="lvl"/>
          <dgm:resizeHandles val="exact"/>
        </dgm:presLayoutVars>
      </dgm:prSet>
      <dgm:spPr/>
    </dgm:pt>
    <dgm:pt modelId="{F5C57722-1CE4-47A1-A669-269769F44237}" type="pres">
      <dgm:prSet presAssocID="{0F95985B-7594-4083-9215-53B438D0E454}" presName="parentText" presStyleLbl="node1" presStyleIdx="0" presStyleCnt="3">
        <dgm:presLayoutVars>
          <dgm:chMax val="0"/>
          <dgm:bulletEnabled val="1"/>
        </dgm:presLayoutVars>
      </dgm:prSet>
      <dgm:spPr/>
    </dgm:pt>
    <dgm:pt modelId="{7259E541-E5D1-4D6D-9050-D7D254BE8315}" type="pres">
      <dgm:prSet presAssocID="{F89B3265-60DB-46B1-8001-89F8F7265B63}" presName="spacer" presStyleCnt="0"/>
      <dgm:spPr/>
    </dgm:pt>
    <dgm:pt modelId="{EEC55622-DDF9-47CF-8496-468F03E407B4}" type="pres">
      <dgm:prSet presAssocID="{EC2A9315-4B58-4AF4-A31B-5B1FC91EFAD9}" presName="parentText" presStyleLbl="node1" presStyleIdx="1" presStyleCnt="3">
        <dgm:presLayoutVars>
          <dgm:chMax val="0"/>
          <dgm:bulletEnabled val="1"/>
        </dgm:presLayoutVars>
      </dgm:prSet>
      <dgm:spPr/>
    </dgm:pt>
    <dgm:pt modelId="{CB62AD9E-F259-46BA-9B28-43A2F9692BF3}" type="pres">
      <dgm:prSet presAssocID="{17E1CB5B-D4ED-4B03-B556-28377ABBB7A7}" presName="spacer" presStyleCnt="0"/>
      <dgm:spPr/>
    </dgm:pt>
    <dgm:pt modelId="{7EC8BFA7-7131-4574-839A-5150777ACE7B}" type="pres">
      <dgm:prSet presAssocID="{3D965E13-6A1C-4C7B-8B16-C56F39DE5E29}" presName="parentText" presStyleLbl="node1" presStyleIdx="2" presStyleCnt="3">
        <dgm:presLayoutVars>
          <dgm:chMax val="0"/>
          <dgm:bulletEnabled val="1"/>
        </dgm:presLayoutVars>
      </dgm:prSet>
      <dgm:spPr/>
    </dgm:pt>
  </dgm:ptLst>
  <dgm:cxnLst>
    <dgm:cxn modelId="{097B0F0F-3CFA-43A4-AFE0-BD4506256AA1}" type="presOf" srcId="{DFB8E129-B831-4CAF-9772-8ACB8C238FFF}" destId="{5D220876-2259-4C3D-8FE6-C9101C4F957E}" srcOrd="0" destOrd="0" presId="urn:microsoft.com/office/officeart/2005/8/layout/vList2"/>
    <dgm:cxn modelId="{691BE065-325D-4416-95F0-D398A1B3ED0A}" type="presOf" srcId="{3D965E13-6A1C-4C7B-8B16-C56F39DE5E29}" destId="{7EC8BFA7-7131-4574-839A-5150777ACE7B}" srcOrd="0" destOrd="0" presId="urn:microsoft.com/office/officeart/2005/8/layout/vList2"/>
    <dgm:cxn modelId="{8B309552-6231-4C36-84E5-40F3ED0E67D2}" srcId="{DFB8E129-B831-4CAF-9772-8ACB8C238FFF}" destId="{EC2A9315-4B58-4AF4-A31B-5B1FC91EFAD9}" srcOrd="1" destOrd="0" parTransId="{A0F2DC88-C8EC-44E1-B575-4EC7E2EAF20C}" sibTransId="{17E1CB5B-D4ED-4B03-B556-28377ABBB7A7}"/>
    <dgm:cxn modelId="{5A7FF491-2A66-491A-8581-F5B123608918}" type="presOf" srcId="{0F95985B-7594-4083-9215-53B438D0E454}" destId="{F5C57722-1CE4-47A1-A669-269769F44237}" srcOrd="0" destOrd="0" presId="urn:microsoft.com/office/officeart/2005/8/layout/vList2"/>
    <dgm:cxn modelId="{54735A94-007A-404C-8094-52F86E644B72}" srcId="{DFB8E129-B831-4CAF-9772-8ACB8C238FFF}" destId="{3D965E13-6A1C-4C7B-8B16-C56F39DE5E29}" srcOrd="2" destOrd="0" parTransId="{3B8F454E-776C-443C-9D1F-038E2613B428}" sibTransId="{B38B4DFF-8F13-4DF5-ADE8-843DCDCAFEF7}"/>
    <dgm:cxn modelId="{3AD937F5-5DCE-45DC-A1A2-00082BE29338}" srcId="{DFB8E129-B831-4CAF-9772-8ACB8C238FFF}" destId="{0F95985B-7594-4083-9215-53B438D0E454}" srcOrd="0" destOrd="0" parTransId="{E6DBA1F5-7738-4CD3-932D-50CE4116FE41}" sibTransId="{F89B3265-60DB-46B1-8001-89F8F7265B63}"/>
    <dgm:cxn modelId="{E33F8DFF-AD2E-49DB-B3E5-3A3BBE6A03B3}" type="presOf" srcId="{EC2A9315-4B58-4AF4-A31B-5B1FC91EFAD9}" destId="{EEC55622-DDF9-47CF-8496-468F03E407B4}" srcOrd="0" destOrd="0" presId="urn:microsoft.com/office/officeart/2005/8/layout/vList2"/>
    <dgm:cxn modelId="{F5541633-3029-4863-8296-7A0B0966BF57}" type="presParOf" srcId="{5D220876-2259-4C3D-8FE6-C9101C4F957E}" destId="{F5C57722-1CE4-47A1-A669-269769F44237}" srcOrd="0" destOrd="0" presId="urn:microsoft.com/office/officeart/2005/8/layout/vList2"/>
    <dgm:cxn modelId="{109AD606-A2B9-45C8-9B42-921E9DFB1F64}" type="presParOf" srcId="{5D220876-2259-4C3D-8FE6-C9101C4F957E}" destId="{7259E541-E5D1-4D6D-9050-D7D254BE8315}" srcOrd="1" destOrd="0" presId="urn:microsoft.com/office/officeart/2005/8/layout/vList2"/>
    <dgm:cxn modelId="{8A6D7465-FBAC-418B-9A13-F0B62D095717}" type="presParOf" srcId="{5D220876-2259-4C3D-8FE6-C9101C4F957E}" destId="{EEC55622-DDF9-47CF-8496-468F03E407B4}" srcOrd="2" destOrd="0" presId="urn:microsoft.com/office/officeart/2005/8/layout/vList2"/>
    <dgm:cxn modelId="{BC213B8F-41D6-463A-B8EB-EE91F1057C64}" type="presParOf" srcId="{5D220876-2259-4C3D-8FE6-C9101C4F957E}" destId="{CB62AD9E-F259-46BA-9B28-43A2F9692BF3}" srcOrd="3" destOrd="0" presId="urn:microsoft.com/office/officeart/2005/8/layout/vList2"/>
    <dgm:cxn modelId="{876977C1-11B7-40F1-99EA-CFE31DA179AC}" type="presParOf" srcId="{5D220876-2259-4C3D-8FE6-C9101C4F957E}" destId="{7EC8BFA7-7131-4574-839A-5150777ACE7B}"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D23EFDF-B67B-3F4A-A083-3DF83C85DFC0}" type="doc">
      <dgm:prSet loTypeId="urn:microsoft.com/office/officeart/2009/3/layout/IncreasingArrowsProcess" loCatId="" qsTypeId="urn:microsoft.com/office/officeart/2005/8/quickstyle/simple4#1" qsCatId="simple" csTypeId="urn:microsoft.com/office/officeart/2005/8/colors/accent1_2#1" csCatId="accent1" phldr="1"/>
      <dgm:spPr/>
      <dgm:t>
        <a:bodyPr/>
        <a:lstStyle/>
        <a:p>
          <a:endParaRPr lang="en-US"/>
        </a:p>
      </dgm:t>
    </dgm:pt>
    <dgm:pt modelId="{002C49CE-58B0-B643-960A-A2BEDD5D6E94}">
      <dgm:prSet phldrT="[Text]"/>
      <dgm:spPr/>
      <dgm:t>
        <a:bodyPr/>
        <a:lstStyle/>
        <a:p>
          <a:r>
            <a:rPr lang="en-US" dirty="0"/>
            <a:t>Write From the Reader’s Perspective</a:t>
          </a:r>
        </a:p>
      </dgm:t>
    </dgm:pt>
    <dgm:pt modelId="{F5C76089-78C9-AB47-97E0-37D05A380B6E}" type="parTrans" cxnId="{CCF67061-4631-1A4A-8809-061412B137DC}">
      <dgm:prSet/>
      <dgm:spPr/>
      <dgm:t>
        <a:bodyPr/>
        <a:lstStyle/>
        <a:p>
          <a:endParaRPr lang="en-US"/>
        </a:p>
      </dgm:t>
    </dgm:pt>
    <dgm:pt modelId="{FB32C11E-4550-0646-BBE7-07F032731598}" type="sibTrans" cxnId="{CCF67061-4631-1A4A-8809-061412B137DC}">
      <dgm:prSet/>
      <dgm:spPr/>
      <dgm:t>
        <a:bodyPr/>
        <a:lstStyle/>
        <a:p>
          <a:endParaRPr lang="en-US"/>
        </a:p>
      </dgm:t>
    </dgm:pt>
    <dgm:pt modelId="{DAA143B2-24E5-A645-A185-7E66760725AD}">
      <dgm:prSet phldrT="[Text]" custT="1"/>
      <dgm:spPr/>
      <dgm:t>
        <a:bodyPr/>
        <a:lstStyle/>
        <a:p>
          <a:pPr algn="l"/>
          <a:r>
            <a:rPr lang="en-US" sz="2000" dirty="0"/>
            <a:t>*Assume the Reader knows nothing about the problem or if they do, future readers may not.</a:t>
          </a:r>
        </a:p>
      </dgm:t>
    </dgm:pt>
    <dgm:pt modelId="{24B75325-4CA9-144B-9C22-003EDAED076C}" type="parTrans" cxnId="{801010A4-FCED-5C4D-A356-2A6480EE87D1}">
      <dgm:prSet/>
      <dgm:spPr/>
      <dgm:t>
        <a:bodyPr/>
        <a:lstStyle/>
        <a:p>
          <a:endParaRPr lang="en-US"/>
        </a:p>
      </dgm:t>
    </dgm:pt>
    <dgm:pt modelId="{5F317A61-8182-B849-9CD0-163717AADA61}" type="sibTrans" cxnId="{801010A4-FCED-5C4D-A356-2A6480EE87D1}">
      <dgm:prSet/>
      <dgm:spPr/>
      <dgm:t>
        <a:bodyPr/>
        <a:lstStyle/>
        <a:p>
          <a:endParaRPr lang="en-US"/>
        </a:p>
      </dgm:t>
    </dgm:pt>
    <dgm:pt modelId="{0C19BAA7-9996-2E41-B4EB-9E01C3E091B0}">
      <dgm:prSet phldrT="[Text]"/>
      <dgm:spPr/>
      <dgm:t>
        <a:bodyPr/>
        <a:lstStyle/>
        <a:p>
          <a:r>
            <a:rPr lang="en-US" dirty="0"/>
            <a:t>Fill in the Analytical Gaps</a:t>
          </a:r>
        </a:p>
      </dgm:t>
    </dgm:pt>
    <dgm:pt modelId="{4420C73B-BC69-D245-B1F9-FE0C87E16391}" type="parTrans" cxnId="{F3171484-5E1E-EC41-848B-15EAC5CEBF25}">
      <dgm:prSet/>
      <dgm:spPr/>
      <dgm:t>
        <a:bodyPr/>
        <a:lstStyle/>
        <a:p>
          <a:endParaRPr lang="en-US"/>
        </a:p>
      </dgm:t>
    </dgm:pt>
    <dgm:pt modelId="{92C25E5E-E6D0-5D45-9083-4CC5547867A1}" type="sibTrans" cxnId="{F3171484-5E1E-EC41-848B-15EAC5CEBF25}">
      <dgm:prSet/>
      <dgm:spPr/>
      <dgm:t>
        <a:bodyPr/>
        <a:lstStyle/>
        <a:p>
          <a:endParaRPr lang="en-US"/>
        </a:p>
      </dgm:t>
    </dgm:pt>
    <dgm:pt modelId="{5FC8EEF3-8AF4-664B-815B-473D180D65E3}">
      <dgm:prSet phldrT="[Text]" custT="1"/>
      <dgm:spPr/>
      <dgm:t>
        <a:bodyPr/>
        <a:lstStyle/>
        <a:p>
          <a:r>
            <a:rPr lang="en-US" sz="2000" dirty="0"/>
            <a:t>*Don’t make a reader guess how you reached a conclusion</a:t>
          </a:r>
        </a:p>
        <a:p>
          <a:endParaRPr lang="en-US" sz="2000" dirty="0"/>
        </a:p>
      </dgm:t>
    </dgm:pt>
    <dgm:pt modelId="{0ED1F160-EECB-0B47-B659-2B9F52294926}" type="parTrans" cxnId="{6522DC3B-3FFB-6648-A03D-2E6DAF789058}">
      <dgm:prSet/>
      <dgm:spPr/>
      <dgm:t>
        <a:bodyPr/>
        <a:lstStyle/>
        <a:p>
          <a:endParaRPr lang="en-US"/>
        </a:p>
      </dgm:t>
    </dgm:pt>
    <dgm:pt modelId="{43F95052-B410-CD42-A4D8-A67CCA339442}" type="sibTrans" cxnId="{6522DC3B-3FFB-6648-A03D-2E6DAF789058}">
      <dgm:prSet/>
      <dgm:spPr/>
      <dgm:t>
        <a:bodyPr/>
        <a:lstStyle/>
        <a:p>
          <a:endParaRPr lang="en-US"/>
        </a:p>
      </dgm:t>
    </dgm:pt>
    <dgm:pt modelId="{C38EFCFA-2545-FE4B-B8AB-B7FB7918F65F}">
      <dgm:prSet phldrT="[Text]"/>
      <dgm:spPr/>
      <dgm:t>
        <a:bodyPr/>
        <a:lstStyle/>
        <a:p>
          <a:r>
            <a:rPr lang="en-US" dirty="0"/>
            <a:t>Don’t Overstate Case</a:t>
          </a:r>
        </a:p>
      </dgm:t>
    </dgm:pt>
    <dgm:pt modelId="{21B51CBA-10F2-3240-BF4A-483AF42983DA}" type="parTrans" cxnId="{63C3E69E-B8B8-784B-860E-CB8375C7E403}">
      <dgm:prSet/>
      <dgm:spPr/>
      <dgm:t>
        <a:bodyPr/>
        <a:lstStyle/>
        <a:p>
          <a:endParaRPr lang="en-US"/>
        </a:p>
      </dgm:t>
    </dgm:pt>
    <dgm:pt modelId="{F362D9C2-B527-1A4F-A2BB-127BD01E2323}" type="sibTrans" cxnId="{63C3E69E-B8B8-784B-860E-CB8375C7E403}">
      <dgm:prSet/>
      <dgm:spPr/>
      <dgm:t>
        <a:bodyPr/>
        <a:lstStyle/>
        <a:p>
          <a:endParaRPr lang="en-US"/>
        </a:p>
      </dgm:t>
    </dgm:pt>
    <dgm:pt modelId="{9427C13E-B90A-674A-8BD8-725492711C3E}">
      <dgm:prSet phldrT="[Text]" custT="1"/>
      <dgm:spPr/>
      <dgm:t>
        <a:bodyPr/>
        <a:lstStyle/>
        <a:p>
          <a:r>
            <a:rPr lang="en-US" sz="2000" dirty="0"/>
            <a:t>*Never misrepresent the strength of the client’s position-ethical and client retention issues</a:t>
          </a:r>
        </a:p>
        <a:p>
          <a:endParaRPr lang="en-US" sz="2000" dirty="0"/>
        </a:p>
      </dgm:t>
    </dgm:pt>
    <dgm:pt modelId="{C75BAE9A-AA1B-FC4B-8E8B-D3C4C230C63E}" type="parTrans" cxnId="{EBC4D002-FDEB-F44A-99AD-13B9E3FCBF3F}">
      <dgm:prSet/>
      <dgm:spPr/>
      <dgm:t>
        <a:bodyPr/>
        <a:lstStyle/>
        <a:p>
          <a:endParaRPr lang="en-US"/>
        </a:p>
      </dgm:t>
    </dgm:pt>
    <dgm:pt modelId="{7348D829-C4E8-394E-8C17-C7482594EB33}" type="sibTrans" cxnId="{EBC4D002-FDEB-F44A-99AD-13B9E3FCBF3F}">
      <dgm:prSet/>
      <dgm:spPr/>
      <dgm:t>
        <a:bodyPr/>
        <a:lstStyle/>
        <a:p>
          <a:endParaRPr lang="en-US"/>
        </a:p>
      </dgm:t>
    </dgm:pt>
    <dgm:pt modelId="{61C25F6F-E7AC-A642-9221-5B7965F9A067}">
      <dgm:prSet phldrT="[Text]" custT="1"/>
      <dgm:spPr/>
      <dgm:t>
        <a:bodyPr/>
        <a:lstStyle/>
        <a:p>
          <a:pPr algn="l"/>
          <a:r>
            <a:rPr lang="en-US" sz="2000" dirty="0"/>
            <a:t>*Use roadmaps, topic sentences, transitions to guide reader through written analysis</a:t>
          </a:r>
        </a:p>
      </dgm:t>
    </dgm:pt>
    <dgm:pt modelId="{26EA5E3F-0688-FF43-907A-775BD3FFD610}" type="parTrans" cxnId="{AD7042B0-7643-754B-A35E-10E535FE4561}">
      <dgm:prSet/>
      <dgm:spPr/>
      <dgm:t>
        <a:bodyPr/>
        <a:lstStyle/>
        <a:p>
          <a:endParaRPr lang="en-US"/>
        </a:p>
      </dgm:t>
    </dgm:pt>
    <dgm:pt modelId="{9037393A-EFED-9346-851A-6A531CA8648E}" type="sibTrans" cxnId="{AD7042B0-7643-754B-A35E-10E535FE4561}">
      <dgm:prSet/>
      <dgm:spPr/>
      <dgm:t>
        <a:bodyPr/>
        <a:lstStyle/>
        <a:p>
          <a:endParaRPr lang="en-US"/>
        </a:p>
      </dgm:t>
    </dgm:pt>
    <dgm:pt modelId="{182D4B9B-0973-324E-8FE0-46D6DA576B80}">
      <dgm:prSet phldrT="[Text]" custT="1"/>
      <dgm:spPr/>
      <dgm:t>
        <a:bodyPr/>
        <a:lstStyle/>
        <a:p>
          <a:r>
            <a:rPr lang="en-US" sz="2000" dirty="0"/>
            <a:t>*Detailed analysis is equivalent to showing your work in math. Easier to remove later for a higher level audience than to add at a later stage. </a:t>
          </a:r>
        </a:p>
      </dgm:t>
    </dgm:pt>
    <dgm:pt modelId="{D6687067-5902-4E45-AEF6-09E848FC64AA}" type="parTrans" cxnId="{D9FFD520-1A40-D14E-B052-907209C93695}">
      <dgm:prSet/>
      <dgm:spPr/>
      <dgm:t>
        <a:bodyPr/>
        <a:lstStyle/>
        <a:p>
          <a:endParaRPr lang="en-US"/>
        </a:p>
      </dgm:t>
    </dgm:pt>
    <dgm:pt modelId="{28FAF686-FFA9-CA49-A14C-8BA1606FE122}" type="sibTrans" cxnId="{D9FFD520-1A40-D14E-B052-907209C93695}">
      <dgm:prSet/>
      <dgm:spPr/>
      <dgm:t>
        <a:bodyPr/>
        <a:lstStyle/>
        <a:p>
          <a:endParaRPr lang="en-US"/>
        </a:p>
      </dgm:t>
    </dgm:pt>
    <dgm:pt modelId="{E95D57B3-0F0E-204A-A343-03B61EB9A79E}">
      <dgm:prSet phldrT="[Text]" custT="1"/>
      <dgm:spPr/>
      <dgm:t>
        <a:bodyPr/>
        <a:lstStyle/>
        <a:p>
          <a:r>
            <a:rPr lang="en-US" sz="2000" dirty="0"/>
            <a:t>*Present both sides so that there is no “blindsiding”</a:t>
          </a:r>
        </a:p>
        <a:p>
          <a:endParaRPr lang="en-US" sz="2000" dirty="0"/>
        </a:p>
        <a:p>
          <a:r>
            <a:rPr lang="en-US" sz="2000" dirty="0"/>
            <a:t>* But you do need to take a position</a:t>
          </a:r>
        </a:p>
      </dgm:t>
    </dgm:pt>
    <dgm:pt modelId="{5BA6BCC3-24C4-A44A-BA7B-2B14808DE2A7}" type="parTrans" cxnId="{2AFCA1C4-B44A-D746-A6BA-883E45908563}">
      <dgm:prSet/>
      <dgm:spPr/>
      <dgm:t>
        <a:bodyPr/>
        <a:lstStyle/>
        <a:p>
          <a:endParaRPr lang="en-US"/>
        </a:p>
      </dgm:t>
    </dgm:pt>
    <dgm:pt modelId="{617075C7-1485-734E-B9F8-382F3EA9C57F}" type="sibTrans" cxnId="{2AFCA1C4-B44A-D746-A6BA-883E45908563}">
      <dgm:prSet/>
      <dgm:spPr/>
      <dgm:t>
        <a:bodyPr/>
        <a:lstStyle/>
        <a:p>
          <a:endParaRPr lang="en-US"/>
        </a:p>
      </dgm:t>
    </dgm:pt>
    <dgm:pt modelId="{7688E846-520B-2649-8D88-3316E8646DFB}" type="pres">
      <dgm:prSet presAssocID="{5D23EFDF-B67B-3F4A-A083-3DF83C85DFC0}" presName="Name0" presStyleCnt="0">
        <dgm:presLayoutVars>
          <dgm:chMax val="5"/>
          <dgm:chPref val="5"/>
          <dgm:dir/>
          <dgm:animLvl val="lvl"/>
        </dgm:presLayoutVars>
      </dgm:prSet>
      <dgm:spPr/>
    </dgm:pt>
    <dgm:pt modelId="{EB81681D-5274-E640-8550-2A6C79502F7E}" type="pres">
      <dgm:prSet presAssocID="{002C49CE-58B0-B643-960A-A2BEDD5D6E94}" presName="parentText1" presStyleLbl="node1" presStyleIdx="0" presStyleCnt="3">
        <dgm:presLayoutVars>
          <dgm:chMax/>
          <dgm:chPref val="3"/>
          <dgm:bulletEnabled val="1"/>
        </dgm:presLayoutVars>
      </dgm:prSet>
      <dgm:spPr/>
    </dgm:pt>
    <dgm:pt modelId="{9B3FBB33-28E6-6A48-9623-5742D25DB984}" type="pres">
      <dgm:prSet presAssocID="{002C49CE-58B0-B643-960A-A2BEDD5D6E94}" presName="childText1" presStyleLbl="solidAlignAcc1" presStyleIdx="0" presStyleCnt="3" custScaleY="101686" custLinFactNeighborY="1191">
        <dgm:presLayoutVars>
          <dgm:chMax val="0"/>
          <dgm:chPref val="0"/>
          <dgm:bulletEnabled val="1"/>
        </dgm:presLayoutVars>
      </dgm:prSet>
      <dgm:spPr/>
    </dgm:pt>
    <dgm:pt modelId="{C13F882B-DF25-EF41-91BC-1743F85B3462}" type="pres">
      <dgm:prSet presAssocID="{0C19BAA7-9996-2E41-B4EB-9E01C3E091B0}" presName="parentText2" presStyleLbl="node1" presStyleIdx="1" presStyleCnt="3">
        <dgm:presLayoutVars>
          <dgm:chMax/>
          <dgm:chPref val="3"/>
          <dgm:bulletEnabled val="1"/>
        </dgm:presLayoutVars>
      </dgm:prSet>
      <dgm:spPr/>
    </dgm:pt>
    <dgm:pt modelId="{440BE6BD-7623-9D4D-95D9-35BB1DD583D9}" type="pres">
      <dgm:prSet presAssocID="{0C19BAA7-9996-2E41-B4EB-9E01C3E091B0}" presName="childText2" presStyleLbl="solidAlignAcc1" presStyleIdx="1" presStyleCnt="3" custScaleY="132973" custLinFactNeighborX="-5" custLinFactNeighborY="16730">
        <dgm:presLayoutVars>
          <dgm:chMax val="0"/>
          <dgm:chPref val="0"/>
          <dgm:bulletEnabled val="1"/>
        </dgm:presLayoutVars>
      </dgm:prSet>
      <dgm:spPr/>
    </dgm:pt>
    <dgm:pt modelId="{BD448396-A27B-244A-89BE-72407B970ACC}" type="pres">
      <dgm:prSet presAssocID="{C38EFCFA-2545-FE4B-B8AB-B7FB7918F65F}" presName="parentText3" presStyleLbl="node1" presStyleIdx="2" presStyleCnt="3">
        <dgm:presLayoutVars>
          <dgm:chMax/>
          <dgm:chPref val="3"/>
          <dgm:bulletEnabled val="1"/>
        </dgm:presLayoutVars>
      </dgm:prSet>
      <dgm:spPr/>
    </dgm:pt>
    <dgm:pt modelId="{9D5177AE-1DAF-6346-BF8A-470450ACB2F7}" type="pres">
      <dgm:prSet presAssocID="{C38EFCFA-2545-FE4B-B8AB-B7FB7918F65F}" presName="childText3" presStyleLbl="solidAlignAcc1" presStyleIdx="2" presStyleCnt="3" custScaleY="154794" custLinFactNeighborX="931" custLinFactNeighborY="26762">
        <dgm:presLayoutVars>
          <dgm:chMax val="0"/>
          <dgm:chPref val="0"/>
          <dgm:bulletEnabled val="1"/>
        </dgm:presLayoutVars>
      </dgm:prSet>
      <dgm:spPr/>
    </dgm:pt>
  </dgm:ptLst>
  <dgm:cxnLst>
    <dgm:cxn modelId="{EBC4D002-FDEB-F44A-99AD-13B9E3FCBF3F}" srcId="{C38EFCFA-2545-FE4B-B8AB-B7FB7918F65F}" destId="{9427C13E-B90A-674A-8BD8-725492711C3E}" srcOrd="0" destOrd="0" parTransId="{C75BAE9A-AA1B-FC4B-8E8B-D3C4C230C63E}" sibTransId="{7348D829-C4E8-394E-8C17-C7482594EB33}"/>
    <dgm:cxn modelId="{D48D8A0A-DD35-B544-AFFC-790AC8BEB264}" type="presOf" srcId="{0C19BAA7-9996-2E41-B4EB-9E01C3E091B0}" destId="{C13F882B-DF25-EF41-91BC-1743F85B3462}" srcOrd="0" destOrd="0" presId="urn:microsoft.com/office/officeart/2009/3/layout/IncreasingArrowsProcess"/>
    <dgm:cxn modelId="{D9FFD520-1A40-D14E-B052-907209C93695}" srcId="{0C19BAA7-9996-2E41-B4EB-9E01C3E091B0}" destId="{182D4B9B-0973-324E-8FE0-46D6DA576B80}" srcOrd="1" destOrd="0" parTransId="{D6687067-5902-4E45-AEF6-09E848FC64AA}" sibTransId="{28FAF686-FFA9-CA49-A14C-8BA1606FE122}"/>
    <dgm:cxn modelId="{6522DC3B-3FFB-6648-A03D-2E6DAF789058}" srcId="{0C19BAA7-9996-2E41-B4EB-9E01C3E091B0}" destId="{5FC8EEF3-8AF4-664B-815B-473D180D65E3}" srcOrd="0" destOrd="0" parTransId="{0ED1F160-EECB-0B47-B659-2B9F52294926}" sibTransId="{43F95052-B410-CD42-A4D8-A67CCA339442}"/>
    <dgm:cxn modelId="{CCF67061-4631-1A4A-8809-061412B137DC}" srcId="{5D23EFDF-B67B-3F4A-A083-3DF83C85DFC0}" destId="{002C49CE-58B0-B643-960A-A2BEDD5D6E94}" srcOrd="0" destOrd="0" parTransId="{F5C76089-78C9-AB47-97E0-37D05A380B6E}" sibTransId="{FB32C11E-4550-0646-BBE7-07F032731598}"/>
    <dgm:cxn modelId="{01303682-3E1A-C846-BCB9-7EF7328E91A2}" type="presOf" srcId="{C38EFCFA-2545-FE4B-B8AB-B7FB7918F65F}" destId="{BD448396-A27B-244A-89BE-72407B970ACC}" srcOrd="0" destOrd="0" presId="urn:microsoft.com/office/officeart/2009/3/layout/IncreasingArrowsProcess"/>
    <dgm:cxn modelId="{F3171484-5E1E-EC41-848B-15EAC5CEBF25}" srcId="{5D23EFDF-B67B-3F4A-A083-3DF83C85DFC0}" destId="{0C19BAA7-9996-2E41-B4EB-9E01C3E091B0}" srcOrd="1" destOrd="0" parTransId="{4420C73B-BC69-D245-B1F9-FE0C87E16391}" sibTransId="{92C25E5E-E6D0-5D45-9083-4CC5547867A1}"/>
    <dgm:cxn modelId="{04D6ED86-8A25-4046-BF8A-5924FDF87F41}" type="presOf" srcId="{E95D57B3-0F0E-204A-A343-03B61EB9A79E}" destId="{9D5177AE-1DAF-6346-BF8A-470450ACB2F7}" srcOrd="0" destOrd="1" presId="urn:microsoft.com/office/officeart/2009/3/layout/IncreasingArrowsProcess"/>
    <dgm:cxn modelId="{63C3E69E-B8B8-784B-860E-CB8375C7E403}" srcId="{5D23EFDF-B67B-3F4A-A083-3DF83C85DFC0}" destId="{C38EFCFA-2545-FE4B-B8AB-B7FB7918F65F}" srcOrd="2" destOrd="0" parTransId="{21B51CBA-10F2-3240-BF4A-483AF42983DA}" sibTransId="{F362D9C2-B527-1A4F-A2BB-127BD01E2323}"/>
    <dgm:cxn modelId="{8396B2A1-303C-D641-B1C7-E0CD7BE7F2D9}" type="presOf" srcId="{182D4B9B-0973-324E-8FE0-46D6DA576B80}" destId="{440BE6BD-7623-9D4D-95D9-35BB1DD583D9}" srcOrd="0" destOrd="1" presId="urn:microsoft.com/office/officeart/2009/3/layout/IncreasingArrowsProcess"/>
    <dgm:cxn modelId="{801010A4-FCED-5C4D-A356-2A6480EE87D1}" srcId="{002C49CE-58B0-B643-960A-A2BEDD5D6E94}" destId="{DAA143B2-24E5-A645-A185-7E66760725AD}" srcOrd="0" destOrd="0" parTransId="{24B75325-4CA9-144B-9C22-003EDAED076C}" sibTransId="{5F317A61-8182-B849-9CD0-163717AADA61}"/>
    <dgm:cxn modelId="{129DFFAF-E056-494B-ABB0-56F6BEB33F32}" type="presOf" srcId="{DAA143B2-24E5-A645-A185-7E66760725AD}" destId="{9B3FBB33-28E6-6A48-9623-5742D25DB984}" srcOrd="0" destOrd="0" presId="urn:microsoft.com/office/officeart/2009/3/layout/IncreasingArrowsProcess"/>
    <dgm:cxn modelId="{AD7042B0-7643-754B-A35E-10E535FE4561}" srcId="{002C49CE-58B0-B643-960A-A2BEDD5D6E94}" destId="{61C25F6F-E7AC-A642-9221-5B7965F9A067}" srcOrd="1" destOrd="0" parTransId="{26EA5E3F-0688-FF43-907A-775BD3FFD610}" sibTransId="{9037393A-EFED-9346-851A-6A531CA8648E}"/>
    <dgm:cxn modelId="{C719DDBD-DDA6-AE44-B872-8466B99B1C64}" type="presOf" srcId="{61C25F6F-E7AC-A642-9221-5B7965F9A067}" destId="{9B3FBB33-28E6-6A48-9623-5742D25DB984}" srcOrd="0" destOrd="1" presId="urn:microsoft.com/office/officeart/2009/3/layout/IncreasingArrowsProcess"/>
    <dgm:cxn modelId="{2AFCA1C4-B44A-D746-A6BA-883E45908563}" srcId="{C38EFCFA-2545-FE4B-B8AB-B7FB7918F65F}" destId="{E95D57B3-0F0E-204A-A343-03B61EB9A79E}" srcOrd="1" destOrd="0" parTransId="{5BA6BCC3-24C4-A44A-BA7B-2B14808DE2A7}" sibTransId="{617075C7-1485-734E-B9F8-382F3EA9C57F}"/>
    <dgm:cxn modelId="{A595DBD3-5F96-E147-9032-EAEA89FF6FC6}" type="presOf" srcId="{9427C13E-B90A-674A-8BD8-725492711C3E}" destId="{9D5177AE-1DAF-6346-BF8A-470450ACB2F7}" srcOrd="0" destOrd="0" presId="urn:microsoft.com/office/officeart/2009/3/layout/IncreasingArrowsProcess"/>
    <dgm:cxn modelId="{964DB4D6-9559-DA47-94D9-4880605BEEF9}" type="presOf" srcId="{5D23EFDF-B67B-3F4A-A083-3DF83C85DFC0}" destId="{7688E846-520B-2649-8D88-3316E8646DFB}" srcOrd="0" destOrd="0" presId="urn:microsoft.com/office/officeart/2009/3/layout/IncreasingArrowsProcess"/>
    <dgm:cxn modelId="{AC56E3E8-2784-1640-9DFC-5B7DA6B84E4A}" type="presOf" srcId="{002C49CE-58B0-B643-960A-A2BEDD5D6E94}" destId="{EB81681D-5274-E640-8550-2A6C79502F7E}" srcOrd="0" destOrd="0" presId="urn:microsoft.com/office/officeart/2009/3/layout/IncreasingArrowsProcess"/>
    <dgm:cxn modelId="{FF7A92F9-7785-324E-A227-CB4F53897330}" type="presOf" srcId="{5FC8EEF3-8AF4-664B-815B-473D180D65E3}" destId="{440BE6BD-7623-9D4D-95D9-35BB1DD583D9}" srcOrd="0" destOrd="0" presId="urn:microsoft.com/office/officeart/2009/3/layout/IncreasingArrowsProcess"/>
    <dgm:cxn modelId="{9611E291-65E5-1440-8EBD-40A76FF37E2C}" type="presParOf" srcId="{7688E846-520B-2649-8D88-3316E8646DFB}" destId="{EB81681D-5274-E640-8550-2A6C79502F7E}" srcOrd="0" destOrd="0" presId="urn:microsoft.com/office/officeart/2009/3/layout/IncreasingArrowsProcess"/>
    <dgm:cxn modelId="{C12D6C08-C77C-2B40-9EBC-15D1F48CDE77}" type="presParOf" srcId="{7688E846-520B-2649-8D88-3316E8646DFB}" destId="{9B3FBB33-28E6-6A48-9623-5742D25DB984}" srcOrd="1" destOrd="0" presId="urn:microsoft.com/office/officeart/2009/3/layout/IncreasingArrowsProcess"/>
    <dgm:cxn modelId="{1A616CCF-4678-654B-95E8-6A4DB758154C}" type="presParOf" srcId="{7688E846-520B-2649-8D88-3316E8646DFB}" destId="{C13F882B-DF25-EF41-91BC-1743F85B3462}" srcOrd="2" destOrd="0" presId="urn:microsoft.com/office/officeart/2009/3/layout/IncreasingArrowsProcess"/>
    <dgm:cxn modelId="{7227EE83-24AA-2846-BED2-F92083C73F60}" type="presParOf" srcId="{7688E846-520B-2649-8D88-3316E8646DFB}" destId="{440BE6BD-7623-9D4D-95D9-35BB1DD583D9}" srcOrd="3" destOrd="0" presId="urn:microsoft.com/office/officeart/2009/3/layout/IncreasingArrowsProcess"/>
    <dgm:cxn modelId="{7457CA05-4B90-0E4D-B283-7208AB0817DB}" type="presParOf" srcId="{7688E846-520B-2649-8D88-3316E8646DFB}" destId="{BD448396-A27B-244A-89BE-72407B970ACC}" srcOrd="4" destOrd="0" presId="urn:microsoft.com/office/officeart/2009/3/layout/IncreasingArrowsProcess"/>
    <dgm:cxn modelId="{4868268E-25AE-ED4E-905D-2F529D7DA2AE}" type="presParOf" srcId="{7688E846-520B-2649-8D88-3316E8646DFB}" destId="{9D5177AE-1DAF-6346-BF8A-470450ACB2F7}" srcOrd="5" destOrd="0" presId="urn:microsoft.com/office/officeart/2009/3/layout/IncreasingArrows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C57722-1CE4-47A1-A669-269769F44237}">
      <dsp:nvSpPr>
        <dsp:cNvPr id="0" name=""/>
        <dsp:cNvSpPr/>
      </dsp:nvSpPr>
      <dsp:spPr>
        <a:xfrm>
          <a:off x="0" y="28809"/>
          <a:ext cx="4683949" cy="130901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en-US" sz="3600" kern="1200" dirty="0"/>
            <a:t>Citation Practice</a:t>
          </a:r>
        </a:p>
      </dsp:txBody>
      <dsp:txXfrm>
        <a:off x="63901" y="92710"/>
        <a:ext cx="4556147" cy="1181208"/>
      </dsp:txXfrm>
    </dsp:sp>
    <dsp:sp modelId="{EEC55622-DDF9-47CF-8496-468F03E407B4}">
      <dsp:nvSpPr>
        <dsp:cNvPr id="0" name=""/>
        <dsp:cNvSpPr/>
      </dsp:nvSpPr>
      <dsp:spPr>
        <a:xfrm>
          <a:off x="0" y="1441499"/>
          <a:ext cx="4683949" cy="1309010"/>
        </a:xfrm>
        <a:prstGeom prst="roundRect">
          <a:avLst/>
        </a:prstGeom>
        <a:solidFill>
          <a:schemeClr val="accent2">
            <a:hueOff val="-419062"/>
            <a:satOff val="-4829"/>
            <a:lumOff val="1079"/>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en-US" sz="3600" kern="1200" dirty="0"/>
            <a:t>Evaluate Application Sections</a:t>
          </a:r>
        </a:p>
      </dsp:txBody>
      <dsp:txXfrm>
        <a:off x="63901" y="1505400"/>
        <a:ext cx="4556147" cy="1181208"/>
      </dsp:txXfrm>
    </dsp:sp>
    <dsp:sp modelId="{7EC8BFA7-7131-4574-839A-5150777ACE7B}">
      <dsp:nvSpPr>
        <dsp:cNvPr id="0" name=""/>
        <dsp:cNvSpPr/>
      </dsp:nvSpPr>
      <dsp:spPr>
        <a:xfrm>
          <a:off x="0" y="2854190"/>
          <a:ext cx="4683949" cy="1309010"/>
        </a:xfrm>
        <a:prstGeom prst="roundRect">
          <a:avLst/>
        </a:prstGeom>
        <a:solidFill>
          <a:schemeClr val="accent2">
            <a:hueOff val="-838123"/>
            <a:satOff val="-9658"/>
            <a:lumOff val="2159"/>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en-US" sz="3600" kern="1200" dirty="0"/>
            <a:t>Editing Workshop</a:t>
          </a:r>
        </a:p>
      </dsp:txBody>
      <dsp:txXfrm>
        <a:off x="63901" y="2918091"/>
        <a:ext cx="4556147" cy="118120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B81681D-5274-E640-8550-2A6C79502F7E}">
      <dsp:nvSpPr>
        <dsp:cNvPr id="0" name=""/>
        <dsp:cNvSpPr/>
      </dsp:nvSpPr>
      <dsp:spPr>
        <a:xfrm>
          <a:off x="24167" y="707970"/>
          <a:ext cx="8333663" cy="1213698"/>
        </a:xfrm>
        <a:prstGeom prst="rightArrow">
          <a:avLst>
            <a:gd name="adj1" fmla="val 50000"/>
            <a:gd name="adj2" fmla="val 50000"/>
          </a:avLst>
        </a:prstGeom>
        <a:solidFill>
          <a:schemeClr val="accent1">
            <a:hueOff val="0"/>
            <a:satOff val="0"/>
            <a:lumOff val="0"/>
            <a:alphaOff val="0"/>
          </a:schemeClr>
        </a:solidFill>
        <a:ln>
          <a:noFill/>
        </a:ln>
        <a:effectLst>
          <a:outerShdw blurRad="38100" dist="300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254000" bIns="192675" numCol="1" spcCol="1270" anchor="ctr" anchorCtr="0">
          <a:noAutofit/>
        </a:bodyPr>
        <a:lstStyle/>
        <a:p>
          <a:pPr marL="0" lvl="0" indent="0" algn="l" defTabSz="1022350">
            <a:lnSpc>
              <a:spcPct val="90000"/>
            </a:lnSpc>
            <a:spcBef>
              <a:spcPct val="0"/>
            </a:spcBef>
            <a:spcAft>
              <a:spcPct val="35000"/>
            </a:spcAft>
            <a:buNone/>
          </a:pPr>
          <a:r>
            <a:rPr lang="en-US" sz="2300" kern="1200" dirty="0"/>
            <a:t>Write From the Reader’s Perspective</a:t>
          </a:r>
        </a:p>
      </dsp:txBody>
      <dsp:txXfrm>
        <a:off x="24167" y="1011395"/>
        <a:ext cx="8030239" cy="606849"/>
      </dsp:txXfrm>
    </dsp:sp>
    <dsp:sp modelId="{9B3FBB33-28E6-6A48-9623-5742D25DB984}">
      <dsp:nvSpPr>
        <dsp:cNvPr id="0" name=""/>
        <dsp:cNvSpPr/>
      </dsp:nvSpPr>
      <dsp:spPr>
        <a:xfrm>
          <a:off x="24167" y="1652043"/>
          <a:ext cx="2566768" cy="2377450"/>
        </a:xfrm>
        <a:prstGeom prst="rect">
          <a:avLst/>
        </a:prstGeom>
        <a:solidFill>
          <a:schemeClr val="lt1">
            <a:hueOff val="0"/>
            <a:satOff val="0"/>
            <a:lumOff val="0"/>
            <a:alphaOff val="0"/>
          </a:schemeClr>
        </a:solidFill>
        <a:ln w="100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dirty="0"/>
            <a:t>*Assume the Reader knows nothing about the problem or if they do, future readers may not.</a:t>
          </a:r>
        </a:p>
        <a:p>
          <a:pPr marL="0" lvl="0" indent="0" algn="l" defTabSz="889000">
            <a:lnSpc>
              <a:spcPct val="90000"/>
            </a:lnSpc>
            <a:spcBef>
              <a:spcPct val="0"/>
            </a:spcBef>
            <a:spcAft>
              <a:spcPct val="35000"/>
            </a:spcAft>
            <a:buNone/>
          </a:pPr>
          <a:r>
            <a:rPr lang="en-US" sz="2000" kern="1200" dirty="0"/>
            <a:t>*Use roadmaps, topic sentences, transitions to guide reader through written analysis</a:t>
          </a:r>
        </a:p>
      </dsp:txBody>
      <dsp:txXfrm>
        <a:off x="24167" y="1652043"/>
        <a:ext cx="2566768" cy="2377450"/>
      </dsp:txXfrm>
    </dsp:sp>
    <dsp:sp modelId="{C13F882B-DF25-EF41-91BC-1743F85B3462}">
      <dsp:nvSpPr>
        <dsp:cNvPr id="0" name=""/>
        <dsp:cNvSpPr/>
      </dsp:nvSpPr>
      <dsp:spPr>
        <a:xfrm>
          <a:off x="2590936" y="1112536"/>
          <a:ext cx="5766895" cy="1213698"/>
        </a:xfrm>
        <a:prstGeom prst="rightArrow">
          <a:avLst>
            <a:gd name="adj1" fmla="val 50000"/>
            <a:gd name="adj2" fmla="val 50000"/>
          </a:avLst>
        </a:prstGeom>
        <a:solidFill>
          <a:schemeClr val="accent1">
            <a:hueOff val="0"/>
            <a:satOff val="0"/>
            <a:lumOff val="0"/>
            <a:alphaOff val="0"/>
          </a:schemeClr>
        </a:solidFill>
        <a:ln>
          <a:noFill/>
        </a:ln>
        <a:effectLst>
          <a:outerShdw blurRad="38100" dist="300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254000" bIns="192675" numCol="1" spcCol="1270" anchor="ctr" anchorCtr="0">
          <a:noAutofit/>
        </a:bodyPr>
        <a:lstStyle/>
        <a:p>
          <a:pPr marL="0" lvl="0" indent="0" algn="l" defTabSz="1022350">
            <a:lnSpc>
              <a:spcPct val="90000"/>
            </a:lnSpc>
            <a:spcBef>
              <a:spcPct val="0"/>
            </a:spcBef>
            <a:spcAft>
              <a:spcPct val="35000"/>
            </a:spcAft>
            <a:buNone/>
          </a:pPr>
          <a:r>
            <a:rPr lang="en-US" sz="2300" kern="1200" dirty="0"/>
            <a:t>Fill in the Analytical Gaps</a:t>
          </a:r>
        </a:p>
      </dsp:txBody>
      <dsp:txXfrm>
        <a:off x="2590936" y="1415961"/>
        <a:ext cx="5463471" cy="606849"/>
      </dsp:txXfrm>
    </dsp:sp>
    <dsp:sp modelId="{440BE6BD-7623-9D4D-95D9-35BB1DD583D9}">
      <dsp:nvSpPr>
        <dsp:cNvPr id="0" name=""/>
        <dsp:cNvSpPr/>
      </dsp:nvSpPr>
      <dsp:spPr>
        <a:xfrm>
          <a:off x="2590807" y="2054166"/>
          <a:ext cx="2566768" cy="3108950"/>
        </a:xfrm>
        <a:prstGeom prst="rect">
          <a:avLst/>
        </a:prstGeom>
        <a:solidFill>
          <a:schemeClr val="lt1">
            <a:hueOff val="0"/>
            <a:satOff val="0"/>
            <a:lumOff val="0"/>
            <a:alphaOff val="0"/>
          </a:schemeClr>
        </a:solidFill>
        <a:ln w="100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dirty="0"/>
            <a:t>*Don’t make a reader guess how you reached a conclusion</a:t>
          </a:r>
        </a:p>
        <a:p>
          <a:pPr marL="0" lvl="0" indent="0" algn="l" defTabSz="889000">
            <a:lnSpc>
              <a:spcPct val="90000"/>
            </a:lnSpc>
            <a:spcBef>
              <a:spcPct val="0"/>
            </a:spcBef>
            <a:spcAft>
              <a:spcPct val="35000"/>
            </a:spcAft>
            <a:buNone/>
          </a:pPr>
          <a:endParaRPr lang="en-US" sz="2000" kern="1200" dirty="0"/>
        </a:p>
        <a:p>
          <a:pPr marL="0" lvl="0" indent="0" algn="l" defTabSz="889000">
            <a:lnSpc>
              <a:spcPct val="90000"/>
            </a:lnSpc>
            <a:spcBef>
              <a:spcPct val="0"/>
            </a:spcBef>
            <a:spcAft>
              <a:spcPct val="35000"/>
            </a:spcAft>
            <a:buNone/>
          </a:pPr>
          <a:r>
            <a:rPr lang="en-US" sz="2000" kern="1200" dirty="0"/>
            <a:t>*Detailed analysis is equivalent to showing your work in math. Easier to remove later for a higher level audience than to add at a later stage. </a:t>
          </a:r>
        </a:p>
      </dsp:txBody>
      <dsp:txXfrm>
        <a:off x="2590807" y="2054166"/>
        <a:ext cx="2566768" cy="3108950"/>
      </dsp:txXfrm>
    </dsp:sp>
    <dsp:sp modelId="{BD448396-A27B-244A-89BE-72407B970ACC}">
      <dsp:nvSpPr>
        <dsp:cNvPr id="0" name=""/>
        <dsp:cNvSpPr/>
      </dsp:nvSpPr>
      <dsp:spPr>
        <a:xfrm>
          <a:off x="5157704" y="1517102"/>
          <a:ext cx="3200126" cy="1213698"/>
        </a:xfrm>
        <a:prstGeom prst="rightArrow">
          <a:avLst>
            <a:gd name="adj1" fmla="val 50000"/>
            <a:gd name="adj2" fmla="val 50000"/>
          </a:avLst>
        </a:prstGeom>
        <a:solidFill>
          <a:schemeClr val="accent1">
            <a:hueOff val="0"/>
            <a:satOff val="0"/>
            <a:lumOff val="0"/>
            <a:alphaOff val="0"/>
          </a:schemeClr>
        </a:solidFill>
        <a:ln>
          <a:noFill/>
        </a:ln>
        <a:effectLst>
          <a:outerShdw blurRad="38100" dist="300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254000" bIns="192675" numCol="1" spcCol="1270" anchor="ctr" anchorCtr="0">
          <a:noAutofit/>
        </a:bodyPr>
        <a:lstStyle/>
        <a:p>
          <a:pPr marL="0" lvl="0" indent="0" algn="l" defTabSz="1022350">
            <a:lnSpc>
              <a:spcPct val="90000"/>
            </a:lnSpc>
            <a:spcBef>
              <a:spcPct val="0"/>
            </a:spcBef>
            <a:spcAft>
              <a:spcPct val="35000"/>
            </a:spcAft>
            <a:buNone/>
          </a:pPr>
          <a:r>
            <a:rPr lang="en-US" sz="2300" kern="1200" dirty="0"/>
            <a:t>Don’t Overstate Case</a:t>
          </a:r>
        </a:p>
      </dsp:txBody>
      <dsp:txXfrm>
        <a:off x="5157704" y="1820527"/>
        <a:ext cx="2896702" cy="606849"/>
      </dsp:txXfrm>
    </dsp:sp>
    <dsp:sp modelId="{9D5177AE-1DAF-6346-BF8A-470450ACB2F7}">
      <dsp:nvSpPr>
        <dsp:cNvPr id="0" name=""/>
        <dsp:cNvSpPr/>
      </dsp:nvSpPr>
      <dsp:spPr>
        <a:xfrm>
          <a:off x="5181601" y="2438410"/>
          <a:ext cx="2566768" cy="3566165"/>
        </a:xfrm>
        <a:prstGeom prst="rect">
          <a:avLst/>
        </a:prstGeom>
        <a:solidFill>
          <a:schemeClr val="lt1">
            <a:hueOff val="0"/>
            <a:satOff val="0"/>
            <a:lumOff val="0"/>
            <a:alphaOff val="0"/>
          </a:schemeClr>
        </a:solidFill>
        <a:ln w="100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dirty="0"/>
            <a:t>*Never misrepresent the strength of the client’s position-ethical and client retention issues</a:t>
          </a:r>
        </a:p>
        <a:p>
          <a:pPr marL="0" lvl="0" indent="0" algn="l" defTabSz="889000">
            <a:lnSpc>
              <a:spcPct val="90000"/>
            </a:lnSpc>
            <a:spcBef>
              <a:spcPct val="0"/>
            </a:spcBef>
            <a:spcAft>
              <a:spcPct val="35000"/>
            </a:spcAft>
            <a:buNone/>
          </a:pPr>
          <a:endParaRPr lang="en-US" sz="2000" kern="1200" dirty="0"/>
        </a:p>
        <a:p>
          <a:pPr marL="0" lvl="0" indent="0" algn="l" defTabSz="889000">
            <a:lnSpc>
              <a:spcPct val="90000"/>
            </a:lnSpc>
            <a:spcBef>
              <a:spcPct val="0"/>
            </a:spcBef>
            <a:spcAft>
              <a:spcPct val="35000"/>
            </a:spcAft>
            <a:buNone/>
          </a:pPr>
          <a:r>
            <a:rPr lang="en-US" sz="2000" kern="1200" dirty="0"/>
            <a:t>*Present both sides so that there is no “blindsiding”</a:t>
          </a:r>
        </a:p>
        <a:p>
          <a:pPr marL="0" lvl="0" indent="0" algn="l" defTabSz="889000">
            <a:lnSpc>
              <a:spcPct val="90000"/>
            </a:lnSpc>
            <a:spcBef>
              <a:spcPct val="0"/>
            </a:spcBef>
            <a:spcAft>
              <a:spcPct val="35000"/>
            </a:spcAft>
            <a:buNone/>
          </a:pPr>
          <a:endParaRPr lang="en-US" sz="2000" kern="1200" dirty="0"/>
        </a:p>
        <a:p>
          <a:pPr marL="0" lvl="0" indent="0" algn="l" defTabSz="889000">
            <a:lnSpc>
              <a:spcPct val="90000"/>
            </a:lnSpc>
            <a:spcBef>
              <a:spcPct val="0"/>
            </a:spcBef>
            <a:spcAft>
              <a:spcPct val="35000"/>
            </a:spcAft>
            <a:buNone/>
          </a:pPr>
          <a:r>
            <a:rPr lang="en-US" sz="2000" kern="1200" dirty="0"/>
            <a:t>* But you do need to take a position</a:t>
          </a:r>
        </a:p>
      </dsp:txBody>
      <dsp:txXfrm>
        <a:off x="5181601" y="2438410"/>
        <a:ext cx="2566768" cy="3566165"/>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9/3/layout/IncreasingArrowsProcess">
  <dgm:title val=""/>
  <dgm:desc val=""/>
  <dgm:catLst>
    <dgm:cat type="process" pri="5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Lst>
      <dgm:cxnLst>
        <dgm:cxn modelId="40" srcId="0" destId="10" srcOrd="0" destOrd="0"/>
        <dgm:cxn modelId="12" srcId="10" destId="11" srcOrd="0" destOrd="0"/>
        <dgm:cxn modelId="50" srcId="0" destId="20" srcOrd="1" destOrd="0"/>
        <dgm:cxn modelId="22" srcId="20" destId="2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clrData>
  <dgm:layoutNode name="Name0">
    <dgm:varLst>
      <dgm:chMax val="5"/>
      <dgm:chPref val="5"/>
      <dgm:dir/>
      <dgm:animLvl val="lvl"/>
    </dgm:varLst>
    <dgm:shape xmlns:r="http://schemas.openxmlformats.org/officeDocument/2006/relationships" r:blip="">
      <dgm:adjLst/>
    </dgm:shape>
    <dgm:choose name="Name1">
      <dgm:if name="Name2" axis="ch" ptType="node" func="cnt" op="equ" val="1">
        <dgm:choose name="Name3">
          <dgm:if name="Name4" axis="ch ch" ptType="node node" func="cnt" op="equ" val="0">
            <dgm:alg type="composite">
              <dgm:param type="ar" val="6.8662"/>
            </dgm:alg>
            <dgm:choose name="Name5">
              <dgm:if name="Name6" func="var" arg="dir" op="equ" val="norm">
                <dgm:constrLst>
                  <dgm:constr type="primFontSz" for="des" forName="parentText1" val="65"/>
                  <dgm:constr type="l" for="ch" forName="parentText1" refType="w" fact="0"/>
                  <dgm:constr type="t" for="ch" forName="parentText1" refType="h" fact="0"/>
                  <dgm:constr type="w" for="ch" forName="parentText1" refType="w"/>
                  <dgm:constr type="h" for="ch" forName="parentText1" refType="h"/>
                </dgm:constrLst>
              </dgm:if>
              <dgm:else name="Name7">
                <dgm:constrLst>
                  <dgm:constr type="primFontSz" for="des" forName="parentText1" val="65"/>
                  <dgm:constr type="l" for="ch" forName="parentText1" refType="w" fact="0"/>
                  <dgm:constr type="t" for="ch" forName="parentText1" refType="h" fact="0"/>
                  <dgm:constr type="w" for="ch" forName="parentText1" refType="w"/>
                  <dgm:constr type="h" for="ch" forName="parentText1" refType="h"/>
                </dgm:constrLst>
              </dgm:else>
            </dgm:choose>
          </dgm:if>
          <dgm:else name="Name8">
            <dgm:alg type="composite">
              <dgm:param type="ar" val="1.9864"/>
            </dgm:alg>
            <dgm:choose name="Name9">
              <dgm:if name="Name10" func="var" arg="dir" op="equ" val="norm">
                <dgm:constrLst>
                  <dgm:constr type="primFontSz" for="des" forName="childText1" val="65"/>
                  <dgm:constr type="primFontSz" for="des" forName="parentText1" val="65"/>
                  <dgm:constr type="primFontSz" for="des" forName="childText1" refType="primFontSz" refFor="des" refForName="parentText1" op="lte"/>
                  <dgm:constr type="l" for="ch" forName="parentText1" refType="w" fact="0"/>
                  <dgm:constr type="t" for="ch" forName="parentText1" refType="h" fact="0"/>
                  <dgm:constr type="w" for="ch" forName="parentText1" refType="w"/>
                  <dgm:constr type="h" for="ch" forName="parentText1" refType="h" fact="0.2893"/>
                  <dgm:constr type="l" for="ch" forName="childText1" refType="w" fact="0"/>
                  <dgm:constr type="t" for="ch" forName="childText1" refType="h" fact="0.224"/>
                  <dgm:constr type="w" for="ch" forName="childText1" refType="w" fact="0.9241"/>
                  <dgm:constr type="h" for="ch" forName="childText1" refType="h" fact="0.776"/>
                </dgm:constrLst>
              </dgm:if>
              <dgm:else name="Name11">
                <dgm:constrLst>
                  <dgm:constr type="primFontSz" for="des" forName="childText1" val="65"/>
                  <dgm:constr type="primFontSz" for="des" forName="parentText1" val="65"/>
                  <dgm:constr type="primFontSz" for="des" forName="childText1" refType="primFontSz" refFor="des" refForName="parentText1" op="lte"/>
                  <dgm:constr type="l" for="ch" forName="parentText1" refType="w" fact="0"/>
                  <dgm:constr type="t" for="ch" forName="parentText1" refType="h" fact="0"/>
                  <dgm:constr type="w" for="ch" forName="parentText1" refType="w"/>
                  <dgm:constr type="h" for="ch" forName="parentText1" refType="h" fact="0.2893"/>
                  <dgm:constr type="l" for="ch" forName="childText1" refType="w" fact="0.076"/>
                  <dgm:constr type="t" for="ch" forName="childText1" refType="h" fact="0.224"/>
                  <dgm:constr type="w" for="ch" forName="childText1" refType="w" fact="0.9241"/>
                  <dgm:constr type="h" for="ch" forName="childText1" refType="h" fact="0.776"/>
                </dgm:constrLst>
              </dgm:else>
            </dgm:choose>
          </dgm:else>
        </dgm:choose>
      </dgm:if>
      <dgm:if name="Name12" axis="ch" ptType="node" func="cnt" op="equ" val="2">
        <dgm:choose name="Name13">
          <dgm:if name="Name14" axis="ch ch" ptType="node node" func="cnt" op="equ" val="0">
            <dgm:alg type="composite">
              <dgm:param type="ar" val="5.1498"/>
            </dgm:alg>
            <dgm:choose name="Name15">
              <dgm:if name="Name16" func="var" arg="dir" op="equ" val="norm">
                <dgm:constrLst>
                  <dgm:constr type="primFontSz" for="des" forName="parentText1" val="65"/>
                  <dgm:constr type="primFontSz" for="des" forName="parentText2" refType="primFontSz" refFor="des" refForName="parentText1" op="equ"/>
                  <dgm:constr type="l" for="ch" forName="parentText1" refType="w" fact="0"/>
                  <dgm:constr type="t" for="ch" forName="parentText1" refType="h" fact="0"/>
                  <dgm:constr type="w" for="ch" forName="parentText1" refType="w"/>
                  <dgm:constr type="h" for="ch" forName="parentText1" refType="h" fact="0.7501"/>
                  <dgm:constr type="l" for="ch" forName="parentText2" refType="w" fact="0.462"/>
                  <dgm:constr type="t" for="ch" forName="parentText2" refType="h" fact="0.2499"/>
                  <dgm:constr type="w" for="ch" forName="parentText2" refType="w" fact="0.538"/>
                  <dgm:constr type="h" for="ch" forName="parentText2" refType="h" fact="0.7501"/>
                </dgm:constrLst>
              </dgm:if>
              <dgm:else name="Name17">
                <dgm:constrLst>
                  <dgm:constr type="primFontSz" for="des" forName="parentText1" val="65"/>
                  <dgm:constr type="primFontSz" for="des" forName="parentText2" refType="primFontSz" refFor="des" refForName="parentText1" op="equ"/>
                  <dgm:constr type="l" for="ch" forName="parentText1" refType="w" fact="0"/>
                  <dgm:constr type="t" for="ch" forName="parentText1" refType="h" fact="0"/>
                  <dgm:constr type="w" for="ch" forName="parentText1" refType="w"/>
                  <dgm:constr type="h" for="ch" forName="parentText1" refType="h" fact="0.7501"/>
                  <dgm:constr type="l" for="ch" forName="parentText2" refType="w" fact="0"/>
                  <dgm:constr type="t" for="ch" forName="parentText2" refType="h" fact="0.2499"/>
                  <dgm:constr type="w" for="ch" forName="parentText2" refType="w" fact="0.538"/>
                  <dgm:constr type="h" for="ch" forName="parentText2" refType="h" fact="0.7501"/>
                </dgm:constrLst>
              </dgm:else>
            </dgm:choose>
          </dgm:if>
          <dgm:else name="Name18">
            <dgm:alg type="composite">
              <dgm:param type="ar" val="2.0563"/>
            </dgm:alg>
            <dgm:choose name="Name19">
              <dgm:if name="Name2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parentText2" refType="primFontSz" refFor="des" refForName="parentText1" op="equ"/>
                  <dgm:constr type="primFontSz" for="des" forName="childText2" refType="primFontSz" refFor="des" refForName="childText1" op="equ"/>
                  <dgm:constr type="l" for="ch" forName="parentText1" refType="w" fact="0"/>
                  <dgm:constr type="t" for="ch" forName="parentText1" refType="h" fact="0"/>
                  <dgm:constr type="w" for="ch" forName="parentText1" refType="w"/>
                  <dgm:constr type="h" for="ch" forName="parentText1" refType="h" fact="0.2995"/>
                  <dgm:constr type="l" for="ch" forName="parentText2" refType="w" fact="0.462"/>
                  <dgm:constr type="t" for="ch" forName="parentText2" refType="h" fact="0.0998"/>
                  <dgm:constr type="w" for="ch" forName="parentText2" refType="w" fact="0.538"/>
                  <dgm:constr type="h" for="ch" forName="parentText2" refType="h" fact="0.2995"/>
                  <dgm:constr type="l" for="ch" forName="childText1" refType="w" fact="0"/>
                  <dgm:constr type="t" for="ch" forName="childText1" refType="h" fact="0.2317"/>
                  <dgm:constr type="w" for="ch" forName="childText1" refType="w" fact="0.462"/>
                  <dgm:constr type="h" for="ch" forName="childText1" refType="h" fact="0.6685"/>
                  <dgm:constr type="l" for="ch" forName="childText2" refType="w" fact="0.462"/>
                  <dgm:constr type="t" for="ch" forName="childText2" refType="h" fact="0.3315"/>
                  <dgm:constr type="w" for="ch" forName="childText2" refType="w" fact="0.462"/>
                  <dgm:constr type="h" for="ch" forName="childText2" refType="h" fact="0.6685"/>
                </dgm:constrLst>
              </dgm:if>
              <dgm:else name="Name2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parentText2" refType="primFontSz" refFor="des" refForName="parentText1" op="equ"/>
                  <dgm:constr type="primFontSz" for="des" forName="childText2" refType="primFontSz" refFor="des" refForName="childText1" op="equ"/>
                  <dgm:constr type="l" for="ch" forName="parentText1" refType="w" fact="0"/>
                  <dgm:constr type="t" for="ch" forName="parentText1" refType="h" fact="0"/>
                  <dgm:constr type="w" for="ch" forName="parentText1" refType="w"/>
                  <dgm:constr type="h" for="ch" forName="parentText1" refType="h" fact="0.2995"/>
                  <dgm:constr type="l" for="ch" forName="parentText2" refType="w" fact="0"/>
                  <dgm:constr type="t" for="ch" forName="parentText2" refType="h" fact="0.0998"/>
                  <dgm:constr type="w" for="ch" forName="parentText2" refType="w" fact="0.538"/>
                  <dgm:constr type="h" for="ch" forName="parentText2" refType="h" fact="0.2995"/>
                  <dgm:constr type="l" for="ch" forName="childText1" refType="w" fact="0.538"/>
                  <dgm:constr type="t" for="ch" forName="childText1" refType="h" fact="0.2317"/>
                  <dgm:constr type="w" for="ch" forName="childText1" refType="w" fact="0.462"/>
                  <dgm:constr type="h" for="ch" forName="childText1" refType="h" fact="0.6685"/>
                  <dgm:constr type="l" for="ch" forName="childText2" refType="w" fact="0.076"/>
                  <dgm:constr type="t" for="ch" forName="childText2" refType="h" fact="0.3315"/>
                  <dgm:constr type="w" for="ch" forName="childText2" refType="w" fact="0.462"/>
                  <dgm:constr type="h" for="ch" forName="childText2" refType="h" fact="0.6685"/>
                </dgm:constrLst>
              </dgm:else>
            </dgm:choose>
          </dgm:else>
        </dgm:choose>
      </dgm:if>
      <dgm:if name="Name22" axis="ch" ptType="node" func="cnt" op="equ" val="3">
        <dgm:choose name="Name23">
          <dgm:if name="Name24" axis="ch ch" ptType="node node" func="cnt" op="equ" val="0">
            <dgm:alg type="composite">
              <dgm:param type="ar" val="4.1198"/>
            </dgm:alg>
            <dgm:choose name="Name25">
              <dgm:if name="Name26" func="var" arg="dir" op="equ" val="norm">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l" for="ch" forName="parentText1" refType="w" fact="0"/>
                  <dgm:constr type="t" for="ch" forName="parentText1" refType="h" fact="0"/>
                  <dgm:constr type="w" for="ch" forName="parentText1" refType="w"/>
                  <dgm:constr type="h" for="ch" forName="parentText1" refType="h" fact="0.6"/>
                  <dgm:constr type="l" for="ch" forName="parentText2" refType="w" fact="0.308"/>
                  <dgm:constr type="t" for="ch" forName="parentText2" refType="h" fact="0.2"/>
                  <dgm:constr type="w" for="ch" forName="parentText2" refType="w" fact="0.692"/>
                  <dgm:constr type="h" for="ch" forName="parentText2" refType="h" fact="0.6"/>
                  <dgm:constr type="l" for="ch" forName="parentText3" refType="w" fact="0.616"/>
                  <dgm:constr type="t" for="ch" forName="parentText3" refType="h" fact="0.4"/>
                  <dgm:constr type="w" for="ch" forName="parentText3" refType="w" fact="0.384"/>
                  <dgm:constr type="h" for="ch" forName="parentText3" refType="h" fact="0.6"/>
                </dgm:constrLst>
              </dgm:if>
              <dgm:else name="Name27">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l" for="ch" forName="parentText1" refType="w" fact="0"/>
                  <dgm:constr type="t" for="ch" forName="parentText1" refType="h" fact="0"/>
                  <dgm:constr type="w" for="ch" forName="parentText1" refType="w"/>
                  <dgm:constr type="h" for="ch" forName="parentText1" refType="h" fact="0.6"/>
                  <dgm:constr type="l" for="ch" forName="parentText2" refType="w" fact="0"/>
                  <dgm:constr type="t" for="ch" forName="parentText2" refType="h" fact="0.2"/>
                  <dgm:constr type="w" for="ch" forName="parentText2" refType="w" fact="0.692"/>
                  <dgm:constr type="h" for="ch" forName="parentText2" refType="h" fact="0.6"/>
                  <dgm:constr type="l" for="ch" forName="parentText3" refType="w" fact="0"/>
                  <dgm:constr type="t" for="ch" forName="parentText3" refType="h" fact="0.4"/>
                  <dgm:constr type="w" for="ch" forName="parentText3" refType="w" fact="0.384"/>
                  <dgm:constr type="h" for="ch" forName="parentText3" refType="h" fact="0.6"/>
                </dgm:constrLst>
              </dgm:else>
            </dgm:choose>
          </dgm:if>
          <dgm:else name="Name28">
            <dgm:alg type="composite">
              <dgm:param type="ar" val="2.0702"/>
            </dgm:alg>
            <dgm:choose name="Name29">
              <dgm:if name="Name3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parentText2" refType="primFontSz" refFor="des" refForName="parentText1" op="equ"/>
                  <dgm:constr type="primFontSz" for="des" forName="parentText3"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l" for="ch" forName="childText1" refType="w" fact="0"/>
                  <dgm:constr type="t" for="ch" forName="childText1" refType="h" fact="0.2325"/>
                  <dgm:constr type="w" for="ch" forName="childText1" refType="w" fact="0.308"/>
                  <dgm:constr type="h" for="ch" forName="childText1" refType="h" fact="0.5808"/>
                  <dgm:constr type="l" for="ch" forName="childText2" refType="w" fact="0.308"/>
                  <dgm:constr type="t" for="ch" forName="childText2" refType="h" fact="0.333"/>
                  <dgm:constr type="w" for="ch" forName="childText2" refType="w" fact="0.308"/>
                  <dgm:constr type="h" for="ch" forName="childText2" refType="h" fact="0.5808"/>
                  <dgm:constr type="l" for="ch" forName="childText3" refType="w" fact="0.616"/>
                  <dgm:constr type="t" for="ch" forName="childText3" refType="h" fact="0.4335"/>
                  <dgm:constr type="w" for="ch" forName="childText3" refType="w" fact="0.308"/>
                  <dgm:constr type="h" for="ch" forName="childText3" refType="h" fact="0.5723"/>
                  <dgm:constr type="l" for="ch" forName="parentText1" refType="w" fact="0"/>
                  <dgm:constr type="t" for="ch" forName="parentText1" refType="h" fact="0"/>
                  <dgm:constr type="w" for="ch" forName="parentText1" refType="w"/>
                  <dgm:constr type="h" for="ch" forName="parentText1" refType="h" fact="0.3015"/>
                  <dgm:constr type="l" for="ch" forName="parentText2" refType="w" fact="0.308"/>
                  <dgm:constr type="t" for="ch" forName="parentText2" refType="h" fact="0.1005"/>
                  <dgm:constr type="w" for="ch" forName="parentText2" refType="w" fact="0.692"/>
                  <dgm:constr type="h" for="ch" forName="parentText2" refType="h" fact="0.3015"/>
                  <dgm:constr type="l" for="ch" forName="parentText3" refType="w" fact="0.616"/>
                  <dgm:constr type="t" for="ch" forName="parentText3" refType="h" fact="0.201"/>
                  <dgm:constr type="w" for="ch" forName="parentText3" refType="w" fact="0.384"/>
                  <dgm:constr type="h" for="ch" forName="parentText3" refType="h" fact="0.3015"/>
                </dgm:constrLst>
              </dgm:if>
              <dgm:else name="Name3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parentText2" refType="primFontSz" refFor="des" refForName="parentText1" op="equ"/>
                  <dgm:constr type="primFontSz" for="des" forName="parentText3"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l" for="ch" forName="childText1" refType="w" fact="0.692"/>
                  <dgm:constr type="t" for="ch" forName="childText1" refType="h" fact="0.2325"/>
                  <dgm:constr type="w" for="ch" forName="childText1" refType="w" fact="0.308"/>
                  <dgm:constr type="h" for="ch" forName="childText1" refType="h" fact="0.5808"/>
                  <dgm:constr type="l" for="ch" forName="childText2" refType="w" fact="0.384"/>
                  <dgm:constr type="t" for="ch" forName="childText2" refType="h" fact="0.333"/>
                  <dgm:constr type="w" for="ch" forName="childText2" refType="w" fact="0.308"/>
                  <dgm:constr type="h" for="ch" forName="childText2" refType="h" fact="0.5808"/>
                  <dgm:constr type="l" for="ch" forName="childText3" refType="w" fact="0.076"/>
                  <dgm:constr type="t" for="ch" forName="childText3" refType="h" fact="0.4335"/>
                  <dgm:constr type="w" for="ch" forName="childText3" refType="w" fact="0.308"/>
                  <dgm:constr type="h" for="ch" forName="childText3" refType="h" fact="0.5723"/>
                  <dgm:constr type="l" for="ch" forName="parentText1" refType="w" fact="0"/>
                  <dgm:constr type="t" for="ch" forName="parentText1" refType="h" fact="0"/>
                  <dgm:constr type="w" for="ch" forName="parentText1" refType="w"/>
                  <dgm:constr type="h" for="ch" forName="parentText1" refType="h" fact="0.3015"/>
                  <dgm:constr type="l" for="ch" forName="parentText2" refType="w" fact="0"/>
                  <dgm:constr type="t" for="ch" forName="parentText2" refType="h" fact="0.1005"/>
                  <dgm:constr type="w" for="ch" forName="parentText2" refType="w" fact="0.692"/>
                  <dgm:constr type="h" for="ch" forName="parentText2" refType="h" fact="0.3015"/>
                  <dgm:constr type="l" for="ch" forName="parentText3" refType="w" fact="0"/>
                  <dgm:constr type="t" for="ch" forName="parentText3" refType="h" fact="0.201"/>
                  <dgm:constr type="w" for="ch" forName="parentText3" refType="w" fact="0.384"/>
                  <dgm:constr type="h" for="ch" forName="parentText3" refType="h" fact="0.3015"/>
                </dgm:constrLst>
              </dgm:else>
            </dgm:choose>
          </dgm:else>
        </dgm:choose>
      </dgm:if>
      <dgm:if name="Name32" axis="ch" ptType="node" func="cnt" op="equ" val="4">
        <dgm:choose name="Name33">
          <dgm:if name="Name34" axis="ch ch" ptType="node node" func="cnt" op="equ" val="0">
            <dgm:alg type="composite">
              <dgm:param type="ar" val="3.435"/>
            </dgm:alg>
            <dgm:choose name="Name35">
              <dgm:if name="Name36" func="var" arg="dir" op="equ" val="norm">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l" for="ch" forName="parentText1" refType="w" fact="0"/>
                  <dgm:constr type="t" for="ch" forName="parentText1" refType="h" fact="0"/>
                  <dgm:constr type="w" for="ch" forName="parentText1" refType="w"/>
                  <dgm:constr type="h" for="ch" forName="parentText1" refType="h" fact="0.5001"/>
                  <dgm:constr type="l" for="ch" forName="parentText2" refType="w" fact="0.2305"/>
                  <dgm:constr type="t" for="ch" forName="parentText2" refType="h" fact="0.1666"/>
                  <dgm:constr type="w" for="ch" forName="parentText2" refType="w" fact="0.7695"/>
                  <dgm:constr type="h" for="ch" forName="parentText2" refType="h" fact="0.5001"/>
                  <dgm:constr type="l" for="ch" forName="parentText3" refType="w" fact="0.461"/>
                  <dgm:constr type="t" for="ch" forName="parentText3" refType="h" fact="0.3333"/>
                  <dgm:constr type="w" for="ch" forName="parentText3" refType="w" fact="0.539"/>
                  <dgm:constr type="h" for="ch" forName="parentText3" refType="h" fact="0.5001"/>
                  <dgm:constr type="l" for="ch" forName="parentText4" refType="w" fact="0.6915"/>
                  <dgm:constr type="t" for="ch" forName="parentText4" refType="h" fact="0.4999"/>
                  <dgm:constr type="w" for="ch" forName="parentText4" refType="w" fact="0.3085"/>
                  <dgm:constr type="h" for="ch" forName="parentText4" refType="h" fact="0.5001"/>
                </dgm:constrLst>
              </dgm:if>
              <dgm:else name="Name37">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l" for="ch" forName="parentText1" refType="w" fact="0"/>
                  <dgm:constr type="t" for="ch" forName="parentText1" refType="h" fact="0"/>
                  <dgm:constr type="w" for="ch" forName="parentText1" refType="w"/>
                  <dgm:constr type="h" for="ch" forName="parentText1" refType="h" fact="0.5001"/>
                  <dgm:constr type="l" for="ch" forName="parentText2" refType="w" fact="0"/>
                  <dgm:constr type="t" for="ch" forName="parentText2" refType="h" fact="0.1666"/>
                  <dgm:constr type="w" for="ch" forName="parentText2" refType="w" fact="0.7695"/>
                  <dgm:constr type="h" for="ch" forName="parentText2" refType="h" fact="0.5001"/>
                  <dgm:constr type="l" for="ch" forName="parentText3" refType="w" fact="0"/>
                  <dgm:constr type="t" for="ch" forName="parentText3" refType="h" fact="0.3333"/>
                  <dgm:constr type="w" for="ch" forName="parentText3" refType="w" fact="0.539"/>
                  <dgm:constr type="h" for="ch" forName="parentText3" refType="h" fact="0.5001"/>
                  <dgm:constr type="l" for="ch" forName="parentText4" refType="w" fact="0"/>
                  <dgm:constr type="t" for="ch" forName="parentText4" refType="h" fact="0.4999"/>
                  <dgm:constr type="w" for="ch" forName="parentText4" refType="w" fact="0.3085"/>
                  <dgm:constr type="h" for="ch" forName="parentText4" refType="h" fact="0.5001"/>
                </dgm:constrLst>
              </dgm:else>
            </dgm:choose>
          </dgm:if>
          <dgm:else name="Name38">
            <dgm:alg type="composite">
              <dgm:param type="ar" val="1.9377"/>
            </dgm:alg>
            <dgm:choose name="Name39">
              <dgm:if name="Name4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l" for="ch" forName="childText1" refType="w" fact="0"/>
                  <dgm:constr type="t" for="ch" forName="childText1" refType="h" fact="0.218"/>
                  <dgm:constr type="w" for="ch" forName="childText1" refType="w" fact="0.2305"/>
                  <dgm:constr type="h" for="ch" forName="childText1" refType="h" fact="0.5218"/>
                  <dgm:constr type="l" for="ch" forName="childText2" refType="w" fact="0.2305"/>
                  <dgm:constr type="t" for="ch" forName="childText2" refType="h" fact="0.312"/>
                  <dgm:constr type="w" for="ch" forName="childText2" refType="w" fact="0.2305"/>
                  <dgm:constr type="h" for="ch" forName="childText2" refType="h" fact="0.5085"/>
                  <dgm:constr type="l" for="ch" forName="childText3" refType="w" fact="0.461"/>
                  <dgm:constr type="t" for="ch" forName="childText3" refType="h" fact="0.406"/>
                  <dgm:constr type="w" for="ch" forName="childText3" refType="w" fact="0.2305"/>
                  <dgm:constr type="h" for="ch" forName="childText3" refType="h" fact="0.5119"/>
                  <dgm:constr type="l" for="ch" forName="childText4" refType="w" fact="0.6915"/>
                  <dgm:constr type="t" for="ch" forName="childText4" refType="h" fact="0.5"/>
                  <dgm:constr type="w" for="ch" forName="childText4" refType="w" fact="0.2326"/>
                  <dgm:constr type="h" for="ch" forName="childText4" refType="h" fact="0.5179"/>
                  <dgm:constr type="l" for="ch" forName="parentText1" refType="w" fact="0"/>
                  <dgm:constr type="t" for="ch" forName="parentText1" refType="h" fact="0"/>
                  <dgm:constr type="w" for="ch" forName="parentText1" refType="w"/>
                  <dgm:constr type="h" for="ch" forName="parentText1" refType="h" fact="0.2821"/>
                  <dgm:constr type="l" for="ch" forName="parentText2" refType="w" fact="0.2305"/>
                  <dgm:constr type="t" for="ch" forName="parentText2" refType="h" fact="0.094"/>
                  <dgm:constr type="w" for="ch" forName="parentText2" refType="w" fact="0.7695"/>
                  <dgm:constr type="h" for="ch" forName="parentText2" refType="h" fact="0.2821"/>
                  <dgm:constr type="l" for="ch" forName="parentText3" refType="w" fact="0.461"/>
                  <dgm:constr type="t" for="ch" forName="parentText3" refType="h" fact="0.188"/>
                  <dgm:constr type="w" for="ch" forName="parentText3" refType="w" fact="0.539"/>
                  <dgm:constr type="h" for="ch" forName="parentText3" refType="h" fact="0.2821"/>
                  <dgm:constr type="l" for="ch" forName="parentText4" refType="w" fact="0.6915"/>
                  <dgm:constr type="t" for="ch" forName="parentText4" refType="h" fact="0.282"/>
                  <dgm:constr type="w" for="ch" forName="parentText4" refType="w" fact="0.3085"/>
                  <dgm:constr type="h" for="ch" forName="parentText4" refType="h" fact="0.2821"/>
                </dgm:constrLst>
              </dgm:if>
              <dgm:else name="Name4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l" for="ch" forName="childText1" refType="w" fact="0.7695"/>
                  <dgm:constr type="t" for="ch" forName="childText1" refType="h" fact="0.218"/>
                  <dgm:constr type="w" for="ch" forName="childText1" refType="w" fact="0.2305"/>
                  <dgm:constr type="h" for="ch" forName="childText1" refType="h" fact="0.5218"/>
                  <dgm:constr type="l" for="ch" forName="childText2" refType="w" fact="0.539"/>
                  <dgm:constr type="t" for="ch" forName="childText2" refType="h" fact="0.312"/>
                  <dgm:constr type="w" for="ch" forName="childText2" refType="w" fact="0.2305"/>
                  <dgm:constr type="h" for="ch" forName="childText2" refType="h" fact="0.5085"/>
                  <dgm:constr type="l" for="ch" forName="childText3" refType="w" fact="0.3085"/>
                  <dgm:constr type="t" for="ch" forName="childText3" refType="h" fact="0.406"/>
                  <dgm:constr type="w" for="ch" forName="childText3" refType="w" fact="0.2305"/>
                  <dgm:constr type="h" for="ch" forName="childText3" refType="h" fact="0.5119"/>
                  <dgm:constr type="l" for="ch" forName="childText4" refType="w" fact="0.076"/>
                  <dgm:constr type="t" for="ch" forName="childText4" refType="h" fact="0.5"/>
                  <dgm:constr type="w" for="ch" forName="childText4" refType="w" fact="0.2346"/>
                  <dgm:constr type="h" for="ch" forName="childText4" refType="h" fact="0.5179"/>
                  <dgm:constr type="l" for="ch" forName="parentText1" refType="w" fact="0"/>
                  <dgm:constr type="t" for="ch" forName="parentText1" refType="h" fact="0"/>
                  <dgm:constr type="w" for="ch" forName="parentText1" refType="w"/>
                  <dgm:constr type="h" for="ch" forName="parentText1" refType="h" fact="0.2821"/>
                  <dgm:constr type="l" for="ch" forName="parentText2" refType="w" fact="0"/>
                  <dgm:constr type="t" for="ch" forName="parentText2" refType="h" fact="0.094"/>
                  <dgm:constr type="w" for="ch" forName="parentText2" refType="w" fact="0.7695"/>
                  <dgm:constr type="h" for="ch" forName="parentText2" refType="h" fact="0.2821"/>
                  <dgm:constr type="l" for="ch" forName="parentText3" refType="w" fact="0"/>
                  <dgm:constr type="t" for="ch" forName="parentText3" refType="h" fact="0.188"/>
                  <dgm:constr type="w" for="ch" forName="parentText3" refType="w" fact="0.539"/>
                  <dgm:constr type="h" for="ch" forName="parentText3" refType="h" fact="0.2821"/>
                  <dgm:constr type="l" for="ch" forName="parentText4" refType="w" fact="0"/>
                  <dgm:constr type="t" for="ch" forName="parentText4" refType="h" fact="0.282"/>
                  <dgm:constr type="w" for="ch" forName="parentText4" refType="w" fact="0.3085"/>
                  <dgm:constr type="h" for="ch" forName="parentText4" refType="h" fact="0.2821"/>
                </dgm:constrLst>
              </dgm:else>
            </dgm:choose>
          </dgm:else>
        </dgm:choose>
      </dgm:if>
      <dgm:else name="Name42">
        <dgm:choose name="Name43">
          <dgm:if name="Name44" axis="ch ch" ptType="node node" func="cnt" op="equ" val="0">
            <dgm:alg type="composite">
              <dgm:param type="ar" val="2.9463"/>
            </dgm:alg>
            <dgm:choose name="Name45">
              <dgm:if name="Name46" func="var" arg="dir" op="equ" val="norm">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l" for="ch" forName="parentText1" refType="w" fact="0"/>
                  <dgm:constr type="t" for="ch" forName="parentText1" refType="h" fact="0"/>
                  <dgm:constr type="w" for="ch" forName="parentText1" refType="w"/>
                  <dgm:constr type="h" for="ch" forName="parentText1" refType="h" fact="0.4285"/>
                  <dgm:constr type="l" for="ch" forName="parentText2" refType="w" fact="0.1848"/>
                  <dgm:constr type="t" for="ch" forName="parentText2" refType="h" fact="0.1429"/>
                  <dgm:constr type="w" for="ch" forName="parentText2" refType="w" fact="0.8152"/>
                  <dgm:constr type="h" for="ch" forName="parentText2" refType="h" fact="0.4285"/>
                  <dgm:constr type="l" for="ch" forName="parentText3" refType="w" fact="0.3696"/>
                  <dgm:constr type="t" for="ch" forName="parentText3" refType="h" fact="0.2858"/>
                  <dgm:constr type="w" for="ch" forName="parentText3" refType="w" fact="0.6304"/>
                  <dgm:constr type="h" for="ch" forName="parentText3" refType="h" fact="0.4285"/>
                  <dgm:constr type="l" for="ch" forName="parentText4" refType="w" fact="0.5545"/>
                  <dgm:constr type="t" for="ch" forName="parentText4" refType="h" fact="0.4286"/>
                  <dgm:constr type="w" for="ch" forName="parentText4" refType="w" fact="0.4455"/>
                  <dgm:constr type="h" for="ch" forName="parentText4" refType="h" fact="0.4285"/>
                  <dgm:constr type="l" for="ch" forName="parentText5" refType="w" fact="0.7393"/>
                  <dgm:constr type="t" for="ch" forName="parentText5" refType="h" fact="0.5715"/>
                  <dgm:constr type="w" for="ch" forName="parentText5" refType="w" fact="0.2607"/>
                  <dgm:constr type="h" for="ch" forName="parentText5" refType="h" fact="0.4285"/>
                </dgm:constrLst>
              </dgm:if>
              <dgm:else name="Name47">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l" for="ch" forName="parentText1" refType="w" fact="0"/>
                  <dgm:constr type="t" for="ch" forName="parentText1" refType="h" fact="0"/>
                  <dgm:constr type="w" for="ch" forName="parentText1" refType="w"/>
                  <dgm:constr type="h" for="ch" forName="parentText1" refType="h" fact="0.4285"/>
                  <dgm:constr type="l" for="ch" forName="parentText2" refType="w" fact="0"/>
                  <dgm:constr type="t" for="ch" forName="parentText2" refType="h" fact="0.1429"/>
                  <dgm:constr type="w" for="ch" forName="parentText2" refType="w" fact="0.8152"/>
                  <dgm:constr type="h" for="ch" forName="parentText2" refType="h" fact="0.4285"/>
                  <dgm:constr type="l" for="ch" forName="parentText3" refType="w" fact="0"/>
                  <dgm:constr type="t" for="ch" forName="parentText3" refType="h" fact="0.2858"/>
                  <dgm:constr type="w" for="ch" forName="parentText3" refType="w" fact="0.6304"/>
                  <dgm:constr type="h" for="ch" forName="parentText3" refType="h" fact="0.4285"/>
                  <dgm:constr type="l" for="ch" forName="parentText4" refType="w" fact="0"/>
                  <dgm:constr type="t" for="ch" forName="parentText4" refType="h" fact="0.4286"/>
                  <dgm:constr type="w" for="ch" forName="parentText4" refType="w" fact="0.4455"/>
                  <dgm:constr type="h" for="ch" forName="parentText4" refType="h" fact="0.4285"/>
                  <dgm:constr type="l" for="ch" forName="parentText5" refType="w" fact="0"/>
                  <dgm:constr type="t" for="ch" forName="parentText5" refType="h" fact="0.5715"/>
                  <dgm:constr type="w" for="ch" forName="parentText5" refType="w" fact="0.2607"/>
                  <dgm:constr type="h" for="ch" forName="parentText5" refType="h" fact="0.4285"/>
                </dgm:constrLst>
              </dgm:else>
            </dgm:choose>
          </dgm:if>
          <dgm:else name="Name48">
            <dgm:alg type="composite">
              <dgm:param type="ar" val="1.7837"/>
            </dgm:alg>
            <dgm:choose name="Name49">
              <dgm:if name="Name5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5"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5"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5"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childText5" refType="primFontSz" refFor="des" refForName="parentText4" op="lte"/>
                  <dgm:constr type="primFontSz" for="des" forName="childText1" refType="primFontSz" refFor="des" refForName="parentText5" op="lte"/>
                  <dgm:constr type="primFontSz" for="des" forName="childText2" refType="primFontSz" refFor="des" refForName="parentText5" op="lte"/>
                  <dgm:constr type="primFontSz" for="des" forName="childText3" refType="primFontSz" refFor="des" refForName="parentText5" op="lte"/>
                  <dgm:constr type="primFontSz" for="des" forName="childText4" refType="primFontSz" refFor="des" refForName="parentText5" op="lte"/>
                  <dgm:constr type="primFontSz" for="des" forName="childText5" refType="primFontSz" refFor="des" refForName="parentText5"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primFontSz" for="des" forName="childText5" refType="primFontSz" refFor="des" refForName="childText1" op="equ"/>
                  <dgm:constr type="l" for="ch" forName="childText1" refType="w" fact="0"/>
                  <dgm:constr type="t" for="ch" forName="childText1" refType="h" fact="0.1997"/>
                  <dgm:constr type="w" for="ch" forName="childText1" refType="w" fact="0.18482"/>
                  <dgm:constr type="h" for="ch" forName="childText1" refType="h" fact="0.4763"/>
                  <dgm:constr type="l" for="ch" forName="childText2" refType="w" fact="0.1848"/>
                  <dgm:constr type="t" for="ch" forName="childText2" refType="h" fact="0.2862"/>
                  <dgm:constr type="w" for="ch" forName="childText2" refType="w" fact="0.18482"/>
                  <dgm:constr type="h" for="ch" forName="childText2" refType="h" fact="0.4763"/>
                  <dgm:constr type="l" for="ch" forName="childText3" refType="w" fact="0.3696"/>
                  <dgm:constr type="t" for="ch" forName="childText3" refType="h" fact="0.3727"/>
                  <dgm:constr type="w" for="ch" forName="childText3" refType="w" fact="0.18482"/>
                  <dgm:constr type="h" for="ch" forName="childText3" refType="h" fact="0.4763"/>
                  <dgm:constr type="l" for="ch" forName="childText4" refType="w" fact="0.5545"/>
                  <dgm:constr type="t" for="ch" forName="childText4" refType="h" fact="0.4592"/>
                  <dgm:constr type="w" for="ch" forName="childText4" refType="w" fact="0.18482"/>
                  <dgm:constr type="h" for="ch" forName="childText4" refType="h" fact="0.4763"/>
                  <dgm:constr type="l" for="ch" forName="childText5" refType="w" fact="0.7393"/>
                  <dgm:constr type="t" for="ch" forName="childText5" refType="h" fact="0.5457"/>
                  <dgm:constr type="w" for="ch" forName="childText5" refType="w" fact="0.18482"/>
                  <dgm:constr type="h" for="ch" forName="childText5" refType="h" fact="0.4763"/>
                  <dgm:constr type="l" for="ch" forName="parentText1" refType="w" fact="0"/>
                  <dgm:constr type="t" for="ch" forName="parentText1" refType="h" fact="0"/>
                  <dgm:constr type="w" for="ch" forName="parentText1" refType="w"/>
                  <dgm:constr type="h" for="ch" forName="parentText1" refType="h" fact="0.2594"/>
                  <dgm:constr type="l" for="ch" forName="parentText2" refType="w" fact="0.1848"/>
                  <dgm:constr type="t" for="ch" forName="parentText2" refType="h" fact="0.0865"/>
                  <dgm:constr type="w" for="ch" forName="parentText2" refType="w" fact="0.8152"/>
                  <dgm:constr type="h" for="ch" forName="parentText2" refType="h" fact="0.2594"/>
                  <dgm:constr type="l" for="ch" forName="parentText3" refType="w" fact="0.3696"/>
                  <dgm:constr type="t" for="ch" forName="parentText3" refType="h" fact="0.173"/>
                  <dgm:constr type="w" for="ch" forName="parentText3" refType="w" fact="0.6304"/>
                  <dgm:constr type="h" for="ch" forName="parentText3" refType="h" fact="0.2594"/>
                  <dgm:constr type="l" for="ch" forName="parentText4" refType="w" fact="0.5545"/>
                  <dgm:constr type="t" for="ch" forName="parentText4" refType="h" fact="0.2595"/>
                  <dgm:constr type="w" for="ch" forName="parentText4" refType="w" fact="0.4455"/>
                  <dgm:constr type="h" for="ch" forName="parentText4" refType="h" fact="0.2594"/>
                  <dgm:constr type="l" for="ch" forName="parentText5" refType="w" fact="0.7393"/>
                  <dgm:constr type="t" for="ch" forName="parentText5" refType="h" fact="0.346"/>
                  <dgm:constr type="w" for="ch" forName="parentText5" refType="w" fact="0.2607"/>
                  <dgm:constr type="h" for="ch" forName="parentText5" refType="h" fact="0.2594"/>
                </dgm:constrLst>
              </dgm:if>
              <dgm:else name="Name5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5"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5"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5"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childText5" refType="primFontSz" refFor="des" refForName="parentText4" op="lte"/>
                  <dgm:constr type="primFontSz" for="des" forName="childText1" refType="primFontSz" refFor="des" refForName="parentText5" op="lte"/>
                  <dgm:constr type="primFontSz" for="des" forName="childText2" refType="primFontSz" refFor="des" refForName="parentText5" op="lte"/>
                  <dgm:constr type="primFontSz" for="des" forName="childText3" refType="primFontSz" refFor="des" refForName="parentText5" op="lte"/>
                  <dgm:constr type="primFontSz" for="des" forName="childText4" refType="primFontSz" refFor="des" refForName="parentText5" op="lte"/>
                  <dgm:constr type="primFontSz" for="des" forName="childText5" refType="primFontSz" refFor="des" refForName="parentText5"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primFontSz" for="des" forName="childText5" refType="primFontSz" refFor="des" refForName="childText1" op="equ"/>
                  <dgm:constr type="l" for="ch" forName="childText1" refType="w" fact="0.81518"/>
                  <dgm:constr type="t" for="ch" forName="childText1" refType="h" fact="0.1997"/>
                  <dgm:constr type="w" for="ch" forName="childText1" refType="w" fact="0.18482"/>
                  <dgm:constr type="h" for="ch" forName="childText1" refType="h" fact="0.4763"/>
                  <dgm:constr type="l" for="ch" forName="childText2" refType="w" fact="0.63036"/>
                  <dgm:constr type="t" for="ch" forName="childText2" refType="h" fact="0.2862"/>
                  <dgm:constr type="w" for="ch" forName="childText2" refType="w" fact="0.18482"/>
                  <dgm:constr type="h" for="ch" forName="childText2" refType="h" fact="0.4763"/>
                  <dgm:constr type="l" for="ch" forName="childText3" refType="w" fact="0.44554"/>
                  <dgm:constr type="t" for="ch" forName="childText3" refType="h" fact="0.3727"/>
                  <dgm:constr type="w" for="ch" forName="childText3" refType="w" fact="0.18482"/>
                  <dgm:constr type="h" for="ch" forName="childText3" refType="h" fact="0.4763"/>
                  <dgm:constr type="l" for="ch" forName="childText4" refType="w" fact="0.26072"/>
                  <dgm:constr type="t" for="ch" forName="childText4" refType="h" fact="0.4592"/>
                  <dgm:constr type="w" for="ch" forName="childText4" refType="w" fact="0.18482"/>
                  <dgm:constr type="h" for="ch" forName="childText4" refType="h" fact="0.4763"/>
                  <dgm:constr type="l" for="ch" forName="childText5" refType="w" fact="0.0759"/>
                  <dgm:constr type="t" for="ch" forName="childText5" refType="h" fact="0.5457"/>
                  <dgm:constr type="w" for="ch" forName="childText5" refType="w" fact="0.18482"/>
                  <dgm:constr type="h" for="ch" forName="childText5" refType="h" fact="0.4763"/>
                  <dgm:constr type="l" for="ch" forName="parentText1" refType="w" fact="0"/>
                  <dgm:constr type="t" for="ch" forName="parentText1" refType="h" fact="0"/>
                  <dgm:constr type="w" for="ch" forName="parentText1" refType="w"/>
                  <dgm:constr type="h" for="ch" forName="parentText1" refType="h" fact="0.2594"/>
                  <dgm:constr type="l" for="ch" forName="parentText2" refType="w" fact="0"/>
                  <dgm:constr type="t" for="ch" forName="parentText2" refType="h" fact="0.0865"/>
                  <dgm:constr type="w" for="ch" forName="parentText2" refType="w" fact="0.8152"/>
                  <dgm:constr type="h" for="ch" forName="parentText2" refType="h" fact="0.2594"/>
                  <dgm:constr type="l" for="ch" forName="parentText3" refType="w" fact="0"/>
                  <dgm:constr type="t" for="ch" forName="parentText3" refType="h" fact="0.173"/>
                  <dgm:constr type="w" for="ch" forName="parentText3" refType="w" fact="0.6304"/>
                  <dgm:constr type="h" for="ch" forName="parentText3" refType="h" fact="0.2594"/>
                  <dgm:constr type="l" for="ch" forName="parentText4" refType="w" fact="0"/>
                  <dgm:constr type="t" for="ch" forName="parentText4" refType="h" fact="0.2595"/>
                  <dgm:constr type="w" for="ch" forName="parentText4" refType="w" fact="0.4455"/>
                  <dgm:constr type="h" for="ch" forName="parentText4" refType="h" fact="0.2594"/>
                  <dgm:constr type="l" for="ch" forName="parentText5" refType="w" fact="0"/>
                  <dgm:constr type="t" for="ch" forName="parentText5" refType="h" fact="0.346"/>
                  <dgm:constr type="w" for="ch" forName="parentText5" refType="w" fact="0.2607"/>
                  <dgm:constr type="h" for="ch" forName="parentText5" refType="h" fact="0.2594"/>
                </dgm:constrLst>
              </dgm:else>
            </dgm:choose>
          </dgm:else>
        </dgm:choose>
      </dgm:else>
    </dgm:choose>
    <dgm:forEach name="Name52" axis="ch" ptType="node" cnt="1">
      <dgm:layoutNode name="parentText1" styleLbl="node1">
        <dgm:varLst>
          <dgm:chMax/>
          <dgm:chPref val="3"/>
          <dgm:bulletEnabled val="1"/>
        </dgm:varLst>
        <dgm:choose name="Name53">
          <dgm:if name="Name54"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55">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56">
        <dgm:if name="Name57" axis="ch" ptType="node" func="cnt" op="gte" val="1">
          <dgm:layoutNode name="childText1"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8"/>
      </dgm:choose>
    </dgm:forEach>
    <dgm:forEach name="Name59" axis="ch" ptType="node" st="2" cnt="1">
      <dgm:layoutNode name="parentText2" styleLbl="node1">
        <dgm:varLst>
          <dgm:chMax/>
          <dgm:chPref val="3"/>
          <dgm:bulletEnabled val="1"/>
        </dgm:varLst>
        <dgm:choose name="Name60">
          <dgm:if name="Name61"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62">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63">
        <dgm:if name="Name64" axis="ch" ptType="node" func="cnt" op="gte" val="1">
          <dgm:layoutNode name="childText2"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5"/>
      </dgm:choose>
    </dgm:forEach>
    <dgm:forEach name="Name66" axis="ch" ptType="node" st="3" cnt="1">
      <dgm:layoutNode name="parentText3" styleLbl="node1">
        <dgm:varLst>
          <dgm:chMax/>
          <dgm:chPref val="3"/>
          <dgm:bulletEnabled val="1"/>
        </dgm:varLst>
        <dgm:choose name="Name67">
          <dgm:if name="Name68"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69">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70">
        <dgm:if name="Name71" axis="ch" ptType="node" func="cnt" op="gte" val="1">
          <dgm:layoutNode name="childText3"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2"/>
      </dgm:choose>
    </dgm:forEach>
    <dgm:forEach name="Name73" axis="ch" ptType="node" st="4" cnt="1">
      <dgm:layoutNode name="parentText4" styleLbl="node1">
        <dgm:varLst>
          <dgm:chMax/>
          <dgm:chPref val="3"/>
          <dgm:bulletEnabled val="1"/>
        </dgm:varLst>
        <dgm:choose name="Name74">
          <dgm:if name="Name75"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76">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77">
        <dgm:if name="Name78" axis="ch" ptType="node" func="cnt" op="gte" val="1">
          <dgm:layoutNode name="childText4"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9"/>
      </dgm:choose>
    </dgm:forEach>
    <dgm:forEach name="Name80" axis="ch" ptType="node" st="5" cnt="1">
      <dgm:layoutNode name="parentText5" styleLbl="node1">
        <dgm:varLst>
          <dgm:chMax/>
          <dgm:chPref val="3"/>
          <dgm:bulletEnabled val="1"/>
        </dgm:varLst>
        <dgm:choose name="Name81">
          <dgm:if name="Name82"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83">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84">
        <dgm:if name="Name85" axis="ch" ptType="node" func="cnt" op="gte" val="1">
          <dgm:layoutNode name="childText5"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6"/>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3">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1">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4818" name="Rectangle 2"/>
          <p:cNvSpPr>
            <a:spLocks noGrp="1" noChangeArrowheads="1"/>
          </p:cNvSpPr>
          <p:nvPr>
            <p:ph type="hdr" sz="quarter"/>
          </p:nvPr>
        </p:nvSpPr>
        <p:spPr bwMode="auto">
          <a:xfrm>
            <a:off x="0" y="0"/>
            <a:ext cx="3170238" cy="479425"/>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defTabSz="966788" eaLnBrk="1" hangingPunct="1">
              <a:defRPr sz="1300" smtClean="0"/>
            </a:lvl1pPr>
          </a:lstStyle>
          <a:p>
            <a:pPr>
              <a:defRPr/>
            </a:pPr>
            <a:endParaRPr lang="en-US" dirty="0"/>
          </a:p>
        </p:txBody>
      </p:sp>
      <p:sp>
        <p:nvSpPr>
          <p:cNvPr id="34819" name="Rectangle 3"/>
          <p:cNvSpPr>
            <a:spLocks noGrp="1" noChangeArrowheads="1"/>
          </p:cNvSpPr>
          <p:nvPr>
            <p:ph type="dt" sz="quarter" idx="1"/>
          </p:nvPr>
        </p:nvSpPr>
        <p:spPr bwMode="auto">
          <a:xfrm>
            <a:off x="4143375" y="0"/>
            <a:ext cx="3170238" cy="479425"/>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algn="r" defTabSz="966788" eaLnBrk="1" hangingPunct="1">
              <a:defRPr sz="1300" smtClean="0"/>
            </a:lvl1pPr>
          </a:lstStyle>
          <a:p>
            <a:pPr>
              <a:defRPr/>
            </a:pPr>
            <a:endParaRPr lang="en-US" dirty="0"/>
          </a:p>
        </p:txBody>
      </p:sp>
      <p:sp>
        <p:nvSpPr>
          <p:cNvPr id="34820" name="Rectangle 4"/>
          <p:cNvSpPr>
            <a:spLocks noGrp="1" noChangeArrowheads="1"/>
          </p:cNvSpPr>
          <p:nvPr>
            <p:ph type="ftr" sz="quarter" idx="2"/>
          </p:nvPr>
        </p:nvSpPr>
        <p:spPr bwMode="auto">
          <a:xfrm>
            <a:off x="0" y="9120188"/>
            <a:ext cx="3170238" cy="479425"/>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defTabSz="966788" eaLnBrk="1" hangingPunct="1">
              <a:defRPr sz="1300" smtClean="0"/>
            </a:lvl1pPr>
          </a:lstStyle>
          <a:p>
            <a:pPr>
              <a:defRPr/>
            </a:pPr>
            <a:endParaRPr lang="en-US" dirty="0"/>
          </a:p>
        </p:txBody>
      </p:sp>
      <p:sp>
        <p:nvSpPr>
          <p:cNvPr id="34821" name="Rectangle 5"/>
          <p:cNvSpPr>
            <a:spLocks noGrp="1" noChangeArrowheads="1"/>
          </p:cNvSpPr>
          <p:nvPr>
            <p:ph type="sldNum" sz="quarter" idx="3"/>
          </p:nvPr>
        </p:nvSpPr>
        <p:spPr bwMode="auto">
          <a:xfrm>
            <a:off x="4143375" y="9120188"/>
            <a:ext cx="3170238" cy="479425"/>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algn="r" defTabSz="966788" eaLnBrk="1" hangingPunct="1">
              <a:defRPr sz="1300" smtClean="0"/>
            </a:lvl1pPr>
          </a:lstStyle>
          <a:p>
            <a:pPr>
              <a:defRPr/>
            </a:pPr>
            <a:fld id="{CA804888-4F73-45A1-B9F7-35C0E4643F17}" type="slidenum">
              <a:rPr lang="en-US"/>
              <a:pPr>
                <a:defRPr/>
              </a:pPr>
              <a:t>‹#›</a:t>
            </a:fld>
            <a:endParaRPr lang="en-US" dirty="0"/>
          </a:p>
        </p:txBody>
      </p:sp>
    </p:spTree>
    <p:extLst>
      <p:ext uri="{BB962C8B-B14F-4D97-AF65-F5344CB8AC3E}">
        <p14:creationId xmlns:p14="http://schemas.microsoft.com/office/powerpoint/2010/main" val="257186871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5298" name="Rectangle 2"/>
          <p:cNvSpPr>
            <a:spLocks noGrp="1" noChangeArrowheads="1"/>
          </p:cNvSpPr>
          <p:nvPr>
            <p:ph type="hdr" sz="quarter"/>
          </p:nvPr>
        </p:nvSpPr>
        <p:spPr bwMode="auto">
          <a:xfrm>
            <a:off x="0" y="0"/>
            <a:ext cx="3170238" cy="479425"/>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defTabSz="966788" eaLnBrk="1" hangingPunct="1">
              <a:defRPr sz="1300" smtClean="0"/>
            </a:lvl1pPr>
          </a:lstStyle>
          <a:p>
            <a:pPr>
              <a:defRPr/>
            </a:pPr>
            <a:endParaRPr lang="en-US" dirty="0"/>
          </a:p>
        </p:txBody>
      </p:sp>
      <p:sp>
        <p:nvSpPr>
          <p:cNvPr id="55299" name="Rectangle 3"/>
          <p:cNvSpPr>
            <a:spLocks noGrp="1" noChangeArrowheads="1"/>
          </p:cNvSpPr>
          <p:nvPr>
            <p:ph type="dt" idx="1"/>
          </p:nvPr>
        </p:nvSpPr>
        <p:spPr bwMode="auto">
          <a:xfrm>
            <a:off x="4143375" y="0"/>
            <a:ext cx="3170238" cy="479425"/>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algn="r" defTabSz="966788" eaLnBrk="1" hangingPunct="1">
              <a:defRPr sz="1300" smtClean="0"/>
            </a:lvl1pPr>
          </a:lstStyle>
          <a:p>
            <a:pPr>
              <a:defRPr/>
            </a:pPr>
            <a:endParaRPr lang="en-US" dirty="0"/>
          </a:p>
        </p:txBody>
      </p:sp>
      <p:sp>
        <p:nvSpPr>
          <p:cNvPr id="24580" name="Rectangle 4"/>
          <p:cNvSpPr>
            <a:spLocks noGrp="1" noRot="1" noChangeAspect="1" noChangeArrowheads="1" noTextEdit="1"/>
          </p:cNvSpPr>
          <p:nvPr>
            <p:ph type="sldImg" idx="2"/>
          </p:nvPr>
        </p:nvSpPr>
        <p:spPr bwMode="auto">
          <a:xfrm>
            <a:off x="1257300" y="720725"/>
            <a:ext cx="4800600" cy="3600450"/>
          </a:xfrm>
          <a:prstGeom prst="rect">
            <a:avLst/>
          </a:prstGeom>
          <a:noFill/>
          <a:ln w="9525">
            <a:solidFill>
              <a:srgbClr val="000000"/>
            </a:solidFill>
            <a:miter lim="800000"/>
            <a:headEnd/>
            <a:tailEnd/>
          </a:ln>
        </p:spPr>
        <p:txBody>
          <a:bodyPr/>
          <a:lstStyle/>
          <a:p>
            <a:endParaRPr lang="en-US" dirty="0"/>
          </a:p>
        </p:txBody>
      </p:sp>
      <p:sp>
        <p:nvSpPr>
          <p:cNvPr id="55301" name="Rectangle 5"/>
          <p:cNvSpPr>
            <a:spLocks noGrp="1" noChangeArrowheads="1"/>
          </p:cNvSpPr>
          <p:nvPr>
            <p:ph type="body" sz="quarter" idx="3"/>
          </p:nvPr>
        </p:nvSpPr>
        <p:spPr bwMode="auto">
          <a:xfrm>
            <a:off x="731838" y="4560888"/>
            <a:ext cx="5851525" cy="4319587"/>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5302" name="Rectangle 6"/>
          <p:cNvSpPr>
            <a:spLocks noGrp="1" noChangeArrowheads="1"/>
          </p:cNvSpPr>
          <p:nvPr>
            <p:ph type="ftr" sz="quarter" idx="4"/>
          </p:nvPr>
        </p:nvSpPr>
        <p:spPr bwMode="auto">
          <a:xfrm>
            <a:off x="0" y="9120188"/>
            <a:ext cx="3170238" cy="479425"/>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defTabSz="966788" eaLnBrk="1" hangingPunct="1">
              <a:defRPr sz="1300" smtClean="0"/>
            </a:lvl1pPr>
          </a:lstStyle>
          <a:p>
            <a:pPr>
              <a:defRPr/>
            </a:pPr>
            <a:endParaRPr lang="en-US" dirty="0"/>
          </a:p>
        </p:txBody>
      </p:sp>
      <p:sp>
        <p:nvSpPr>
          <p:cNvPr id="55303" name="Rectangle 7"/>
          <p:cNvSpPr>
            <a:spLocks noGrp="1" noChangeArrowheads="1"/>
          </p:cNvSpPr>
          <p:nvPr>
            <p:ph type="sldNum" sz="quarter" idx="5"/>
          </p:nvPr>
        </p:nvSpPr>
        <p:spPr bwMode="auto">
          <a:xfrm>
            <a:off x="4143375" y="9120188"/>
            <a:ext cx="3170238" cy="479425"/>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algn="r" defTabSz="966788" eaLnBrk="1" hangingPunct="1">
              <a:defRPr sz="1300" smtClean="0"/>
            </a:lvl1pPr>
          </a:lstStyle>
          <a:p>
            <a:pPr>
              <a:defRPr/>
            </a:pPr>
            <a:fld id="{806534D9-A83A-493D-A9E1-E97634CB3DA2}" type="slidenum">
              <a:rPr lang="en-US"/>
              <a:pPr>
                <a:defRPr/>
              </a:pPr>
              <a:t>‹#›</a:t>
            </a:fld>
            <a:endParaRPr lang="en-US" dirty="0"/>
          </a:p>
        </p:txBody>
      </p:sp>
    </p:spTree>
    <p:extLst>
      <p:ext uri="{BB962C8B-B14F-4D97-AF65-F5344CB8AC3E}">
        <p14:creationId xmlns:p14="http://schemas.microsoft.com/office/powerpoint/2010/main" val="258454701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806534D9-A83A-493D-A9E1-E97634CB3DA2}" type="slidenum">
              <a:rPr lang="en-US" smtClean="0"/>
              <a:pPr>
                <a:defRPr/>
              </a:pPr>
              <a:t>9</a:t>
            </a:fld>
            <a:endParaRPr lang="en-US" dirty="0"/>
          </a:p>
        </p:txBody>
      </p:sp>
    </p:spTree>
    <p:extLst>
      <p:ext uri="{BB962C8B-B14F-4D97-AF65-F5344CB8AC3E}">
        <p14:creationId xmlns:p14="http://schemas.microsoft.com/office/powerpoint/2010/main" val="2111277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r>
              <a:rPr lang="en-US" dirty="0"/>
              <a:t>Remember the Madman * Architect * Carpenter * Judge paradigm for writing. When you begin to edit, for</a:t>
            </a:r>
            <a:r>
              <a:rPr lang="en-US" baseline="0" dirty="0"/>
              <a:t> the first time you unleash your inner judge. In the madman phase, you research and postulate theories; in the architect phase, you begin to organize your madman creative process. On a large-scale, you identify the number of issues and sub-issues about which you will write, and in which order. On a small-scale, you select sources and determine their use and order, the sketch out a version of CReAC for each issue you intend to analyze. Of course, the more detailed this outline, the easier it will be to draft your written work – the carpenter phase.</a:t>
            </a:r>
            <a:endParaRPr lang="en-US" dirty="0"/>
          </a:p>
        </p:txBody>
      </p:sp>
      <p:sp>
        <p:nvSpPr>
          <p:cNvPr id="4" name="Slide Number Placeholder 3"/>
          <p:cNvSpPr>
            <a:spLocks noGrp="1"/>
          </p:cNvSpPr>
          <p:nvPr>
            <p:ph type="sldNum" sz="quarter" idx="10"/>
          </p:nvPr>
        </p:nvSpPr>
        <p:spPr/>
        <p:txBody>
          <a:bodyPr/>
          <a:lstStyle/>
          <a:p>
            <a:pPr>
              <a:defRPr/>
            </a:pPr>
            <a:fld id="{806534D9-A83A-493D-A9E1-E97634CB3DA2}" type="slidenum">
              <a:rPr lang="en-US" smtClean="0"/>
              <a:pPr>
                <a:defRPr/>
              </a:pPr>
              <a:t>11</a:t>
            </a:fld>
            <a:endParaRPr lang="en-US" dirty="0"/>
          </a:p>
        </p:txBody>
      </p:sp>
    </p:spTree>
    <p:extLst>
      <p:ext uri="{BB962C8B-B14F-4D97-AF65-F5344CB8AC3E}">
        <p14:creationId xmlns:p14="http://schemas.microsoft.com/office/powerpoint/2010/main" val="1706231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r>
              <a:rPr lang="en-US" dirty="0"/>
              <a:t>Benefits of Proofreading</a:t>
            </a:r>
          </a:p>
          <a:p>
            <a:pPr lvl="1"/>
            <a:r>
              <a:rPr lang="en-US" dirty="0"/>
              <a:t>Improves readability </a:t>
            </a:r>
          </a:p>
          <a:p>
            <a:pPr lvl="1"/>
            <a:r>
              <a:rPr lang="en-US" dirty="0"/>
              <a:t>Avoids misunderstandings</a:t>
            </a:r>
          </a:p>
          <a:p>
            <a:pPr lvl="1"/>
            <a:r>
              <a:rPr lang="en-US" dirty="0"/>
              <a:t>Contributes to professional, formal appearance</a:t>
            </a:r>
          </a:p>
          <a:p>
            <a:pPr lvl="1"/>
            <a:r>
              <a:rPr lang="en-US" dirty="0"/>
              <a:t>Reflects on quality of research and analysis</a:t>
            </a:r>
          </a:p>
          <a:p>
            <a:endParaRPr lang="en-US" dirty="0"/>
          </a:p>
        </p:txBody>
      </p:sp>
      <p:sp>
        <p:nvSpPr>
          <p:cNvPr id="4" name="Slide Number Placeholder 3"/>
          <p:cNvSpPr>
            <a:spLocks noGrp="1"/>
          </p:cNvSpPr>
          <p:nvPr>
            <p:ph type="sldNum" sz="quarter" idx="10"/>
          </p:nvPr>
        </p:nvSpPr>
        <p:spPr/>
        <p:txBody>
          <a:bodyPr/>
          <a:lstStyle/>
          <a:p>
            <a:pPr>
              <a:defRPr/>
            </a:pPr>
            <a:fld id="{806534D9-A83A-493D-A9E1-E97634CB3DA2}" type="slidenum">
              <a:rPr lang="en-US" smtClean="0"/>
              <a:pPr>
                <a:defRPr/>
              </a:pPr>
              <a:t>15</a:t>
            </a:fld>
            <a:endParaRPr lang="en-US" dirty="0"/>
          </a:p>
        </p:txBody>
      </p:sp>
    </p:spTree>
    <p:extLst>
      <p:ext uri="{BB962C8B-B14F-4D97-AF65-F5344CB8AC3E}">
        <p14:creationId xmlns:p14="http://schemas.microsoft.com/office/powerpoint/2010/main" val="13418488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806534D9-A83A-493D-A9E1-E97634CB3DA2}" type="slidenum">
              <a:rPr lang="en-US" smtClean="0"/>
              <a:pPr>
                <a:defRPr/>
              </a:pPr>
              <a:t>17</a:t>
            </a:fld>
            <a:endParaRPr lang="en-US" dirty="0"/>
          </a:p>
        </p:txBody>
      </p:sp>
    </p:spTree>
    <p:extLst>
      <p:ext uri="{BB962C8B-B14F-4D97-AF65-F5344CB8AC3E}">
        <p14:creationId xmlns:p14="http://schemas.microsoft.com/office/powerpoint/2010/main" val="38238516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r>
              <a:rPr lang="en-US" dirty="0"/>
              <a:t>Use same grammatical category,</a:t>
            </a:r>
            <a:r>
              <a:rPr lang="en-US" baseline="0" dirty="0"/>
              <a:t> verb tense and voice.</a:t>
            </a:r>
            <a:endParaRPr lang="en-US" dirty="0"/>
          </a:p>
        </p:txBody>
      </p:sp>
      <p:sp>
        <p:nvSpPr>
          <p:cNvPr id="4" name="Slide Number Placeholder 3"/>
          <p:cNvSpPr>
            <a:spLocks noGrp="1"/>
          </p:cNvSpPr>
          <p:nvPr>
            <p:ph type="sldNum" sz="quarter" idx="10"/>
          </p:nvPr>
        </p:nvSpPr>
        <p:spPr/>
        <p:txBody>
          <a:bodyPr/>
          <a:lstStyle/>
          <a:p>
            <a:pPr>
              <a:defRPr/>
            </a:pPr>
            <a:fld id="{806534D9-A83A-493D-A9E1-E97634CB3DA2}" type="slidenum">
              <a:rPr lang="en-US" smtClean="0"/>
              <a:pPr>
                <a:defRPr/>
              </a:pPr>
              <a:t>23</a:t>
            </a:fld>
            <a:endParaRPr lang="en-US" dirty="0"/>
          </a:p>
        </p:txBody>
      </p:sp>
    </p:spTree>
    <p:extLst>
      <p:ext uri="{BB962C8B-B14F-4D97-AF65-F5344CB8AC3E}">
        <p14:creationId xmlns:p14="http://schemas.microsoft.com/office/powerpoint/2010/main" val="27590275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r>
              <a:rPr lang="en-US" dirty="0"/>
              <a:t>Use same grammatical category,</a:t>
            </a:r>
            <a:r>
              <a:rPr lang="en-US" baseline="0" dirty="0"/>
              <a:t> verb tense and voice.</a:t>
            </a:r>
            <a:endParaRPr lang="en-US" dirty="0"/>
          </a:p>
        </p:txBody>
      </p:sp>
      <p:sp>
        <p:nvSpPr>
          <p:cNvPr id="4" name="Slide Number Placeholder 3"/>
          <p:cNvSpPr>
            <a:spLocks noGrp="1"/>
          </p:cNvSpPr>
          <p:nvPr>
            <p:ph type="sldNum" sz="quarter" idx="10"/>
          </p:nvPr>
        </p:nvSpPr>
        <p:spPr/>
        <p:txBody>
          <a:bodyPr/>
          <a:lstStyle/>
          <a:p>
            <a:pPr>
              <a:defRPr/>
            </a:pPr>
            <a:fld id="{806534D9-A83A-493D-A9E1-E97634CB3DA2}" type="slidenum">
              <a:rPr lang="en-US" smtClean="0"/>
              <a:pPr>
                <a:defRPr/>
              </a:pPr>
              <a:t>24</a:t>
            </a:fld>
            <a:endParaRPr lang="en-US" dirty="0"/>
          </a:p>
        </p:txBody>
      </p:sp>
    </p:spTree>
    <p:extLst>
      <p:ext uri="{BB962C8B-B14F-4D97-AF65-F5344CB8AC3E}">
        <p14:creationId xmlns:p14="http://schemas.microsoft.com/office/powerpoint/2010/main" val="16900045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1B6896D-5F44-40D4-9CDE-7C2D22B739BD}" type="slidenum">
              <a:rPr lang="en-US" smtClean="0"/>
              <a:pPr/>
              <a:t>27</a:t>
            </a:fld>
            <a:endParaRPr lang="en-US" dirty="0"/>
          </a:p>
        </p:txBody>
      </p:sp>
    </p:spTree>
    <p:extLst>
      <p:ext uri="{BB962C8B-B14F-4D97-AF65-F5344CB8AC3E}">
        <p14:creationId xmlns:p14="http://schemas.microsoft.com/office/powerpoint/2010/main" val="18083224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kumimoji="0" lang="en-US"/>
              <a:t>Click to edit Master title style</a:t>
            </a:r>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76200" y="6068699"/>
            <a:ext cx="2057400" cy="685800"/>
          </a:xfrm>
        </p:spPr>
        <p:txBody>
          <a:bodyPr>
            <a:noAutofit/>
          </a:bodyPr>
          <a:lstStyle>
            <a:lvl1pPr algn="ctr">
              <a:defRPr sz="2000">
                <a:solidFill>
                  <a:srgbClr val="FFFFFF"/>
                </a:solidFill>
              </a:defRPr>
            </a:lvl1pPr>
          </a:lstStyle>
          <a:p>
            <a:pPr>
              <a:defRPr/>
            </a:pPr>
            <a:endParaRPr lang="en-US" dirty="0"/>
          </a:p>
        </p:txBody>
      </p:sp>
      <p:sp>
        <p:nvSpPr>
          <p:cNvPr id="17" name="Footer Placeholder 16"/>
          <p:cNvSpPr>
            <a:spLocks noGrp="1"/>
          </p:cNvSpPr>
          <p:nvPr>
            <p:ph type="ftr" sz="quarter" idx="11"/>
          </p:nvPr>
        </p:nvSpPr>
        <p:spPr>
          <a:xfrm>
            <a:off x="2085393" y="236538"/>
            <a:ext cx="5867400" cy="365125"/>
          </a:xfrm>
        </p:spPr>
        <p:txBody>
          <a:bodyPr/>
          <a:lstStyle>
            <a:lvl1pPr algn="r">
              <a:defRPr>
                <a:solidFill>
                  <a:schemeClr val="tx2"/>
                </a:solidFill>
              </a:defRPr>
            </a:lvl1pPr>
          </a:lstStyle>
          <a:p>
            <a:pPr>
              <a:defRPr/>
            </a:pPr>
            <a:endParaRPr lang="en-US" dirty="0"/>
          </a:p>
        </p:txBody>
      </p:sp>
      <p:sp>
        <p:nvSpPr>
          <p:cNvPr id="29"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pPr>
              <a:defRPr/>
            </a:pPr>
            <a:fld id="{3ADDD09B-9521-4D88-9A37-3B7C58630C89}" type="slidenum">
              <a:rPr lang="en-US" smtClean="0"/>
              <a:pPr>
                <a:defRPr/>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a:t>Click to edit Master title style</a:t>
            </a:r>
          </a:p>
        </p:txBody>
      </p:sp>
      <p:sp>
        <p:nvSpPr>
          <p:cNvPr id="4" name="Date Placeholder 3"/>
          <p:cNvSpPr>
            <a:spLocks noGrp="1"/>
          </p:cNvSpPr>
          <p:nvPr>
            <p:ph type="dt" sz="half" idx="10"/>
          </p:nvPr>
        </p:nvSpPr>
        <p:spPr/>
        <p:txBody>
          <a:bodyPr/>
          <a:lstStyle/>
          <a:p>
            <a:pPr>
              <a:defRPr/>
            </a:pPr>
            <a:endParaRPr lang="en-US" dirty="0"/>
          </a:p>
        </p:txBody>
      </p:sp>
      <p:sp>
        <p:nvSpPr>
          <p:cNvPr id="5" name="Footer Placeholder 4"/>
          <p:cNvSpPr>
            <a:spLocks noGrp="1"/>
          </p:cNvSpPr>
          <p:nvPr>
            <p:ph type="ftr" sz="quarter" idx="11"/>
          </p:nvPr>
        </p:nvSpPr>
        <p:spPr/>
        <p:txBody>
          <a:bodyPr/>
          <a:lstStyle/>
          <a:p>
            <a:pPr>
              <a:defRPr/>
            </a:pPr>
            <a:endParaRPr lang="en-US" dirty="0"/>
          </a:p>
        </p:txBody>
      </p:sp>
      <p:sp>
        <p:nvSpPr>
          <p:cNvPr id="6" name="Slide Number Placeholder 5"/>
          <p:cNvSpPr>
            <a:spLocks noGrp="1"/>
          </p:cNvSpPr>
          <p:nvPr>
            <p:ph type="sldNum" sz="quarter" idx="12"/>
          </p:nvPr>
        </p:nvSpPr>
        <p:spPr/>
        <p:txBody>
          <a:bodyPr/>
          <a:lstStyle>
            <a:lvl1pPr>
              <a:defRPr>
                <a:solidFill>
                  <a:srgbClr val="FFFFFF"/>
                </a:solidFill>
              </a:defRPr>
            </a:lvl1pPr>
          </a:lstStyle>
          <a:p>
            <a:pPr>
              <a:defRPr/>
            </a:pPr>
            <a:fld id="{7C915AC7-0157-404C-838F-8C46541E9A53}" type="slidenum">
              <a:rPr lang="en-US" smtClean="0"/>
              <a:pPr>
                <a:defRPr/>
              </a:pPr>
              <a:t>‹#›</a:t>
            </a:fld>
            <a:endParaRPr lang="en-US" dirty="0"/>
          </a:p>
        </p:txBody>
      </p:sp>
      <p:sp>
        <p:nvSpPr>
          <p:cNvPr id="8" name="Content Placeholder 7"/>
          <p:cNvSpPr>
            <a:spLocks noGrp="1"/>
          </p:cNvSpPr>
          <p:nvPr>
            <p:ph sz="quarter" idx="1"/>
          </p:nvPr>
        </p:nvSpPr>
        <p:spPr>
          <a:xfrm>
            <a:off x="612648" y="1600200"/>
            <a:ext cx="8153400" cy="44958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en-US"/>
              <a:t>Click to edit Master title style</a:t>
            </a:r>
          </a:p>
        </p:txBody>
      </p:sp>
      <p:sp>
        <p:nvSpPr>
          <p:cNvPr id="12" name="Date Placeholder 11"/>
          <p:cNvSpPr>
            <a:spLocks noGrp="1"/>
          </p:cNvSpPr>
          <p:nvPr>
            <p:ph type="dt" sz="half" idx="10"/>
          </p:nvPr>
        </p:nvSpPr>
        <p:spPr/>
        <p:txBody>
          <a:bodyPr/>
          <a:lstStyle/>
          <a:p>
            <a:pPr>
              <a:defRPr/>
            </a:pPr>
            <a:endParaRPr lang="en-US" dirty="0"/>
          </a:p>
        </p:txBody>
      </p:sp>
      <p:sp>
        <p:nvSpPr>
          <p:cNvPr id="13" name="Slide Number Placeholder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pPr>
              <a:defRPr/>
            </a:pPr>
            <a:fld id="{D268D060-0D35-48B8-A3C1-9FEE6D7E28DA}" type="slidenum">
              <a:rPr lang="en-US" smtClean="0"/>
              <a:pPr>
                <a:defRPr/>
              </a:pPr>
              <a:t>‹#›</a:t>
            </a:fld>
            <a:endParaRPr lang="en-US" dirty="0"/>
          </a:p>
        </p:txBody>
      </p:sp>
      <p:sp>
        <p:nvSpPr>
          <p:cNvPr id="14" name="Footer Placeholder 13"/>
          <p:cNvSpPr>
            <a:spLocks noGrp="1"/>
          </p:cNvSpPr>
          <p:nvPr>
            <p:ph type="ftr" sz="quarter" idx="12"/>
          </p:nvPr>
        </p:nvSpPr>
        <p:spPr/>
        <p:txBody>
          <a:bodyPr/>
          <a:lstStyle/>
          <a:p>
            <a:pPr>
              <a:defRPr/>
            </a:pPr>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9" name="Content Placeholder 8"/>
          <p:cNvSpPr>
            <a:spLocks noGrp="1"/>
          </p:cNvSpPr>
          <p:nvPr>
            <p:ph sz="quarter" idx="1"/>
          </p:nvPr>
        </p:nvSpPr>
        <p:spPr>
          <a:xfrm>
            <a:off x="609600" y="1589567"/>
            <a:ext cx="38862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844901" y="1589567"/>
            <a:ext cx="38862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8" name="Date Placeholder 7"/>
          <p:cNvSpPr>
            <a:spLocks noGrp="1"/>
          </p:cNvSpPr>
          <p:nvPr>
            <p:ph type="dt" sz="half" idx="15"/>
          </p:nvPr>
        </p:nvSpPr>
        <p:spPr/>
        <p:txBody>
          <a:bodyPr rtlCol="0"/>
          <a:lstStyle/>
          <a:p>
            <a:pPr>
              <a:defRPr/>
            </a:pPr>
            <a:endParaRPr lang="en-US" dirty="0"/>
          </a:p>
        </p:txBody>
      </p:sp>
      <p:sp>
        <p:nvSpPr>
          <p:cNvPr id="10" name="Slide Number Placeholder 9"/>
          <p:cNvSpPr>
            <a:spLocks noGrp="1"/>
          </p:cNvSpPr>
          <p:nvPr>
            <p:ph type="sldNum" sz="quarter" idx="16"/>
          </p:nvPr>
        </p:nvSpPr>
        <p:spPr/>
        <p:txBody>
          <a:bodyPr rtlCol="0"/>
          <a:lstStyle/>
          <a:p>
            <a:pPr>
              <a:defRPr/>
            </a:pPr>
            <a:fld id="{DB7C6281-11D5-406B-8C25-9A0E7B7E4BA9}" type="slidenum">
              <a:rPr lang="en-US" smtClean="0"/>
              <a:pPr>
                <a:defRPr/>
              </a:pPr>
              <a:t>‹#›</a:t>
            </a:fld>
            <a:endParaRPr lang="en-US" dirty="0"/>
          </a:p>
        </p:txBody>
      </p:sp>
      <p:sp>
        <p:nvSpPr>
          <p:cNvPr id="12" name="Footer Placeholder 11"/>
          <p:cNvSpPr>
            <a:spLocks noGrp="1"/>
          </p:cNvSpPr>
          <p:nvPr>
            <p:ph type="ftr" sz="quarter" idx="17"/>
          </p:nvPr>
        </p:nvSpPr>
        <p:spPr/>
        <p:txBody>
          <a:bodyPr rtlCol="0"/>
          <a:lstStyle/>
          <a:p>
            <a:pPr>
              <a:defRPr/>
            </a:pP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nchor="ctr"/>
          <a:lstStyle>
            <a:lvl1pPr>
              <a:defRPr/>
            </a:lvl1pPr>
          </a:lstStyle>
          <a:p>
            <a:r>
              <a:rPr kumimoji="0" lang="en-US"/>
              <a:t>Click to edit Master title style</a:t>
            </a:r>
          </a:p>
        </p:txBody>
      </p:sp>
      <p:sp>
        <p:nvSpPr>
          <p:cNvPr id="11" name="Content Placeholder 10"/>
          <p:cNvSpPr>
            <a:spLocks noGrp="1"/>
          </p:cNvSpPr>
          <p:nvPr>
            <p:ph sz="quarter" idx="2"/>
          </p:nvPr>
        </p:nvSpPr>
        <p:spPr>
          <a:xfrm>
            <a:off x="609600" y="2438400"/>
            <a:ext cx="38862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800600" y="2438400"/>
            <a:ext cx="38862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 name="Date Placeholder 9"/>
          <p:cNvSpPr>
            <a:spLocks noGrp="1"/>
          </p:cNvSpPr>
          <p:nvPr>
            <p:ph type="dt" sz="half" idx="15"/>
          </p:nvPr>
        </p:nvSpPr>
        <p:spPr/>
        <p:txBody>
          <a:bodyPr rtlCol="0"/>
          <a:lstStyle/>
          <a:p>
            <a:pPr>
              <a:defRPr/>
            </a:pPr>
            <a:endParaRPr lang="en-US" dirty="0"/>
          </a:p>
        </p:txBody>
      </p:sp>
      <p:sp>
        <p:nvSpPr>
          <p:cNvPr id="12" name="Slide Number Placeholder 11"/>
          <p:cNvSpPr>
            <a:spLocks noGrp="1"/>
          </p:cNvSpPr>
          <p:nvPr>
            <p:ph type="sldNum" sz="quarter" idx="16"/>
          </p:nvPr>
        </p:nvSpPr>
        <p:spPr/>
        <p:txBody>
          <a:bodyPr rtlCol="0"/>
          <a:lstStyle/>
          <a:p>
            <a:pPr>
              <a:defRPr/>
            </a:pPr>
            <a:fld id="{2EB149ED-843F-4A3E-B6DC-3C9078D3A438}" type="slidenum">
              <a:rPr lang="en-US" smtClean="0"/>
              <a:pPr>
                <a:defRPr/>
              </a:pPr>
              <a:t>‹#›</a:t>
            </a:fld>
            <a:endParaRPr lang="en-US" dirty="0"/>
          </a:p>
        </p:txBody>
      </p:sp>
      <p:sp>
        <p:nvSpPr>
          <p:cNvPr id="14" name="Footer Placeholder 13"/>
          <p:cNvSpPr>
            <a:spLocks noGrp="1"/>
          </p:cNvSpPr>
          <p:nvPr>
            <p:ph type="ftr" sz="quarter" idx="17"/>
          </p:nvPr>
        </p:nvSpPr>
        <p:spPr/>
        <p:txBody>
          <a:bodyPr rtlCol="0"/>
          <a:lstStyle/>
          <a:p>
            <a:pPr>
              <a:defRPr/>
            </a:pPr>
            <a:endParaRPr lang="en-US" dirty="0"/>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pPr>
              <a:defRPr/>
            </a:pPr>
            <a:endParaRPr lang="en-US" dirty="0"/>
          </a:p>
        </p:txBody>
      </p:sp>
      <p:sp>
        <p:nvSpPr>
          <p:cNvPr id="4" name="Footer Placeholder 3"/>
          <p:cNvSpPr>
            <a:spLocks noGrp="1"/>
          </p:cNvSpPr>
          <p:nvPr>
            <p:ph type="ftr" sz="quarter" idx="11"/>
          </p:nvPr>
        </p:nvSpPr>
        <p:spPr/>
        <p:txBody>
          <a:bodyPr/>
          <a:lstStyle/>
          <a:p>
            <a:pPr>
              <a:defRPr/>
            </a:pPr>
            <a:endParaRPr lang="en-US" dirty="0"/>
          </a:p>
        </p:txBody>
      </p:sp>
      <p:sp>
        <p:nvSpPr>
          <p:cNvPr id="5" name="Slide Number Placeholder 4"/>
          <p:cNvSpPr>
            <a:spLocks noGrp="1"/>
          </p:cNvSpPr>
          <p:nvPr>
            <p:ph type="sldNum" sz="quarter" idx="12"/>
          </p:nvPr>
        </p:nvSpPr>
        <p:spPr/>
        <p:txBody>
          <a:bodyPr/>
          <a:lstStyle>
            <a:lvl1pPr>
              <a:defRPr>
                <a:solidFill>
                  <a:srgbClr val="FFFFFF"/>
                </a:solidFill>
              </a:defRPr>
            </a:lvl1pPr>
          </a:lstStyle>
          <a:p>
            <a:pPr>
              <a:defRPr/>
            </a:pPr>
            <a:fld id="{D1F36EB3-F5AA-4F19-B0CC-179D5FC4A6F7}" type="slidenum">
              <a:rPr lang="en-US" smtClean="0"/>
              <a:pPr>
                <a:defRPr/>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n-US" dirty="0"/>
          </a:p>
        </p:txBody>
      </p:sp>
      <p:sp>
        <p:nvSpPr>
          <p:cNvPr id="3" name="Footer Placeholder 2"/>
          <p:cNvSpPr>
            <a:spLocks noGrp="1"/>
          </p:cNvSpPr>
          <p:nvPr>
            <p:ph type="ftr" sz="quarter" idx="11"/>
          </p:nvPr>
        </p:nvSpPr>
        <p:spPr/>
        <p:txBody>
          <a:bodyPr/>
          <a:lstStyle/>
          <a:p>
            <a:pPr>
              <a:defRPr/>
            </a:pPr>
            <a:endParaRPr lang="en-US" dirty="0"/>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pPr>
              <a:defRPr/>
            </a:pPr>
            <a:fld id="{E1087127-E791-4993-996A-591664452FEE}" type="slidenum">
              <a:rPr lang="en-US" smtClean="0"/>
              <a:pPr>
                <a:defRPr/>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nchor="ctr"/>
          <a:lstStyle>
            <a:lvl1pPr algn="l">
              <a:buNone/>
              <a:defRPr sz="4400" b="0"/>
            </a:lvl1pPr>
          </a:lstStyle>
          <a:p>
            <a:r>
              <a:rPr kumimoji="0" lang="en-US"/>
              <a:t>Click to edit Master title style</a:t>
            </a:r>
          </a:p>
        </p:txBody>
      </p:sp>
      <p:sp>
        <p:nvSpPr>
          <p:cNvPr id="5" name="Date Placeholder 4"/>
          <p:cNvSpPr>
            <a:spLocks noGrp="1"/>
          </p:cNvSpPr>
          <p:nvPr>
            <p:ph type="dt" sz="half" idx="10"/>
          </p:nvPr>
        </p:nvSpPr>
        <p:spPr/>
        <p:txBody>
          <a:bodyPr/>
          <a:lstStyle/>
          <a:p>
            <a:pPr>
              <a:defRPr/>
            </a:pPr>
            <a:endParaRPr lang="en-US" dirty="0"/>
          </a:p>
        </p:txBody>
      </p:sp>
      <p:sp>
        <p:nvSpPr>
          <p:cNvPr id="6" name="Footer Placeholder 5"/>
          <p:cNvSpPr>
            <a:spLocks noGrp="1"/>
          </p:cNvSpPr>
          <p:nvPr>
            <p:ph type="ftr" sz="quarter" idx="11"/>
          </p:nvPr>
        </p:nvSpPr>
        <p:spPr/>
        <p:txBody>
          <a:bodyPr/>
          <a:lstStyle/>
          <a:p>
            <a:pPr>
              <a:defRPr/>
            </a:pPr>
            <a:endParaRPr lang="en-US" dirty="0"/>
          </a:p>
        </p:txBody>
      </p:sp>
      <p:sp>
        <p:nvSpPr>
          <p:cNvPr id="7" name="Slide Number Placeholder 6"/>
          <p:cNvSpPr>
            <a:spLocks noGrp="1"/>
          </p:cNvSpPr>
          <p:nvPr>
            <p:ph type="sldNum" sz="quarter" idx="12"/>
          </p:nvPr>
        </p:nvSpPr>
        <p:spPr/>
        <p:txBody>
          <a:bodyPr/>
          <a:lstStyle>
            <a:lvl1pPr>
              <a:defRPr>
                <a:solidFill>
                  <a:srgbClr val="FFFFFF"/>
                </a:solidFill>
              </a:defRPr>
            </a:lvl1pPr>
          </a:lstStyle>
          <a:p>
            <a:pPr>
              <a:defRPr/>
            </a:pPr>
            <a:fld id="{FCB7A1B0-07BD-48F4-8FD2-5AF25D265A8F}" type="slidenum">
              <a:rPr lang="en-US" smtClean="0"/>
              <a:pPr>
                <a:defRPr/>
              </a:pPr>
              <a:t>‹#›</a:t>
            </a:fld>
            <a:endParaRPr lang="en-US" dirty="0"/>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3">
        <a:schemeClr val="bg2"/>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a:t>Click to edit Master text styles</a:t>
            </a:r>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en-US"/>
              <a:t>Click to edit Master title style</a:t>
            </a:r>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2" name="Date Placeholder 11"/>
          <p:cNvSpPr>
            <a:spLocks noGrp="1"/>
          </p:cNvSpPr>
          <p:nvPr>
            <p:ph type="dt" sz="half" idx="10"/>
          </p:nvPr>
        </p:nvSpPr>
        <p:spPr>
          <a:xfrm>
            <a:off x="6248400" y="6248400"/>
            <a:ext cx="2667000" cy="365125"/>
          </a:xfrm>
        </p:spPr>
        <p:txBody>
          <a:bodyPr rtlCol="0"/>
          <a:lstStyle/>
          <a:p>
            <a:pPr>
              <a:defRPr/>
            </a:pPr>
            <a:endParaRPr lang="en-US" dirty="0"/>
          </a:p>
        </p:txBody>
      </p:sp>
      <p:sp>
        <p:nvSpPr>
          <p:cNvPr id="13" name="Slide Number Placeholder 12"/>
          <p:cNvSpPr>
            <a:spLocks noGrp="1"/>
          </p:cNvSpPr>
          <p:nvPr>
            <p:ph type="sldNum" sz="quarter" idx="11"/>
          </p:nvPr>
        </p:nvSpPr>
        <p:spPr>
          <a:xfrm>
            <a:off x="0" y="4667249"/>
            <a:ext cx="1447800" cy="663578"/>
          </a:xfrm>
        </p:spPr>
        <p:txBody>
          <a:bodyPr rtlCol="0"/>
          <a:lstStyle>
            <a:lvl1pPr>
              <a:defRPr sz="2800"/>
            </a:lvl1pPr>
          </a:lstStyle>
          <a:p>
            <a:pPr>
              <a:defRPr/>
            </a:pPr>
            <a:fld id="{A0E3BDA5-F4D8-4BCE-A7F4-FAB7891662E5}" type="slidenum">
              <a:rPr lang="en-US" smtClean="0"/>
              <a:pPr>
                <a:defRPr/>
              </a:pPr>
              <a:t>‹#›</a:t>
            </a:fld>
            <a:endParaRPr lang="en-US" dirty="0"/>
          </a:p>
        </p:txBody>
      </p:sp>
      <p:sp>
        <p:nvSpPr>
          <p:cNvPr id="14" name="Footer Placeholder 13"/>
          <p:cNvSpPr>
            <a:spLocks noGrp="1"/>
          </p:cNvSpPr>
          <p:nvPr>
            <p:ph type="ftr" sz="quarter" idx="12"/>
          </p:nvPr>
        </p:nvSpPr>
        <p:spPr>
          <a:xfrm>
            <a:off x="1600200" y="6248206"/>
            <a:ext cx="4572000" cy="365125"/>
          </a:xfrm>
        </p:spPr>
        <p:txBody>
          <a:bodyPr rtlCol="0"/>
          <a:lstStyle/>
          <a:p>
            <a:pPr>
              <a:defRPr/>
            </a:pPr>
            <a:endParaRPr lang="en-US" dirty="0"/>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en-US" dirty="0"/>
              <a:t>Click icon to add picture</a:t>
            </a:r>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a:defRPr/>
            </a:pPr>
            <a:endParaRPr lang="en-US" dirty="0"/>
          </a:p>
        </p:txBody>
      </p:sp>
      <p:sp>
        <p:nvSpPr>
          <p:cNvPr id="5" name="Footer Placeholder 4"/>
          <p:cNvSpPr>
            <a:spLocks noGrp="1"/>
          </p:cNvSpPr>
          <p:nvPr>
            <p:ph type="ftr" sz="quarter" idx="11"/>
          </p:nvPr>
        </p:nvSpPr>
        <p:spPr/>
        <p:txBody>
          <a:bodyPr/>
          <a:lstStyle/>
          <a:p>
            <a:pPr>
              <a:defRPr/>
            </a:pPr>
            <a:endParaRPr lang="en-US" dirty="0"/>
          </a:p>
        </p:txBody>
      </p:sp>
      <p:sp>
        <p:nvSpPr>
          <p:cNvPr id="6" name="Slide Number Placeholder 5"/>
          <p:cNvSpPr>
            <a:spLocks noGrp="1"/>
          </p:cNvSpPr>
          <p:nvPr>
            <p:ph type="sldNum" sz="quarter" idx="12"/>
          </p:nvPr>
        </p:nvSpPr>
        <p:spPr/>
        <p:txBody>
          <a:bodyPr/>
          <a:lstStyle/>
          <a:p>
            <a:pPr>
              <a:defRPr/>
            </a:pPr>
            <a:fld id="{0703F767-0712-477F-8DFC-50EF1582A1C8}" type="slidenum">
              <a:rPr lang="en-US" smtClean="0"/>
              <a:pPr>
                <a:defRPr/>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1"/>
      </p:bgRef>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0"/>
            <a:ext cx="2057400" cy="55165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609600"/>
            <a:ext cx="5562600" cy="5516564"/>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a:xfrm>
            <a:off x="6553200" y="6248402"/>
            <a:ext cx="2209800" cy="365125"/>
          </a:xfrm>
        </p:spPr>
        <p:txBody>
          <a:bodyPr/>
          <a:lstStyle/>
          <a:p>
            <a:pPr>
              <a:defRPr/>
            </a:pPr>
            <a:endParaRPr lang="en-US" dirty="0"/>
          </a:p>
        </p:txBody>
      </p:sp>
      <p:sp>
        <p:nvSpPr>
          <p:cNvPr id="5" name="Footer Placeholder 4"/>
          <p:cNvSpPr>
            <a:spLocks noGrp="1"/>
          </p:cNvSpPr>
          <p:nvPr>
            <p:ph type="ftr" sz="quarter" idx="11"/>
          </p:nvPr>
        </p:nvSpPr>
        <p:spPr>
          <a:xfrm>
            <a:off x="457201" y="6248207"/>
            <a:ext cx="5573483" cy="365125"/>
          </a:xfrm>
        </p:spPr>
        <p:txBody>
          <a:bodyPr/>
          <a:lstStyle/>
          <a:p>
            <a:pPr>
              <a:defRPr/>
            </a:pPr>
            <a:endParaRPr lang="en-US" dirty="0"/>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dirty="0"/>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dirty="0"/>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dirty="0"/>
          </a:p>
        </p:txBody>
      </p:sp>
      <p:sp>
        <p:nvSpPr>
          <p:cNvPr id="6" name="Slide Number Placeholder 5"/>
          <p:cNvSpPr>
            <a:spLocks noGrp="1"/>
          </p:cNvSpPr>
          <p:nvPr>
            <p:ph type="sldNum" sz="quarter" idx="12"/>
          </p:nvPr>
        </p:nvSpPr>
        <p:spPr>
          <a:xfrm rot="5400000">
            <a:off x="5989638" y="144462"/>
            <a:ext cx="533400" cy="244476"/>
          </a:xfrm>
        </p:spPr>
        <p:txBody>
          <a:bodyPr/>
          <a:lstStyle/>
          <a:p>
            <a:pPr>
              <a:defRPr/>
            </a:pPr>
            <a:fld id="{F3FECB42-6680-462A-A57A-4765D8FEF890}" type="slidenum">
              <a:rPr lang="en-US" smtClean="0"/>
              <a:pPr>
                <a:defRPr/>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0654CD-D370-1808-A590-92A0E90D553B}"/>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2CB87CF7-7FF6-03A1-1B54-DD52F25F129D}"/>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4722C463-0CC0-79CD-57B1-58E3F5BED308}"/>
              </a:ext>
            </a:extLst>
          </p:cNvPr>
          <p:cNvSpPr>
            <a:spLocks noGrp="1"/>
          </p:cNvSpPr>
          <p:nvPr>
            <p:ph type="dt" sz="half" idx="10"/>
          </p:nvPr>
        </p:nvSpPr>
        <p:spPr/>
        <p:txBody>
          <a:bodyPr/>
          <a:lstStyle/>
          <a:p>
            <a:fld id="{F4D89380-6D65-F04C-81CB-3FF90DB60AA5}" type="datetimeFigureOut">
              <a:rPr lang="en-US" smtClean="0"/>
              <a:t>9/17/2026</a:t>
            </a:fld>
            <a:endParaRPr lang="en-US" dirty="0"/>
          </a:p>
        </p:txBody>
      </p:sp>
      <p:sp>
        <p:nvSpPr>
          <p:cNvPr id="5" name="Footer Placeholder 4">
            <a:extLst>
              <a:ext uri="{FF2B5EF4-FFF2-40B4-BE49-F238E27FC236}">
                <a16:creationId xmlns:a16="http://schemas.microsoft.com/office/drawing/2014/main" id="{72C6EC74-2B77-E043-94D7-40D4400B0AB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7F41C43-D3B5-26A0-6E22-4025665DFA64}"/>
              </a:ext>
            </a:extLst>
          </p:cNvPr>
          <p:cNvSpPr>
            <a:spLocks noGrp="1"/>
          </p:cNvSpPr>
          <p:nvPr>
            <p:ph type="sldNum" sz="quarter" idx="12"/>
          </p:nvPr>
        </p:nvSpPr>
        <p:spPr/>
        <p:txBody>
          <a:bodyPr/>
          <a:lstStyle/>
          <a:p>
            <a:fld id="{8255DD11-3719-0E4F-AC98-54E931B07A2E}" type="slidenum">
              <a:rPr lang="en-US" smtClean="0"/>
              <a:t>‹#›</a:t>
            </a:fld>
            <a:endParaRPr lang="en-US" dirty="0"/>
          </a:p>
        </p:txBody>
      </p:sp>
    </p:spTree>
    <p:extLst>
      <p:ext uri="{BB962C8B-B14F-4D97-AF65-F5344CB8AC3E}">
        <p14:creationId xmlns:p14="http://schemas.microsoft.com/office/powerpoint/2010/main" val="186281661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5A921A-99E8-2789-202F-3D23FE50A08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C67ED4-AF3F-0373-2CCD-F6EE36BB325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CCD2CA-5767-27FB-A8F2-2881B6898A20}"/>
              </a:ext>
            </a:extLst>
          </p:cNvPr>
          <p:cNvSpPr>
            <a:spLocks noGrp="1"/>
          </p:cNvSpPr>
          <p:nvPr>
            <p:ph type="dt" sz="half" idx="10"/>
          </p:nvPr>
        </p:nvSpPr>
        <p:spPr/>
        <p:txBody>
          <a:bodyPr/>
          <a:lstStyle/>
          <a:p>
            <a:fld id="{F4D89380-6D65-F04C-81CB-3FF90DB60AA5}" type="datetimeFigureOut">
              <a:rPr lang="en-US" smtClean="0"/>
              <a:t>9/17/2026</a:t>
            </a:fld>
            <a:endParaRPr lang="en-US" dirty="0"/>
          </a:p>
        </p:txBody>
      </p:sp>
      <p:sp>
        <p:nvSpPr>
          <p:cNvPr id="5" name="Footer Placeholder 4">
            <a:extLst>
              <a:ext uri="{FF2B5EF4-FFF2-40B4-BE49-F238E27FC236}">
                <a16:creationId xmlns:a16="http://schemas.microsoft.com/office/drawing/2014/main" id="{8F399FB1-FBEA-BD3B-D777-2AC8472D8E2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1319D3F6-5602-1AA5-8091-AC9BADDD8B06}"/>
              </a:ext>
            </a:extLst>
          </p:cNvPr>
          <p:cNvSpPr>
            <a:spLocks noGrp="1"/>
          </p:cNvSpPr>
          <p:nvPr>
            <p:ph type="sldNum" sz="quarter" idx="12"/>
          </p:nvPr>
        </p:nvSpPr>
        <p:spPr/>
        <p:txBody>
          <a:bodyPr/>
          <a:lstStyle/>
          <a:p>
            <a:fld id="{8255DD11-3719-0E4F-AC98-54E931B07A2E}" type="slidenum">
              <a:rPr lang="en-US" smtClean="0"/>
              <a:t>‹#›</a:t>
            </a:fld>
            <a:endParaRPr lang="en-US" dirty="0"/>
          </a:p>
        </p:txBody>
      </p:sp>
    </p:spTree>
    <p:extLst>
      <p:ext uri="{BB962C8B-B14F-4D97-AF65-F5344CB8AC3E}">
        <p14:creationId xmlns:p14="http://schemas.microsoft.com/office/powerpoint/2010/main" val="111105905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C25979-736D-5F33-9E55-E33B366039FF}"/>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E679FB56-EABB-0813-3532-005C7ABF1E65}"/>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79EE848-69ED-4C90-01C8-C5C0B2F24D58}"/>
              </a:ext>
            </a:extLst>
          </p:cNvPr>
          <p:cNvSpPr>
            <a:spLocks noGrp="1"/>
          </p:cNvSpPr>
          <p:nvPr>
            <p:ph type="dt" sz="half" idx="10"/>
          </p:nvPr>
        </p:nvSpPr>
        <p:spPr/>
        <p:txBody>
          <a:bodyPr/>
          <a:lstStyle/>
          <a:p>
            <a:fld id="{F4D89380-6D65-F04C-81CB-3FF90DB60AA5}" type="datetimeFigureOut">
              <a:rPr lang="en-US" smtClean="0"/>
              <a:t>9/17/2026</a:t>
            </a:fld>
            <a:endParaRPr lang="en-US" dirty="0"/>
          </a:p>
        </p:txBody>
      </p:sp>
      <p:sp>
        <p:nvSpPr>
          <p:cNvPr id="5" name="Footer Placeholder 4">
            <a:extLst>
              <a:ext uri="{FF2B5EF4-FFF2-40B4-BE49-F238E27FC236}">
                <a16:creationId xmlns:a16="http://schemas.microsoft.com/office/drawing/2014/main" id="{ECF4C07B-1A60-F8F1-FA4F-9008EC0ACDA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157F8C8-8121-6066-51A4-9E91EA5B0465}"/>
              </a:ext>
            </a:extLst>
          </p:cNvPr>
          <p:cNvSpPr>
            <a:spLocks noGrp="1"/>
          </p:cNvSpPr>
          <p:nvPr>
            <p:ph type="sldNum" sz="quarter" idx="12"/>
          </p:nvPr>
        </p:nvSpPr>
        <p:spPr/>
        <p:txBody>
          <a:bodyPr/>
          <a:lstStyle/>
          <a:p>
            <a:fld id="{8255DD11-3719-0E4F-AC98-54E931B07A2E}" type="slidenum">
              <a:rPr lang="en-US" smtClean="0"/>
              <a:t>‹#›</a:t>
            </a:fld>
            <a:endParaRPr lang="en-US" dirty="0"/>
          </a:p>
        </p:txBody>
      </p:sp>
    </p:spTree>
    <p:extLst>
      <p:ext uri="{BB962C8B-B14F-4D97-AF65-F5344CB8AC3E}">
        <p14:creationId xmlns:p14="http://schemas.microsoft.com/office/powerpoint/2010/main" val="46949128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E75C1-95DA-0B84-5333-7106211526B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B5466C6-7148-90BC-7B1E-C2BCFDAF7798}"/>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57D0D54-DB23-064C-5029-1959BF42FF6B}"/>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9FC31F0-733A-CE97-69D3-B8CC4804B5B2}"/>
              </a:ext>
            </a:extLst>
          </p:cNvPr>
          <p:cNvSpPr>
            <a:spLocks noGrp="1"/>
          </p:cNvSpPr>
          <p:nvPr>
            <p:ph type="dt" sz="half" idx="10"/>
          </p:nvPr>
        </p:nvSpPr>
        <p:spPr/>
        <p:txBody>
          <a:bodyPr/>
          <a:lstStyle/>
          <a:p>
            <a:fld id="{F4D89380-6D65-F04C-81CB-3FF90DB60AA5}" type="datetimeFigureOut">
              <a:rPr lang="en-US" smtClean="0"/>
              <a:t>9/17/2026</a:t>
            </a:fld>
            <a:endParaRPr lang="en-US" dirty="0"/>
          </a:p>
        </p:txBody>
      </p:sp>
      <p:sp>
        <p:nvSpPr>
          <p:cNvPr id="6" name="Footer Placeholder 5">
            <a:extLst>
              <a:ext uri="{FF2B5EF4-FFF2-40B4-BE49-F238E27FC236}">
                <a16:creationId xmlns:a16="http://schemas.microsoft.com/office/drawing/2014/main" id="{D2B189FD-0740-50EA-0634-537AA94060E7}"/>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E130426-5F06-1056-6F89-46A4D50862AE}"/>
              </a:ext>
            </a:extLst>
          </p:cNvPr>
          <p:cNvSpPr>
            <a:spLocks noGrp="1"/>
          </p:cNvSpPr>
          <p:nvPr>
            <p:ph type="sldNum" sz="quarter" idx="12"/>
          </p:nvPr>
        </p:nvSpPr>
        <p:spPr/>
        <p:txBody>
          <a:bodyPr/>
          <a:lstStyle/>
          <a:p>
            <a:fld id="{8255DD11-3719-0E4F-AC98-54E931B07A2E}" type="slidenum">
              <a:rPr lang="en-US" smtClean="0"/>
              <a:t>‹#›</a:t>
            </a:fld>
            <a:endParaRPr lang="en-US" dirty="0"/>
          </a:p>
        </p:txBody>
      </p:sp>
    </p:spTree>
    <p:extLst>
      <p:ext uri="{BB962C8B-B14F-4D97-AF65-F5344CB8AC3E}">
        <p14:creationId xmlns:p14="http://schemas.microsoft.com/office/powerpoint/2010/main" val="376080177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006364-F480-0307-23AD-F46B2F3E6975}"/>
              </a:ext>
            </a:extLst>
          </p:cNvPr>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70A6632-CA67-280F-483B-116EC98E7D0B}"/>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C325E5B1-EA1A-8F84-9711-1044329066EF}"/>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D51FAF0-5785-5EC3-EFE9-79483DD5CF53}"/>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5A1B4EC0-4F76-6FBC-34CD-5777527409C1}"/>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2E3239F-F866-83E4-4C91-5460886020B7}"/>
              </a:ext>
            </a:extLst>
          </p:cNvPr>
          <p:cNvSpPr>
            <a:spLocks noGrp="1"/>
          </p:cNvSpPr>
          <p:nvPr>
            <p:ph type="dt" sz="half" idx="10"/>
          </p:nvPr>
        </p:nvSpPr>
        <p:spPr/>
        <p:txBody>
          <a:bodyPr/>
          <a:lstStyle/>
          <a:p>
            <a:fld id="{F4D89380-6D65-F04C-81CB-3FF90DB60AA5}" type="datetimeFigureOut">
              <a:rPr lang="en-US" smtClean="0"/>
              <a:t>9/17/2026</a:t>
            </a:fld>
            <a:endParaRPr lang="en-US" dirty="0"/>
          </a:p>
        </p:txBody>
      </p:sp>
      <p:sp>
        <p:nvSpPr>
          <p:cNvPr id="8" name="Footer Placeholder 7">
            <a:extLst>
              <a:ext uri="{FF2B5EF4-FFF2-40B4-BE49-F238E27FC236}">
                <a16:creationId xmlns:a16="http://schemas.microsoft.com/office/drawing/2014/main" id="{DF6FFD13-6993-1730-29D0-ECC82FE538C5}"/>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4438D485-7312-B2B5-678F-F703E294B5E2}"/>
              </a:ext>
            </a:extLst>
          </p:cNvPr>
          <p:cNvSpPr>
            <a:spLocks noGrp="1"/>
          </p:cNvSpPr>
          <p:nvPr>
            <p:ph type="sldNum" sz="quarter" idx="12"/>
          </p:nvPr>
        </p:nvSpPr>
        <p:spPr/>
        <p:txBody>
          <a:bodyPr/>
          <a:lstStyle/>
          <a:p>
            <a:fld id="{8255DD11-3719-0E4F-AC98-54E931B07A2E}" type="slidenum">
              <a:rPr lang="en-US" smtClean="0"/>
              <a:t>‹#›</a:t>
            </a:fld>
            <a:endParaRPr lang="en-US" dirty="0"/>
          </a:p>
        </p:txBody>
      </p:sp>
    </p:spTree>
    <p:extLst>
      <p:ext uri="{BB962C8B-B14F-4D97-AF65-F5344CB8AC3E}">
        <p14:creationId xmlns:p14="http://schemas.microsoft.com/office/powerpoint/2010/main" val="306495186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A6BBDD-2C97-3504-18A4-7D7CD678CCE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C12B91B-250F-E01B-CAA3-D070BFF41B7C}"/>
              </a:ext>
            </a:extLst>
          </p:cNvPr>
          <p:cNvSpPr>
            <a:spLocks noGrp="1"/>
          </p:cNvSpPr>
          <p:nvPr>
            <p:ph type="dt" sz="half" idx="10"/>
          </p:nvPr>
        </p:nvSpPr>
        <p:spPr/>
        <p:txBody>
          <a:bodyPr/>
          <a:lstStyle/>
          <a:p>
            <a:fld id="{F4D89380-6D65-F04C-81CB-3FF90DB60AA5}" type="datetimeFigureOut">
              <a:rPr lang="en-US" smtClean="0"/>
              <a:t>9/17/2026</a:t>
            </a:fld>
            <a:endParaRPr lang="en-US" dirty="0"/>
          </a:p>
        </p:txBody>
      </p:sp>
      <p:sp>
        <p:nvSpPr>
          <p:cNvPr id="4" name="Footer Placeholder 3">
            <a:extLst>
              <a:ext uri="{FF2B5EF4-FFF2-40B4-BE49-F238E27FC236}">
                <a16:creationId xmlns:a16="http://schemas.microsoft.com/office/drawing/2014/main" id="{96AD885A-D7DC-B110-1148-FBFAF3EEFBF4}"/>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37631CEB-5720-DADF-3CE6-E8BC1A61CB43}"/>
              </a:ext>
            </a:extLst>
          </p:cNvPr>
          <p:cNvSpPr>
            <a:spLocks noGrp="1"/>
          </p:cNvSpPr>
          <p:nvPr>
            <p:ph type="sldNum" sz="quarter" idx="12"/>
          </p:nvPr>
        </p:nvSpPr>
        <p:spPr/>
        <p:txBody>
          <a:bodyPr/>
          <a:lstStyle/>
          <a:p>
            <a:fld id="{8255DD11-3719-0E4F-AC98-54E931B07A2E}" type="slidenum">
              <a:rPr lang="en-US" smtClean="0"/>
              <a:t>‹#›</a:t>
            </a:fld>
            <a:endParaRPr lang="en-US" dirty="0"/>
          </a:p>
        </p:txBody>
      </p:sp>
    </p:spTree>
    <p:extLst>
      <p:ext uri="{BB962C8B-B14F-4D97-AF65-F5344CB8AC3E}">
        <p14:creationId xmlns:p14="http://schemas.microsoft.com/office/powerpoint/2010/main" val="286427961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AC18CDA-8490-5447-B9E5-70643FA915A2}"/>
              </a:ext>
            </a:extLst>
          </p:cNvPr>
          <p:cNvSpPr>
            <a:spLocks noGrp="1"/>
          </p:cNvSpPr>
          <p:nvPr>
            <p:ph type="dt" sz="half" idx="10"/>
          </p:nvPr>
        </p:nvSpPr>
        <p:spPr/>
        <p:txBody>
          <a:bodyPr/>
          <a:lstStyle/>
          <a:p>
            <a:fld id="{F4D89380-6D65-F04C-81CB-3FF90DB60AA5}" type="datetimeFigureOut">
              <a:rPr lang="en-US" smtClean="0"/>
              <a:t>9/17/2026</a:t>
            </a:fld>
            <a:endParaRPr lang="en-US" dirty="0"/>
          </a:p>
        </p:txBody>
      </p:sp>
      <p:sp>
        <p:nvSpPr>
          <p:cNvPr id="3" name="Footer Placeholder 2">
            <a:extLst>
              <a:ext uri="{FF2B5EF4-FFF2-40B4-BE49-F238E27FC236}">
                <a16:creationId xmlns:a16="http://schemas.microsoft.com/office/drawing/2014/main" id="{25D313E4-7D89-369C-6A68-0187F14E80F9}"/>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11C22987-584D-23B0-654A-38038AF59090}"/>
              </a:ext>
            </a:extLst>
          </p:cNvPr>
          <p:cNvSpPr>
            <a:spLocks noGrp="1"/>
          </p:cNvSpPr>
          <p:nvPr>
            <p:ph type="sldNum" sz="quarter" idx="12"/>
          </p:nvPr>
        </p:nvSpPr>
        <p:spPr/>
        <p:txBody>
          <a:bodyPr/>
          <a:lstStyle/>
          <a:p>
            <a:fld id="{8255DD11-3719-0E4F-AC98-54E931B07A2E}" type="slidenum">
              <a:rPr lang="en-US" smtClean="0"/>
              <a:t>‹#›</a:t>
            </a:fld>
            <a:endParaRPr lang="en-US" dirty="0"/>
          </a:p>
        </p:txBody>
      </p:sp>
    </p:spTree>
    <p:extLst>
      <p:ext uri="{BB962C8B-B14F-4D97-AF65-F5344CB8AC3E}">
        <p14:creationId xmlns:p14="http://schemas.microsoft.com/office/powerpoint/2010/main" val="30380350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AC7600-B307-429D-5E1E-5AE836ED5D38}"/>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ECDD373A-E072-D13C-F499-BB3897CF2C63}"/>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65015C8-499B-83D9-B783-12700A5C2F9F}"/>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638E60C7-5C36-5D6F-9FC4-5911567B59BB}"/>
              </a:ext>
            </a:extLst>
          </p:cNvPr>
          <p:cNvSpPr>
            <a:spLocks noGrp="1"/>
          </p:cNvSpPr>
          <p:nvPr>
            <p:ph type="dt" sz="half" idx="10"/>
          </p:nvPr>
        </p:nvSpPr>
        <p:spPr/>
        <p:txBody>
          <a:bodyPr/>
          <a:lstStyle/>
          <a:p>
            <a:fld id="{F4D89380-6D65-F04C-81CB-3FF90DB60AA5}" type="datetimeFigureOut">
              <a:rPr lang="en-US" smtClean="0"/>
              <a:t>9/17/2026</a:t>
            </a:fld>
            <a:endParaRPr lang="en-US" dirty="0"/>
          </a:p>
        </p:txBody>
      </p:sp>
      <p:sp>
        <p:nvSpPr>
          <p:cNvPr id="6" name="Footer Placeholder 5">
            <a:extLst>
              <a:ext uri="{FF2B5EF4-FFF2-40B4-BE49-F238E27FC236}">
                <a16:creationId xmlns:a16="http://schemas.microsoft.com/office/drawing/2014/main" id="{AD235947-3F28-F506-E779-8EDFA0D84D70}"/>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E4C955B8-1A1D-B60E-0493-AFBC3FA3CE3F}"/>
              </a:ext>
            </a:extLst>
          </p:cNvPr>
          <p:cNvSpPr>
            <a:spLocks noGrp="1"/>
          </p:cNvSpPr>
          <p:nvPr>
            <p:ph type="sldNum" sz="quarter" idx="12"/>
          </p:nvPr>
        </p:nvSpPr>
        <p:spPr/>
        <p:txBody>
          <a:bodyPr/>
          <a:lstStyle/>
          <a:p>
            <a:fld id="{8255DD11-3719-0E4F-AC98-54E931B07A2E}" type="slidenum">
              <a:rPr lang="en-US" smtClean="0"/>
              <a:t>‹#›</a:t>
            </a:fld>
            <a:endParaRPr lang="en-US" dirty="0"/>
          </a:p>
        </p:txBody>
      </p:sp>
    </p:spTree>
    <p:extLst>
      <p:ext uri="{BB962C8B-B14F-4D97-AF65-F5344CB8AC3E}">
        <p14:creationId xmlns:p14="http://schemas.microsoft.com/office/powerpoint/2010/main" val="68338036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7BC66E-8891-D919-946E-310C88162A84}"/>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CBBCE2EE-6693-0A2B-BF5A-DEB499669BDB}"/>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dirty="0"/>
          </a:p>
        </p:txBody>
      </p:sp>
      <p:sp>
        <p:nvSpPr>
          <p:cNvPr id="4" name="Text Placeholder 3">
            <a:extLst>
              <a:ext uri="{FF2B5EF4-FFF2-40B4-BE49-F238E27FC236}">
                <a16:creationId xmlns:a16="http://schemas.microsoft.com/office/drawing/2014/main" id="{4DCD7AB5-C232-C213-F0DC-E940B7A3DF60}"/>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338C122E-3B19-5601-825C-56F41D0CC22B}"/>
              </a:ext>
            </a:extLst>
          </p:cNvPr>
          <p:cNvSpPr>
            <a:spLocks noGrp="1"/>
          </p:cNvSpPr>
          <p:nvPr>
            <p:ph type="dt" sz="half" idx="10"/>
          </p:nvPr>
        </p:nvSpPr>
        <p:spPr/>
        <p:txBody>
          <a:bodyPr/>
          <a:lstStyle/>
          <a:p>
            <a:fld id="{F4D89380-6D65-F04C-81CB-3FF90DB60AA5}" type="datetimeFigureOut">
              <a:rPr lang="en-US" smtClean="0"/>
              <a:t>9/17/2026</a:t>
            </a:fld>
            <a:endParaRPr lang="en-US" dirty="0"/>
          </a:p>
        </p:txBody>
      </p:sp>
      <p:sp>
        <p:nvSpPr>
          <p:cNvPr id="6" name="Footer Placeholder 5">
            <a:extLst>
              <a:ext uri="{FF2B5EF4-FFF2-40B4-BE49-F238E27FC236}">
                <a16:creationId xmlns:a16="http://schemas.microsoft.com/office/drawing/2014/main" id="{44F9BEF1-3EF2-0007-7AA4-3DED8F4924E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1FE7858-EBBC-FC52-7A1D-02F6FDCDACA0}"/>
              </a:ext>
            </a:extLst>
          </p:cNvPr>
          <p:cNvSpPr>
            <a:spLocks noGrp="1"/>
          </p:cNvSpPr>
          <p:nvPr>
            <p:ph type="sldNum" sz="quarter" idx="12"/>
          </p:nvPr>
        </p:nvSpPr>
        <p:spPr/>
        <p:txBody>
          <a:bodyPr/>
          <a:lstStyle/>
          <a:p>
            <a:fld id="{8255DD11-3719-0E4F-AC98-54E931B07A2E}" type="slidenum">
              <a:rPr lang="en-US" smtClean="0"/>
              <a:t>‹#›</a:t>
            </a:fld>
            <a:endParaRPr lang="en-US" dirty="0"/>
          </a:p>
        </p:txBody>
      </p:sp>
    </p:spTree>
    <p:extLst>
      <p:ext uri="{BB962C8B-B14F-4D97-AF65-F5344CB8AC3E}">
        <p14:creationId xmlns:p14="http://schemas.microsoft.com/office/powerpoint/2010/main" val="41204335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84D9D0-154C-06EF-0234-BCF563B4F56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064820E-5B95-CF2B-679D-6CFFE3F7F90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80B2007-93FA-343D-26E2-D0B34B0688E4}"/>
              </a:ext>
            </a:extLst>
          </p:cNvPr>
          <p:cNvSpPr>
            <a:spLocks noGrp="1"/>
          </p:cNvSpPr>
          <p:nvPr>
            <p:ph type="dt" sz="half" idx="10"/>
          </p:nvPr>
        </p:nvSpPr>
        <p:spPr/>
        <p:txBody>
          <a:bodyPr/>
          <a:lstStyle/>
          <a:p>
            <a:fld id="{F4D89380-6D65-F04C-81CB-3FF90DB60AA5}" type="datetimeFigureOut">
              <a:rPr lang="en-US" smtClean="0"/>
              <a:t>9/17/2026</a:t>
            </a:fld>
            <a:endParaRPr lang="en-US" dirty="0"/>
          </a:p>
        </p:txBody>
      </p:sp>
      <p:sp>
        <p:nvSpPr>
          <p:cNvPr id="5" name="Footer Placeholder 4">
            <a:extLst>
              <a:ext uri="{FF2B5EF4-FFF2-40B4-BE49-F238E27FC236}">
                <a16:creationId xmlns:a16="http://schemas.microsoft.com/office/drawing/2014/main" id="{85B1C4F9-0A7B-F61C-0737-2CEE0CE9345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CF0535B-54B1-A9DC-DCA2-69394621BB38}"/>
              </a:ext>
            </a:extLst>
          </p:cNvPr>
          <p:cNvSpPr>
            <a:spLocks noGrp="1"/>
          </p:cNvSpPr>
          <p:nvPr>
            <p:ph type="sldNum" sz="quarter" idx="12"/>
          </p:nvPr>
        </p:nvSpPr>
        <p:spPr/>
        <p:txBody>
          <a:bodyPr/>
          <a:lstStyle/>
          <a:p>
            <a:fld id="{8255DD11-3719-0E4F-AC98-54E931B07A2E}" type="slidenum">
              <a:rPr lang="en-US" smtClean="0"/>
              <a:t>‹#›</a:t>
            </a:fld>
            <a:endParaRPr lang="en-US" dirty="0"/>
          </a:p>
        </p:txBody>
      </p:sp>
    </p:spTree>
    <p:extLst>
      <p:ext uri="{BB962C8B-B14F-4D97-AF65-F5344CB8AC3E}">
        <p14:creationId xmlns:p14="http://schemas.microsoft.com/office/powerpoint/2010/main" val="180802911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25525AB-31AF-4008-3D09-3A8452FF6127}"/>
              </a:ext>
            </a:extLst>
          </p:cNvPr>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7718123-B459-2707-FB9B-E29C95F688E3}"/>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7E04E5A-08D3-AC14-45AD-150C920AB024}"/>
              </a:ext>
            </a:extLst>
          </p:cNvPr>
          <p:cNvSpPr>
            <a:spLocks noGrp="1"/>
          </p:cNvSpPr>
          <p:nvPr>
            <p:ph type="dt" sz="half" idx="10"/>
          </p:nvPr>
        </p:nvSpPr>
        <p:spPr/>
        <p:txBody>
          <a:bodyPr/>
          <a:lstStyle/>
          <a:p>
            <a:fld id="{F4D89380-6D65-F04C-81CB-3FF90DB60AA5}" type="datetimeFigureOut">
              <a:rPr lang="en-US" smtClean="0"/>
              <a:t>9/17/2026</a:t>
            </a:fld>
            <a:endParaRPr lang="en-US" dirty="0"/>
          </a:p>
        </p:txBody>
      </p:sp>
      <p:sp>
        <p:nvSpPr>
          <p:cNvPr id="5" name="Footer Placeholder 4">
            <a:extLst>
              <a:ext uri="{FF2B5EF4-FFF2-40B4-BE49-F238E27FC236}">
                <a16:creationId xmlns:a16="http://schemas.microsoft.com/office/drawing/2014/main" id="{FFDCBB05-A5AF-BD79-E3F2-2AB31AAE4E4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15FB380-212D-FF6D-110F-AC82ADDC4DDC}"/>
              </a:ext>
            </a:extLst>
          </p:cNvPr>
          <p:cNvSpPr>
            <a:spLocks noGrp="1"/>
          </p:cNvSpPr>
          <p:nvPr>
            <p:ph type="sldNum" sz="quarter" idx="12"/>
          </p:nvPr>
        </p:nvSpPr>
        <p:spPr/>
        <p:txBody>
          <a:bodyPr/>
          <a:lstStyle/>
          <a:p>
            <a:fld id="{8255DD11-3719-0E4F-AC98-54E931B07A2E}" type="slidenum">
              <a:rPr lang="en-US" smtClean="0"/>
              <a:t>‹#›</a:t>
            </a:fld>
            <a:endParaRPr lang="en-US" dirty="0"/>
          </a:p>
        </p:txBody>
      </p:sp>
    </p:spTree>
    <p:extLst>
      <p:ext uri="{BB962C8B-B14F-4D97-AF65-F5344CB8AC3E}">
        <p14:creationId xmlns:p14="http://schemas.microsoft.com/office/powerpoint/2010/main" val="7032089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kumimoji="0" lang="en-US"/>
              <a:t>Click to edit Master title style</a:t>
            </a:r>
          </a:p>
        </p:txBody>
      </p:sp>
      <p:sp>
        <p:nvSpPr>
          <p:cNvPr id="13" name="Text Placeholder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defRPr>
            </a:lvl1pPr>
          </a:lstStyle>
          <a:p>
            <a:pPr>
              <a:defRPr/>
            </a:pPr>
            <a:endParaRPr lang="en-US" dirty="0"/>
          </a:p>
        </p:txBody>
      </p:sp>
      <p:sp>
        <p:nvSpPr>
          <p:cNvPr id="3"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defRPr>
            </a:lvl1pPr>
          </a:lstStyle>
          <a:p>
            <a:pPr>
              <a:defRPr/>
            </a:pPr>
            <a:endParaRPr lang="en-US" dirty="0"/>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Slide Number Placeholder 22"/>
          <p:cNvSpPr>
            <a:spLocks noGrp="1"/>
          </p:cNvSpPr>
          <p:nvPr>
            <p:ph type="sldNum" sz="quarter" idx="4"/>
          </p:nvPr>
        </p:nvSpPr>
        <p:spPr>
          <a:xfrm>
            <a:off x="0" y="1272222"/>
            <a:ext cx="5334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pPr>
              <a:defRPr/>
            </a:pPr>
            <a:fld id="{AC02F5A3-037C-456C-B95B-D129CF4C339C}" type="slidenum">
              <a:rPr lang="en-US" smtClean="0"/>
              <a:pPr>
                <a:defRPr/>
              </a:pPr>
              <a:t>‹#›</a:t>
            </a:fld>
            <a:endParaRPr lang="en-US" dirty="0"/>
          </a:p>
        </p:txBody>
      </p:sp>
    </p:spTree>
  </p:cSld>
  <p:clrMap bg1="lt1" tx1="dk1" bg2="lt2" tx2="dk2" accent1="accent1" accent2="accent2" accent3="accent3" accent4="accent4" accent5="accent5" accent6="accent6" hlink="hlink" folHlink="folHlink"/>
  <p:sldLayoutIdLst>
    <p:sldLayoutId id="2147483819" r:id="rId1"/>
    <p:sldLayoutId id="2147483820" r:id="rId2"/>
    <p:sldLayoutId id="2147483821" r:id="rId3"/>
    <p:sldLayoutId id="2147483822" r:id="rId4"/>
    <p:sldLayoutId id="2147483823" r:id="rId5"/>
    <p:sldLayoutId id="2147483824" r:id="rId6"/>
    <p:sldLayoutId id="2147483825" r:id="rId7"/>
    <p:sldLayoutId id="2147483826" r:id="rId8"/>
    <p:sldLayoutId id="2147483827" r:id="rId9"/>
    <p:sldLayoutId id="2147483828" r:id="rId10"/>
    <p:sldLayoutId id="2147483829" r:id="rId11"/>
  </p:sldLayoutIdLst>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ACDAF1A-5BEA-F34E-0E30-B6567E0339CD}"/>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485E80A-29DD-BD26-B3FC-BA998CA93E86}"/>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1D80F8-9654-BD57-186B-86121439CDC1}"/>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F4D89380-6D65-F04C-81CB-3FF90DB60AA5}" type="datetimeFigureOut">
              <a:rPr lang="en-US" smtClean="0"/>
              <a:t>9/17/2026</a:t>
            </a:fld>
            <a:endParaRPr lang="en-US" dirty="0"/>
          </a:p>
        </p:txBody>
      </p:sp>
      <p:sp>
        <p:nvSpPr>
          <p:cNvPr id="5" name="Footer Placeholder 4">
            <a:extLst>
              <a:ext uri="{FF2B5EF4-FFF2-40B4-BE49-F238E27FC236}">
                <a16:creationId xmlns:a16="http://schemas.microsoft.com/office/drawing/2014/main" id="{FBBF4008-A7CC-C76A-012B-E4506BEA321A}"/>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223C00A1-91E1-F7F4-B223-B1DF1A520C60}"/>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8255DD11-3719-0E4F-AC98-54E931B07A2E}" type="slidenum">
              <a:rPr lang="en-US" smtClean="0"/>
              <a:t>‹#›</a:t>
            </a:fld>
            <a:endParaRPr lang="en-US" dirty="0"/>
          </a:p>
        </p:txBody>
      </p:sp>
    </p:spTree>
    <p:extLst>
      <p:ext uri="{BB962C8B-B14F-4D97-AF65-F5344CB8AC3E}">
        <p14:creationId xmlns:p14="http://schemas.microsoft.com/office/powerpoint/2010/main" val="2014259896"/>
      </p:ext>
    </p:extLst>
  </p:cSld>
  <p:clrMap bg1="dk1" tx1="lt1" bg2="dk2" tx2="lt2" accent1="accent1" accent2="accent2" accent3="accent3" accent4="accent4" accent5="accent5" accent6="accent6" hlink="hlink" folHlink="folHlink"/>
  <p:sldLayoutIdLst>
    <p:sldLayoutId id="2147483831" r:id="rId1"/>
    <p:sldLayoutId id="2147483832" r:id="rId2"/>
    <p:sldLayoutId id="2147483833" r:id="rId3"/>
    <p:sldLayoutId id="2147483834" r:id="rId4"/>
    <p:sldLayoutId id="2147483835" r:id="rId5"/>
    <p:sldLayoutId id="2147483836" r:id="rId6"/>
    <p:sldLayoutId id="2147483837" r:id="rId7"/>
    <p:sldLayoutId id="2147483838" r:id="rId8"/>
    <p:sldLayoutId id="2147483839" r:id="rId9"/>
    <p:sldLayoutId id="2147483840" r:id="rId10"/>
    <p:sldLayoutId id="214748384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7.xml"/><Relationship Id="rId1" Type="http://schemas.openxmlformats.org/officeDocument/2006/relationships/tags" Target="../tags/tag1.xml"/><Relationship Id="rId4" Type="http://schemas.openxmlformats.org/officeDocument/2006/relationships/image" Target="../media/image5.jpe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DF48FF2-349E-ED9B-D8FB-048BC76C9959}"/>
              </a:ext>
            </a:extLst>
          </p:cNvPr>
          <p:cNvSpPr>
            <a:spLocks noGrp="1"/>
          </p:cNvSpPr>
          <p:nvPr>
            <p:ph type="title"/>
          </p:nvPr>
        </p:nvSpPr>
        <p:spPr>
          <a:xfrm>
            <a:off x="359546" y="1660350"/>
            <a:ext cx="2954766" cy="4187345"/>
          </a:xfrm>
        </p:spPr>
        <p:txBody>
          <a:bodyPr>
            <a:normAutofit/>
          </a:bodyPr>
          <a:lstStyle/>
          <a:p>
            <a:pPr algn="r"/>
            <a:r>
              <a:rPr lang="en-US" sz="6000" dirty="0"/>
              <a:t>Today in LSS</a:t>
            </a:r>
          </a:p>
        </p:txBody>
      </p:sp>
      <p:graphicFrame>
        <p:nvGraphicFramePr>
          <p:cNvPr id="14" name="Content Placeholder 4">
            <a:extLst>
              <a:ext uri="{FF2B5EF4-FFF2-40B4-BE49-F238E27FC236}">
                <a16:creationId xmlns:a16="http://schemas.microsoft.com/office/drawing/2014/main" id="{B3E97826-F806-7FD8-40AB-50488E618AF5}"/>
              </a:ext>
            </a:extLst>
          </p:cNvPr>
          <p:cNvGraphicFramePr>
            <a:graphicFrameLocks noGrp="1"/>
          </p:cNvGraphicFramePr>
          <p:nvPr>
            <p:ph idx="1"/>
            <p:extLst>
              <p:ext uri="{D42A27DB-BD31-4B8C-83A1-F6EECF244321}">
                <p14:modId xmlns:p14="http://schemas.microsoft.com/office/powerpoint/2010/main" val="995620684"/>
              </p:ext>
            </p:extLst>
          </p:nvPr>
        </p:nvGraphicFramePr>
        <p:xfrm>
          <a:off x="3831402" y="1660351"/>
          <a:ext cx="4683949" cy="419201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427057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C2376FF-6DC4-F303-DAD3-693248FCA690}"/>
              </a:ext>
            </a:extLst>
          </p:cNvPr>
          <p:cNvSpPr>
            <a:spLocks noGrp="1"/>
          </p:cNvSpPr>
          <p:nvPr>
            <p:ph type="title"/>
          </p:nvPr>
        </p:nvSpPr>
        <p:spPr/>
        <p:txBody>
          <a:bodyPr/>
          <a:lstStyle/>
          <a:p>
            <a:r>
              <a:rPr lang="en-US" dirty="0"/>
              <a:t>Citation Practice</a:t>
            </a:r>
          </a:p>
        </p:txBody>
      </p:sp>
      <p:sp>
        <p:nvSpPr>
          <p:cNvPr id="5" name="Content Placeholder 4">
            <a:extLst>
              <a:ext uri="{FF2B5EF4-FFF2-40B4-BE49-F238E27FC236}">
                <a16:creationId xmlns:a16="http://schemas.microsoft.com/office/drawing/2014/main" id="{440DB141-B1B5-949F-18B4-D34937D96039}"/>
              </a:ext>
            </a:extLst>
          </p:cNvPr>
          <p:cNvSpPr>
            <a:spLocks noGrp="1"/>
          </p:cNvSpPr>
          <p:nvPr>
            <p:ph sz="quarter" idx="1"/>
          </p:nvPr>
        </p:nvSpPr>
        <p:spPr/>
        <p:txBody>
          <a:bodyPr>
            <a:normAutofit fontScale="92500" lnSpcReduction="20000"/>
          </a:bodyPr>
          <a:lstStyle/>
          <a:p>
            <a:r>
              <a:rPr lang="en-US" dirty="0"/>
              <a:t>You cite the first time to </a:t>
            </a:r>
            <a:r>
              <a:rPr lang="en-US" i="1" dirty="0"/>
              <a:t>Deasy</a:t>
            </a:r>
            <a:r>
              <a:rPr lang="en-US" dirty="0"/>
              <a:t> pointing readers to page 727. How would you it?</a:t>
            </a:r>
          </a:p>
          <a:p>
            <a:r>
              <a:rPr lang="en-US" i="1" dirty="0"/>
              <a:t>Deasy v. Louisville &amp; Jefferson Cnty. Metro. Sewer Dist.</a:t>
            </a:r>
            <a:r>
              <a:rPr lang="en-US" dirty="0"/>
              <a:t>, 47 F. App’x 726, 727 (6th Cir. 2002).</a:t>
            </a:r>
          </a:p>
          <a:p>
            <a:r>
              <a:rPr lang="en-US" dirty="0"/>
              <a:t>You then cite to </a:t>
            </a:r>
            <a:r>
              <a:rPr lang="en-US" i="1" dirty="0"/>
              <a:t>Pitt Excavating</a:t>
            </a:r>
            <a:r>
              <a:rPr lang="en-US" dirty="0"/>
              <a:t>. Now, you want to cite to </a:t>
            </a:r>
            <a:r>
              <a:rPr lang="en-US" i="1" dirty="0"/>
              <a:t>Deasy</a:t>
            </a:r>
            <a:r>
              <a:rPr lang="en-US" dirty="0"/>
              <a:t> again, pointing people to page 728. How do you do it? </a:t>
            </a:r>
          </a:p>
          <a:p>
            <a:r>
              <a:rPr lang="en-US" i="1" dirty="0"/>
              <a:t>Deasy</a:t>
            </a:r>
            <a:r>
              <a:rPr lang="en-US" dirty="0"/>
              <a:t>, 47 F. App’x at 728. </a:t>
            </a:r>
          </a:p>
          <a:p>
            <a:r>
              <a:rPr lang="en-US" dirty="0"/>
              <a:t>Now you want cite to </a:t>
            </a:r>
            <a:r>
              <a:rPr lang="en-US" i="1" dirty="0"/>
              <a:t>Deasy</a:t>
            </a:r>
            <a:r>
              <a:rPr lang="en-US" dirty="0"/>
              <a:t> again, pointing readers to page 729. There are no intervening cites to other cases. How do you do it? </a:t>
            </a:r>
          </a:p>
          <a:p>
            <a:endParaRPr lang="en-US" dirty="0"/>
          </a:p>
        </p:txBody>
      </p:sp>
    </p:spTree>
    <p:extLst>
      <p:ext uri="{BB962C8B-B14F-4D97-AF65-F5344CB8AC3E}">
        <p14:creationId xmlns:p14="http://schemas.microsoft.com/office/powerpoint/2010/main" val="17717390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8AB4E9-92F4-0407-2748-453E81E8B31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13D55C3-8B64-9794-1E9C-86F5E8916B1F}"/>
              </a:ext>
            </a:extLst>
          </p:cNvPr>
          <p:cNvSpPr>
            <a:spLocks noGrp="1"/>
          </p:cNvSpPr>
          <p:nvPr>
            <p:ph type="title"/>
          </p:nvPr>
        </p:nvSpPr>
        <p:spPr/>
        <p:txBody>
          <a:bodyPr/>
          <a:lstStyle/>
          <a:p>
            <a:r>
              <a:rPr lang="en-US" dirty="0"/>
              <a:t>Citation Practice</a:t>
            </a:r>
          </a:p>
        </p:txBody>
      </p:sp>
      <p:sp>
        <p:nvSpPr>
          <p:cNvPr id="5" name="Content Placeholder 4">
            <a:extLst>
              <a:ext uri="{FF2B5EF4-FFF2-40B4-BE49-F238E27FC236}">
                <a16:creationId xmlns:a16="http://schemas.microsoft.com/office/drawing/2014/main" id="{182A335E-D2AE-8A9C-C0D8-89DF6C1077DC}"/>
              </a:ext>
            </a:extLst>
          </p:cNvPr>
          <p:cNvSpPr>
            <a:spLocks noGrp="1"/>
          </p:cNvSpPr>
          <p:nvPr>
            <p:ph sz="quarter" idx="1"/>
          </p:nvPr>
        </p:nvSpPr>
        <p:spPr/>
        <p:txBody>
          <a:bodyPr>
            <a:normAutofit/>
          </a:bodyPr>
          <a:lstStyle/>
          <a:p>
            <a:r>
              <a:rPr lang="en-US" i="1" dirty="0"/>
              <a:t>Id. </a:t>
            </a:r>
            <a:r>
              <a:rPr lang="en-US" dirty="0"/>
              <a:t>at 729. You want to cite to Deasy again, page 729. There are no intervening cites to other cases. How do you do it? </a:t>
            </a:r>
          </a:p>
          <a:p>
            <a:r>
              <a:rPr lang="en-US" i="1" dirty="0"/>
              <a:t>Id.</a:t>
            </a:r>
          </a:p>
          <a:p>
            <a:r>
              <a:rPr lang="en-US" i="1" dirty="0"/>
              <a:t>Only use Id</a:t>
            </a:r>
            <a:r>
              <a:rPr lang="en-US" dirty="0"/>
              <a:t>. if there are no intervening cites to other cases. If not, use this longer short form: </a:t>
            </a:r>
            <a:r>
              <a:rPr lang="en-US" i="1" dirty="0"/>
              <a:t>Deasy</a:t>
            </a:r>
            <a:r>
              <a:rPr lang="en-US" dirty="0"/>
              <a:t>, 47 F. App’x at 728. </a:t>
            </a:r>
          </a:p>
          <a:p>
            <a:r>
              <a:rPr lang="en-US" dirty="0"/>
              <a:t>Bluebook Rules BT10.2 &amp; 10.9</a:t>
            </a:r>
          </a:p>
          <a:p>
            <a:endParaRPr lang="en-US" i="1" dirty="0"/>
          </a:p>
        </p:txBody>
      </p:sp>
    </p:spTree>
    <p:extLst>
      <p:ext uri="{BB962C8B-B14F-4D97-AF65-F5344CB8AC3E}">
        <p14:creationId xmlns:p14="http://schemas.microsoft.com/office/powerpoint/2010/main" val="34766771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5AAA4D-6B25-6B3E-382F-7F63693A7852}"/>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41152E7-F546-52AD-B791-CAEA5D6876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10" name="Rectangle 9">
            <a:extLst>
              <a:ext uri="{FF2B5EF4-FFF2-40B4-BE49-F238E27FC236}">
                <a16:creationId xmlns:a16="http://schemas.microsoft.com/office/drawing/2014/main" id="{C1EDCE33-7FCB-D232-04B4-6E31DA6355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857249"/>
            <a:ext cx="9143999" cy="1193057"/>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12" name="Rectangle 11">
            <a:extLst>
              <a:ext uri="{FF2B5EF4-FFF2-40B4-BE49-F238E27FC236}">
                <a16:creationId xmlns:a16="http://schemas.microsoft.com/office/drawing/2014/main" id="{0C610CD0-B77B-396D-DB19-DDE5E96BE4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857250"/>
            <a:ext cx="6086480" cy="1193057"/>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14" name="Rectangle 13">
            <a:extLst>
              <a:ext uri="{FF2B5EF4-FFF2-40B4-BE49-F238E27FC236}">
                <a16:creationId xmlns:a16="http://schemas.microsoft.com/office/drawing/2014/main" id="{6A3F70D1-BBAB-52AB-DBC8-A704951E54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857249"/>
            <a:ext cx="3057524" cy="1193057"/>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16" name="Rectangle 15">
            <a:extLst>
              <a:ext uri="{FF2B5EF4-FFF2-40B4-BE49-F238E27FC236}">
                <a16:creationId xmlns:a16="http://schemas.microsoft.com/office/drawing/2014/main" id="{FED5797F-B335-FB98-8C36-4676B82EC1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857250"/>
            <a:ext cx="8799485" cy="1198075"/>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2" name="Title 1">
            <a:extLst>
              <a:ext uri="{FF2B5EF4-FFF2-40B4-BE49-F238E27FC236}">
                <a16:creationId xmlns:a16="http://schemas.microsoft.com/office/drawing/2014/main" id="{C455AF8A-5923-D21A-F3C8-48C3039048F8}"/>
              </a:ext>
            </a:extLst>
          </p:cNvPr>
          <p:cNvSpPr>
            <a:spLocks noGrp="1"/>
          </p:cNvSpPr>
          <p:nvPr>
            <p:ph type="title"/>
          </p:nvPr>
        </p:nvSpPr>
        <p:spPr>
          <a:xfrm>
            <a:off x="1028700" y="1078154"/>
            <a:ext cx="7421963" cy="775252"/>
          </a:xfrm>
        </p:spPr>
        <p:txBody>
          <a:bodyPr>
            <a:normAutofit/>
          </a:bodyPr>
          <a:lstStyle/>
          <a:p>
            <a:r>
              <a:rPr lang="en-US" sz="2550" dirty="0">
                <a:solidFill>
                  <a:srgbClr val="FFFFFF"/>
                </a:solidFill>
              </a:rPr>
              <a:t>Analogy Examples – Which is Better?</a:t>
            </a:r>
          </a:p>
        </p:txBody>
      </p:sp>
      <p:sp>
        <p:nvSpPr>
          <p:cNvPr id="3" name="Content Placeholder 2">
            <a:extLst>
              <a:ext uri="{FF2B5EF4-FFF2-40B4-BE49-F238E27FC236}">
                <a16:creationId xmlns:a16="http://schemas.microsoft.com/office/drawing/2014/main" id="{16BE53D2-0A37-1477-CF2A-E8951B1BC6C3}"/>
              </a:ext>
            </a:extLst>
          </p:cNvPr>
          <p:cNvSpPr>
            <a:spLocks noGrp="1"/>
          </p:cNvSpPr>
          <p:nvPr>
            <p:ph idx="1"/>
          </p:nvPr>
        </p:nvSpPr>
        <p:spPr>
          <a:xfrm>
            <a:off x="1028700" y="2595898"/>
            <a:ext cx="7293023" cy="2762519"/>
          </a:xfrm>
        </p:spPr>
        <p:txBody>
          <a:bodyPr anchor="ctr">
            <a:normAutofit/>
          </a:bodyPr>
          <a:lstStyle/>
          <a:p>
            <a:r>
              <a:rPr lang="en-US" sz="1425" dirty="0"/>
              <a:t>Gabrielle Lafille will probably be able to prove she was “then aware” of her husband’s accident. Her situation is similar to the situation in </a:t>
            </a:r>
            <a:r>
              <a:rPr lang="en-US" sz="1425" i="1" dirty="0"/>
              <a:t>Krouse</a:t>
            </a:r>
            <a:r>
              <a:rPr lang="en-US" sz="1425" dirty="0"/>
              <a:t>. In </a:t>
            </a:r>
            <a:r>
              <a:rPr lang="en-US" sz="1425" i="1" dirty="0"/>
              <a:t>Krouse</a:t>
            </a:r>
            <a:r>
              <a:rPr lang="en-US" sz="1425" dirty="0"/>
              <a:t>, a husband knew where his wife was standing and heard and felt the impact of the accident come from that location. Similarly, in our client’s case, Ms. Lafille could perceive the accident even if she did not see it. Because the </a:t>
            </a:r>
            <a:r>
              <a:rPr lang="en-US" sz="1425" i="1" dirty="0"/>
              <a:t>Krouse </a:t>
            </a:r>
            <a:r>
              <a:rPr lang="en-US" sz="1425" dirty="0"/>
              <a:t>court determined that the plaintiff was then aware, a court should also determine that Ms. Lafille was then aware. </a:t>
            </a:r>
          </a:p>
          <a:p>
            <a:r>
              <a:rPr lang="en-US" sz="1425" dirty="0"/>
              <a:t>Gabrielle Lafille will probably be able to prove she was “then aware” of her husband’s accident. Her situation is similar to the situation in </a:t>
            </a:r>
            <a:r>
              <a:rPr lang="en-US" sz="1425" i="1" dirty="0"/>
              <a:t>Krouse</a:t>
            </a:r>
            <a:r>
              <a:rPr lang="en-US" sz="1425" dirty="0"/>
              <a:t>. In </a:t>
            </a:r>
            <a:r>
              <a:rPr lang="en-US" sz="1425" i="1" dirty="0"/>
              <a:t>Krouse</a:t>
            </a:r>
            <a:r>
              <a:rPr lang="en-US" sz="1425" dirty="0"/>
              <a:t>, a husband knew where his wife was standing and heard and felt the impact of the accident come from that location. Similarly, in our client’s case, Ms. Lafille knew her husband was just around the bend in the road and heard the sounds of the accident, come from that location. Because the </a:t>
            </a:r>
            <a:r>
              <a:rPr lang="en-US" sz="1425" i="1" dirty="0"/>
              <a:t>Krouse </a:t>
            </a:r>
            <a:r>
              <a:rPr lang="en-US" sz="1425" dirty="0"/>
              <a:t>court determined that the plaintiff was then aware, a court should also determine that Ms. Lafille was then aware. </a:t>
            </a:r>
            <a:endParaRPr lang="en-US" sz="1425" i="1" dirty="0"/>
          </a:p>
          <a:p>
            <a:endParaRPr lang="en-US" sz="1425" i="1" dirty="0"/>
          </a:p>
        </p:txBody>
      </p:sp>
    </p:spTree>
    <p:extLst>
      <p:ext uri="{BB962C8B-B14F-4D97-AF65-F5344CB8AC3E}">
        <p14:creationId xmlns:p14="http://schemas.microsoft.com/office/powerpoint/2010/main" val="1464393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67B6BB-8AEB-C39B-90E6-3854529D6FA0}"/>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5927C06-1B1F-6BA1-9EE7-4EB0198350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10" name="Rectangle 9">
            <a:extLst>
              <a:ext uri="{FF2B5EF4-FFF2-40B4-BE49-F238E27FC236}">
                <a16:creationId xmlns:a16="http://schemas.microsoft.com/office/drawing/2014/main" id="{1884BDB8-9177-B0DD-987F-2BDB3F5F5F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857249"/>
            <a:ext cx="9143999" cy="1193057"/>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12" name="Rectangle 11">
            <a:extLst>
              <a:ext uri="{FF2B5EF4-FFF2-40B4-BE49-F238E27FC236}">
                <a16:creationId xmlns:a16="http://schemas.microsoft.com/office/drawing/2014/main" id="{EB4855B8-F148-EE1A-561E-88D5F7E02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857250"/>
            <a:ext cx="6086480" cy="1193057"/>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14" name="Rectangle 13">
            <a:extLst>
              <a:ext uri="{FF2B5EF4-FFF2-40B4-BE49-F238E27FC236}">
                <a16:creationId xmlns:a16="http://schemas.microsoft.com/office/drawing/2014/main" id="{BC543FDD-3045-B2CD-CB2F-167F53B870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857249"/>
            <a:ext cx="3057524" cy="1193057"/>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16" name="Rectangle 15">
            <a:extLst>
              <a:ext uri="{FF2B5EF4-FFF2-40B4-BE49-F238E27FC236}">
                <a16:creationId xmlns:a16="http://schemas.microsoft.com/office/drawing/2014/main" id="{63EADE4D-5237-EA2E-7EFA-398C316D0F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857250"/>
            <a:ext cx="8799485" cy="1198075"/>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2" name="Title 1">
            <a:extLst>
              <a:ext uri="{FF2B5EF4-FFF2-40B4-BE49-F238E27FC236}">
                <a16:creationId xmlns:a16="http://schemas.microsoft.com/office/drawing/2014/main" id="{A1F4942F-6671-0228-0C4C-8691BADBB014}"/>
              </a:ext>
            </a:extLst>
          </p:cNvPr>
          <p:cNvSpPr>
            <a:spLocks noGrp="1"/>
          </p:cNvSpPr>
          <p:nvPr>
            <p:ph type="title"/>
          </p:nvPr>
        </p:nvSpPr>
        <p:spPr>
          <a:xfrm>
            <a:off x="1028700" y="1078154"/>
            <a:ext cx="7421963" cy="775252"/>
          </a:xfrm>
        </p:spPr>
        <p:txBody>
          <a:bodyPr>
            <a:normAutofit/>
          </a:bodyPr>
          <a:lstStyle/>
          <a:p>
            <a:r>
              <a:rPr lang="en-US" sz="2550" dirty="0">
                <a:solidFill>
                  <a:srgbClr val="FFFFFF"/>
                </a:solidFill>
              </a:rPr>
              <a:t>Analogy Examples – Which is Better?</a:t>
            </a:r>
          </a:p>
        </p:txBody>
      </p:sp>
      <p:sp>
        <p:nvSpPr>
          <p:cNvPr id="17" name="Content Placeholder 2">
            <a:extLst>
              <a:ext uri="{FF2B5EF4-FFF2-40B4-BE49-F238E27FC236}">
                <a16:creationId xmlns:a16="http://schemas.microsoft.com/office/drawing/2014/main" id="{781CF7C0-E467-E244-6E95-E7E81C17466C}"/>
              </a:ext>
            </a:extLst>
          </p:cNvPr>
          <p:cNvSpPr>
            <a:spLocks noGrp="1"/>
          </p:cNvSpPr>
          <p:nvPr>
            <p:ph idx="1"/>
          </p:nvPr>
        </p:nvSpPr>
        <p:spPr>
          <a:xfrm>
            <a:off x="1028700" y="2595898"/>
            <a:ext cx="7293023" cy="2762519"/>
          </a:xfrm>
        </p:spPr>
        <p:txBody>
          <a:bodyPr anchor="ctr">
            <a:normAutofit/>
          </a:bodyPr>
          <a:lstStyle/>
          <a:p>
            <a:r>
              <a:rPr lang="en-US" sz="1425" dirty="0"/>
              <a:t>Gabrielle Lafille will probably be able to prove she was “then aware” of her husband’s accident. Her situation is similar to the situation in </a:t>
            </a:r>
            <a:r>
              <a:rPr lang="en-US" sz="1425" i="1" dirty="0"/>
              <a:t>Krouse</a:t>
            </a:r>
            <a:r>
              <a:rPr lang="en-US" sz="1425" dirty="0"/>
              <a:t>. In </a:t>
            </a:r>
            <a:r>
              <a:rPr lang="en-US" sz="1425" i="1" dirty="0"/>
              <a:t>Krouse</a:t>
            </a:r>
            <a:r>
              <a:rPr lang="en-US" sz="1425" dirty="0"/>
              <a:t>, a husband knew where his wife was standing and heard and felt the impact of the accident come from that location. </a:t>
            </a:r>
            <a:r>
              <a:rPr lang="en-US" sz="1425" b="1" dirty="0"/>
              <a:t>Similarly, in our client’s case, Ms. Lafille could perceive the accident even if she did not see it. </a:t>
            </a:r>
            <a:r>
              <a:rPr lang="en-US" sz="1425" dirty="0"/>
              <a:t>Because the </a:t>
            </a:r>
            <a:r>
              <a:rPr lang="en-US" sz="1425" i="1" dirty="0"/>
              <a:t>Krouse </a:t>
            </a:r>
            <a:r>
              <a:rPr lang="en-US" sz="1425" dirty="0"/>
              <a:t>court determined that the plaintiff was then aware, a court should also determine that Ms. Lafille was then aware. </a:t>
            </a:r>
          </a:p>
          <a:p>
            <a:r>
              <a:rPr lang="en-US" sz="1425" dirty="0"/>
              <a:t>Gabrielle Lafille will probably be able to prove she was “then aware” of her husband’s accident. Her situation is similar to the situation in </a:t>
            </a:r>
            <a:r>
              <a:rPr lang="en-US" sz="1425" i="1" dirty="0"/>
              <a:t>Krouse</a:t>
            </a:r>
            <a:r>
              <a:rPr lang="en-US" sz="1425" dirty="0"/>
              <a:t>. In </a:t>
            </a:r>
            <a:r>
              <a:rPr lang="en-US" sz="1425" i="1" dirty="0"/>
              <a:t>Krouse</a:t>
            </a:r>
            <a:r>
              <a:rPr lang="en-US" sz="1425" dirty="0"/>
              <a:t>, a husband knew where his wife was standing and heard and felt the impact of the accident come from that location. </a:t>
            </a:r>
            <a:r>
              <a:rPr lang="en-US" sz="1425" b="1" dirty="0"/>
              <a:t>Similarly, in our client’s case, Ms. Lafille knew her husband was just around the bend in the round and heard the sounds of the accident come from that location. </a:t>
            </a:r>
            <a:r>
              <a:rPr lang="en-US" sz="1425" dirty="0"/>
              <a:t>Because the </a:t>
            </a:r>
            <a:r>
              <a:rPr lang="en-US" sz="1425" i="1" dirty="0"/>
              <a:t>Krouse </a:t>
            </a:r>
            <a:r>
              <a:rPr lang="en-US" sz="1425" dirty="0"/>
              <a:t>court determined that the plaintiff was then aware, a court should also determine that Ms. Lafille was then aware. </a:t>
            </a:r>
            <a:endParaRPr lang="en-US" sz="1425" b="1" i="1" dirty="0"/>
          </a:p>
          <a:p>
            <a:endParaRPr lang="en-US" sz="1425" i="1" dirty="0"/>
          </a:p>
        </p:txBody>
      </p:sp>
    </p:spTree>
    <p:extLst>
      <p:ext uri="{BB962C8B-B14F-4D97-AF65-F5344CB8AC3E}">
        <p14:creationId xmlns:p14="http://schemas.microsoft.com/office/powerpoint/2010/main" val="7475927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857249"/>
            <a:ext cx="9143999" cy="1193057"/>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857250"/>
            <a:ext cx="6086480" cy="1193057"/>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857249"/>
            <a:ext cx="3057524" cy="1193057"/>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857250"/>
            <a:ext cx="8799485" cy="1198075"/>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2" name="Title 1">
            <a:extLst>
              <a:ext uri="{FF2B5EF4-FFF2-40B4-BE49-F238E27FC236}">
                <a16:creationId xmlns:a16="http://schemas.microsoft.com/office/drawing/2014/main" id="{17D17760-7E6B-E0FB-CEEB-7D64A9C3DFFB}"/>
              </a:ext>
            </a:extLst>
          </p:cNvPr>
          <p:cNvSpPr>
            <a:spLocks noGrp="1"/>
          </p:cNvSpPr>
          <p:nvPr>
            <p:ph type="title"/>
          </p:nvPr>
        </p:nvSpPr>
        <p:spPr>
          <a:xfrm>
            <a:off x="1028700" y="1078154"/>
            <a:ext cx="7421963" cy="775252"/>
          </a:xfrm>
        </p:spPr>
        <p:txBody>
          <a:bodyPr>
            <a:normAutofit/>
          </a:bodyPr>
          <a:lstStyle/>
          <a:p>
            <a:r>
              <a:rPr lang="en-US" sz="2550" dirty="0">
                <a:solidFill>
                  <a:srgbClr val="FFFFFF"/>
                </a:solidFill>
              </a:rPr>
              <a:t>Analogy Examples – Which is Better?</a:t>
            </a:r>
          </a:p>
        </p:txBody>
      </p:sp>
      <p:sp>
        <p:nvSpPr>
          <p:cNvPr id="3" name="Content Placeholder 2">
            <a:extLst>
              <a:ext uri="{FF2B5EF4-FFF2-40B4-BE49-F238E27FC236}">
                <a16:creationId xmlns:a16="http://schemas.microsoft.com/office/drawing/2014/main" id="{28B3488C-6511-F036-444D-8EE7A14BD4EA}"/>
              </a:ext>
            </a:extLst>
          </p:cNvPr>
          <p:cNvSpPr>
            <a:spLocks noGrp="1"/>
          </p:cNvSpPr>
          <p:nvPr>
            <p:ph idx="1"/>
          </p:nvPr>
        </p:nvSpPr>
        <p:spPr>
          <a:xfrm>
            <a:off x="1028700" y="2595898"/>
            <a:ext cx="7293023" cy="2762519"/>
          </a:xfrm>
        </p:spPr>
        <p:txBody>
          <a:bodyPr anchor="ctr">
            <a:normAutofit/>
          </a:bodyPr>
          <a:lstStyle/>
          <a:p>
            <a:r>
              <a:rPr lang="en-US" sz="1500" dirty="0"/>
              <a:t>The Neros can prove that they had actual possession of their land because they used the disputed property in a manner that an owner would. Like the plaintiffs in Slak who showed actual possession by building a fence and planting vegetation, the Neros built a fence, kept a garden, and maintained an orchard and should, therefore, also be able to prove actual possession. </a:t>
            </a:r>
          </a:p>
          <a:p>
            <a:r>
              <a:rPr lang="en-US" sz="1500" dirty="0"/>
              <a:t>The Neros can prove that they had actual possession of their land because they used the disputed property in a manner that an owner would. Like the plaintiffs in Slak who showed actual possession by building a fence and planting vegetation, the Neros should also be able to show actual possession because they built a fence, kept a garden, and maintained an orchard. </a:t>
            </a:r>
          </a:p>
          <a:p>
            <a:endParaRPr lang="en-US" sz="1500" dirty="0"/>
          </a:p>
        </p:txBody>
      </p:sp>
    </p:spTree>
    <p:extLst>
      <p:ext uri="{BB962C8B-B14F-4D97-AF65-F5344CB8AC3E}">
        <p14:creationId xmlns:p14="http://schemas.microsoft.com/office/powerpoint/2010/main" val="2344615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96A749-986D-5D8C-09A6-B18D39EECED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857249"/>
            <a:ext cx="9143999" cy="1193057"/>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857250"/>
            <a:ext cx="6086480" cy="1193057"/>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857249"/>
            <a:ext cx="3057524" cy="1193057"/>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857250"/>
            <a:ext cx="8799485" cy="1198075"/>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2" name="Title 1">
            <a:extLst>
              <a:ext uri="{FF2B5EF4-FFF2-40B4-BE49-F238E27FC236}">
                <a16:creationId xmlns:a16="http://schemas.microsoft.com/office/drawing/2014/main" id="{F04680D6-1006-08DF-F8B1-AC9AC34960E8}"/>
              </a:ext>
            </a:extLst>
          </p:cNvPr>
          <p:cNvSpPr>
            <a:spLocks noGrp="1"/>
          </p:cNvSpPr>
          <p:nvPr>
            <p:ph type="title"/>
          </p:nvPr>
        </p:nvSpPr>
        <p:spPr>
          <a:xfrm>
            <a:off x="1028700" y="1078154"/>
            <a:ext cx="7421963" cy="775252"/>
          </a:xfrm>
        </p:spPr>
        <p:txBody>
          <a:bodyPr>
            <a:normAutofit/>
          </a:bodyPr>
          <a:lstStyle/>
          <a:p>
            <a:r>
              <a:rPr lang="en-US" sz="2550" dirty="0">
                <a:solidFill>
                  <a:srgbClr val="FFFFFF"/>
                </a:solidFill>
              </a:rPr>
              <a:t>Analogy Examples – Which is Better?</a:t>
            </a:r>
          </a:p>
        </p:txBody>
      </p:sp>
      <p:sp>
        <p:nvSpPr>
          <p:cNvPr id="3" name="Content Placeholder 2">
            <a:extLst>
              <a:ext uri="{FF2B5EF4-FFF2-40B4-BE49-F238E27FC236}">
                <a16:creationId xmlns:a16="http://schemas.microsoft.com/office/drawing/2014/main" id="{C4B653F7-AEAE-E26B-FC5E-8FE6D9A9B93D}"/>
              </a:ext>
            </a:extLst>
          </p:cNvPr>
          <p:cNvSpPr>
            <a:spLocks noGrp="1"/>
          </p:cNvSpPr>
          <p:nvPr>
            <p:ph idx="1"/>
          </p:nvPr>
        </p:nvSpPr>
        <p:spPr>
          <a:xfrm>
            <a:off x="1028700" y="2595898"/>
            <a:ext cx="7293023" cy="2762519"/>
          </a:xfrm>
        </p:spPr>
        <p:txBody>
          <a:bodyPr anchor="ctr">
            <a:normAutofit/>
          </a:bodyPr>
          <a:lstStyle/>
          <a:p>
            <a:r>
              <a:rPr lang="en-US" sz="1500" dirty="0"/>
              <a:t>The Neros can prove that they had actual possession of their land because they used the disputed property in a manner that an owner would. [1] Like the plaintiffs in Slak [2] who showed actual possession [3] by building a fence and planting vegetation, [1] the Neros [3] built a fence, kept a garden, and maintained an orchard and should, therefore, also [2] be able to prove actual possession. </a:t>
            </a:r>
          </a:p>
          <a:p>
            <a:r>
              <a:rPr lang="en-US" sz="1500" dirty="0"/>
              <a:t>The Neros can prove that they had actual possession of their land because they used the disputed property in a manner that an owner would. [1] Like the plaintiffs in Slak [2] who showed actual possession [3] by building a fence and planting vegetation, [1] the Neros should also be able to [2] show actual possession because they [3] built a fence, kept a garden, and maintained an orchard. </a:t>
            </a:r>
          </a:p>
          <a:p>
            <a:endParaRPr lang="en-US" sz="1500" dirty="0"/>
          </a:p>
        </p:txBody>
      </p:sp>
    </p:spTree>
    <p:extLst>
      <p:ext uri="{BB962C8B-B14F-4D97-AF65-F5344CB8AC3E}">
        <p14:creationId xmlns:p14="http://schemas.microsoft.com/office/powerpoint/2010/main" val="13697812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DC4942-2E31-5233-3DBF-3EA2D2B49988}"/>
              </a:ext>
            </a:extLst>
          </p:cNvPr>
          <p:cNvSpPr>
            <a:spLocks noGrp="1"/>
          </p:cNvSpPr>
          <p:nvPr>
            <p:ph type="title"/>
          </p:nvPr>
        </p:nvSpPr>
        <p:spPr/>
        <p:txBody>
          <a:bodyPr/>
          <a:lstStyle/>
          <a:p>
            <a:r>
              <a:rPr lang="en-US" dirty="0"/>
              <a:t>BLW Chapter 8.2.1</a:t>
            </a:r>
          </a:p>
        </p:txBody>
      </p:sp>
      <p:sp>
        <p:nvSpPr>
          <p:cNvPr id="3" name="Text Placeholder 2">
            <a:extLst>
              <a:ext uri="{FF2B5EF4-FFF2-40B4-BE49-F238E27FC236}">
                <a16:creationId xmlns:a16="http://schemas.microsoft.com/office/drawing/2014/main" id="{DEA30130-DC8B-CFC2-5481-46A54BF3FF59}"/>
              </a:ext>
            </a:extLst>
          </p:cNvPr>
          <p:cNvSpPr>
            <a:spLocks noGrp="1"/>
          </p:cNvSpPr>
          <p:nvPr>
            <p:ph type="body" idx="1"/>
          </p:nvPr>
        </p:nvSpPr>
        <p:spPr/>
        <p:txBody>
          <a:bodyPr/>
          <a:lstStyle/>
          <a:p>
            <a:r>
              <a:rPr lang="en-US" dirty="0"/>
              <a:t>exercise</a:t>
            </a:r>
          </a:p>
        </p:txBody>
      </p:sp>
    </p:spTree>
    <p:extLst>
      <p:ext uri="{BB962C8B-B14F-4D97-AF65-F5344CB8AC3E}">
        <p14:creationId xmlns:p14="http://schemas.microsoft.com/office/powerpoint/2010/main" val="1769158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half" idx="2"/>
          </p:nvPr>
        </p:nvSpPr>
        <p:spPr/>
        <p:txBody>
          <a:bodyPr/>
          <a:lstStyle/>
          <a:p>
            <a:endParaRPr lang="en-US" dirty="0"/>
          </a:p>
        </p:txBody>
      </p:sp>
      <p:sp>
        <p:nvSpPr>
          <p:cNvPr id="3" name="Title 2"/>
          <p:cNvSpPr>
            <a:spLocks noGrp="1"/>
          </p:cNvSpPr>
          <p:nvPr>
            <p:ph type="title"/>
          </p:nvPr>
        </p:nvSpPr>
        <p:spPr/>
        <p:txBody>
          <a:bodyPr/>
          <a:lstStyle/>
          <a:p>
            <a:r>
              <a:rPr lang="en-US" dirty="0"/>
              <a:t>Putting It All Together: Editing Workshop</a:t>
            </a: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58950" y="533400"/>
            <a:ext cx="6997700" cy="3749148"/>
          </a:xfrm>
          <a:prstGeom prst="rect">
            <a:avLst/>
          </a:prstGeom>
        </p:spPr>
      </p:pic>
    </p:spTree>
    <p:extLst>
      <p:ext uri="{BB962C8B-B14F-4D97-AF65-F5344CB8AC3E}">
        <p14:creationId xmlns:p14="http://schemas.microsoft.com/office/powerpoint/2010/main" val="40209604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Editing Workshop</a:t>
            </a:r>
          </a:p>
        </p:txBody>
      </p:sp>
      <p:pic>
        <p:nvPicPr>
          <p:cNvPr id="8" name="Content Placeholder 7"/>
          <p:cNvPicPr>
            <a:picLocks noGrp="1" noChangeAspect="1"/>
          </p:cNvPicPr>
          <p:nvPr>
            <p:ph sz="quarter" idx="1"/>
          </p:nvPr>
        </p:nvPicPr>
        <p:blipFill>
          <a:blip r:embed="rId2"/>
          <a:srcRect l="7500" r="7500"/>
          <a:stretch>
            <a:fillRect/>
          </a:stretch>
        </p:blipFill>
        <p:spPr/>
      </p:pic>
      <p:sp>
        <p:nvSpPr>
          <p:cNvPr id="7" name="Content Placeholder 6"/>
          <p:cNvSpPr>
            <a:spLocks noGrp="1"/>
          </p:cNvSpPr>
          <p:nvPr>
            <p:ph sz="quarter" idx="2"/>
          </p:nvPr>
        </p:nvSpPr>
        <p:spPr/>
        <p:txBody>
          <a:bodyPr anchor="ctr"/>
          <a:lstStyle/>
          <a:p>
            <a:pPr marL="0" indent="0" algn="ctr">
              <a:buNone/>
            </a:pPr>
            <a:r>
              <a:rPr lang="en-US" dirty="0"/>
              <a:t>There is no great writing, only great rewriting.</a:t>
            </a:r>
          </a:p>
          <a:p>
            <a:pPr marL="0" indent="0" algn="r">
              <a:buNone/>
            </a:pPr>
            <a:r>
              <a:rPr lang="en-US" sz="1800" i="1" dirty="0"/>
              <a:t>~Justice Louis D. Brandeis</a:t>
            </a:r>
          </a:p>
        </p:txBody>
      </p:sp>
    </p:spTree>
    <p:extLst>
      <p:ext uri="{BB962C8B-B14F-4D97-AF65-F5344CB8AC3E}">
        <p14:creationId xmlns:p14="http://schemas.microsoft.com/office/powerpoint/2010/main" val="21105490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pattFill prst="ltHorz">
          <a:fgClr>
            <a:schemeClr val="bg2">
              <a:lumMod val="90000"/>
            </a:schemeClr>
          </a:fgClr>
          <a:bgClr>
            <a:schemeClr val="bg1"/>
          </a:bgClr>
        </a:pattFill>
        <a:effectLst/>
      </p:bgPr>
    </p:bg>
    <p:spTree>
      <p:nvGrpSpPr>
        <p:cNvPr id="1" name=""/>
        <p:cNvGrpSpPr/>
        <p:nvPr/>
      </p:nvGrpSpPr>
      <p:grpSpPr>
        <a:xfrm>
          <a:off x="0" y="0"/>
          <a:ext cx="0" cy="0"/>
          <a:chOff x="0" y="0"/>
          <a:chExt cx="0" cy="0"/>
        </a:xfrm>
      </p:grpSpPr>
      <p:graphicFrame>
        <p:nvGraphicFramePr>
          <p:cNvPr id="6" name="Picture Placeholder 5"/>
          <p:cNvGraphicFramePr>
            <a:graphicFrameLocks noGrp="1"/>
          </p:cNvGraphicFramePr>
          <p:nvPr>
            <p:ph type="pic" idx="4294967295"/>
            <p:extLst>
              <p:ext uri="{D42A27DB-BD31-4B8C-83A1-F6EECF244321}">
                <p14:modId xmlns:p14="http://schemas.microsoft.com/office/powerpoint/2010/main" val="3020083249"/>
              </p:ext>
            </p:extLst>
          </p:nvPr>
        </p:nvGraphicFramePr>
        <p:xfrm>
          <a:off x="304800" y="457200"/>
          <a:ext cx="8381999" cy="6096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5122035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Big Picture</a:t>
            </a:r>
          </a:p>
        </p:txBody>
      </p:sp>
      <p:sp>
        <p:nvSpPr>
          <p:cNvPr id="6" name="Content Placeholder 5"/>
          <p:cNvSpPr>
            <a:spLocks noGrp="1"/>
          </p:cNvSpPr>
          <p:nvPr>
            <p:ph sz="quarter" idx="1"/>
          </p:nvPr>
        </p:nvSpPr>
        <p:spPr>
          <a:xfrm>
            <a:off x="612648" y="1905000"/>
            <a:ext cx="8153400" cy="4495800"/>
          </a:xfrm>
        </p:spPr>
        <p:txBody>
          <a:bodyPr>
            <a:normAutofit/>
          </a:bodyPr>
          <a:lstStyle/>
          <a:p>
            <a:r>
              <a:rPr lang="en-US" dirty="0"/>
              <a:t>Step back and look at your writing from 10,000 ft.</a:t>
            </a:r>
          </a:p>
          <a:p>
            <a:r>
              <a:rPr lang="en-US" dirty="0"/>
              <a:t>Does your writing: </a:t>
            </a:r>
          </a:p>
          <a:p>
            <a:pPr lvl="1"/>
            <a:r>
              <a:rPr lang="en-US" dirty="0"/>
              <a:t>follow the CReAC paradigm? (Identify the parts)</a:t>
            </a:r>
          </a:p>
          <a:p>
            <a:pPr lvl="1"/>
            <a:r>
              <a:rPr lang="en-US" dirty="0"/>
              <a:t>get to the point quickly?</a:t>
            </a:r>
          </a:p>
          <a:p>
            <a:pPr lvl="1"/>
            <a:r>
              <a:rPr lang="en-US" dirty="0"/>
              <a:t>stick to the issue in dispute?</a:t>
            </a:r>
          </a:p>
          <a:p>
            <a:pPr lvl="1"/>
            <a:r>
              <a:rPr lang="en-US" dirty="0"/>
              <a:t>lead with the strongest case/strongest argument?</a:t>
            </a:r>
          </a:p>
          <a:p>
            <a:pPr lvl="1"/>
            <a:r>
              <a:rPr lang="en-US" dirty="0"/>
              <a:t>deal with not-so-great facts or law?</a:t>
            </a:r>
          </a:p>
          <a:p>
            <a:pPr lvl="1"/>
            <a:endParaRPr lang="en-US" dirty="0"/>
          </a:p>
          <a:p>
            <a:pPr marL="365760" lvl="1" indent="0">
              <a:buNone/>
            </a:pPr>
            <a:endParaRPr lang="en-US" dirty="0"/>
          </a:p>
          <a:p>
            <a:endParaRPr lang="en-US" dirty="0"/>
          </a:p>
        </p:txBody>
      </p:sp>
    </p:spTree>
    <p:extLst>
      <p:ext uri="{BB962C8B-B14F-4D97-AF65-F5344CB8AC3E}">
        <p14:creationId xmlns:p14="http://schemas.microsoft.com/office/powerpoint/2010/main" val="8002931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5124DEFC-CCD1-1F7C-7775-B24364B821B7}"/>
              </a:ext>
            </a:extLst>
          </p:cNvPr>
          <p:cNvSpPr>
            <a:spLocks noGrp="1"/>
          </p:cNvSpPr>
          <p:nvPr>
            <p:ph type="body" idx="1"/>
          </p:nvPr>
        </p:nvSpPr>
        <p:spPr/>
        <p:txBody>
          <a:bodyPr/>
          <a:lstStyle/>
          <a:p>
            <a:r>
              <a:rPr lang="en-US" dirty="0"/>
              <a:t>Reviewing Content and Organization</a:t>
            </a:r>
          </a:p>
        </p:txBody>
      </p:sp>
      <p:sp>
        <p:nvSpPr>
          <p:cNvPr id="4" name="Title 3">
            <a:extLst>
              <a:ext uri="{FF2B5EF4-FFF2-40B4-BE49-F238E27FC236}">
                <a16:creationId xmlns:a16="http://schemas.microsoft.com/office/drawing/2014/main" id="{32272214-4E8A-E7BC-0CFC-C3CF2B371D9A}"/>
              </a:ext>
            </a:extLst>
          </p:cNvPr>
          <p:cNvSpPr>
            <a:spLocks noGrp="1"/>
          </p:cNvSpPr>
          <p:nvPr>
            <p:ph type="title"/>
          </p:nvPr>
        </p:nvSpPr>
        <p:spPr/>
        <p:txBody>
          <a:bodyPr>
            <a:normAutofit/>
          </a:bodyPr>
          <a:lstStyle/>
          <a:p>
            <a:r>
              <a:rPr lang="en-US" dirty="0"/>
              <a:t>BLW page 286 - Checklist</a:t>
            </a:r>
          </a:p>
        </p:txBody>
      </p:sp>
    </p:spTree>
    <p:extLst>
      <p:ext uri="{BB962C8B-B14F-4D97-AF65-F5344CB8AC3E}">
        <p14:creationId xmlns:p14="http://schemas.microsoft.com/office/powerpoint/2010/main" val="30497585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F0A7F7A-9612-96AF-D23E-042CB25DC852}"/>
              </a:ext>
            </a:extLst>
          </p:cNvPr>
          <p:cNvSpPr>
            <a:spLocks noGrp="1"/>
          </p:cNvSpPr>
          <p:nvPr>
            <p:ph type="title"/>
          </p:nvPr>
        </p:nvSpPr>
        <p:spPr/>
        <p:txBody>
          <a:bodyPr/>
          <a:lstStyle/>
          <a:p>
            <a:r>
              <a:rPr lang="en-US" dirty="0"/>
              <a:t>13.A Checklist</a:t>
            </a:r>
          </a:p>
        </p:txBody>
      </p:sp>
      <p:sp>
        <p:nvSpPr>
          <p:cNvPr id="5" name="Content Placeholder 4">
            <a:extLst>
              <a:ext uri="{FF2B5EF4-FFF2-40B4-BE49-F238E27FC236}">
                <a16:creationId xmlns:a16="http://schemas.microsoft.com/office/drawing/2014/main" id="{423F340A-6135-41F0-FBEA-5501720C6310}"/>
              </a:ext>
            </a:extLst>
          </p:cNvPr>
          <p:cNvSpPr>
            <a:spLocks noGrp="1"/>
          </p:cNvSpPr>
          <p:nvPr>
            <p:ph sz="quarter" idx="1"/>
          </p:nvPr>
        </p:nvSpPr>
        <p:spPr/>
        <p:txBody>
          <a:bodyPr/>
          <a:lstStyle/>
          <a:p>
            <a:pPr marL="514350" indent="-514350">
              <a:buAutoNum type="arabicPeriod"/>
            </a:pPr>
            <a:r>
              <a:rPr lang="en-US" dirty="0"/>
              <a:t>Label the parts of the CREAC</a:t>
            </a:r>
          </a:p>
          <a:p>
            <a:pPr marL="514350" indent="-514350">
              <a:buAutoNum type="arabicPeriod"/>
            </a:pPr>
            <a:r>
              <a:rPr lang="en-US" dirty="0"/>
              <a:t>Review all Rules</a:t>
            </a:r>
          </a:p>
          <a:p>
            <a:pPr marL="514350" indent="-514350">
              <a:buAutoNum type="arabicPeriod"/>
            </a:pPr>
            <a:r>
              <a:rPr lang="en-US" dirty="0"/>
              <a:t>Case Illustrations</a:t>
            </a:r>
          </a:p>
          <a:p>
            <a:pPr marL="514350" indent="-514350">
              <a:buAutoNum type="arabicPeriod"/>
            </a:pPr>
            <a:r>
              <a:rPr lang="en-US" dirty="0"/>
              <a:t>Application</a:t>
            </a:r>
          </a:p>
          <a:p>
            <a:pPr marL="514350" indent="-514350">
              <a:buAutoNum type="arabicPeriod"/>
            </a:pPr>
            <a:r>
              <a:rPr lang="en-US" dirty="0"/>
              <a:t>Counter-Analysis</a:t>
            </a:r>
          </a:p>
          <a:p>
            <a:pPr marL="514350" indent="-514350">
              <a:buAutoNum type="arabicPeriod"/>
            </a:pPr>
            <a:r>
              <a:rPr lang="en-US" dirty="0"/>
              <a:t>General Considerations</a:t>
            </a:r>
          </a:p>
          <a:p>
            <a:pPr marL="514350" indent="-514350">
              <a:buAutoNum type="arabicPeriod"/>
            </a:pPr>
            <a:r>
              <a:rPr lang="en-US" dirty="0"/>
              <a:t>Conclusion</a:t>
            </a:r>
          </a:p>
          <a:p>
            <a:pPr marL="514350" indent="-514350">
              <a:buAutoNum type="arabicPeriod"/>
            </a:pPr>
            <a:endParaRPr lang="en-US" dirty="0"/>
          </a:p>
          <a:p>
            <a:endParaRPr lang="en-US" dirty="0"/>
          </a:p>
        </p:txBody>
      </p:sp>
    </p:spTree>
    <p:extLst>
      <p:ext uri="{BB962C8B-B14F-4D97-AF65-F5344CB8AC3E}">
        <p14:creationId xmlns:p14="http://schemas.microsoft.com/office/powerpoint/2010/main" val="20847762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Proofreading</a:t>
            </a:r>
          </a:p>
        </p:txBody>
      </p:sp>
      <p:sp>
        <p:nvSpPr>
          <p:cNvPr id="3" name="Content Placeholder 2"/>
          <p:cNvSpPr>
            <a:spLocks noGrp="1"/>
          </p:cNvSpPr>
          <p:nvPr>
            <p:ph sz="quarter" idx="1"/>
          </p:nvPr>
        </p:nvSpPr>
        <p:spPr/>
        <p:txBody>
          <a:bodyPr>
            <a:normAutofit/>
          </a:bodyPr>
          <a:lstStyle/>
          <a:p>
            <a:r>
              <a:rPr lang="en-US" dirty="0"/>
              <a:t>Proofread for errors in:</a:t>
            </a:r>
          </a:p>
          <a:p>
            <a:pPr lvl="1"/>
            <a:r>
              <a:rPr lang="en-US" dirty="0"/>
              <a:t>grammar</a:t>
            </a:r>
          </a:p>
          <a:p>
            <a:pPr lvl="1"/>
            <a:r>
              <a:rPr lang="en-US" dirty="0"/>
              <a:t>capitalization</a:t>
            </a:r>
          </a:p>
          <a:p>
            <a:pPr lvl="1"/>
            <a:r>
              <a:rPr lang="en-US" dirty="0"/>
              <a:t>punctuation</a:t>
            </a:r>
          </a:p>
          <a:p>
            <a:pPr lvl="1"/>
            <a:r>
              <a:rPr lang="en-US" dirty="0"/>
              <a:t>spelling</a:t>
            </a:r>
          </a:p>
          <a:p>
            <a:endParaRPr lang="en-US" dirty="0"/>
          </a:p>
          <a:p>
            <a:endParaRPr lang="en-US" dirty="0"/>
          </a:p>
        </p:txBody>
      </p:sp>
      <p:sp>
        <p:nvSpPr>
          <p:cNvPr id="4" name="Cloud 3"/>
          <p:cNvSpPr/>
          <p:nvPr/>
        </p:nvSpPr>
        <p:spPr>
          <a:xfrm rot="20565566">
            <a:off x="3810000" y="2341230"/>
            <a:ext cx="5029200" cy="3581400"/>
          </a:xfrm>
          <a:prstGeom prst="cloud">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2800" b="1" dirty="0"/>
              <a:t>Right or wrong, proofreading reflects on the quality of your work.</a:t>
            </a:r>
          </a:p>
        </p:txBody>
      </p:sp>
    </p:spTree>
    <p:extLst>
      <p:ext uri="{BB962C8B-B14F-4D97-AF65-F5344CB8AC3E}">
        <p14:creationId xmlns:p14="http://schemas.microsoft.com/office/powerpoint/2010/main" val="3789272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Proofreading</a:t>
            </a:r>
          </a:p>
        </p:txBody>
      </p:sp>
      <p:sp>
        <p:nvSpPr>
          <p:cNvPr id="3" name="Content Placeholder 2"/>
          <p:cNvSpPr>
            <a:spLocks noGrp="1"/>
          </p:cNvSpPr>
          <p:nvPr>
            <p:ph sz="quarter" idx="1"/>
          </p:nvPr>
        </p:nvSpPr>
        <p:spPr/>
        <p:txBody>
          <a:bodyPr>
            <a:normAutofit/>
          </a:bodyPr>
          <a:lstStyle/>
          <a:p>
            <a:r>
              <a:rPr lang="en-US" b="1" dirty="0"/>
              <a:t>PRINT OUT YOUR WORK</a:t>
            </a:r>
          </a:p>
          <a:p>
            <a:r>
              <a:rPr lang="en-US" dirty="0"/>
              <a:t>Take a break after writing (ideally overnight) and come back to it for editing</a:t>
            </a:r>
          </a:p>
          <a:p>
            <a:r>
              <a:rPr lang="en-US" dirty="0"/>
              <a:t>Read it out loud</a:t>
            </a:r>
          </a:p>
          <a:p>
            <a:r>
              <a:rPr lang="en-US" dirty="0"/>
              <a:t>Read it backwards</a:t>
            </a:r>
          </a:p>
          <a:p>
            <a:r>
              <a:rPr lang="en-US" dirty="0"/>
              <a:t>Use a ruler to focus on one line at a time</a:t>
            </a:r>
          </a:p>
          <a:p>
            <a:r>
              <a:rPr lang="en-US" dirty="0"/>
              <a:t>When you find one mistake, look for other instances of that same mistake by using “find and replace”</a:t>
            </a:r>
          </a:p>
        </p:txBody>
      </p:sp>
    </p:spTree>
    <p:extLst>
      <p:ext uri="{BB962C8B-B14F-4D97-AF65-F5344CB8AC3E}">
        <p14:creationId xmlns:p14="http://schemas.microsoft.com/office/powerpoint/2010/main" val="17275590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sz="quarter" idx="1"/>
          </p:nvPr>
        </p:nvSpPr>
        <p:spPr>
          <a:xfrm>
            <a:off x="612648" y="1600200"/>
            <a:ext cx="8153400" cy="4724400"/>
          </a:xfrm>
        </p:spPr>
        <p:txBody>
          <a:bodyPr>
            <a:normAutofit fontScale="92500" lnSpcReduction="20000"/>
          </a:bodyPr>
          <a:lstStyle/>
          <a:p>
            <a:r>
              <a:rPr lang="en-US" dirty="0"/>
              <a:t>Is the length of your paragraph appropriate? </a:t>
            </a:r>
          </a:p>
          <a:p>
            <a:pPr lvl="1"/>
            <a:r>
              <a:rPr lang="en-US" dirty="0"/>
              <a:t>Should typically be between 2-6 sentences.</a:t>
            </a:r>
          </a:p>
          <a:p>
            <a:pPr lvl="1"/>
            <a:endParaRPr lang="en-US" dirty="0"/>
          </a:p>
          <a:p>
            <a:r>
              <a:rPr lang="en-US" dirty="0"/>
              <a:t>Does each sentence relate to the ¶’s topic sentence? </a:t>
            </a:r>
          </a:p>
          <a:p>
            <a:pPr lvl="1"/>
            <a:r>
              <a:rPr lang="en-US" dirty="0"/>
              <a:t>If not, delete or move the sentences.</a:t>
            </a:r>
          </a:p>
          <a:p>
            <a:pPr lvl="1"/>
            <a:endParaRPr lang="en-US" dirty="0"/>
          </a:p>
          <a:p>
            <a:r>
              <a:rPr lang="en-US" dirty="0"/>
              <a:t>Are sentences connected with looping or transitions? </a:t>
            </a:r>
          </a:p>
          <a:p>
            <a:pPr lvl="1"/>
            <a:r>
              <a:rPr lang="en-US" dirty="0"/>
              <a:t>Transitions are words that indicate the writer is</a:t>
            </a:r>
          </a:p>
          <a:p>
            <a:pPr lvl="2"/>
            <a:r>
              <a:rPr lang="en-US" dirty="0"/>
              <a:t>adding a point;</a:t>
            </a:r>
          </a:p>
          <a:p>
            <a:pPr lvl="2"/>
            <a:r>
              <a:rPr lang="en-US" dirty="0"/>
              <a:t>giving an example;</a:t>
            </a:r>
          </a:p>
          <a:p>
            <a:pPr lvl="2"/>
            <a:r>
              <a:rPr lang="en-US" dirty="0"/>
              <a:t>contrasting;</a:t>
            </a:r>
          </a:p>
          <a:p>
            <a:pPr lvl="2"/>
            <a:r>
              <a:rPr lang="en-US" dirty="0"/>
              <a:t>concluding, etc.</a:t>
            </a:r>
          </a:p>
        </p:txBody>
      </p:sp>
      <p:sp>
        <p:nvSpPr>
          <p:cNvPr id="2" name="Title 1"/>
          <p:cNvSpPr>
            <a:spLocks noGrp="1"/>
          </p:cNvSpPr>
          <p:nvPr>
            <p:ph type="title"/>
          </p:nvPr>
        </p:nvSpPr>
        <p:spPr/>
        <p:txBody>
          <a:bodyPr/>
          <a:lstStyle/>
          <a:p>
            <a:r>
              <a:rPr lang="en-US" dirty="0"/>
              <a:t>Paragraph Level</a:t>
            </a:r>
          </a:p>
        </p:txBody>
      </p:sp>
    </p:spTree>
    <p:extLst>
      <p:ext uri="{BB962C8B-B14F-4D97-AF65-F5344CB8AC3E}">
        <p14:creationId xmlns:p14="http://schemas.microsoft.com/office/powerpoint/2010/main" val="3470140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Sentence Level</a:t>
            </a:r>
          </a:p>
        </p:txBody>
      </p:sp>
      <p:sp>
        <p:nvSpPr>
          <p:cNvPr id="3" name="Content Placeholder 2"/>
          <p:cNvSpPr>
            <a:spLocks noGrp="1"/>
          </p:cNvSpPr>
          <p:nvPr>
            <p:ph sz="quarter" idx="1"/>
          </p:nvPr>
        </p:nvSpPr>
        <p:spPr/>
        <p:txBody>
          <a:bodyPr>
            <a:normAutofit fontScale="85000" lnSpcReduction="10000"/>
          </a:bodyPr>
          <a:lstStyle/>
          <a:p>
            <a:r>
              <a:rPr lang="en-US" dirty="0"/>
              <a:t>Is the sentence length appropriate? </a:t>
            </a:r>
          </a:p>
          <a:p>
            <a:pPr lvl="1"/>
            <a:r>
              <a:rPr lang="en-US" dirty="0"/>
              <a:t>Sentences should address a </a:t>
            </a:r>
            <a:r>
              <a:rPr lang="en-US" b="1" dirty="0"/>
              <a:t>single </a:t>
            </a:r>
            <a:r>
              <a:rPr lang="en-US" dirty="0"/>
              <a:t>idea.</a:t>
            </a:r>
          </a:p>
          <a:p>
            <a:pPr lvl="2"/>
            <a:r>
              <a:rPr lang="en-US" dirty="0"/>
              <a:t>Sentences should generally be short and crisp.</a:t>
            </a:r>
          </a:p>
          <a:p>
            <a:pPr lvl="2"/>
            <a:r>
              <a:rPr lang="en-US" dirty="0"/>
              <a:t>But you can vary sentence length/complexity to add interest or for persuasion.</a:t>
            </a:r>
          </a:p>
          <a:p>
            <a:endParaRPr lang="en-US" dirty="0"/>
          </a:p>
          <a:p>
            <a:r>
              <a:rPr lang="en-US" dirty="0"/>
              <a:t>Is the meaning of sentence clear?</a:t>
            </a:r>
          </a:p>
          <a:p>
            <a:pPr lvl="1"/>
            <a:r>
              <a:rPr lang="en-US" dirty="0"/>
              <a:t>If you have to read it more than once to understand it, rewrite it.</a:t>
            </a:r>
          </a:p>
          <a:p>
            <a:pPr lvl="1"/>
            <a:endParaRPr lang="en-US" dirty="0"/>
          </a:p>
          <a:p>
            <a:r>
              <a:rPr lang="en-US" dirty="0"/>
              <a:t>Eliminate unnecessary verbiage/clumsy phrases.</a:t>
            </a:r>
          </a:p>
          <a:p>
            <a:pPr lvl="1"/>
            <a:r>
              <a:rPr lang="en-US" strike="sngStrike" dirty="0"/>
              <a:t>“It should be mentioned . . . .” or “The court in arriving at its decision . . . .”</a:t>
            </a:r>
          </a:p>
          <a:p>
            <a:endParaRPr lang="en-US" dirty="0"/>
          </a:p>
        </p:txBody>
      </p:sp>
    </p:spTree>
    <p:extLst>
      <p:ext uri="{BB962C8B-B14F-4D97-AF65-F5344CB8AC3E}">
        <p14:creationId xmlns:p14="http://schemas.microsoft.com/office/powerpoint/2010/main" val="34533121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Brevity is soul of . . . </a:t>
            </a:r>
          </a:p>
        </p:txBody>
      </p:sp>
      <p:sp>
        <p:nvSpPr>
          <p:cNvPr id="4" name="Content Placeholder 3"/>
          <p:cNvSpPr>
            <a:spLocks noGrp="1"/>
          </p:cNvSpPr>
          <p:nvPr>
            <p:ph sz="quarter" idx="1"/>
          </p:nvPr>
        </p:nvSpPr>
        <p:spPr>
          <a:xfrm>
            <a:off x="612648" y="1600200"/>
            <a:ext cx="8153400" cy="4876800"/>
          </a:xfrm>
        </p:spPr>
        <p:txBody>
          <a:bodyPr>
            <a:normAutofit/>
          </a:bodyPr>
          <a:lstStyle/>
          <a:p>
            <a:r>
              <a:rPr lang="en-US" sz="3100" dirty="0"/>
              <a:t>Use plain language; do not get fancy. Avoid legalese.</a:t>
            </a:r>
          </a:p>
          <a:p>
            <a:r>
              <a:rPr lang="en-US" sz="3100" dirty="0"/>
              <a:t>Avoid nominalizations and clumsy words.</a:t>
            </a:r>
          </a:p>
          <a:p>
            <a:r>
              <a:rPr lang="en-US" sz="3100" dirty="0"/>
              <a:t>Avoid </a:t>
            </a:r>
            <a:r>
              <a:rPr lang="en-US" sz="3100" b="1" i="1" dirty="0"/>
              <a:t>Intensifiers! </a:t>
            </a:r>
            <a:endParaRPr lang="en-US" sz="3100" dirty="0"/>
          </a:p>
          <a:p>
            <a:pPr lvl="1"/>
            <a:r>
              <a:rPr lang="en-US" sz="2800" dirty="0"/>
              <a:t>“Clearly, Obviously, Very, Certainly, Absolutely”</a:t>
            </a:r>
          </a:p>
          <a:p>
            <a:endParaRPr lang="en-US" sz="3100" dirty="0"/>
          </a:p>
        </p:txBody>
      </p:sp>
    </p:spTree>
    <p:extLst>
      <p:ext uri="{BB962C8B-B14F-4D97-AF65-F5344CB8AC3E}">
        <p14:creationId xmlns:p14="http://schemas.microsoft.com/office/powerpoint/2010/main" val="7894989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Common Causes of Wordiness</a:t>
            </a:r>
          </a:p>
        </p:txBody>
      </p:sp>
      <p:sp>
        <p:nvSpPr>
          <p:cNvPr id="6" name="Content Placeholder 5"/>
          <p:cNvSpPr>
            <a:spLocks noGrp="1"/>
          </p:cNvSpPr>
          <p:nvPr>
            <p:ph sz="quarter" idx="1"/>
          </p:nvPr>
        </p:nvSpPr>
        <p:spPr>
          <a:xfrm>
            <a:off x="612648" y="1600200"/>
            <a:ext cx="8153400" cy="5029200"/>
          </a:xfrm>
        </p:spPr>
        <p:txBody>
          <a:bodyPr>
            <a:normAutofit/>
          </a:bodyPr>
          <a:lstStyle/>
          <a:p>
            <a:r>
              <a:rPr lang="en-US" dirty="0"/>
              <a:t>Redundant pairs (tautology)</a:t>
            </a:r>
          </a:p>
          <a:p>
            <a:pPr lvl="1"/>
            <a:r>
              <a:rPr lang="en-US" dirty="0"/>
              <a:t>“Xerox copy”</a:t>
            </a:r>
          </a:p>
          <a:p>
            <a:r>
              <a:rPr lang="en-US" dirty="0"/>
              <a:t>Meaningless modifiers</a:t>
            </a:r>
          </a:p>
          <a:p>
            <a:pPr lvl="1"/>
            <a:r>
              <a:rPr lang="en-US" dirty="0"/>
              <a:t>“past history”</a:t>
            </a:r>
          </a:p>
          <a:p>
            <a:r>
              <a:rPr lang="en-US" dirty="0"/>
              <a:t>Elaborating on the obvious</a:t>
            </a:r>
          </a:p>
          <a:p>
            <a:pPr lvl="1" algn="just"/>
            <a:r>
              <a:rPr lang="en-US" dirty="0"/>
              <a:t>“The court reviewed the facts and law before making its decision.”</a:t>
            </a:r>
          </a:p>
          <a:p>
            <a:r>
              <a:rPr lang="en-US" b="1" i="1" dirty="0"/>
              <a:t>Intensifiers!</a:t>
            </a:r>
          </a:p>
          <a:p>
            <a:pPr lvl="1"/>
            <a:r>
              <a:rPr lang="en-US" sz="2400" dirty="0"/>
              <a:t>Clearly, Obviously, Very, Certainly, Absolutely</a:t>
            </a:r>
          </a:p>
        </p:txBody>
      </p:sp>
    </p:spTree>
    <p:extLst>
      <p:ext uri="{BB962C8B-B14F-4D97-AF65-F5344CB8AC3E}">
        <p14:creationId xmlns:p14="http://schemas.microsoft.com/office/powerpoint/2010/main" val="31409466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Active vs. Passive Voice</a:t>
            </a:r>
          </a:p>
        </p:txBody>
      </p:sp>
      <p:sp>
        <p:nvSpPr>
          <p:cNvPr id="8" name="Content Placeholder 7"/>
          <p:cNvSpPr>
            <a:spLocks noGrp="1"/>
          </p:cNvSpPr>
          <p:nvPr>
            <p:ph sz="quarter" idx="1"/>
          </p:nvPr>
        </p:nvSpPr>
        <p:spPr/>
        <p:txBody>
          <a:bodyPr>
            <a:normAutofit/>
          </a:bodyPr>
          <a:lstStyle/>
          <a:p>
            <a:pPr algn="just"/>
            <a:r>
              <a:rPr lang="en-US" dirty="0"/>
              <a:t>Active:  </a:t>
            </a:r>
            <a:r>
              <a:rPr lang="en-US" dirty="0">
                <a:solidFill>
                  <a:srgbClr val="FF0000"/>
                </a:solidFill>
              </a:rPr>
              <a:t>The judge issued </a:t>
            </a:r>
            <a:r>
              <a:rPr lang="en-US" dirty="0"/>
              <a:t>her ruling to the crowded courtroom.</a:t>
            </a:r>
          </a:p>
          <a:p>
            <a:pPr lvl="1" algn="just"/>
            <a:endParaRPr lang="en-US" dirty="0"/>
          </a:p>
          <a:p>
            <a:pPr algn="just"/>
            <a:r>
              <a:rPr lang="en-US" dirty="0"/>
              <a:t>Passive:  The ruling </a:t>
            </a:r>
            <a:r>
              <a:rPr lang="en-US" dirty="0">
                <a:solidFill>
                  <a:srgbClr val="FF0000"/>
                </a:solidFill>
              </a:rPr>
              <a:t>was issued by the judge </a:t>
            </a:r>
            <a:r>
              <a:rPr lang="en-US" dirty="0"/>
              <a:t>to the crowded courtroom.</a:t>
            </a:r>
          </a:p>
        </p:txBody>
      </p:sp>
    </p:spTree>
    <p:extLst>
      <p:ext uri="{BB962C8B-B14F-4D97-AF65-F5344CB8AC3E}">
        <p14:creationId xmlns:p14="http://schemas.microsoft.com/office/powerpoint/2010/main" val="11008448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Nominalizations</a:t>
            </a:r>
          </a:p>
        </p:txBody>
      </p:sp>
      <p:sp>
        <p:nvSpPr>
          <p:cNvPr id="3" name="Content Placeholder 2"/>
          <p:cNvSpPr>
            <a:spLocks noGrp="1"/>
          </p:cNvSpPr>
          <p:nvPr>
            <p:ph sz="quarter" idx="1"/>
          </p:nvPr>
        </p:nvSpPr>
        <p:spPr/>
        <p:txBody>
          <a:bodyPr>
            <a:normAutofit/>
          </a:bodyPr>
          <a:lstStyle/>
          <a:p>
            <a:r>
              <a:rPr lang="en-US" altLang="en-US" dirty="0"/>
              <a:t>Limit the use of nouns that are derived from verbs, often ending in </a:t>
            </a:r>
            <a:r>
              <a:rPr lang="en-US" altLang="en-US" dirty="0">
                <a:solidFill>
                  <a:srgbClr val="FF0000"/>
                </a:solidFill>
              </a:rPr>
              <a:t>-</a:t>
            </a:r>
            <a:r>
              <a:rPr lang="en-US" altLang="en-US">
                <a:solidFill>
                  <a:srgbClr val="FF0000"/>
                </a:solidFill>
              </a:rPr>
              <a:t>ence</a:t>
            </a:r>
            <a:r>
              <a:rPr lang="en-US" altLang="en-US" dirty="0"/>
              <a:t>, </a:t>
            </a:r>
            <a:r>
              <a:rPr lang="en-US" altLang="en-US" dirty="0">
                <a:solidFill>
                  <a:srgbClr val="FF0000"/>
                </a:solidFill>
              </a:rPr>
              <a:t>-ness</a:t>
            </a:r>
            <a:r>
              <a:rPr lang="en-US" altLang="en-US" dirty="0"/>
              <a:t>, </a:t>
            </a:r>
            <a:r>
              <a:rPr lang="en-US" altLang="en-US" dirty="0">
                <a:solidFill>
                  <a:srgbClr val="FF0000"/>
                </a:solidFill>
              </a:rPr>
              <a:t>-ion</a:t>
            </a:r>
            <a:r>
              <a:rPr lang="en-US" altLang="en-US" dirty="0"/>
              <a:t>.  Use verbs instead.</a:t>
            </a:r>
          </a:p>
          <a:p>
            <a:pPr lvl="1">
              <a:lnSpc>
                <a:spcPct val="80000"/>
              </a:lnSpc>
            </a:pPr>
            <a:r>
              <a:rPr lang="en-US" altLang="en-US" sz="2400" dirty="0"/>
              <a:t>conduct an examinat</a:t>
            </a:r>
            <a:r>
              <a:rPr lang="en-US" altLang="en-US" sz="2400" dirty="0">
                <a:solidFill>
                  <a:srgbClr val="FF0000"/>
                </a:solidFill>
              </a:rPr>
              <a:t>ion</a:t>
            </a:r>
            <a:r>
              <a:rPr lang="en-US" altLang="en-US" sz="2400" dirty="0"/>
              <a:t> of</a:t>
            </a:r>
          </a:p>
          <a:p>
            <a:pPr lvl="2">
              <a:lnSpc>
                <a:spcPct val="80000"/>
              </a:lnSpc>
            </a:pPr>
            <a:r>
              <a:rPr lang="en-US" altLang="en-US" i="1" dirty="0"/>
              <a:t>examine</a:t>
            </a:r>
          </a:p>
          <a:p>
            <a:pPr lvl="1">
              <a:lnSpc>
                <a:spcPct val="80000"/>
              </a:lnSpc>
            </a:pPr>
            <a:r>
              <a:rPr lang="en-US" altLang="en-US" sz="2400" dirty="0"/>
              <a:t>The court issued its decis</a:t>
            </a:r>
            <a:r>
              <a:rPr lang="en-US" altLang="en-US" sz="2400" dirty="0">
                <a:solidFill>
                  <a:srgbClr val="FF0000"/>
                </a:solidFill>
              </a:rPr>
              <a:t>ion</a:t>
            </a:r>
          </a:p>
          <a:p>
            <a:pPr lvl="2">
              <a:lnSpc>
                <a:spcPct val="80000"/>
              </a:lnSpc>
            </a:pPr>
            <a:r>
              <a:rPr lang="en-US" altLang="en-US" i="1" dirty="0"/>
              <a:t>The court decided. </a:t>
            </a:r>
          </a:p>
          <a:p>
            <a:pPr lvl="1">
              <a:lnSpc>
                <a:spcPct val="80000"/>
              </a:lnSpc>
            </a:pPr>
            <a:r>
              <a:rPr lang="en-US" dirty="0"/>
              <a:t>The </a:t>
            </a:r>
            <a:r>
              <a:rPr lang="en-US" dirty="0">
                <a:solidFill>
                  <a:srgbClr val="FF0000"/>
                </a:solidFill>
              </a:rPr>
              <a:t>usage</a:t>
            </a:r>
            <a:r>
              <a:rPr lang="en-US" dirty="0"/>
              <a:t> of the property by the defendants was for the </a:t>
            </a:r>
            <a:r>
              <a:rPr lang="en-US" dirty="0">
                <a:solidFill>
                  <a:srgbClr val="FF0000"/>
                </a:solidFill>
              </a:rPr>
              <a:t>storage</a:t>
            </a:r>
            <a:r>
              <a:rPr lang="en-US" dirty="0"/>
              <a:t> of the stolen jewelry and murder weapons. </a:t>
            </a:r>
          </a:p>
          <a:p>
            <a:pPr lvl="2">
              <a:lnSpc>
                <a:spcPct val="80000"/>
              </a:lnSpc>
            </a:pPr>
            <a:r>
              <a:rPr lang="en-US" dirty="0"/>
              <a:t>The defendant stored the jewelry and murder weapons on the property.</a:t>
            </a:r>
            <a:endParaRPr lang="en-US" altLang="en-US" i="1" dirty="0"/>
          </a:p>
        </p:txBody>
      </p:sp>
    </p:spTree>
    <p:extLst>
      <p:ext uri="{BB962C8B-B14F-4D97-AF65-F5344CB8AC3E}">
        <p14:creationId xmlns:p14="http://schemas.microsoft.com/office/powerpoint/2010/main" val="12466648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Avoid Gender Specific References</a:t>
            </a:r>
          </a:p>
        </p:txBody>
      </p:sp>
      <p:sp>
        <p:nvSpPr>
          <p:cNvPr id="3" name="Content Placeholder 2"/>
          <p:cNvSpPr>
            <a:spLocks noGrp="1"/>
          </p:cNvSpPr>
          <p:nvPr>
            <p:ph sz="quarter" idx="1"/>
          </p:nvPr>
        </p:nvSpPr>
        <p:spPr/>
        <p:txBody>
          <a:bodyPr>
            <a:normAutofit fontScale="92500" lnSpcReduction="10000"/>
          </a:bodyPr>
          <a:lstStyle/>
          <a:p>
            <a:r>
              <a:rPr lang="en-US" dirty="0"/>
              <a:t>If a person does not look both ways before crossing the street, </a:t>
            </a:r>
            <a:r>
              <a:rPr lang="en-US" dirty="0">
                <a:solidFill>
                  <a:srgbClr val="FF0000"/>
                </a:solidFill>
              </a:rPr>
              <a:t>he </a:t>
            </a:r>
            <a:r>
              <a:rPr lang="en-US" dirty="0"/>
              <a:t>may be hit by a car.</a:t>
            </a:r>
          </a:p>
          <a:p>
            <a:endParaRPr lang="en-US" dirty="0"/>
          </a:p>
          <a:p>
            <a:r>
              <a:rPr lang="en-US" dirty="0"/>
              <a:t>Old deed language: Know All </a:t>
            </a:r>
            <a:r>
              <a:rPr lang="en-US" dirty="0">
                <a:solidFill>
                  <a:srgbClr val="FF0000"/>
                </a:solidFill>
              </a:rPr>
              <a:t>Men</a:t>
            </a:r>
            <a:r>
              <a:rPr lang="en-US" dirty="0"/>
              <a:t> by These Presents</a:t>
            </a:r>
          </a:p>
          <a:p>
            <a:endParaRPr lang="en-US" dirty="0"/>
          </a:p>
          <a:p>
            <a:r>
              <a:rPr lang="en-US" dirty="0">
                <a:solidFill>
                  <a:srgbClr val="FF0000"/>
                </a:solidFill>
              </a:rPr>
              <a:t>A person </a:t>
            </a:r>
            <a:r>
              <a:rPr lang="en-US" dirty="0"/>
              <a:t>who does not look both ways before crossing the street may be hit by a car.</a:t>
            </a:r>
          </a:p>
          <a:p>
            <a:endParaRPr lang="en-US" dirty="0"/>
          </a:p>
          <a:p>
            <a:r>
              <a:rPr lang="en-US" dirty="0"/>
              <a:t>If </a:t>
            </a:r>
            <a:r>
              <a:rPr lang="en-US" dirty="0">
                <a:solidFill>
                  <a:srgbClr val="FF0000"/>
                </a:solidFill>
              </a:rPr>
              <a:t>pedestrians </a:t>
            </a:r>
            <a:r>
              <a:rPr lang="en-US" dirty="0"/>
              <a:t>do not look both ways before crossing a street, they may be hit by a car.</a:t>
            </a:r>
          </a:p>
          <a:p>
            <a:endParaRPr lang="en-US" dirty="0"/>
          </a:p>
        </p:txBody>
      </p:sp>
    </p:spTree>
    <p:extLst>
      <p:ext uri="{BB962C8B-B14F-4D97-AF65-F5344CB8AC3E}">
        <p14:creationId xmlns:p14="http://schemas.microsoft.com/office/powerpoint/2010/main" val="4502233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Lists</a:t>
            </a:r>
          </a:p>
        </p:txBody>
      </p:sp>
      <p:sp>
        <p:nvSpPr>
          <p:cNvPr id="4" name="Content Placeholder 3"/>
          <p:cNvSpPr>
            <a:spLocks noGrp="1"/>
          </p:cNvSpPr>
          <p:nvPr>
            <p:ph sz="quarter" idx="1"/>
          </p:nvPr>
        </p:nvSpPr>
        <p:spPr/>
        <p:txBody>
          <a:bodyPr>
            <a:normAutofit fontScale="92500" lnSpcReduction="10000"/>
          </a:bodyPr>
          <a:lstStyle/>
          <a:p>
            <a:r>
              <a:rPr lang="en-US" dirty="0">
                <a:solidFill>
                  <a:srgbClr val="FF0000"/>
                </a:solidFill>
              </a:rPr>
              <a:t>Parallel Grammatical Structure</a:t>
            </a:r>
          </a:p>
          <a:p>
            <a:pPr lvl="1"/>
            <a:r>
              <a:rPr lang="en-US" dirty="0"/>
              <a:t>The attorney </a:t>
            </a:r>
            <a:r>
              <a:rPr lang="en-US" dirty="0">
                <a:solidFill>
                  <a:srgbClr val="92D050"/>
                </a:solidFill>
              </a:rPr>
              <a:t>attended</a:t>
            </a:r>
            <a:r>
              <a:rPr lang="en-US" dirty="0"/>
              <a:t> a client meeting, </a:t>
            </a:r>
            <a:r>
              <a:rPr lang="en-US" dirty="0">
                <a:solidFill>
                  <a:srgbClr val="92D050"/>
                </a:solidFill>
              </a:rPr>
              <a:t>his notes </a:t>
            </a:r>
            <a:r>
              <a:rPr lang="en-US" dirty="0"/>
              <a:t>were subsequently reviewed, and </a:t>
            </a:r>
            <a:r>
              <a:rPr lang="en-US" dirty="0">
                <a:solidFill>
                  <a:srgbClr val="92D050"/>
                </a:solidFill>
              </a:rPr>
              <a:t>the complaint drafted </a:t>
            </a:r>
            <a:r>
              <a:rPr lang="en-US" dirty="0"/>
              <a:t>by the following morning.</a:t>
            </a:r>
          </a:p>
          <a:p>
            <a:pPr lvl="1"/>
            <a:r>
              <a:rPr lang="en-US" dirty="0"/>
              <a:t>The attorney </a:t>
            </a:r>
            <a:r>
              <a:rPr lang="en-US" dirty="0">
                <a:solidFill>
                  <a:srgbClr val="92D050"/>
                </a:solidFill>
              </a:rPr>
              <a:t>met</a:t>
            </a:r>
            <a:r>
              <a:rPr lang="en-US" dirty="0"/>
              <a:t> his client, </a:t>
            </a:r>
            <a:r>
              <a:rPr lang="en-US" dirty="0">
                <a:solidFill>
                  <a:srgbClr val="92D050"/>
                </a:solidFill>
              </a:rPr>
              <a:t>reviewed</a:t>
            </a:r>
            <a:r>
              <a:rPr lang="en-US" dirty="0"/>
              <a:t> his notes, and </a:t>
            </a:r>
            <a:r>
              <a:rPr lang="en-US" dirty="0">
                <a:solidFill>
                  <a:srgbClr val="92D050"/>
                </a:solidFill>
              </a:rPr>
              <a:t>drafted</a:t>
            </a:r>
            <a:r>
              <a:rPr lang="en-US" dirty="0"/>
              <a:t> the complaint.</a:t>
            </a:r>
          </a:p>
          <a:p>
            <a:endParaRPr lang="en-US" dirty="0"/>
          </a:p>
          <a:p>
            <a:r>
              <a:rPr lang="en-US" dirty="0">
                <a:solidFill>
                  <a:srgbClr val="FF0000"/>
                </a:solidFill>
              </a:rPr>
              <a:t>Use the Oxford Comma</a:t>
            </a:r>
          </a:p>
          <a:p>
            <a:pPr lvl="1"/>
            <a:r>
              <a:rPr lang="en-US" dirty="0"/>
              <a:t>Susan swam in the lake with her dogs, Charlie and Max.</a:t>
            </a:r>
          </a:p>
          <a:p>
            <a:pPr lvl="1"/>
            <a:r>
              <a:rPr lang="en-US" dirty="0"/>
              <a:t>Susan swam in the lake with her dogs, Charlie</a:t>
            </a:r>
            <a:r>
              <a:rPr lang="en-US" sz="4800" b="1" dirty="0">
                <a:solidFill>
                  <a:srgbClr val="FF0000"/>
                </a:solidFill>
              </a:rPr>
              <a:t>,</a:t>
            </a:r>
            <a:r>
              <a:rPr lang="en-US" dirty="0"/>
              <a:t> and Max.</a:t>
            </a:r>
          </a:p>
          <a:p>
            <a:pPr marL="365760" lvl="1" indent="0">
              <a:buNone/>
            </a:pPr>
            <a:endParaRPr lang="en-US" dirty="0"/>
          </a:p>
        </p:txBody>
      </p:sp>
    </p:spTree>
    <p:extLst>
      <p:ext uri="{BB962C8B-B14F-4D97-AF65-F5344CB8AC3E}">
        <p14:creationId xmlns:p14="http://schemas.microsoft.com/office/powerpoint/2010/main" val="19350974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Commas	</a:t>
            </a:r>
          </a:p>
        </p:txBody>
      </p:sp>
      <p:sp>
        <p:nvSpPr>
          <p:cNvPr id="4" name="Content Placeholder 2"/>
          <p:cNvSpPr>
            <a:spLocks noGrp="1"/>
          </p:cNvSpPr>
          <p:nvPr>
            <p:ph sz="quarter" idx="1"/>
          </p:nvPr>
        </p:nvSpPr>
        <p:spPr>
          <a:xfrm>
            <a:off x="533400" y="1600200"/>
            <a:ext cx="8232648" cy="5257800"/>
          </a:xfrm>
        </p:spPr>
        <p:txBody>
          <a:bodyPr>
            <a:normAutofit fontScale="77500" lnSpcReduction="20000"/>
          </a:bodyPr>
          <a:lstStyle/>
          <a:p>
            <a:pPr marL="274320" indent="-274320">
              <a:spcAft>
                <a:spcPts val="0"/>
              </a:spcAft>
              <a:buFont typeface="Wingdings"/>
              <a:buChar char=""/>
              <a:defRPr/>
            </a:pPr>
            <a:r>
              <a:rPr lang="en-US" b="1" dirty="0"/>
              <a:t>Use a comma to separate two independent clause joined by and, but, or, nor, for, yet, so (semicolon ok as well)</a:t>
            </a:r>
            <a:endParaRPr lang="en-US" sz="2200" dirty="0"/>
          </a:p>
          <a:p>
            <a:pPr marL="640080" lvl="1" indent="-274320">
              <a:spcAft>
                <a:spcPts val="0"/>
              </a:spcAft>
              <a:buFont typeface="Wingdings 2"/>
              <a:buChar char=""/>
              <a:defRPr/>
            </a:pPr>
            <a:r>
              <a:rPr lang="en-US" dirty="0"/>
              <a:t>The study group called out for pizza and also ordered Chinese.</a:t>
            </a:r>
            <a:endParaRPr lang="en-US" sz="1900" dirty="0"/>
          </a:p>
          <a:p>
            <a:pPr marL="640080" lvl="1" indent="-274320">
              <a:spcAft>
                <a:spcPts val="0"/>
              </a:spcAft>
              <a:buFont typeface="Wingdings 2"/>
              <a:buChar char=""/>
              <a:defRPr/>
            </a:pPr>
            <a:r>
              <a:rPr lang="en-US" dirty="0"/>
              <a:t>The study group called out for pizza, and the slackers packed a picnic.</a:t>
            </a:r>
            <a:endParaRPr lang="en-US" sz="1900" dirty="0"/>
          </a:p>
          <a:p>
            <a:pPr marL="640080" lvl="1" indent="-274320">
              <a:spcAft>
                <a:spcPts val="0"/>
              </a:spcAft>
              <a:buFont typeface="Wingdings 2"/>
              <a:buChar char=""/>
              <a:defRPr/>
            </a:pPr>
            <a:r>
              <a:rPr lang="en-US" dirty="0"/>
              <a:t>Not:  The mediation worked, the case settled.</a:t>
            </a:r>
            <a:endParaRPr lang="en-US" sz="1900" dirty="0"/>
          </a:p>
          <a:p>
            <a:pPr marL="640080" lvl="1" indent="-274320">
              <a:spcAft>
                <a:spcPts val="0"/>
              </a:spcAft>
              <a:buFont typeface="Wingdings 2"/>
              <a:buChar char=""/>
              <a:defRPr/>
            </a:pPr>
            <a:r>
              <a:rPr lang="en-US" dirty="0"/>
              <a:t>But:  The mediation worked, and the case settled.</a:t>
            </a:r>
            <a:endParaRPr lang="en-US" sz="1900" dirty="0"/>
          </a:p>
          <a:p>
            <a:pPr marL="640080" lvl="1" indent="-274320">
              <a:spcAft>
                <a:spcPts val="0"/>
              </a:spcAft>
              <a:buFont typeface="Wingdings 2"/>
              <a:buChar char=""/>
              <a:defRPr/>
            </a:pPr>
            <a:r>
              <a:rPr lang="en-US" dirty="0"/>
              <a:t>But:  The mediation worked; the case settled.</a:t>
            </a:r>
            <a:endParaRPr lang="en-US" sz="1900" dirty="0"/>
          </a:p>
          <a:p>
            <a:pPr marL="274320" indent="-274320">
              <a:spcAft>
                <a:spcPts val="0"/>
              </a:spcAft>
              <a:buFont typeface="Wingdings"/>
              <a:buChar char=""/>
              <a:defRPr/>
            </a:pPr>
            <a:r>
              <a:rPr lang="en-US" dirty="0"/>
              <a:t> </a:t>
            </a:r>
            <a:r>
              <a:rPr lang="en-US" b="1" dirty="0"/>
              <a:t>Use a comma to set off introductory/transition phrase</a:t>
            </a:r>
            <a:endParaRPr lang="en-US" sz="1600" dirty="0"/>
          </a:p>
          <a:p>
            <a:pPr marL="640080" lvl="1" indent="-274320">
              <a:spcAft>
                <a:spcPts val="0"/>
              </a:spcAft>
              <a:buFont typeface="Wingdings 2"/>
              <a:buChar char=""/>
              <a:defRPr/>
            </a:pPr>
            <a:r>
              <a:rPr lang="en-US" dirty="0"/>
              <a:t>Fortunately, there were no more surprises in the testimony.</a:t>
            </a:r>
            <a:endParaRPr lang="en-US" sz="1900" dirty="0"/>
          </a:p>
          <a:p>
            <a:pPr marL="640080" lvl="1" indent="-274320">
              <a:spcAft>
                <a:spcPts val="0"/>
              </a:spcAft>
              <a:buFont typeface="Wingdings 2"/>
              <a:buChar char=""/>
              <a:defRPr/>
            </a:pPr>
            <a:r>
              <a:rPr lang="en-US" dirty="0"/>
              <a:t>Two years earlier, a similar incident had occurred.</a:t>
            </a:r>
            <a:endParaRPr lang="en-US" sz="2200" dirty="0"/>
          </a:p>
          <a:p>
            <a:pPr marL="274320" indent="-274320">
              <a:spcAft>
                <a:spcPts val="0"/>
              </a:spcAft>
              <a:buFont typeface="Wingdings"/>
              <a:buChar char=""/>
              <a:defRPr/>
            </a:pPr>
            <a:r>
              <a:rPr lang="en-US" dirty="0"/>
              <a:t> </a:t>
            </a:r>
            <a:r>
              <a:rPr lang="en-US" b="1" dirty="0"/>
              <a:t>Use commas to set off non important information or dependent clauses</a:t>
            </a:r>
            <a:endParaRPr lang="en-US" sz="1600" dirty="0"/>
          </a:p>
          <a:p>
            <a:pPr marL="640080" lvl="1" indent="-274320">
              <a:spcAft>
                <a:spcPts val="0"/>
              </a:spcAft>
              <a:buFont typeface="Wingdings 2"/>
              <a:buChar char=""/>
              <a:defRPr/>
            </a:pPr>
            <a:r>
              <a:rPr lang="en-US" dirty="0"/>
              <a:t>The meeting, which is at 10 a.m., is about the Matthews case.  </a:t>
            </a:r>
            <a:r>
              <a:rPr lang="en-US" u="sng" dirty="0">
                <a:solidFill>
                  <a:srgbClr val="FF0000"/>
                </a:solidFill>
              </a:rPr>
              <a:t>Or</a:t>
            </a:r>
            <a:r>
              <a:rPr lang="en-US" dirty="0"/>
              <a:t> The meeting that is at 10 a.m. is about the Matthews case.</a:t>
            </a:r>
            <a:endParaRPr lang="en-US" sz="1700" dirty="0"/>
          </a:p>
          <a:p>
            <a:pPr marL="640080" lvl="1" indent="-274320">
              <a:spcAft>
                <a:spcPts val="0"/>
              </a:spcAft>
              <a:buFont typeface="Wingdings 2"/>
              <a:buChar char=""/>
              <a:defRPr/>
            </a:pPr>
            <a:r>
              <a:rPr lang="en-US" dirty="0"/>
              <a:t>Jim, the class clown, fell out of his seat.</a:t>
            </a:r>
            <a:endParaRPr lang="en-US" sz="1700" dirty="0"/>
          </a:p>
          <a:p>
            <a:pPr marL="640080" lvl="1" indent="-274320">
              <a:spcAft>
                <a:spcPts val="0"/>
              </a:spcAft>
              <a:buFont typeface="Wingdings 2"/>
              <a:buChar char=""/>
              <a:defRPr/>
            </a:pPr>
            <a:r>
              <a:rPr lang="en-US" dirty="0"/>
              <a:t>The new mayor, who won by a landslide, is an avid cyclist.</a:t>
            </a:r>
            <a:endParaRPr lang="en-US" sz="1700" dirty="0"/>
          </a:p>
          <a:p>
            <a:pPr marL="274320" indent="-274320">
              <a:spcAft>
                <a:spcPts val="0"/>
              </a:spcAft>
              <a:buFont typeface="Wingdings"/>
              <a:buChar char=""/>
              <a:defRPr/>
            </a:pPr>
            <a:endParaRPr lang="en-US" dirty="0"/>
          </a:p>
        </p:txBody>
      </p:sp>
    </p:spTree>
    <p:extLst>
      <p:ext uri="{BB962C8B-B14F-4D97-AF65-F5344CB8AC3E}">
        <p14:creationId xmlns:p14="http://schemas.microsoft.com/office/powerpoint/2010/main" val="17776441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Modifiers</a:t>
            </a:r>
          </a:p>
        </p:txBody>
      </p:sp>
      <p:sp>
        <p:nvSpPr>
          <p:cNvPr id="6" name="Content Placeholder 5"/>
          <p:cNvSpPr>
            <a:spLocks noGrp="1"/>
          </p:cNvSpPr>
          <p:nvPr>
            <p:ph sz="quarter" idx="1"/>
          </p:nvPr>
        </p:nvSpPr>
        <p:spPr/>
        <p:txBody>
          <a:bodyPr>
            <a:normAutofit fontScale="77500" lnSpcReduction="20000"/>
          </a:bodyPr>
          <a:lstStyle/>
          <a:p>
            <a:r>
              <a:rPr lang="en-US" dirty="0"/>
              <a:t>Always keep modifiers close to the words or phrases they modify.</a:t>
            </a:r>
          </a:p>
          <a:p>
            <a:endParaRPr lang="en-US" dirty="0"/>
          </a:p>
          <a:p>
            <a:r>
              <a:rPr lang="en-US" dirty="0"/>
              <a:t>Misplaced modifiers </a:t>
            </a:r>
          </a:p>
          <a:p>
            <a:pPr lvl="1"/>
            <a:r>
              <a:rPr lang="en-US" dirty="0"/>
              <a:t>Cause confusion</a:t>
            </a:r>
          </a:p>
          <a:p>
            <a:pPr lvl="1"/>
            <a:r>
              <a:rPr lang="en-US" dirty="0"/>
              <a:t>Compromise precision</a:t>
            </a:r>
          </a:p>
          <a:p>
            <a:endParaRPr lang="en-US" dirty="0"/>
          </a:p>
        </p:txBody>
      </p:sp>
      <p:sp>
        <p:nvSpPr>
          <p:cNvPr id="7" name="Content Placeholder 6"/>
          <p:cNvSpPr>
            <a:spLocks noGrp="1"/>
          </p:cNvSpPr>
          <p:nvPr>
            <p:ph sz="quarter" idx="2"/>
          </p:nvPr>
        </p:nvSpPr>
        <p:spPr/>
        <p:style>
          <a:lnRef idx="2">
            <a:schemeClr val="accent3">
              <a:shade val="50000"/>
            </a:schemeClr>
          </a:lnRef>
          <a:fillRef idx="1">
            <a:schemeClr val="accent3"/>
          </a:fillRef>
          <a:effectRef idx="0">
            <a:schemeClr val="accent3"/>
          </a:effectRef>
          <a:fontRef idx="minor">
            <a:schemeClr val="lt1"/>
          </a:fontRef>
        </p:style>
        <p:txBody>
          <a:bodyPr anchor="ctr">
            <a:normAutofit fontScale="77500" lnSpcReduction="20000"/>
          </a:bodyPr>
          <a:lstStyle/>
          <a:p>
            <a:r>
              <a:rPr lang="en-US" dirty="0"/>
              <a:t>Incorrect:  The defendant had a scar on his left hand </a:t>
            </a:r>
            <a:r>
              <a:rPr lang="en-US" dirty="0">
                <a:solidFill>
                  <a:srgbClr val="FFFF00"/>
                </a:solidFill>
              </a:rPr>
              <a:t>that resembled a crescent moon.</a:t>
            </a:r>
          </a:p>
          <a:p>
            <a:r>
              <a:rPr lang="en-US" dirty="0"/>
              <a:t>Correct:  The defendant had a scar </a:t>
            </a:r>
            <a:r>
              <a:rPr lang="en-US" dirty="0">
                <a:solidFill>
                  <a:srgbClr val="FFFF00"/>
                </a:solidFill>
              </a:rPr>
              <a:t>that resembled a crescent moon </a:t>
            </a:r>
            <a:r>
              <a:rPr lang="en-US" dirty="0"/>
              <a:t>on his left hand.</a:t>
            </a:r>
          </a:p>
          <a:p>
            <a:endParaRPr lang="en-US" dirty="0"/>
          </a:p>
          <a:p>
            <a:r>
              <a:rPr lang="en-US" dirty="0"/>
              <a:t>Incorrect:  </a:t>
            </a:r>
            <a:r>
              <a:rPr lang="en-US" dirty="0">
                <a:solidFill>
                  <a:srgbClr val="FFFF00"/>
                </a:solidFill>
              </a:rPr>
              <a:t>Ruling from the bench</a:t>
            </a:r>
            <a:r>
              <a:rPr lang="en-US" dirty="0"/>
              <a:t>, the motion was denied.</a:t>
            </a:r>
          </a:p>
          <a:p>
            <a:r>
              <a:rPr lang="en-US" dirty="0"/>
              <a:t>Correct:  </a:t>
            </a:r>
            <a:r>
              <a:rPr lang="en-US" dirty="0">
                <a:solidFill>
                  <a:srgbClr val="FFFF00"/>
                </a:solidFill>
              </a:rPr>
              <a:t>Ruling from the bench</a:t>
            </a:r>
            <a:r>
              <a:rPr lang="en-US" dirty="0"/>
              <a:t>, Judge Bonham denied the motion.</a:t>
            </a:r>
          </a:p>
          <a:p>
            <a:endParaRPr lang="en-US" dirty="0"/>
          </a:p>
        </p:txBody>
      </p:sp>
    </p:spTree>
    <p:extLst>
      <p:ext uri="{BB962C8B-B14F-4D97-AF65-F5344CB8AC3E}">
        <p14:creationId xmlns:p14="http://schemas.microsoft.com/office/powerpoint/2010/main" val="9281538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61674" y="625965"/>
            <a:ext cx="5220652" cy="5606070"/>
          </a:xfrm>
          <a:prstGeom prst="rect">
            <a:avLst/>
          </a:prstGeom>
        </p:spPr>
      </p:pic>
    </p:spTree>
    <p:custDataLst>
      <p:tags r:id="rId1"/>
    </p:custDataLst>
    <p:extLst>
      <p:ext uri="{BB962C8B-B14F-4D97-AF65-F5344CB8AC3E}">
        <p14:creationId xmlns:p14="http://schemas.microsoft.com/office/powerpoint/2010/main" val="2829973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FD5228A-CC7A-9E6E-EE69-845EA1C136CD}"/>
              </a:ext>
            </a:extLst>
          </p:cNvPr>
          <p:cNvSpPr>
            <a:spLocks noGrp="1"/>
          </p:cNvSpPr>
          <p:nvPr>
            <p:ph type="title"/>
          </p:nvPr>
        </p:nvSpPr>
        <p:spPr/>
        <p:txBody>
          <a:bodyPr/>
          <a:lstStyle/>
          <a:p>
            <a:r>
              <a:rPr lang="en-US" dirty="0"/>
              <a:t>Homework for Tuesday</a:t>
            </a:r>
          </a:p>
        </p:txBody>
      </p:sp>
      <p:sp>
        <p:nvSpPr>
          <p:cNvPr id="7" name="Content Placeholder 6">
            <a:extLst>
              <a:ext uri="{FF2B5EF4-FFF2-40B4-BE49-F238E27FC236}">
                <a16:creationId xmlns:a16="http://schemas.microsoft.com/office/drawing/2014/main" id="{E7D6C16F-69AB-F032-23A1-91F308FEBB77}"/>
              </a:ext>
            </a:extLst>
          </p:cNvPr>
          <p:cNvSpPr>
            <a:spLocks noGrp="1"/>
          </p:cNvSpPr>
          <p:nvPr>
            <p:ph sz="quarter" idx="1"/>
          </p:nvPr>
        </p:nvSpPr>
        <p:spPr/>
        <p:txBody>
          <a:bodyPr>
            <a:normAutofit lnSpcReduction="10000"/>
          </a:bodyPr>
          <a:lstStyle/>
          <a:p>
            <a:r>
              <a:rPr lang="en-US" dirty="0"/>
              <a:t>Closed Memo Discussion Section is due Sunday at 5:00 p.m. on Canvas in a Word doc.</a:t>
            </a:r>
          </a:p>
          <a:p>
            <a:r>
              <a:rPr lang="en-US" dirty="0"/>
              <a:t>Read BLW Ch. 2 intro. and §§ I-IV (pp. 21-27); we will do some of the exercises in class.</a:t>
            </a:r>
          </a:p>
          <a:p>
            <a:r>
              <a:rPr lang="en-US" dirty="0"/>
              <a:t>Make sure you hit complete on ICW and Legal Research Modules to get credit.</a:t>
            </a:r>
          </a:p>
          <a:p>
            <a:r>
              <a:rPr lang="en-US" dirty="0"/>
              <a:t>Complete Legal Research Modules 2.4 -2.7 by 5 p.m., Tuesday.</a:t>
            </a:r>
          </a:p>
          <a:p>
            <a:r>
              <a:rPr lang="en-US" dirty="0"/>
              <a:t>Bring a laptop and make sure you know how to log on to Westlaw and Lexis by next Tuesday’s class.</a:t>
            </a:r>
          </a:p>
        </p:txBody>
      </p:sp>
    </p:spTree>
    <p:extLst>
      <p:ext uri="{BB962C8B-B14F-4D97-AF65-F5344CB8AC3E}">
        <p14:creationId xmlns:p14="http://schemas.microsoft.com/office/powerpoint/2010/main" val="411045806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3B55F1566C90444DA95190D80944321B" ma:contentTypeVersion="13" ma:contentTypeDescription="Create a new document." ma:contentTypeScope="" ma:versionID="ae4be2303c69ae92ed0ace33973dab81">
  <xsd:schema xmlns:xsd="http://www.w3.org/2001/XMLSchema" xmlns:xs="http://www.w3.org/2001/XMLSchema" xmlns:p="http://schemas.microsoft.com/office/2006/metadata/properties" xmlns:ns3="fa9ac6ae-8848-4781-8d91-7fafea72f5be" xmlns:ns4="1bdabcf1-1112-432f-be14-5a8ac83ab1b7" targetNamespace="http://schemas.microsoft.com/office/2006/metadata/properties" ma:root="true" ma:fieldsID="164c941e6c84598f9a7f20190bdc2bfb" ns3:_="" ns4:_="">
    <xsd:import namespace="fa9ac6ae-8848-4781-8d91-7fafea72f5be"/>
    <xsd:import namespace="1bdabcf1-1112-432f-be14-5a8ac83ab1b7"/>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KeyPoints" minOccurs="0"/>
                <xsd:element ref="ns3:MediaServiceKeyPoints" minOccurs="0"/>
                <xsd:element ref="ns3:MediaServiceDateTaken" minOccurs="0"/>
                <xsd:element ref="ns3:MediaServiceAutoTags" minOccurs="0"/>
                <xsd:element ref="ns3:MediaServiceOCR" minOccurs="0"/>
                <xsd:element ref="ns3:MediaServiceGenerationTime" minOccurs="0"/>
                <xsd:element ref="ns3:MediaServiceEventHashCode"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a9ac6ae-8848-4781-8d91-7fafea72f5b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1bdabcf1-1112-432f-be14-5a8ac83ab1b7"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F3D2CA9-13E0-4F9F-A6F9-2594AD0F8D26}">
  <ds:schemaRefs>
    <ds:schemaRef ds:uri="http://schemas.microsoft.com/sharepoint/v3/contenttype/forms"/>
  </ds:schemaRefs>
</ds:datastoreItem>
</file>

<file path=customXml/itemProps2.xml><?xml version="1.0" encoding="utf-8"?>
<ds:datastoreItem xmlns:ds="http://schemas.openxmlformats.org/officeDocument/2006/customXml" ds:itemID="{EFB97F26-043F-402C-92C7-A6FB4344E3E6}">
  <ds:schemaRefs>
    <ds:schemaRef ds:uri="http://schemas.microsoft.com/office/2006/documentManagement/types"/>
    <ds:schemaRef ds:uri="http://schemas.microsoft.com/office/2006/metadata/properties"/>
    <ds:schemaRef ds:uri="http://purl.org/dc/dcmitype/"/>
    <ds:schemaRef ds:uri="1bdabcf1-1112-432f-be14-5a8ac83ab1b7"/>
    <ds:schemaRef ds:uri="fa9ac6ae-8848-4781-8d91-7fafea72f5be"/>
    <ds:schemaRef ds:uri="http://www.w3.org/XML/1998/namespace"/>
    <ds:schemaRef ds:uri="http://purl.org/dc/elements/1.1/"/>
    <ds:schemaRef ds:uri="http://schemas.microsoft.com/office/infopath/2007/PartnerControls"/>
    <ds:schemaRef ds:uri="http://schemas.openxmlformats.org/package/2006/metadata/core-properties"/>
    <ds:schemaRef ds:uri="http://purl.org/dc/terms/"/>
  </ds:schemaRefs>
</ds:datastoreItem>
</file>

<file path=customXml/itemProps3.xml><?xml version="1.0" encoding="utf-8"?>
<ds:datastoreItem xmlns:ds="http://schemas.openxmlformats.org/officeDocument/2006/customXml" ds:itemID="{26FE3B97-4666-411C-A970-A9F9B20A322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a9ac6ae-8848-4781-8d91-7fafea72f5be"/>
    <ds:schemaRef ds:uri="1bdabcf1-1112-432f-be14-5a8ac83ab1b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Median</Template>
  <TotalTime>4351</TotalTime>
  <Words>2321</Words>
  <Application>Microsoft Office PowerPoint</Application>
  <PresentationFormat>On-screen Show (4:3)</PresentationFormat>
  <Paragraphs>189</Paragraphs>
  <Slides>28</Slides>
  <Notes>7</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28</vt:i4>
      </vt:variant>
    </vt:vector>
  </HeadingPairs>
  <TitlesOfParts>
    <vt:vector size="37" baseType="lpstr">
      <vt:lpstr>Arial</vt:lpstr>
      <vt:lpstr>Calibri</vt:lpstr>
      <vt:lpstr>Calibri Light</vt:lpstr>
      <vt:lpstr>Times New Roman</vt:lpstr>
      <vt:lpstr>Tw Cen MT</vt:lpstr>
      <vt:lpstr>Wingdings</vt:lpstr>
      <vt:lpstr>Wingdings 2</vt:lpstr>
      <vt:lpstr>Median</vt:lpstr>
      <vt:lpstr>Office Theme</vt:lpstr>
      <vt:lpstr>Today in LSS</vt:lpstr>
      <vt:lpstr>Citation Practice</vt:lpstr>
      <vt:lpstr>Citation Practice</vt:lpstr>
      <vt:lpstr>Analogy Examples – Which is Better?</vt:lpstr>
      <vt:lpstr>Analogy Examples – Which is Better?</vt:lpstr>
      <vt:lpstr>Analogy Examples – Which is Better?</vt:lpstr>
      <vt:lpstr>Analogy Examples – Which is Better?</vt:lpstr>
      <vt:lpstr>BLW Chapter 8.2.1</vt:lpstr>
      <vt:lpstr>Putting It All Together: Editing Workshop</vt:lpstr>
      <vt:lpstr>Editing Workshop</vt:lpstr>
      <vt:lpstr>PowerPoint Presentation</vt:lpstr>
      <vt:lpstr>Big Picture</vt:lpstr>
      <vt:lpstr>BLW page 286 - Checklist</vt:lpstr>
      <vt:lpstr>13.A Checklist</vt:lpstr>
      <vt:lpstr>Proofreading</vt:lpstr>
      <vt:lpstr>Proofreading</vt:lpstr>
      <vt:lpstr>Paragraph Level</vt:lpstr>
      <vt:lpstr>Sentence Level</vt:lpstr>
      <vt:lpstr>Brevity is soul of . . . </vt:lpstr>
      <vt:lpstr>Common Causes of Wordiness</vt:lpstr>
      <vt:lpstr>Active vs. Passive Voice</vt:lpstr>
      <vt:lpstr>Nominalizations</vt:lpstr>
      <vt:lpstr>Avoid Gender Specific References</vt:lpstr>
      <vt:lpstr>Lists</vt:lpstr>
      <vt:lpstr>Commas </vt:lpstr>
      <vt:lpstr>Modifiers</vt:lpstr>
      <vt:lpstr>PowerPoint Presentation</vt:lpstr>
      <vt:lpstr>Homework for Tuesday</vt:lpstr>
    </vt:vector>
  </TitlesOfParts>
  <Company>UHLC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Office Memorandum Discussion &amp; Conclusion Sections</dc:title>
  <dc:creator>Hilary Reed</dc:creator>
  <cp:lastModifiedBy>Truskett, Harve A</cp:lastModifiedBy>
  <cp:revision>319</cp:revision>
  <dcterms:created xsi:type="dcterms:W3CDTF">2006-10-05T17:07:44Z</dcterms:created>
  <dcterms:modified xsi:type="dcterms:W3CDTF">2026-09-17T21:27:38Z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0x0101003B55F1566C90444DA95190D80944321B</vt:lpwstr>
  </property>
</Properties>
</file>