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2.xml" ContentType="application/vnd.openxmlformats-officedocument.presentationml.tags+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5.xml" ContentType="application/vnd.openxmlformats-officedocument.presentationml.tags+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 id="2147483700" r:id="rId2"/>
  </p:sldMasterIdLst>
  <p:notesMasterIdLst>
    <p:notesMasterId r:id="rId23"/>
  </p:notesMasterIdLst>
  <p:sldIdLst>
    <p:sldId id="311" r:id="rId3"/>
    <p:sldId id="257" r:id="rId4"/>
    <p:sldId id="362" r:id="rId5"/>
    <p:sldId id="258" r:id="rId6"/>
    <p:sldId id="410" r:id="rId7"/>
    <p:sldId id="411" r:id="rId8"/>
    <p:sldId id="263" r:id="rId9"/>
    <p:sldId id="264" r:id="rId10"/>
    <p:sldId id="295" r:id="rId11"/>
    <p:sldId id="413" r:id="rId12"/>
    <p:sldId id="407" r:id="rId13"/>
    <p:sldId id="267" r:id="rId14"/>
    <p:sldId id="268" r:id="rId15"/>
    <p:sldId id="408" r:id="rId16"/>
    <p:sldId id="296" r:id="rId17"/>
    <p:sldId id="270" r:id="rId18"/>
    <p:sldId id="271" r:id="rId19"/>
    <p:sldId id="272" r:id="rId20"/>
    <p:sldId id="302" r:id="rId21"/>
    <p:sldId id="41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FE72026-90A8-46C0-A8DD-7E79A6D5BA1C}">
          <p14:sldIdLst>
            <p14:sldId id="311"/>
            <p14:sldId id="257"/>
            <p14:sldId id="362"/>
            <p14:sldId id="258"/>
            <p14:sldId id="410"/>
            <p14:sldId id="411"/>
            <p14:sldId id="263"/>
            <p14:sldId id="264"/>
            <p14:sldId id="295"/>
            <p14:sldId id="413"/>
            <p14:sldId id="407"/>
            <p14:sldId id="267"/>
            <p14:sldId id="268"/>
            <p14:sldId id="408"/>
            <p14:sldId id="296"/>
            <p14:sldId id="270"/>
            <p14:sldId id="271"/>
            <p14:sldId id="272"/>
            <p14:sldId id="302"/>
            <p14:sldId id="41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072E09-0DCE-43E1-B11B-40A3CF94B3BC}" v="30" dt="2026-09-14T23:31:37.2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uskett, Harve A" userId="213d60ac-aef1-4d38-a1a1-cc3530dfbff5" providerId="ADAL" clId="{46A6D219-DC58-45E8-8D58-021ACE409CDA}"/>
    <pc:docChg chg="undo custSel addSld delSld modSld sldOrd delMainMaster modMainMaster addSection delSection modSection">
      <pc:chgData name="Truskett, Harve A" userId="213d60ac-aef1-4d38-a1a1-cc3530dfbff5" providerId="ADAL" clId="{46A6D219-DC58-45E8-8D58-021ACE409CDA}" dt="2026-09-15T22:53:42.824" v="2284" actId="2696"/>
      <pc:docMkLst>
        <pc:docMk/>
      </pc:docMkLst>
      <pc:sldChg chg="addSp delSp modSp mod setBg delDesignElem">
        <pc:chgData name="Truskett, Harve A" userId="213d60ac-aef1-4d38-a1a1-cc3530dfbff5" providerId="ADAL" clId="{46A6D219-DC58-45E8-8D58-021ACE409CDA}" dt="2026-09-14T21:28:14.075" v="870" actId="26606"/>
        <pc:sldMkLst>
          <pc:docMk/>
          <pc:sldMk cId="2460958753" sldId="257"/>
        </pc:sldMkLst>
        <pc:spChg chg="mod">
          <ac:chgData name="Truskett, Harve A" userId="213d60ac-aef1-4d38-a1a1-cc3530dfbff5" providerId="ADAL" clId="{46A6D219-DC58-45E8-8D58-021ACE409CDA}" dt="2026-09-14T21:28:14.075" v="870" actId="26606"/>
          <ac:spMkLst>
            <pc:docMk/>
            <pc:sldMk cId="2460958753" sldId="257"/>
            <ac:spMk id="2" creationId="{ECF21F95-688D-F66A-AC14-8B1DBFCE76A7}"/>
          </ac:spMkLst>
        </pc:spChg>
        <pc:spChg chg="mod">
          <ac:chgData name="Truskett, Harve A" userId="213d60ac-aef1-4d38-a1a1-cc3530dfbff5" providerId="ADAL" clId="{46A6D219-DC58-45E8-8D58-021ACE409CDA}" dt="2026-09-14T21:28:14.075" v="870" actId="26606"/>
          <ac:spMkLst>
            <pc:docMk/>
            <pc:sldMk cId="2460958753" sldId="257"/>
            <ac:spMk id="3" creationId="{F0C57596-B02C-C8B9-6211-0CC09BC0E554}"/>
          </ac:spMkLst>
        </pc:spChg>
        <pc:spChg chg="del">
          <ac:chgData name="Truskett, Harve A" userId="213d60ac-aef1-4d38-a1a1-cc3530dfbff5" providerId="ADAL" clId="{46A6D219-DC58-45E8-8D58-021ACE409CDA}" dt="2026-09-14T21:23:33.589" v="832"/>
          <ac:spMkLst>
            <pc:docMk/>
            <pc:sldMk cId="2460958753" sldId="257"/>
            <ac:spMk id="9" creationId="{4DE89493-AC86-4DB9-8963-3671DDEBE88A}"/>
          </ac:spMkLst>
        </pc:spChg>
        <pc:spChg chg="add">
          <ac:chgData name="Truskett, Harve A" userId="213d60ac-aef1-4d38-a1a1-cc3530dfbff5" providerId="ADAL" clId="{46A6D219-DC58-45E8-8D58-021ACE409CDA}" dt="2026-09-14T21:28:14.075" v="870" actId="26606"/>
          <ac:spMkLst>
            <pc:docMk/>
            <pc:sldMk cId="2460958753" sldId="257"/>
            <ac:spMk id="10" creationId="{C5E6CFF1-2F42-4E10-9A97-F116F46F53FE}"/>
          </ac:spMkLst>
        </pc:spChg>
        <pc:spChg chg="del">
          <ac:chgData name="Truskett, Harve A" userId="213d60ac-aef1-4d38-a1a1-cc3530dfbff5" providerId="ADAL" clId="{46A6D219-DC58-45E8-8D58-021ACE409CDA}" dt="2026-09-14T21:23:33.589" v="832"/>
          <ac:spMkLst>
            <pc:docMk/>
            <pc:sldMk cId="2460958753" sldId="257"/>
            <ac:spMk id="11" creationId="{BDAC9C0A-BBCA-4B9F-8ADF-5B2CCB19F90F}"/>
          </ac:spMkLst>
        </pc:spChg>
        <pc:spChg chg="del">
          <ac:chgData name="Truskett, Harve A" userId="213d60ac-aef1-4d38-a1a1-cc3530dfbff5" providerId="ADAL" clId="{46A6D219-DC58-45E8-8D58-021ACE409CDA}" dt="2026-09-14T21:23:33.589" v="832"/>
          <ac:spMkLst>
            <pc:docMk/>
            <pc:sldMk cId="2460958753" sldId="257"/>
            <ac:spMk id="13" creationId="{148D47FD-99F1-4F70-A0B7-DE3FFDD3B821}"/>
          </ac:spMkLst>
        </pc:spChg>
        <pc:picChg chg="mod ord">
          <ac:chgData name="Truskett, Harve A" userId="213d60ac-aef1-4d38-a1a1-cc3530dfbff5" providerId="ADAL" clId="{46A6D219-DC58-45E8-8D58-021ACE409CDA}" dt="2026-09-14T21:28:14.075" v="870" actId="26606"/>
          <ac:picMkLst>
            <pc:docMk/>
            <pc:sldMk cId="2460958753" sldId="257"/>
            <ac:picMk id="5" creationId="{C7AE8423-8D99-6B1C-800C-E90E2BC8AE63}"/>
          </ac:picMkLst>
        </pc:picChg>
        <pc:cxnChg chg="add">
          <ac:chgData name="Truskett, Harve A" userId="213d60ac-aef1-4d38-a1a1-cc3530dfbff5" providerId="ADAL" clId="{46A6D219-DC58-45E8-8D58-021ACE409CDA}" dt="2026-09-14T21:28:14.075" v="870" actId="26606"/>
          <ac:cxnSpMkLst>
            <pc:docMk/>
            <pc:sldMk cId="2460958753" sldId="257"/>
            <ac:cxnSpMk id="12" creationId="{96A8629B-8289-498B-939B-1CA0C106182C}"/>
          </ac:cxnSpMkLst>
        </pc:cxnChg>
      </pc:sldChg>
      <pc:sldChg chg="delSp modSp mod setBg">
        <pc:chgData name="Truskett, Harve A" userId="213d60ac-aef1-4d38-a1a1-cc3530dfbff5" providerId="ADAL" clId="{46A6D219-DC58-45E8-8D58-021ACE409CDA}" dt="2026-09-14T21:30:42.589" v="905" actId="478"/>
        <pc:sldMkLst>
          <pc:docMk/>
          <pc:sldMk cId="107521715" sldId="258"/>
        </pc:sldMkLst>
        <pc:spChg chg="mod">
          <ac:chgData name="Truskett, Harve A" userId="213d60ac-aef1-4d38-a1a1-cc3530dfbff5" providerId="ADAL" clId="{46A6D219-DC58-45E8-8D58-021ACE409CDA}" dt="2026-09-14T21:24:57.827" v="860" actId="26606"/>
          <ac:spMkLst>
            <pc:docMk/>
            <pc:sldMk cId="107521715" sldId="258"/>
            <ac:spMk id="11" creationId="{52F33D41-3701-4CC1-8E06-D46176A1E343}"/>
          </ac:spMkLst>
        </pc:spChg>
        <pc:spChg chg="del mod">
          <ac:chgData name="Truskett, Harve A" userId="213d60ac-aef1-4d38-a1a1-cc3530dfbff5" providerId="ADAL" clId="{46A6D219-DC58-45E8-8D58-021ACE409CDA}" dt="2026-09-14T21:30:42.589" v="905" actId="478"/>
          <ac:spMkLst>
            <pc:docMk/>
            <pc:sldMk cId="107521715" sldId="258"/>
            <ac:spMk id="13" creationId="{C065F013-CFF1-422E-BFC3-B0B22F915619}"/>
          </ac:spMkLst>
        </pc:spChg>
        <pc:spChg chg="mod ord">
          <ac:chgData name="Truskett, Harve A" userId="213d60ac-aef1-4d38-a1a1-cc3530dfbff5" providerId="ADAL" clId="{46A6D219-DC58-45E8-8D58-021ACE409CDA}" dt="2026-09-14T21:24:57.827" v="860" actId="26606"/>
          <ac:spMkLst>
            <pc:docMk/>
            <pc:sldMk cId="107521715" sldId="258"/>
            <ac:spMk id="15" creationId="{65562C84-14F0-4240-B89A-00CA789E2A37}"/>
          </ac:spMkLst>
        </pc:spChg>
        <pc:spChg chg="mod">
          <ac:chgData name="Truskett, Harve A" userId="213d60ac-aef1-4d38-a1a1-cc3530dfbff5" providerId="ADAL" clId="{46A6D219-DC58-45E8-8D58-021ACE409CDA}" dt="2026-09-14T21:24:57.827" v="860" actId="26606"/>
          <ac:spMkLst>
            <pc:docMk/>
            <pc:sldMk cId="107521715" sldId="258"/>
            <ac:spMk id="17" creationId="{2F59C538-87BA-4933-ABE5-1BA4EBB62227}"/>
          </ac:spMkLst>
        </pc:spChg>
        <pc:spChg chg="mod">
          <ac:chgData name="Truskett, Harve A" userId="213d60ac-aef1-4d38-a1a1-cc3530dfbff5" providerId="ADAL" clId="{46A6D219-DC58-45E8-8D58-021ACE409CDA}" dt="2026-09-14T21:24:57.827" v="860" actId="26606"/>
          <ac:spMkLst>
            <pc:docMk/>
            <pc:sldMk cId="107521715" sldId="258"/>
            <ac:spMk id="19" creationId="{FCBC76CB-4677-4803-9DDD-22B37EA69ADE}"/>
          </ac:spMkLst>
        </pc:spChg>
        <pc:picChg chg="mod">
          <ac:chgData name="Truskett, Harve A" userId="213d60ac-aef1-4d38-a1a1-cc3530dfbff5" providerId="ADAL" clId="{46A6D219-DC58-45E8-8D58-021ACE409CDA}" dt="2026-09-14T21:24:57.827" v="860" actId="26606"/>
          <ac:picMkLst>
            <pc:docMk/>
            <pc:sldMk cId="107521715" sldId="258"/>
            <ac:picMk id="7" creationId="{3AFEA041-B8D9-9621-A3A8-6D1E17B9BC2A}"/>
          </ac:picMkLst>
        </pc:picChg>
      </pc:sldChg>
      <pc:sldChg chg="add">
        <pc:chgData name="Truskett, Harve A" userId="213d60ac-aef1-4d38-a1a1-cc3530dfbff5" providerId="ADAL" clId="{46A6D219-DC58-45E8-8D58-021ACE409CDA}" dt="2026-09-14T23:31:37.260" v="2283"/>
        <pc:sldMkLst>
          <pc:docMk/>
          <pc:sldMk cId="2383604138" sldId="263"/>
        </pc:sldMkLst>
      </pc:sldChg>
      <pc:sldChg chg="delSp add setBg delDesignElem">
        <pc:chgData name="Truskett, Harve A" userId="213d60ac-aef1-4d38-a1a1-cc3530dfbff5" providerId="ADAL" clId="{46A6D219-DC58-45E8-8D58-021ACE409CDA}" dt="2026-09-14T23:31:37.260" v="2283"/>
        <pc:sldMkLst>
          <pc:docMk/>
          <pc:sldMk cId="702515705" sldId="264"/>
        </pc:sldMkLst>
        <pc:spChg chg="del">
          <ac:chgData name="Truskett, Harve A" userId="213d60ac-aef1-4d38-a1a1-cc3530dfbff5" providerId="ADAL" clId="{46A6D219-DC58-45E8-8D58-021ACE409CDA}" dt="2026-09-14T23:31:37.260" v="2283"/>
          <ac:spMkLst>
            <pc:docMk/>
            <pc:sldMk cId="702515705" sldId="264"/>
            <ac:spMk id="13" creationId="{45D37F4E-DDB4-456B-97E0-9937730A039F}"/>
          </ac:spMkLst>
        </pc:spChg>
        <pc:spChg chg="del">
          <ac:chgData name="Truskett, Harve A" userId="213d60ac-aef1-4d38-a1a1-cc3530dfbff5" providerId="ADAL" clId="{46A6D219-DC58-45E8-8D58-021ACE409CDA}" dt="2026-09-14T23:31:37.260" v="2283"/>
          <ac:spMkLst>
            <pc:docMk/>
            <pc:sldMk cId="702515705" sldId="264"/>
            <ac:spMk id="15" creationId="{B2DD41CD-8F47-4F56-AD12-4E2FF7696987}"/>
          </ac:spMkLst>
        </pc:spChg>
      </pc:sldChg>
      <pc:sldChg chg="addSp delSp modSp add del mod setBg delDesignElem">
        <pc:chgData name="Truskett, Harve A" userId="213d60ac-aef1-4d38-a1a1-cc3530dfbff5" providerId="ADAL" clId="{46A6D219-DC58-45E8-8D58-021ACE409CDA}" dt="2026-09-15T22:53:42.824" v="2284" actId="2696"/>
        <pc:sldMkLst>
          <pc:docMk/>
          <pc:sldMk cId="146439340" sldId="265"/>
        </pc:sldMkLst>
        <pc:spChg chg="mod">
          <ac:chgData name="Truskett, Harve A" userId="213d60ac-aef1-4d38-a1a1-cc3530dfbff5" providerId="ADAL" clId="{46A6D219-DC58-45E8-8D58-021ACE409CDA}" dt="2026-09-14T19:25:56.061" v="80"/>
          <ac:spMkLst>
            <pc:docMk/>
            <pc:sldMk cId="146439340" sldId="265"/>
            <ac:spMk id="2" creationId="{C455AF8A-5923-D21A-F3C8-48C3039048F8}"/>
          </ac:spMkLst>
        </pc:spChg>
        <pc:spChg chg="mod">
          <ac:chgData name="Truskett, Harve A" userId="213d60ac-aef1-4d38-a1a1-cc3530dfbff5" providerId="ADAL" clId="{46A6D219-DC58-45E8-8D58-021ACE409CDA}" dt="2026-09-14T19:25:56.061" v="80"/>
          <ac:spMkLst>
            <pc:docMk/>
            <pc:sldMk cId="146439340" sldId="265"/>
            <ac:spMk id="3" creationId="{16BE53D2-0A37-1477-CF2A-E8951B1BC6C3}"/>
          </ac:spMkLst>
        </pc:spChg>
        <pc:spChg chg="add del">
          <ac:chgData name="Truskett, Harve A" userId="213d60ac-aef1-4d38-a1a1-cc3530dfbff5" providerId="ADAL" clId="{46A6D219-DC58-45E8-8D58-021ACE409CDA}" dt="2026-09-14T19:25:56.061" v="80"/>
          <ac:spMkLst>
            <pc:docMk/>
            <pc:sldMk cId="146439340" sldId="265"/>
            <ac:spMk id="8" creationId="{C41152E7-F546-52AD-B791-CAEA5D687615}"/>
          </ac:spMkLst>
        </pc:spChg>
        <pc:spChg chg="add del">
          <ac:chgData name="Truskett, Harve A" userId="213d60ac-aef1-4d38-a1a1-cc3530dfbff5" providerId="ADAL" clId="{46A6D219-DC58-45E8-8D58-021ACE409CDA}" dt="2026-09-14T19:25:56.061" v="80"/>
          <ac:spMkLst>
            <pc:docMk/>
            <pc:sldMk cId="146439340" sldId="265"/>
            <ac:spMk id="10" creationId="{C1EDCE33-7FCB-D232-04B4-6E31DA6355DF}"/>
          </ac:spMkLst>
        </pc:spChg>
        <pc:spChg chg="add del">
          <ac:chgData name="Truskett, Harve A" userId="213d60ac-aef1-4d38-a1a1-cc3530dfbff5" providerId="ADAL" clId="{46A6D219-DC58-45E8-8D58-021ACE409CDA}" dt="2026-09-14T19:25:56.061" v="80"/>
          <ac:spMkLst>
            <pc:docMk/>
            <pc:sldMk cId="146439340" sldId="265"/>
            <ac:spMk id="12" creationId="{0C610CD0-B77B-396D-DB19-DDE5E96BE4A9}"/>
          </ac:spMkLst>
        </pc:spChg>
        <pc:spChg chg="add del">
          <ac:chgData name="Truskett, Harve A" userId="213d60ac-aef1-4d38-a1a1-cc3530dfbff5" providerId="ADAL" clId="{46A6D219-DC58-45E8-8D58-021ACE409CDA}" dt="2026-09-14T19:25:56.061" v="80"/>
          <ac:spMkLst>
            <pc:docMk/>
            <pc:sldMk cId="146439340" sldId="265"/>
            <ac:spMk id="14" creationId="{6A3F70D1-BBAB-52AB-DBC8-A704951E542D}"/>
          </ac:spMkLst>
        </pc:spChg>
        <pc:spChg chg="add del">
          <ac:chgData name="Truskett, Harve A" userId="213d60ac-aef1-4d38-a1a1-cc3530dfbff5" providerId="ADAL" clId="{46A6D219-DC58-45E8-8D58-021ACE409CDA}" dt="2026-09-14T19:25:56.061" v="80"/>
          <ac:spMkLst>
            <pc:docMk/>
            <pc:sldMk cId="146439340" sldId="265"/>
            <ac:spMk id="16" creationId="{FED5797F-B335-FB98-8C36-4676B82EC134}"/>
          </ac:spMkLst>
        </pc:spChg>
      </pc:sldChg>
      <pc:sldChg chg="addSp delSp modSp add del mod setBg delDesignElem">
        <pc:chgData name="Truskett, Harve A" userId="213d60ac-aef1-4d38-a1a1-cc3530dfbff5" providerId="ADAL" clId="{46A6D219-DC58-45E8-8D58-021ACE409CDA}" dt="2026-09-15T22:53:42.824" v="2284" actId="2696"/>
        <pc:sldMkLst>
          <pc:docMk/>
          <pc:sldMk cId="747592721" sldId="266"/>
        </pc:sldMkLst>
        <pc:spChg chg="mod">
          <ac:chgData name="Truskett, Harve A" userId="213d60ac-aef1-4d38-a1a1-cc3530dfbff5" providerId="ADAL" clId="{46A6D219-DC58-45E8-8D58-021ACE409CDA}" dt="2026-09-14T19:25:56.061" v="80"/>
          <ac:spMkLst>
            <pc:docMk/>
            <pc:sldMk cId="747592721" sldId="266"/>
            <ac:spMk id="2" creationId="{A1F4942F-6671-0228-0C4C-8691BADBB014}"/>
          </ac:spMkLst>
        </pc:spChg>
        <pc:spChg chg="add del">
          <ac:chgData name="Truskett, Harve A" userId="213d60ac-aef1-4d38-a1a1-cc3530dfbff5" providerId="ADAL" clId="{46A6D219-DC58-45E8-8D58-021ACE409CDA}" dt="2026-09-14T19:25:56.061" v="80"/>
          <ac:spMkLst>
            <pc:docMk/>
            <pc:sldMk cId="747592721" sldId="266"/>
            <ac:spMk id="8" creationId="{75927C06-1B1F-6BA1-9EE7-4EB019835005}"/>
          </ac:spMkLst>
        </pc:spChg>
        <pc:spChg chg="add del">
          <ac:chgData name="Truskett, Harve A" userId="213d60ac-aef1-4d38-a1a1-cc3530dfbff5" providerId="ADAL" clId="{46A6D219-DC58-45E8-8D58-021ACE409CDA}" dt="2026-09-14T19:25:56.061" v="80"/>
          <ac:spMkLst>
            <pc:docMk/>
            <pc:sldMk cId="747592721" sldId="266"/>
            <ac:spMk id="10" creationId="{1884BDB8-9177-B0DD-987F-2BDB3F5F5F11}"/>
          </ac:spMkLst>
        </pc:spChg>
        <pc:spChg chg="add del">
          <ac:chgData name="Truskett, Harve A" userId="213d60ac-aef1-4d38-a1a1-cc3530dfbff5" providerId="ADAL" clId="{46A6D219-DC58-45E8-8D58-021ACE409CDA}" dt="2026-09-14T19:25:56.061" v="80"/>
          <ac:spMkLst>
            <pc:docMk/>
            <pc:sldMk cId="747592721" sldId="266"/>
            <ac:spMk id="12" creationId="{EB4855B8-F148-EE1A-561E-88D5F7E022EF}"/>
          </ac:spMkLst>
        </pc:spChg>
        <pc:spChg chg="add del">
          <ac:chgData name="Truskett, Harve A" userId="213d60ac-aef1-4d38-a1a1-cc3530dfbff5" providerId="ADAL" clId="{46A6D219-DC58-45E8-8D58-021ACE409CDA}" dt="2026-09-14T19:25:56.061" v="80"/>
          <ac:spMkLst>
            <pc:docMk/>
            <pc:sldMk cId="747592721" sldId="266"/>
            <ac:spMk id="14" creationId="{BC543FDD-3045-B2CD-CB2F-167F53B87039}"/>
          </ac:spMkLst>
        </pc:spChg>
        <pc:spChg chg="add del">
          <ac:chgData name="Truskett, Harve A" userId="213d60ac-aef1-4d38-a1a1-cc3530dfbff5" providerId="ADAL" clId="{46A6D219-DC58-45E8-8D58-021ACE409CDA}" dt="2026-09-14T19:25:56.061" v="80"/>
          <ac:spMkLst>
            <pc:docMk/>
            <pc:sldMk cId="747592721" sldId="266"/>
            <ac:spMk id="16" creationId="{63EADE4D-5237-EA2E-7EFA-398C316D0F07}"/>
          </ac:spMkLst>
        </pc:spChg>
        <pc:spChg chg="mod">
          <ac:chgData name="Truskett, Harve A" userId="213d60ac-aef1-4d38-a1a1-cc3530dfbff5" providerId="ADAL" clId="{46A6D219-DC58-45E8-8D58-021ACE409CDA}" dt="2026-09-14T19:25:56.061" v="80"/>
          <ac:spMkLst>
            <pc:docMk/>
            <pc:sldMk cId="747592721" sldId="266"/>
            <ac:spMk id="17" creationId="{781CF7C0-E467-E244-6E95-E7E81C17466C}"/>
          </ac:spMkLst>
        </pc:spChg>
      </pc:sldChg>
      <pc:sldChg chg="addSp delSp modSp add del mod setBg delDesignElem">
        <pc:chgData name="Truskett, Harve A" userId="213d60ac-aef1-4d38-a1a1-cc3530dfbff5" providerId="ADAL" clId="{46A6D219-DC58-45E8-8D58-021ACE409CDA}" dt="2026-09-14T21:23:49.620" v="857"/>
        <pc:sldMkLst>
          <pc:docMk/>
          <pc:sldMk cId="3950410353" sldId="267"/>
        </pc:sldMkLst>
        <pc:spChg chg="mod">
          <ac:chgData name="Truskett, Harve A" userId="213d60ac-aef1-4d38-a1a1-cc3530dfbff5" providerId="ADAL" clId="{46A6D219-DC58-45E8-8D58-021ACE409CDA}" dt="2026-09-14T21:18:46.806" v="804" actId="6549"/>
          <ac:spMkLst>
            <pc:docMk/>
            <pc:sldMk cId="3950410353" sldId="267"/>
            <ac:spMk id="2" creationId="{55B4E26D-6B8D-043D-170D-1CFC9231F66D}"/>
          </ac:spMkLst>
        </pc:spChg>
        <pc:spChg chg="mod">
          <ac:chgData name="Truskett, Harve A" userId="213d60ac-aef1-4d38-a1a1-cc3530dfbff5" providerId="ADAL" clId="{46A6D219-DC58-45E8-8D58-021ACE409CDA}" dt="2026-09-14T19:25:56.061" v="80"/>
          <ac:spMkLst>
            <pc:docMk/>
            <pc:sldMk cId="3950410353" sldId="267"/>
            <ac:spMk id="3" creationId="{CE3A1290-045B-4C08-04EF-F32C16C1A36C}"/>
          </ac:spMkLst>
        </pc:spChg>
        <pc:spChg chg="add del">
          <ac:chgData name="Truskett, Harve A" userId="213d60ac-aef1-4d38-a1a1-cc3530dfbff5" providerId="ADAL" clId="{46A6D219-DC58-45E8-8D58-021ACE409CDA}" dt="2026-09-14T19:25:56.061" v="80"/>
          <ac:spMkLst>
            <pc:docMk/>
            <pc:sldMk cId="3950410353" sldId="267"/>
            <ac:spMk id="8" creationId="{1B15ED52-F352-441B-82BF-E0EA34836D08}"/>
          </ac:spMkLst>
        </pc:spChg>
        <pc:spChg chg="add del">
          <ac:chgData name="Truskett, Harve A" userId="213d60ac-aef1-4d38-a1a1-cc3530dfbff5" providerId="ADAL" clId="{46A6D219-DC58-45E8-8D58-021ACE409CDA}" dt="2026-09-14T19:25:56.061" v="80"/>
          <ac:spMkLst>
            <pc:docMk/>
            <pc:sldMk cId="3950410353" sldId="267"/>
            <ac:spMk id="10" creationId="{3B2E3793-BFE6-45A2-9B7B-E18844431C99}"/>
          </ac:spMkLst>
        </pc:spChg>
        <pc:spChg chg="add del">
          <ac:chgData name="Truskett, Harve A" userId="213d60ac-aef1-4d38-a1a1-cc3530dfbff5" providerId="ADAL" clId="{46A6D219-DC58-45E8-8D58-021ACE409CDA}" dt="2026-09-14T19:25:56.061" v="80"/>
          <ac:spMkLst>
            <pc:docMk/>
            <pc:sldMk cId="3950410353" sldId="267"/>
            <ac:spMk id="12" creationId="{BC4C4868-CB8F-4AF9-9CDB-8108F2C19B67}"/>
          </ac:spMkLst>
        </pc:spChg>
        <pc:spChg chg="add del">
          <ac:chgData name="Truskett, Harve A" userId="213d60ac-aef1-4d38-a1a1-cc3530dfbff5" providerId="ADAL" clId="{46A6D219-DC58-45E8-8D58-021ACE409CDA}" dt="2026-09-14T19:25:56.061" v="80"/>
          <ac:spMkLst>
            <pc:docMk/>
            <pc:sldMk cId="3950410353" sldId="267"/>
            <ac:spMk id="14" creationId="{375E0459-6403-40CD-989D-56A4407CA12E}"/>
          </ac:spMkLst>
        </pc:spChg>
        <pc:spChg chg="add del">
          <ac:chgData name="Truskett, Harve A" userId="213d60ac-aef1-4d38-a1a1-cc3530dfbff5" providerId="ADAL" clId="{46A6D219-DC58-45E8-8D58-021ACE409CDA}" dt="2026-09-14T19:25:56.061" v="80"/>
          <ac:spMkLst>
            <pc:docMk/>
            <pc:sldMk cId="3950410353" sldId="267"/>
            <ac:spMk id="16" creationId="{53E5B1A8-3AC9-4BD1-9BBC-78CA94F2D1BA}"/>
          </ac:spMkLst>
        </pc:spChg>
      </pc:sldChg>
      <pc:sldChg chg="addSp delSp modSp add del mod setBg delDesignElem">
        <pc:chgData name="Truskett, Harve A" userId="213d60ac-aef1-4d38-a1a1-cc3530dfbff5" providerId="ADAL" clId="{46A6D219-DC58-45E8-8D58-021ACE409CDA}" dt="2026-09-14T21:23:49.620" v="857"/>
        <pc:sldMkLst>
          <pc:docMk/>
          <pc:sldMk cId="1131853802" sldId="268"/>
        </pc:sldMkLst>
        <pc:spChg chg="mod">
          <ac:chgData name="Truskett, Harve A" userId="213d60ac-aef1-4d38-a1a1-cc3530dfbff5" providerId="ADAL" clId="{46A6D219-DC58-45E8-8D58-021ACE409CDA}" dt="2026-09-14T19:35:29.264" v="164" actId="6549"/>
          <ac:spMkLst>
            <pc:docMk/>
            <pc:sldMk cId="1131853802" sldId="268"/>
            <ac:spMk id="2" creationId="{F072FA0A-2408-DBF3-D602-603B8A70DE14}"/>
          </ac:spMkLst>
        </pc:spChg>
        <pc:spChg chg="mod">
          <ac:chgData name="Truskett, Harve A" userId="213d60ac-aef1-4d38-a1a1-cc3530dfbff5" providerId="ADAL" clId="{46A6D219-DC58-45E8-8D58-021ACE409CDA}" dt="2026-09-14T19:25:56.061" v="80"/>
          <ac:spMkLst>
            <pc:docMk/>
            <pc:sldMk cId="1131853802" sldId="268"/>
            <ac:spMk id="3" creationId="{F4DEE926-CCF9-A691-6E79-FD8A2F23819E}"/>
          </ac:spMkLst>
        </pc:spChg>
        <pc:spChg chg="add del">
          <ac:chgData name="Truskett, Harve A" userId="213d60ac-aef1-4d38-a1a1-cc3530dfbff5" providerId="ADAL" clId="{46A6D219-DC58-45E8-8D58-021ACE409CDA}" dt="2026-09-14T19:25:56.061" v="80"/>
          <ac:spMkLst>
            <pc:docMk/>
            <pc:sldMk cId="1131853802" sldId="268"/>
            <ac:spMk id="8" creationId="{1B15ED52-F352-441B-82BF-E0EA34836D08}"/>
          </ac:spMkLst>
        </pc:spChg>
        <pc:spChg chg="add del">
          <ac:chgData name="Truskett, Harve A" userId="213d60ac-aef1-4d38-a1a1-cc3530dfbff5" providerId="ADAL" clId="{46A6D219-DC58-45E8-8D58-021ACE409CDA}" dt="2026-09-14T19:25:56.061" v="80"/>
          <ac:spMkLst>
            <pc:docMk/>
            <pc:sldMk cId="1131853802" sldId="268"/>
            <ac:spMk id="10" creationId="{3B2E3793-BFE6-45A2-9B7B-E18844431C99}"/>
          </ac:spMkLst>
        </pc:spChg>
        <pc:spChg chg="add del">
          <ac:chgData name="Truskett, Harve A" userId="213d60ac-aef1-4d38-a1a1-cc3530dfbff5" providerId="ADAL" clId="{46A6D219-DC58-45E8-8D58-021ACE409CDA}" dt="2026-09-14T19:25:56.061" v="80"/>
          <ac:spMkLst>
            <pc:docMk/>
            <pc:sldMk cId="1131853802" sldId="268"/>
            <ac:spMk id="12" creationId="{BC4C4868-CB8F-4AF9-9CDB-8108F2C19B67}"/>
          </ac:spMkLst>
        </pc:spChg>
        <pc:spChg chg="add del">
          <ac:chgData name="Truskett, Harve A" userId="213d60ac-aef1-4d38-a1a1-cc3530dfbff5" providerId="ADAL" clId="{46A6D219-DC58-45E8-8D58-021ACE409CDA}" dt="2026-09-14T19:25:56.061" v="80"/>
          <ac:spMkLst>
            <pc:docMk/>
            <pc:sldMk cId="1131853802" sldId="268"/>
            <ac:spMk id="14" creationId="{375E0459-6403-40CD-989D-56A4407CA12E}"/>
          </ac:spMkLst>
        </pc:spChg>
        <pc:spChg chg="add del">
          <ac:chgData name="Truskett, Harve A" userId="213d60ac-aef1-4d38-a1a1-cc3530dfbff5" providerId="ADAL" clId="{46A6D219-DC58-45E8-8D58-021ACE409CDA}" dt="2026-09-14T19:25:56.061" v="80"/>
          <ac:spMkLst>
            <pc:docMk/>
            <pc:sldMk cId="1131853802" sldId="268"/>
            <ac:spMk id="16" creationId="{53E5B1A8-3AC9-4BD1-9BBC-78CA94F2D1BA}"/>
          </ac:spMkLst>
        </pc:spChg>
      </pc:sldChg>
      <pc:sldChg chg="addSp delSp modSp add del mod setBg delDesignElem">
        <pc:chgData name="Truskett, Harve A" userId="213d60ac-aef1-4d38-a1a1-cc3530dfbff5" providerId="ADAL" clId="{46A6D219-DC58-45E8-8D58-021ACE409CDA}" dt="2026-09-15T22:53:42.824" v="2284" actId="2696"/>
        <pc:sldMkLst>
          <pc:docMk/>
          <pc:sldMk cId="234461573" sldId="269"/>
        </pc:sldMkLst>
        <pc:spChg chg="mod">
          <ac:chgData name="Truskett, Harve A" userId="213d60ac-aef1-4d38-a1a1-cc3530dfbff5" providerId="ADAL" clId="{46A6D219-DC58-45E8-8D58-021ACE409CDA}" dt="2026-09-14T19:25:56.061" v="80"/>
          <ac:spMkLst>
            <pc:docMk/>
            <pc:sldMk cId="234461573" sldId="269"/>
            <ac:spMk id="2" creationId="{17D17760-7E6B-E0FB-CEEB-7D64A9C3DFFB}"/>
          </ac:spMkLst>
        </pc:spChg>
        <pc:spChg chg="mod">
          <ac:chgData name="Truskett, Harve A" userId="213d60ac-aef1-4d38-a1a1-cc3530dfbff5" providerId="ADAL" clId="{46A6D219-DC58-45E8-8D58-021ACE409CDA}" dt="2026-09-14T19:25:56.061" v="80"/>
          <ac:spMkLst>
            <pc:docMk/>
            <pc:sldMk cId="234461573" sldId="269"/>
            <ac:spMk id="3" creationId="{28B3488C-6511-F036-444D-8EE7A14BD4EA}"/>
          </ac:spMkLst>
        </pc:spChg>
        <pc:spChg chg="add del">
          <ac:chgData name="Truskett, Harve A" userId="213d60ac-aef1-4d38-a1a1-cc3530dfbff5" providerId="ADAL" clId="{46A6D219-DC58-45E8-8D58-021ACE409CDA}" dt="2026-09-14T19:25:56.061" v="80"/>
          <ac:spMkLst>
            <pc:docMk/>
            <pc:sldMk cId="234461573" sldId="269"/>
            <ac:spMk id="8" creationId="{1B15ED52-F352-441B-82BF-E0EA34836D08}"/>
          </ac:spMkLst>
        </pc:spChg>
        <pc:spChg chg="add del">
          <ac:chgData name="Truskett, Harve A" userId="213d60ac-aef1-4d38-a1a1-cc3530dfbff5" providerId="ADAL" clId="{46A6D219-DC58-45E8-8D58-021ACE409CDA}" dt="2026-09-14T19:25:56.061" v="80"/>
          <ac:spMkLst>
            <pc:docMk/>
            <pc:sldMk cId="234461573" sldId="269"/>
            <ac:spMk id="10" creationId="{3B2E3793-BFE6-45A2-9B7B-E18844431C99}"/>
          </ac:spMkLst>
        </pc:spChg>
        <pc:spChg chg="add del">
          <ac:chgData name="Truskett, Harve A" userId="213d60ac-aef1-4d38-a1a1-cc3530dfbff5" providerId="ADAL" clId="{46A6D219-DC58-45E8-8D58-021ACE409CDA}" dt="2026-09-14T19:25:56.061" v="80"/>
          <ac:spMkLst>
            <pc:docMk/>
            <pc:sldMk cId="234461573" sldId="269"/>
            <ac:spMk id="12" creationId="{BC4C4868-CB8F-4AF9-9CDB-8108F2C19B67}"/>
          </ac:spMkLst>
        </pc:spChg>
        <pc:spChg chg="add del">
          <ac:chgData name="Truskett, Harve A" userId="213d60ac-aef1-4d38-a1a1-cc3530dfbff5" providerId="ADAL" clId="{46A6D219-DC58-45E8-8D58-021ACE409CDA}" dt="2026-09-14T19:25:56.061" v="80"/>
          <ac:spMkLst>
            <pc:docMk/>
            <pc:sldMk cId="234461573" sldId="269"/>
            <ac:spMk id="14" creationId="{375E0459-6403-40CD-989D-56A4407CA12E}"/>
          </ac:spMkLst>
        </pc:spChg>
        <pc:spChg chg="add del">
          <ac:chgData name="Truskett, Harve A" userId="213d60ac-aef1-4d38-a1a1-cc3530dfbff5" providerId="ADAL" clId="{46A6D219-DC58-45E8-8D58-021ACE409CDA}" dt="2026-09-14T19:25:56.061" v="80"/>
          <ac:spMkLst>
            <pc:docMk/>
            <pc:sldMk cId="234461573" sldId="269"/>
            <ac:spMk id="16" creationId="{53E5B1A8-3AC9-4BD1-9BBC-78CA94F2D1BA}"/>
          </ac:spMkLst>
        </pc:spChg>
      </pc:sldChg>
      <pc:sldChg chg="modSp ord">
        <pc:chgData name="Truskett, Harve A" userId="213d60ac-aef1-4d38-a1a1-cc3530dfbff5" providerId="ADAL" clId="{46A6D219-DC58-45E8-8D58-021ACE409CDA}" dt="2026-09-14T21:26:09.811" v="864"/>
        <pc:sldMkLst>
          <pc:docMk/>
          <pc:sldMk cId="3149168703" sldId="270"/>
        </pc:sldMkLst>
        <pc:spChg chg="mod">
          <ac:chgData name="Truskett, Harve A" userId="213d60ac-aef1-4d38-a1a1-cc3530dfbff5" providerId="ADAL" clId="{46A6D219-DC58-45E8-8D58-021ACE409CDA}" dt="2026-09-14T21:23:41.178" v="853"/>
          <ac:spMkLst>
            <pc:docMk/>
            <pc:sldMk cId="3149168703" sldId="270"/>
            <ac:spMk id="2" creationId="{00000000-0000-0000-0000-000000000000}"/>
          </ac:spMkLst>
        </pc:spChg>
        <pc:spChg chg="mod">
          <ac:chgData name="Truskett, Harve A" userId="213d60ac-aef1-4d38-a1a1-cc3530dfbff5" providerId="ADAL" clId="{46A6D219-DC58-45E8-8D58-021ACE409CDA}" dt="2026-09-14T21:23:41.178" v="853"/>
          <ac:spMkLst>
            <pc:docMk/>
            <pc:sldMk cId="3149168703" sldId="270"/>
            <ac:spMk id="3" creationId="{00000000-0000-0000-0000-000000000000}"/>
          </ac:spMkLst>
        </pc:spChg>
      </pc:sldChg>
      <pc:sldChg chg="delSp ord setBg delDesignElem">
        <pc:chgData name="Truskett, Harve A" userId="213d60ac-aef1-4d38-a1a1-cc3530dfbff5" providerId="ADAL" clId="{46A6D219-DC58-45E8-8D58-021ACE409CDA}" dt="2026-09-14T21:25:31.725" v="862"/>
        <pc:sldMkLst>
          <pc:docMk/>
          <pc:sldMk cId="2641238260" sldId="271"/>
        </pc:sldMkLst>
        <pc:spChg chg="del">
          <ac:chgData name="Truskett, Harve A" userId="213d60ac-aef1-4d38-a1a1-cc3530dfbff5" providerId="ADAL" clId="{46A6D219-DC58-45E8-8D58-021ACE409CDA}" dt="2026-09-14T21:23:33.589" v="832"/>
          <ac:spMkLst>
            <pc:docMk/>
            <pc:sldMk cId="2641238260" sldId="271"/>
            <ac:spMk id="9" creationId="{562A2D2A-418A-44CF-BDFA-DF226CCC27B5}"/>
          </ac:spMkLst>
        </pc:spChg>
        <pc:spChg chg="del">
          <ac:chgData name="Truskett, Harve A" userId="213d60ac-aef1-4d38-a1a1-cc3530dfbff5" providerId="ADAL" clId="{46A6D219-DC58-45E8-8D58-021ACE409CDA}" dt="2026-09-14T21:23:33.589" v="832"/>
          <ac:spMkLst>
            <pc:docMk/>
            <pc:sldMk cId="2641238260" sldId="271"/>
            <ac:spMk id="11" creationId="{AED2F08D-1D29-4936-B7D6-9F88442A0139}"/>
          </ac:spMkLst>
        </pc:spChg>
        <pc:spChg chg="del">
          <ac:chgData name="Truskett, Harve A" userId="213d60ac-aef1-4d38-a1a1-cc3530dfbff5" providerId="ADAL" clId="{46A6D219-DC58-45E8-8D58-021ACE409CDA}" dt="2026-09-14T21:23:33.589" v="832"/>
          <ac:spMkLst>
            <pc:docMk/>
            <pc:sldMk cId="2641238260" sldId="271"/>
            <ac:spMk id="13" creationId="{FC727D49-D2FD-46AD-8B1A-11C9E5D9AEBB}"/>
          </ac:spMkLst>
        </pc:spChg>
        <pc:spChg chg="del">
          <ac:chgData name="Truskett, Harve A" userId="213d60ac-aef1-4d38-a1a1-cc3530dfbff5" providerId="ADAL" clId="{46A6D219-DC58-45E8-8D58-021ACE409CDA}" dt="2026-09-14T21:23:33.589" v="832"/>
          <ac:spMkLst>
            <pc:docMk/>
            <pc:sldMk cId="2641238260" sldId="271"/>
            <ac:spMk id="15" creationId="{77DB1C2B-A281-41EA-98EB-489A3DCD6855}"/>
          </ac:spMkLst>
        </pc:spChg>
      </pc:sldChg>
      <pc:sldChg chg="delSp ord setBg delDesignElem">
        <pc:chgData name="Truskett, Harve A" userId="213d60ac-aef1-4d38-a1a1-cc3530dfbff5" providerId="ADAL" clId="{46A6D219-DC58-45E8-8D58-021ACE409CDA}" dt="2026-09-14T21:26:28.814" v="866"/>
        <pc:sldMkLst>
          <pc:docMk/>
          <pc:sldMk cId="580606439" sldId="272"/>
        </pc:sldMkLst>
        <pc:spChg chg="del">
          <ac:chgData name="Truskett, Harve A" userId="213d60ac-aef1-4d38-a1a1-cc3530dfbff5" providerId="ADAL" clId="{46A6D219-DC58-45E8-8D58-021ACE409CDA}" dt="2026-09-14T21:23:33.589" v="832"/>
          <ac:spMkLst>
            <pc:docMk/>
            <pc:sldMk cId="580606439" sldId="272"/>
            <ac:spMk id="8" creationId="{BC2AFA5F-EB7F-4280-BAAD-A7641CA3FFC6}"/>
          </ac:spMkLst>
        </pc:spChg>
        <pc:spChg chg="del">
          <ac:chgData name="Truskett, Harve A" userId="213d60ac-aef1-4d38-a1a1-cc3530dfbff5" providerId="ADAL" clId="{46A6D219-DC58-45E8-8D58-021ACE409CDA}" dt="2026-09-14T21:23:33.589" v="832"/>
          <ac:spMkLst>
            <pc:docMk/>
            <pc:sldMk cId="580606439" sldId="272"/>
            <ac:spMk id="10" creationId="{BDAC9C0A-BBCA-4B9F-8ADF-5B2CCB19F90F}"/>
          </ac:spMkLst>
        </pc:spChg>
        <pc:spChg chg="del">
          <ac:chgData name="Truskett, Harve A" userId="213d60ac-aef1-4d38-a1a1-cc3530dfbff5" providerId="ADAL" clId="{46A6D219-DC58-45E8-8D58-021ACE409CDA}" dt="2026-09-14T21:23:33.589" v="832"/>
          <ac:spMkLst>
            <pc:docMk/>
            <pc:sldMk cId="580606439" sldId="272"/>
            <ac:spMk id="12" creationId="{1B784CEF-F6B1-4D62-86B3-F2A7C4EFBFF9}"/>
          </ac:spMkLst>
        </pc:spChg>
        <pc:spChg chg="del">
          <ac:chgData name="Truskett, Harve A" userId="213d60ac-aef1-4d38-a1a1-cc3530dfbff5" providerId="ADAL" clId="{46A6D219-DC58-45E8-8D58-021ACE409CDA}" dt="2026-09-14T21:23:33.589" v="832"/>
          <ac:spMkLst>
            <pc:docMk/>
            <pc:sldMk cId="580606439" sldId="272"/>
            <ac:spMk id="14" creationId="{148D47FD-99F1-4F70-A0B7-DE3FFDD3B821}"/>
          </ac:spMkLst>
        </pc:spChg>
      </pc:sldChg>
      <pc:sldChg chg="modSp del mod">
        <pc:chgData name="Truskett, Harve A" userId="213d60ac-aef1-4d38-a1a1-cc3530dfbff5" providerId="ADAL" clId="{46A6D219-DC58-45E8-8D58-021ACE409CDA}" dt="2026-09-15T22:53:42.824" v="2284" actId="2696"/>
        <pc:sldMkLst>
          <pc:docMk/>
          <pc:sldMk cId="681507135" sldId="273"/>
        </pc:sldMkLst>
        <pc:spChg chg="mod">
          <ac:chgData name="Truskett, Harve A" userId="213d60ac-aef1-4d38-a1a1-cc3530dfbff5" providerId="ADAL" clId="{46A6D219-DC58-45E8-8D58-021ACE409CDA}" dt="2026-09-14T21:23:41.237" v="854" actId="27636"/>
          <ac:spMkLst>
            <pc:docMk/>
            <pc:sldMk cId="681507135" sldId="273"/>
            <ac:spMk id="3" creationId="{00000000-0000-0000-0000-000000000000}"/>
          </ac:spMkLst>
        </pc:spChg>
      </pc:sldChg>
      <pc:sldChg chg="modSp del mod">
        <pc:chgData name="Truskett, Harve A" userId="213d60ac-aef1-4d38-a1a1-cc3530dfbff5" providerId="ADAL" clId="{46A6D219-DC58-45E8-8D58-021ACE409CDA}" dt="2026-09-15T22:53:42.824" v="2284" actId="2696"/>
        <pc:sldMkLst>
          <pc:docMk/>
          <pc:sldMk cId="2542956235" sldId="274"/>
        </pc:sldMkLst>
        <pc:spChg chg="mod">
          <ac:chgData name="Truskett, Harve A" userId="213d60ac-aef1-4d38-a1a1-cc3530dfbff5" providerId="ADAL" clId="{46A6D219-DC58-45E8-8D58-021ACE409CDA}" dt="2026-09-14T21:23:37.345" v="849" actId="27636"/>
          <ac:spMkLst>
            <pc:docMk/>
            <pc:sldMk cId="2542956235" sldId="274"/>
            <ac:spMk id="2" creationId="{00000000-0000-0000-0000-000000000000}"/>
          </ac:spMkLst>
        </pc:spChg>
        <pc:spChg chg="mod">
          <ac:chgData name="Truskett, Harve A" userId="213d60ac-aef1-4d38-a1a1-cc3530dfbff5" providerId="ADAL" clId="{46A6D219-DC58-45E8-8D58-021ACE409CDA}" dt="2026-09-14T21:23:41.178" v="853"/>
          <ac:spMkLst>
            <pc:docMk/>
            <pc:sldMk cId="2542956235" sldId="274"/>
            <ac:spMk id="3" creationId="{00000000-0000-0000-0000-000000000000}"/>
          </ac:spMkLst>
        </pc:spChg>
      </pc:sldChg>
      <pc:sldChg chg="modSp del">
        <pc:chgData name="Truskett, Harve A" userId="213d60ac-aef1-4d38-a1a1-cc3530dfbff5" providerId="ADAL" clId="{46A6D219-DC58-45E8-8D58-021ACE409CDA}" dt="2026-09-15T22:53:42.824" v="2284" actId="2696"/>
        <pc:sldMkLst>
          <pc:docMk/>
          <pc:sldMk cId="1187188587" sldId="275"/>
        </pc:sldMkLst>
        <pc:spChg chg="mod">
          <ac:chgData name="Truskett, Harve A" userId="213d60ac-aef1-4d38-a1a1-cc3530dfbff5" providerId="ADAL" clId="{46A6D219-DC58-45E8-8D58-021ACE409CDA}" dt="2026-09-14T21:23:41.178" v="853"/>
          <ac:spMkLst>
            <pc:docMk/>
            <pc:sldMk cId="1187188587" sldId="275"/>
            <ac:spMk id="2" creationId="{00000000-0000-0000-0000-000000000000}"/>
          </ac:spMkLst>
        </pc:spChg>
        <pc:spChg chg="mod">
          <ac:chgData name="Truskett, Harve A" userId="213d60ac-aef1-4d38-a1a1-cc3530dfbff5" providerId="ADAL" clId="{46A6D219-DC58-45E8-8D58-021ACE409CDA}" dt="2026-09-14T21:23:41.178" v="853"/>
          <ac:spMkLst>
            <pc:docMk/>
            <pc:sldMk cId="1187188587" sldId="275"/>
            <ac:spMk id="3" creationId="{00000000-0000-0000-0000-000000000000}"/>
          </ac:spMkLst>
        </pc:spChg>
      </pc:sldChg>
      <pc:sldChg chg="add">
        <pc:chgData name="Truskett, Harve A" userId="213d60ac-aef1-4d38-a1a1-cc3530dfbff5" providerId="ADAL" clId="{46A6D219-DC58-45E8-8D58-021ACE409CDA}" dt="2026-09-14T23:31:37.260" v="2283"/>
        <pc:sldMkLst>
          <pc:docMk/>
          <pc:sldMk cId="3138676415" sldId="295"/>
        </pc:sldMkLst>
      </pc:sldChg>
      <pc:sldChg chg="addSp delSp modSp add del mod ord setBg delDesignElem">
        <pc:chgData name="Truskett, Harve A" userId="213d60ac-aef1-4d38-a1a1-cc3530dfbff5" providerId="ADAL" clId="{46A6D219-DC58-45E8-8D58-021ACE409CDA}" dt="2026-09-14T21:24:04.812" v="859"/>
        <pc:sldMkLst>
          <pc:docMk/>
          <pc:sldMk cId="3642326762" sldId="296"/>
        </pc:sldMkLst>
        <pc:spChg chg="mod">
          <ac:chgData name="Truskett, Harve A" userId="213d60ac-aef1-4d38-a1a1-cc3530dfbff5" providerId="ADAL" clId="{46A6D219-DC58-45E8-8D58-021ACE409CDA}" dt="2026-09-14T21:22:16.378" v="825" actId="207"/>
          <ac:spMkLst>
            <pc:docMk/>
            <pc:sldMk cId="3642326762" sldId="296"/>
            <ac:spMk id="2" creationId="{00000000-0000-0000-0000-000000000000}"/>
          </ac:spMkLst>
        </pc:spChg>
        <pc:spChg chg="del">
          <ac:chgData name="Truskett, Harve A" userId="213d60ac-aef1-4d38-a1a1-cc3530dfbff5" providerId="ADAL" clId="{46A6D219-DC58-45E8-8D58-021ACE409CDA}" dt="2026-09-14T21:21:05.119" v="820" actId="26606"/>
          <ac:spMkLst>
            <pc:docMk/>
            <pc:sldMk cId="3642326762" sldId="296"/>
            <ac:spMk id="9" creationId="{FF28492A-DDDF-4C12-AE60-3EA02D8D20CD}"/>
          </ac:spMkLst>
        </pc:spChg>
        <pc:spChg chg="del">
          <ac:chgData name="Truskett, Harve A" userId="213d60ac-aef1-4d38-a1a1-cc3530dfbff5" providerId="ADAL" clId="{46A6D219-DC58-45E8-8D58-021ACE409CDA}" dt="2026-09-14T21:21:05.119" v="820" actId="26606"/>
          <ac:spMkLst>
            <pc:docMk/>
            <pc:sldMk cId="3642326762" sldId="296"/>
            <ac:spMk id="11" creationId="{E063DF58-06E6-4ED6-947D-1490C2F718F8}"/>
          </ac:spMkLst>
        </pc:spChg>
        <pc:spChg chg="add del">
          <ac:chgData name="Truskett, Harve A" userId="213d60ac-aef1-4d38-a1a1-cc3530dfbff5" providerId="ADAL" clId="{46A6D219-DC58-45E8-8D58-021ACE409CDA}" dt="2026-09-14T21:23:33.589" v="832"/>
          <ac:spMkLst>
            <pc:docMk/>
            <pc:sldMk cId="3642326762" sldId="296"/>
            <ac:spMk id="16" creationId="{562A2D2A-418A-44CF-BDFA-DF226CCC27B5}"/>
          </ac:spMkLst>
        </pc:spChg>
        <pc:spChg chg="add del">
          <ac:chgData name="Truskett, Harve A" userId="213d60ac-aef1-4d38-a1a1-cc3530dfbff5" providerId="ADAL" clId="{46A6D219-DC58-45E8-8D58-021ACE409CDA}" dt="2026-09-14T21:23:33.589" v="832"/>
          <ac:spMkLst>
            <pc:docMk/>
            <pc:sldMk cId="3642326762" sldId="296"/>
            <ac:spMk id="18" creationId="{AED2F08D-1D29-4936-B7D6-9F88442A0139}"/>
          </ac:spMkLst>
        </pc:spChg>
        <pc:spChg chg="add del">
          <ac:chgData name="Truskett, Harve A" userId="213d60ac-aef1-4d38-a1a1-cc3530dfbff5" providerId="ADAL" clId="{46A6D219-DC58-45E8-8D58-021ACE409CDA}" dt="2026-09-14T21:23:33.589" v="832"/>
          <ac:spMkLst>
            <pc:docMk/>
            <pc:sldMk cId="3642326762" sldId="296"/>
            <ac:spMk id="20" creationId="{77DB1C2B-A281-41EA-98EB-489A3DCD6855}"/>
          </ac:spMkLst>
        </pc:spChg>
        <pc:graphicFrameChg chg="mod modGraphic">
          <ac:chgData name="Truskett, Harve A" userId="213d60ac-aef1-4d38-a1a1-cc3530dfbff5" providerId="ADAL" clId="{46A6D219-DC58-45E8-8D58-021ACE409CDA}" dt="2026-09-14T21:24:04.812" v="859"/>
          <ac:graphicFrameMkLst>
            <pc:docMk/>
            <pc:sldMk cId="3642326762" sldId="296"/>
            <ac:graphicFrameMk id="5" creationId="{5AFB8127-B64D-E46E-DD92-613E505DB9CF}"/>
          </ac:graphicFrameMkLst>
        </pc:graphicFrameChg>
      </pc:sldChg>
      <pc:sldChg chg="addSp delSp modSp del mod ord">
        <pc:chgData name="Truskett, Harve A" userId="213d60ac-aef1-4d38-a1a1-cc3530dfbff5" providerId="ADAL" clId="{46A6D219-DC58-45E8-8D58-021ACE409CDA}" dt="2026-09-14T21:19:47.386" v="813" actId="47"/>
        <pc:sldMkLst>
          <pc:docMk/>
          <pc:sldMk cId="1768629981" sldId="301"/>
        </pc:sldMkLst>
        <pc:spChg chg="mod">
          <ac:chgData name="Truskett, Harve A" userId="213d60ac-aef1-4d38-a1a1-cc3530dfbff5" providerId="ADAL" clId="{46A6D219-DC58-45E8-8D58-021ACE409CDA}" dt="2026-09-14T19:34:09.294" v="155" actId="207"/>
          <ac:spMkLst>
            <pc:docMk/>
            <pc:sldMk cId="1768629981" sldId="301"/>
            <ac:spMk id="4" creationId="{7E947A24-5FC1-D4B4-BA5B-492C93BE8F16}"/>
          </ac:spMkLst>
        </pc:spChg>
        <pc:spChg chg="add del">
          <ac:chgData name="Truskett, Harve A" userId="213d60ac-aef1-4d38-a1a1-cc3530dfbff5" providerId="ADAL" clId="{46A6D219-DC58-45E8-8D58-021ACE409CDA}" dt="2026-09-14T19:33:35.421" v="153" actId="26606"/>
          <ac:spMkLst>
            <pc:docMk/>
            <pc:sldMk cId="1768629981" sldId="301"/>
            <ac:spMk id="12" creationId="{562A2D2A-418A-44CF-BDFA-DF226CCC27B5}"/>
          </ac:spMkLst>
        </pc:spChg>
        <pc:spChg chg="add del">
          <ac:chgData name="Truskett, Harve A" userId="213d60ac-aef1-4d38-a1a1-cc3530dfbff5" providerId="ADAL" clId="{46A6D219-DC58-45E8-8D58-021ACE409CDA}" dt="2026-09-14T19:33:35.421" v="153" actId="26606"/>
          <ac:spMkLst>
            <pc:docMk/>
            <pc:sldMk cId="1768629981" sldId="301"/>
            <ac:spMk id="14" creationId="{AED2F08D-1D29-4936-B7D6-9F88442A0139}"/>
          </ac:spMkLst>
        </pc:spChg>
        <pc:spChg chg="add del">
          <ac:chgData name="Truskett, Harve A" userId="213d60ac-aef1-4d38-a1a1-cc3530dfbff5" providerId="ADAL" clId="{46A6D219-DC58-45E8-8D58-021ACE409CDA}" dt="2026-09-14T19:33:35.421" v="153" actId="26606"/>
          <ac:spMkLst>
            <pc:docMk/>
            <pc:sldMk cId="1768629981" sldId="301"/>
            <ac:spMk id="16" creationId="{FC727D49-D2FD-46AD-8B1A-11C9E5D9AEBB}"/>
          </ac:spMkLst>
        </pc:spChg>
        <pc:spChg chg="add del">
          <ac:chgData name="Truskett, Harve A" userId="213d60ac-aef1-4d38-a1a1-cc3530dfbff5" providerId="ADAL" clId="{46A6D219-DC58-45E8-8D58-021ACE409CDA}" dt="2026-09-14T19:33:35.421" v="153" actId="26606"/>
          <ac:spMkLst>
            <pc:docMk/>
            <pc:sldMk cId="1768629981" sldId="301"/>
            <ac:spMk id="18" creationId="{77DB1C2B-A281-41EA-98EB-489A3DCD6855}"/>
          </ac:spMkLst>
        </pc:spChg>
        <pc:spChg chg="add">
          <ac:chgData name="Truskett, Harve A" userId="213d60ac-aef1-4d38-a1a1-cc3530dfbff5" providerId="ADAL" clId="{46A6D219-DC58-45E8-8D58-021ACE409CDA}" dt="2026-09-14T19:33:35.421" v="153" actId="26606"/>
          <ac:spMkLst>
            <pc:docMk/>
            <pc:sldMk cId="1768629981" sldId="301"/>
            <ac:spMk id="23" creationId="{FF28492A-DDDF-4C12-AE60-3EA02D8D20CD}"/>
          </ac:spMkLst>
        </pc:spChg>
        <pc:spChg chg="add">
          <ac:chgData name="Truskett, Harve A" userId="213d60ac-aef1-4d38-a1a1-cc3530dfbff5" providerId="ADAL" clId="{46A6D219-DC58-45E8-8D58-021ACE409CDA}" dt="2026-09-14T19:33:35.421" v="153" actId="26606"/>
          <ac:spMkLst>
            <pc:docMk/>
            <pc:sldMk cId="1768629981" sldId="301"/>
            <ac:spMk id="25" creationId="{E063DF58-06E6-4ED6-947D-1490C2F718F8}"/>
          </ac:spMkLst>
        </pc:spChg>
        <pc:graphicFrameChg chg="mod modGraphic">
          <ac:chgData name="Truskett, Harve A" userId="213d60ac-aef1-4d38-a1a1-cc3530dfbff5" providerId="ADAL" clId="{46A6D219-DC58-45E8-8D58-021ACE409CDA}" dt="2026-09-14T19:34:50.428" v="159" actId="20577"/>
          <ac:graphicFrameMkLst>
            <pc:docMk/>
            <pc:sldMk cId="1768629981" sldId="301"/>
            <ac:graphicFrameMk id="7" creationId="{010AE5FC-A113-D51B-7EA4-AD20ACC6918F}"/>
          </ac:graphicFrameMkLst>
        </pc:graphicFrameChg>
      </pc:sldChg>
      <pc:sldChg chg="delSp modSp mod setBg addAnim">
        <pc:chgData name="Truskett, Harve A" userId="213d60ac-aef1-4d38-a1a1-cc3530dfbff5" providerId="ADAL" clId="{46A6D219-DC58-45E8-8D58-021ACE409CDA}" dt="2026-09-14T21:53:32.065" v="2135" actId="478"/>
        <pc:sldMkLst>
          <pc:docMk/>
          <pc:sldMk cId="1279866662" sldId="302"/>
        </pc:sldMkLst>
        <pc:spChg chg="mod">
          <ac:chgData name="Truskett, Harve A" userId="213d60ac-aef1-4d38-a1a1-cc3530dfbff5" providerId="ADAL" clId="{46A6D219-DC58-45E8-8D58-021ACE409CDA}" dt="2026-09-14T21:27:26.287" v="868" actId="26606"/>
          <ac:spMkLst>
            <pc:docMk/>
            <pc:sldMk cId="1279866662" sldId="302"/>
            <ac:spMk id="11" creationId="{52F33D41-3701-4CC1-8E06-D46176A1E343}"/>
          </ac:spMkLst>
        </pc:spChg>
        <pc:spChg chg="mod">
          <ac:chgData name="Truskett, Harve A" userId="213d60ac-aef1-4d38-a1a1-cc3530dfbff5" providerId="ADAL" clId="{46A6D219-DC58-45E8-8D58-021ACE409CDA}" dt="2026-09-14T21:27:26.287" v="868" actId="26606"/>
          <ac:spMkLst>
            <pc:docMk/>
            <pc:sldMk cId="1279866662" sldId="302"/>
            <ac:spMk id="13" creationId="{C065F013-CFF1-422E-BFC3-B0B22F915619}"/>
          </ac:spMkLst>
        </pc:spChg>
        <pc:spChg chg="mod ord">
          <ac:chgData name="Truskett, Harve A" userId="213d60ac-aef1-4d38-a1a1-cc3530dfbff5" providerId="ADAL" clId="{46A6D219-DC58-45E8-8D58-021ACE409CDA}" dt="2026-09-14T21:27:26.287" v="868" actId="26606"/>
          <ac:spMkLst>
            <pc:docMk/>
            <pc:sldMk cId="1279866662" sldId="302"/>
            <ac:spMk id="15" creationId="{65562C84-14F0-4240-B89A-00CA789E2A37}"/>
          </ac:spMkLst>
        </pc:spChg>
        <pc:spChg chg="mod">
          <ac:chgData name="Truskett, Harve A" userId="213d60ac-aef1-4d38-a1a1-cc3530dfbff5" providerId="ADAL" clId="{46A6D219-DC58-45E8-8D58-021ACE409CDA}" dt="2026-09-14T21:27:26.287" v="868" actId="26606"/>
          <ac:spMkLst>
            <pc:docMk/>
            <pc:sldMk cId="1279866662" sldId="302"/>
            <ac:spMk id="17" creationId="{2F59C538-87BA-4933-ABE5-1BA4EBB62227}"/>
          </ac:spMkLst>
        </pc:spChg>
        <pc:spChg chg="mod">
          <ac:chgData name="Truskett, Harve A" userId="213d60ac-aef1-4d38-a1a1-cc3530dfbff5" providerId="ADAL" clId="{46A6D219-DC58-45E8-8D58-021ACE409CDA}" dt="2026-09-14T21:27:26.287" v="868" actId="26606"/>
          <ac:spMkLst>
            <pc:docMk/>
            <pc:sldMk cId="1279866662" sldId="302"/>
            <ac:spMk id="19" creationId="{FCBC76CB-4677-4803-9DDD-22B37EA69ADE}"/>
          </ac:spMkLst>
        </pc:spChg>
        <pc:picChg chg="del mod">
          <ac:chgData name="Truskett, Harve A" userId="213d60ac-aef1-4d38-a1a1-cc3530dfbff5" providerId="ADAL" clId="{46A6D219-DC58-45E8-8D58-021ACE409CDA}" dt="2026-09-14T21:53:32.065" v="2135" actId="478"/>
          <ac:picMkLst>
            <pc:docMk/>
            <pc:sldMk cId="1279866662" sldId="302"/>
            <ac:picMk id="7" creationId="{3AFEA041-B8D9-9621-A3A8-6D1E17B9BC2A}"/>
          </ac:picMkLst>
        </pc:picChg>
      </pc:sldChg>
      <pc:sldChg chg="del">
        <pc:chgData name="Truskett, Harve A" userId="213d60ac-aef1-4d38-a1a1-cc3530dfbff5" providerId="ADAL" clId="{46A6D219-DC58-45E8-8D58-021ACE409CDA}" dt="2026-09-14T19:31:21.319" v="145" actId="47"/>
        <pc:sldMkLst>
          <pc:docMk/>
          <pc:sldMk cId="570474643" sldId="303"/>
        </pc:sldMkLst>
      </pc:sldChg>
      <pc:sldChg chg="modSp del">
        <pc:chgData name="Truskett, Harve A" userId="213d60ac-aef1-4d38-a1a1-cc3530dfbff5" providerId="ADAL" clId="{46A6D219-DC58-45E8-8D58-021ACE409CDA}" dt="2026-09-15T22:53:42.824" v="2284" actId="2696"/>
        <pc:sldMkLst>
          <pc:docMk/>
          <pc:sldMk cId="176915803" sldId="304"/>
        </pc:sldMkLst>
        <pc:spChg chg="mod">
          <ac:chgData name="Truskett, Harve A" userId="213d60ac-aef1-4d38-a1a1-cc3530dfbff5" providerId="ADAL" clId="{46A6D219-DC58-45E8-8D58-021ACE409CDA}" dt="2026-09-14T21:23:41.178" v="853"/>
          <ac:spMkLst>
            <pc:docMk/>
            <pc:sldMk cId="176915803" sldId="304"/>
            <ac:spMk id="2" creationId="{60DC4942-2E31-5233-3DBF-3EA2D2B49988}"/>
          </ac:spMkLst>
        </pc:spChg>
        <pc:spChg chg="mod">
          <ac:chgData name="Truskett, Harve A" userId="213d60ac-aef1-4d38-a1a1-cc3530dfbff5" providerId="ADAL" clId="{46A6D219-DC58-45E8-8D58-021ACE409CDA}" dt="2026-09-14T21:23:41.178" v="853"/>
          <ac:spMkLst>
            <pc:docMk/>
            <pc:sldMk cId="176915803" sldId="304"/>
            <ac:spMk id="3" creationId="{DEA30130-DC8B-CFC2-5481-46A54BF3FF59}"/>
          </ac:spMkLst>
        </pc:spChg>
      </pc:sldChg>
      <pc:sldChg chg="delSp modSp add del mod setBg delDesignElem">
        <pc:chgData name="Truskett, Harve A" userId="213d60ac-aef1-4d38-a1a1-cc3530dfbff5" providerId="ADAL" clId="{46A6D219-DC58-45E8-8D58-021ACE409CDA}" dt="2026-09-14T21:35:03.368" v="906" actId="47"/>
        <pc:sldMkLst>
          <pc:docMk/>
          <pc:sldMk cId="2763552692" sldId="306"/>
        </pc:sldMkLst>
        <pc:spChg chg="mod">
          <ac:chgData name="Truskett, Harve A" userId="213d60ac-aef1-4d38-a1a1-cc3530dfbff5" providerId="ADAL" clId="{46A6D219-DC58-45E8-8D58-021ACE409CDA}" dt="2026-09-14T21:23:33.814" v="839" actId="27636"/>
          <ac:spMkLst>
            <pc:docMk/>
            <pc:sldMk cId="2763552692" sldId="306"/>
            <ac:spMk id="4" creationId="{9AEE6D7D-210F-00B4-0C08-9B6F27FC06F0}"/>
          </ac:spMkLst>
        </pc:spChg>
        <pc:spChg chg="del">
          <ac:chgData name="Truskett, Harve A" userId="213d60ac-aef1-4d38-a1a1-cc3530dfbff5" providerId="ADAL" clId="{46A6D219-DC58-45E8-8D58-021ACE409CDA}" dt="2026-09-14T21:23:33.589" v="832"/>
          <ac:spMkLst>
            <pc:docMk/>
            <pc:sldMk cId="2763552692" sldId="306"/>
            <ac:spMk id="14" creationId="{50A14530-38F7-43A0-91E9-9BD028AD5C48}"/>
          </ac:spMkLst>
        </pc:spChg>
        <pc:spChg chg="del">
          <ac:chgData name="Truskett, Harve A" userId="213d60ac-aef1-4d38-a1a1-cc3530dfbff5" providerId="ADAL" clId="{46A6D219-DC58-45E8-8D58-021ACE409CDA}" dt="2026-09-14T21:23:33.589" v="832"/>
          <ac:spMkLst>
            <pc:docMk/>
            <pc:sldMk cId="2763552692" sldId="306"/>
            <ac:spMk id="16" creationId="{7EDB149B-DB67-4C53-808C-EE379FD8D7C9}"/>
          </ac:spMkLst>
        </pc:spChg>
        <pc:spChg chg="del">
          <ac:chgData name="Truskett, Harve A" userId="213d60ac-aef1-4d38-a1a1-cc3530dfbff5" providerId="ADAL" clId="{46A6D219-DC58-45E8-8D58-021ACE409CDA}" dt="2026-09-14T21:23:33.589" v="832"/>
          <ac:spMkLst>
            <pc:docMk/>
            <pc:sldMk cId="2763552692" sldId="306"/>
            <ac:spMk id="18" creationId="{D262D5AD-C652-4791-8642-9497C61C85A0}"/>
          </ac:spMkLst>
        </pc:spChg>
        <pc:spChg chg="del">
          <ac:chgData name="Truskett, Harve A" userId="213d60ac-aef1-4d38-a1a1-cc3530dfbff5" providerId="ADAL" clId="{46A6D219-DC58-45E8-8D58-021ACE409CDA}" dt="2026-09-14T21:23:33.589" v="832"/>
          <ac:spMkLst>
            <pc:docMk/>
            <pc:sldMk cId="2763552692" sldId="306"/>
            <ac:spMk id="20" creationId="{F75B8986-8BAA-4E28-BAA9-C57D508FA5D2}"/>
          </ac:spMkLst>
        </pc:spChg>
        <pc:grpChg chg="del">
          <ac:chgData name="Truskett, Harve A" userId="213d60ac-aef1-4d38-a1a1-cc3530dfbff5" providerId="ADAL" clId="{46A6D219-DC58-45E8-8D58-021ACE409CDA}" dt="2026-09-14T21:23:33.589" v="832"/>
          <ac:grpSpMkLst>
            <pc:docMk/>
            <pc:sldMk cId="2763552692" sldId="306"/>
            <ac:grpSpMk id="10" creationId="{F0C817C9-850F-4FB6-B93B-CF3076C4A5C1}"/>
          </ac:grpSpMkLst>
        </pc:grpChg>
      </pc:sldChg>
      <pc:sldChg chg="modSp del mod">
        <pc:chgData name="Truskett, Harve A" userId="213d60ac-aef1-4d38-a1a1-cc3530dfbff5" providerId="ADAL" clId="{46A6D219-DC58-45E8-8D58-021ACE409CDA}" dt="2026-09-14T21:20:07.345" v="814" actId="47"/>
        <pc:sldMkLst>
          <pc:docMk/>
          <pc:sldMk cId="4110639384" sldId="308"/>
        </pc:sldMkLst>
        <pc:spChg chg="mod">
          <ac:chgData name="Truskett, Harve A" userId="213d60ac-aef1-4d38-a1a1-cc3530dfbff5" providerId="ADAL" clId="{46A6D219-DC58-45E8-8D58-021ACE409CDA}" dt="2026-09-14T21:17:36.025" v="803" actId="27636"/>
          <ac:spMkLst>
            <pc:docMk/>
            <pc:sldMk cId="4110639384" sldId="308"/>
            <ac:spMk id="3" creationId="{D891A15D-0066-C75E-EE39-5A8251EFE109}"/>
          </ac:spMkLst>
        </pc:spChg>
      </pc:sldChg>
      <pc:sldChg chg="del">
        <pc:chgData name="Truskett, Harve A" userId="213d60ac-aef1-4d38-a1a1-cc3530dfbff5" providerId="ADAL" clId="{46A6D219-DC58-45E8-8D58-021ACE409CDA}" dt="2026-09-14T21:20:09.785" v="815" actId="47"/>
        <pc:sldMkLst>
          <pc:docMk/>
          <pc:sldMk cId="3231998039" sldId="309"/>
        </pc:sldMkLst>
      </pc:sldChg>
      <pc:sldChg chg="modSp del">
        <pc:chgData name="Truskett, Harve A" userId="213d60ac-aef1-4d38-a1a1-cc3530dfbff5" providerId="ADAL" clId="{46A6D219-DC58-45E8-8D58-021ACE409CDA}" dt="2026-09-14T21:27:03.396" v="867" actId="47"/>
        <pc:sldMkLst>
          <pc:docMk/>
          <pc:sldMk cId="758182242" sldId="310"/>
        </pc:sldMkLst>
        <pc:spChg chg="mod">
          <ac:chgData name="Truskett, Harve A" userId="213d60ac-aef1-4d38-a1a1-cc3530dfbff5" providerId="ADAL" clId="{46A6D219-DC58-45E8-8D58-021ACE409CDA}" dt="2026-09-14T21:23:41.178" v="853"/>
          <ac:spMkLst>
            <pc:docMk/>
            <pc:sldMk cId="758182242" sldId="310"/>
            <ac:spMk id="2" creationId="{8C922891-AF62-2036-EB08-9420CCE385FA}"/>
          </ac:spMkLst>
        </pc:spChg>
        <pc:spChg chg="mod">
          <ac:chgData name="Truskett, Harve A" userId="213d60ac-aef1-4d38-a1a1-cc3530dfbff5" providerId="ADAL" clId="{46A6D219-DC58-45E8-8D58-021ACE409CDA}" dt="2026-09-14T21:23:41.178" v="853"/>
          <ac:spMkLst>
            <pc:docMk/>
            <pc:sldMk cId="758182242" sldId="310"/>
            <ac:spMk id="3" creationId="{D9433100-BD33-96D0-A1C1-61222F7D3C90}"/>
          </ac:spMkLst>
        </pc:spChg>
      </pc:sldChg>
      <pc:sldChg chg="delSp modSp mod setBg delDesignElem">
        <pc:chgData name="Truskett, Harve A" userId="213d60ac-aef1-4d38-a1a1-cc3530dfbff5" providerId="ADAL" clId="{46A6D219-DC58-45E8-8D58-021ACE409CDA}" dt="2026-09-14T21:23:49.620" v="857"/>
        <pc:sldMkLst>
          <pc:docMk/>
          <pc:sldMk cId="784546052" sldId="311"/>
        </pc:sldMkLst>
        <pc:spChg chg="mod">
          <ac:chgData name="Truskett, Harve A" userId="213d60ac-aef1-4d38-a1a1-cc3530dfbff5" providerId="ADAL" clId="{46A6D219-DC58-45E8-8D58-021ACE409CDA}" dt="2026-09-14T21:23:37.361" v="850" actId="27636"/>
          <ac:spMkLst>
            <pc:docMk/>
            <pc:sldMk cId="784546052" sldId="311"/>
            <ac:spMk id="4" creationId="{9C54A1B3-94DA-2098-45BF-6F5D93DC860C}"/>
          </ac:spMkLst>
        </pc:spChg>
        <pc:spChg chg="del">
          <ac:chgData name="Truskett, Harve A" userId="213d60ac-aef1-4d38-a1a1-cc3530dfbff5" providerId="ADAL" clId="{46A6D219-DC58-45E8-8D58-021ACE409CDA}" dt="2026-09-14T20:10:04.922" v="169" actId="478"/>
          <ac:spMkLst>
            <pc:docMk/>
            <pc:sldMk cId="784546052" sldId="311"/>
            <ac:spMk id="5" creationId="{882F24F0-1633-4BE0-F5F6-D2677E54BB83}"/>
          </ac:spMkLst>
        </pc:spChg>
        <pc:spChg chg="del">
          <ac:chgData name="Truskett, Harve A" userId="213d60ac-aef1-4d38-a1a1-cc3530dfbff5" providerId="ADAL" clId="{46A6D219-DC58-45E8-8D58-021ACE409CDA}" dt="2026-09-14T21:23:33.589" v="832"/>
          <ac:spMkLst>
            <pc:docMk/>
            <pc:sldMk cId="784546052" sldId="311"/>
            <ac:spMk id="14" creationId="{F63226DE-7000-4FAF-BE14-E3C3CE37377E}"/>
          </ac:spMkLst>
        </pc:spChg>
        <pc:spChg chg="del">
          <ac:chgData name="Truskett, Harve A" userId="213d60ac-aef1-4d38-a1a1-cc3530dfbff5" providerId="ADAL" clId="{46A6D219-DC58-45E8-8D58-021ACE409CDA}" dt="2026-09-14T21:23:33.589" v="832"/>
          <ac:spMkLst>
            <pc:docMk/>
            <pc:sldMk cId="784546052" sldId="311"/>
            <ac:spMk id="16" creationId="{85233AC3-4E84-4387-AAFF-A500B445AE49}"/>
          </ac:spMkLst>
        </pc:spChg>
        <pc:spChg chg="del">
          <ac:chgData name="Truskett, Harve A" userId="213d60ac-aef1-4d38-a1a1-cc3530dfbff5" providerId="ADAL" clId="{46A6D219-DC58-45E8-8D58-021ACE409CDA}" dt="2026-09-14T21:23:33.589" v="832"/>
          <ac:spMkLst>
            <pc:docMk/>
            <pc:sldMk cId="784546052" sldId="311"/>
            <ac:spMk id="18" creationId="{000D408D-84C2-4911-89AE-8BBD2C54A66D}"/>
          </ac:spMkLst>
        </pc:spChg>
        <pc:spChg chg="del">
          <ac:chgData name="Truskett, Harve A" userId="213d60ac-aef1-4d38-a1a1-cc3530dfbff5" providerId="ADAL" clId="{46A6D219-DC58-45E8-8D58-021ACE409CDA}" dt="2026-09-14T21:23:33.589" v="832"/>
          <ac:spMkLst>
            <pc:docMk/>
            <pc:sldMk cId="784546052" sldId="311"/>
            <ac:spMk id="20" creationId="{D99C0D10-35E6-46AC-A9BC-C31599F54261}"/>
          </ac:spMkLst>
        </pc:spChg>
        <pc:spChg chg="del">
          <ac:chgData name="Truskett, Harve A" userId="213d60ac-aef1-4d38-a1a1-cc3530dfbff5" providerId="ADAL" clId="{46A6D219-DC58-45E8-8D58-021ACE409CDA}" dt="2026-09-14T21:23:33.589" v="832"/>
          <ac:spMkLst>
            <pc:docMk/>
            <pc:sldMk cId="784546052" sldId="311"/>
            <ac:spMk id="22" creationId="{36259759-A9F9-4D41-AF92-198AAC53F573}"/>
          </ac:spMkLst>
        </pc:spChg>
        <pc:grpChg chg="del">
          <ac:chgData name="Truskett, Harve A" userId="213d60ac-aef1-4d38-a1a1-cc3530dfbff5" providerId="ADAL" clId="{46A6D219-DC58-45E8-8D58-021ACE409CDA}" dt="2026-09-14T21:23:33.589" v="832"/>
          <ac:grpSpMkLst>
            <pc:docMk/>
            <pc:sldMk cId="784546052" sldId="311"/>
            <ac:grpSpMk id="10" creationId="{F0C817C9-850F-4FB6-B93B-CF3076C4A5C1}"/>
          </ac:grpSpMkLst>
        </pc:grpChg>
      </pc:sldChg>
      <pc:sldChg chg="del">
        <pc:chgData name="Truskett, Harve A" userId="213d60ac-aef1-4d38-a1a1-cc3530dfbff5" providerId="ADAL" clId="{46A6D219-DC58-45E8-8D58-021ACE409CDA}" dt="2026-09-14T19:36:21.224" v="167" actId="47"/>
        <pc:sldMkLst>
          <pc:docMk/>
          <pc:sldMk cId="1316706164" sldId="312"/>
        </pc:sldMkLst>
      </pc:sldChg>
      <pc:sldChg chg="modSp add del mod">
        <pc:chgData name="Truskett, Harve A" userId="213d60ac-aef1-4d38-a1a1-cc3530dfbff5" providerId="ADAL" clId="{46A6D219-DC58-45E8-8D58-021ACE409CDA}" dt="2026-09-14T22:26:40.375" v="2166" actId="13926"/>
        <pc:sldMkLst>
          <pc:docMk/>
          <pc:sldMk cId="3230303056" sldId="362"/>
        </pc:sldMkLst>
        <pc:spChg chg="mod">
          <ac:chgData name="Truskett, Harve A" userId="213d60ac-aef1-4d38-a1a1-cc3530dfbff5" providerId="ADAL" clId="{46A6D219-DC58-45E8-8D58-021ACE409CDA}" dt="2026-09-14T22:26:40.375" v="2166" actId="13926"/>
          <ac:spMkLst>
            <pc:docMk/>
            <pc:sldMk cId="3230303056" sldId="362"/>
            <ac:spMk id="15" creationId="{382AFB9C-8301-611C-838A-4AB6CBC43478}"/>
          </ac:spMkLst>
        </pc:spChg>
      </pc:sldChg>
      <pc:sldChg chg="addSp delSp add del setBg delDesignElem">
        <pc:chgData name="Truskett, Harve A" userId="213d60ac-aef1-4d38-a1a1-cc3530dfbff5" providerId="ADAL" clId="{46A6D219-DC58-45E8-8D58-021ACE409CDA}" dt="2026-09-14T19:36:26.652" v="168" actId="47"/>
        <pc:sldMkLst>
          <pc:docMk/>
          <pc:sldMk cId="1991983415" sldId="405"/>
        </pc:sldMkLst>
      </pc:sldChg>
      <pc:sldChg chg="addSp delSp add del setBg delDesignElem">
        <pc:chgData name="Truskett, Harve A" userId="213d60ac-aef1-4d38-a1a1-cc3530dfbff5" providerId="ADAL" clId="{46A6D219-DC58-45E8-8D58-021ACE409CDA}" dt="2026-09-14T19:36:26.652" v="168" actId="47"/>
        <pc:sldMkLst>
          <pc:docMk/>
          <pc:sldMk cId="3765760341" sldId="406"/>
        </pc:sldMkLst>
      </pc:sldChg>
      <pc:sldChg chg="addSp delSp modSp add del mod setBg delDesignElem">
        <pc:chgData name="Truskett, Harve A" userId="213d60ac-aef1-4d38-a1a1-cc3530dfbff5" providerId="ADAL" clId="{46A6D219-DC58-45E8-8D58-021ACE409CDA}" dt="2026-09-14T21:23:49.620" v="857"/>
        <pc:sldMkLst>
          <pc:docMk/>
          <pc:sldMk cId="1768869393" sldId="407"/>
        </pc:sldMkLst>
        <pc:spChg chg="mod">
          <ac:chgData name="Truskett, Harve A" userId="213d60ac-aef1-4d38-a1a1-cc3530dfbff5" providerId="ADAL" clId="{46A6D219-DC58-45E8-8D58-021ACE409CDA}" dt="2026-09-14T19:25:56.061" v="80"/>
          <ac:spMkLst>
            <pc:docMk/>
            <pc:sldMk cId="1768869393" sldId="407"/>
            <ac:spMk id="2" creationId="{DA2F66A1-EC35-3BA7-177A-9E3A9BE7AF61}"/>
          </ac:spMkLst>
        </pc:spChg>
        <pc:spChg chg="add del">
          <ac:chgData name="Truskett, Harve A" userId="213d60ac-aef1-4d38-a1a1-cc3530dfbff5" providerId="ADAL" clId="{46A6D219-DC58-45E8-8D58-021ACE409CDA}" dt="2026-09-14T19:25:56.061" v="80"/>
          <ac:spMkLst>
            <pc:docMk/>
            <pc:sldMk cId="1768869393" sldId="407"/>
            <ac:spMk id="9" creationId="{BACC6370-2D7E-4714-9D71-7542949D7D5D}"/>
          </ac:spMkLst>
        </pc:spChg>
        <pc:spChg chg="add del">
          <ac:chgData name="Truskett, Harve A" userId="213d60ac-aef1-4d38-a1a1-cc3530dfbff5" providerId="ADAL" clId="{46A6D219-DC58-45E8-8D58-021ACE409CDA}" dt="2026-09-14T19:25:56.061" v="80"/>
          <ac:spMkLst>
            <pc:docMk/>
            <pc:sldMk cId="1768869393" sldId="407"/>
            <ac:spMk id="11" creationId="{256B2C21-A230-48C0-8DF1-C46611373C44}"/>
          </ac:spMkLst>
        </pc:spChg>
        <pc:spChg chg="add del">
          <ac:chgData name="Truskett, Harve A" userId="213d60ac-aef1-4d38-a1a1-cc3530dfbff5" providerId="ADAL" clId="{46A6D219-DC58-45E8-8D58-021ACE409CDA}" dt="2026-09-14T19:25:56.061" v="80"/>
          <ac:spMkLst>
            <pc:docMk/>
            <pc:sldMk cId="1768869393" sldId="407"/>
            <ac:spMk id="13" creationId="{3847E18C-932D-4C95-AABA-FEC7C9499AD7}"/>
          </ac:spMkLst>
        </pc:spChg>
        <pc:spChg chg="add del">
          <ac:chgData name="Truskett, Harve A" userId="213d60ac-aef1-4d38-a1a1-cc3530dfbff5" providerId="ADAL" clId="{46A6D219-DC58-45E8-8D58-021ACE409CDA}" dt="2026-09-14T19:25:56.061" v="80"/>
          <ac:spMkLst>
            <pc:docMk/>
            <pc:sldMk cId="1768869393" sldId="407"/>
            <ac:spMk id="15" creationId="{3150CB11-0C61-439E-910F-5787759E72A0}"/>
          </ac:spMkLst>
        </pc:spChg>
        <pc:spChg chg="add del">
          <ac:chgData name="Truskett, Harve A" userId="213d60ac-aef1-4d38-a1a1-cc3530dfbff5" providerId="ADAL" clId="{46A6D219-DC58-45E8-8D58-021ACE409CDA}" dt="2026-09-14T19:25:56.061" v="80"/>
          <ac:spMkLst>
            <pc:docMk/>
            <pc:sldMk cId="1768869393" sldId="407"/>
            <ac:spMk id="17" creationId="{43F8A58B-5155-44CE-A5FF-7647B47D0A7A}"/>
          </ac:spMkLst>
        </pc:spChg>
        <pc:spChg chg="add del">
          <ac:chgData name="Truskett, Harve A" userId="213d60ac-aef1-4d38-a1a1-cc3530dfbff5" providerId="ADAL" clId="{46A6D219-DC58-45E8-8D58-021ACE409CDA}" dt="2026-09-14T19:25:56.061" v="80"/>
          <ac:spMkLst>
            <pc:docMk/>
            <pc:sldMk cId="1768869393" sldId="407"/>
            <ac:spMk id="19" creationId="{443F2ACA-E6D6-4028-82DD-F03C262D5DE6}"/>
          </ac:spMkLst>
        </pc:spChg>
        <pc:graphicFrameChg chg="modGraphic">
          <ac:chgData name="Truskett, Harve A" userId="213d60ac-aef1-4d38-a1a1-cc3530dfbff5" providerId="ADAL" clId="{46A6D219-DC58-45E8-8D58-021ACE409CDA}" dt="2026-09-14T19:26:44.267" v="144" actId="20577"/>
          <ac:graphicFrameMkLst>
            <pc:docMk/>
            <pc:sldMk cId="1768869393" sldId="407"/>
            <ac:graphicFrameMk id="5" creationId="{564EE9FA-07C7-7768-E7A3-89A8A8951C69}"/>
          </ac:graphicFrameMkLst>
        </pc:graphicFrameChg>
      </pc:sldChg>
      <pc:sldChg chg="addSp delSp modSp add del mod setBg delDesignElem">
        <pc:chgData name="Truskett, Harve A" userId="213d60ac-aef1-4d38-a1a1-cc3530dfbff5" providerId="ADAL" clId="{46A6D219-DC58-45E8-8D58-021ACE409CDA}" dt="2026-09-14T23:18:34.309" v="2281" actId="20577"/>
        <pc:sldMkLst>
          <pc:docMk/>
          <pc:sldMk cId="2259325611" sldId="408"/>
        </pc:sldMkLst>
        <pc:spChg chg="mod">
          <ac:chgData name="Truskett, Harve A" userId="213d60ac-aef1-4d38-a1a1-cc3530dfbff5" providerId="ADAL" clId="{46A6D219-DC58-45E8-8D58-021ACE409CDA}" dt="2026-09-14T19:25:56.061" v="80"/>
          <ac:spMkLst>
            <pc:docMk/>
            <pc:sldMk cId="2259325611" sldId="408"/>
            <ac:spMk id="2" creationId="{1E4446DB-A7F4-CC68-2F0C-3199E988A3C2}"/>
          </ac:spMkLst>
        </pc:spChg>
        <pc:spChg chg="add del">
          <ac:chgData name="Truskett, Harve A" userId="213d60ac-aef1-4d38-a1a1-cc3530dfbff5" providerId="ADAL" clId="{46A6D219-DC58-45E8-8D58-021ACE409CDA}" dt="2026-09-14T19:25:56.061" v="80"/>
          <ac:spMkLst>
            <pc:docMk/>
            <pc:sldMk cId="2259325611" sldId="408"/>
            <ac:spMk id="9" creationId="{1128B4DB-FA7D-C287-80A4-AEC2A15B4E2F}"/>
          </ac:spMkLst>
        </pc:spChg>
        <pc:spChg chg="add del">
          <ac:chgData name="Truskett, Harve A" userId="213d60ac-aef1-4d38-a1a1-cc3530dfbff5" providerId="ADAL" clId="{46A6D219-DC58-45E8-8D58-021ACE409CDA}" dt="2026-09-14T19:25:56.061" v="80"/>
          <ac:spMkLst>
            <pc:docMk/>
            <pc:sldMk cId="2259325611" sldId="408"/>
            <ac:spMk id="11" creationId="{4C66CA7C-813F-A4EB-8CDF-CCE03C562AE6}"/>
          </ac:spMkLst>
        </pc:spChg>
        <pc:spChg chg="add del">
          <ac:chgData name="Truskett, Harve A" userId="213d60ac-aef1-4d38-a1a1-cc3530dfbff5" providerId="ADAL" clId="{46A6D219-DC58-45E8-8D58-021ACE409CDA}" dt="2026-09-14T19:25:56.061" v="80"/>
          <ac:spMkLst>
            <pc:docMk/>
            <pc:sldMk cId="2259325611" sldId="408"/>
            <ac:spMk id="13" creationId="{D7641BFB-5AA7-C578-80E7-CF74B8B75BD0}"/>
          </ac:spMkLst>
        </pc:spChg>
        <pc:spChg chg="add del">
          <ac:chgData name="Truskett, Harve A" userId="213d60ac-aef1-4d38-a1a1-cc3530dfbff5" providerId="ADAL" clId="{46A6D219-DC58-45E8-8D58-021ACE409CDA}" dt="2026-09-14T19:25:56.061" v="80"/>
          <ac:spMkLst>
            <pc:docMk/>
            <pc:sldMk cId="2259325611" sldId="408"/>
            <ac:spMk id="15" creationId="{4E19ADD1-7EF8-CADF-6592-9CD47CDE5396}"/>
          </ac:spMkLst>
        </pc:spChg>
        <pc:spChg chg="add del">
          <ac:chgData name="Truskett, Harve A" userId="213d60ac-aef1-4d38-a1a1-cc3530dfbff5" providerId="ADAL" clId="{46A6D219-DC58-45E8-8D58-021ACE409CDA}" dt="2026-09-14T19:25:56.061" v="80"/>
          <ac:spMkLst>
            <pc:docMk/>
            <pc:sldMk cId="2259325611" sldId="408"/>
            <ac:spMk id="17" creationId="{3F78C9A1-17FB-B7DD-FD2B-C7508A4414C0}"/>
          </ac:spMkLst>
        </pc:spChg>
        <pc:spChg chg="add del">
          <ac:chgData name="Truskett, Harve A" userId="213d60ac-aef1-4d38-a1a1-cc3530dfbff5" providerId="ADAL" clId="{46A6D219-DC58-45E8-8D58-021ACE409CDA}" dt="2026-09-14T19:25:56.061" v="80"/>
          <ac:spMkLst>
            <pc:docMk/>
            <pc:sldMk cId="2259325611" sldId="408"/>
            <ac:spMk id="19" creationId="{3A365867-FE5B-9AD7-754C-B0FEBA3891B1}"/>
          </ac:spMkLst>
        </pc:spChg>
        <pc:graphicFrameChg chg="mod modGraphic">
          <ac:chgData name="Truskett, Harve A" userId="213d60ac-aef1-4d38-a1a1-cc3530dfbff5" providerId="ADAL" clId="{46A6D219-DC58-45E8-8D58-021ACE409CDA}" dt="2026-09-14T23:18:34.309" v="2281" actId="20577"/>
          <ac:graphicFrameMkLst>
            <pc:docMk/>
            <pc:sldMk cId="2259325611" sldId="408"/>
            <ac:graphicFrameMk id="5" creationId="{9832C93D-6655-AE69-2133-06C048D8F186}"/>
          </ac:graphicFrameMkLst>
        </pc:graphicFrameChg>
      </pc:sldChg>
      <pc:sldChg chg="addSp delSp modSp add del mod setBg delDesignElem">
        <pc:chgData name="Truskett, Harve A" userId="213d60ac-aef1-4d38-a1a1-cc3530dfbff5" providerId="ADAL" clId="{46A6D219-DC58-45E8-8D58-021ACE409CDA}" dt="2026-09-15T22:53:42.824" v="2284" actId="2696"/>
        <pc:sldMkLst>
          <pc:docMk/>
          <pc:sldMk cId="1369781201" sldId="409"/>
        </pc:sldMkLst>
        <pc:spChg chg="mod">
          <ac:chgData name="Truskett, Harve A" userId="213d60ac-aef1-4d38-a1a1-cc3530dfbff5" providerId="ADAL" clId="{46A6D219-DC58-45E8-8D58-021ACE409CDA}" dt="2026-09-14T21:13:14.922" v="801" actId="6549"/>
          <ac:spMkLst>
            <pc:docMk/>
            <pc:sldMk cId="1369781201" sldId="409"/>
            <ac:spMk id="2" creationId="{F04680D6-1006-08DF-F8B1-AC9AC34960E8}"/>
          </ac:spMkLst>
        </pc:spChg>
        <pc:spChg chg="mod">
          <ac:chgData name="Truskett, Harve A" userId="213d60ac-aef1-4d38-a1a1-cc3530dfbff5" providerId="ADAL" clId="{46A6D219-DC58-45E8-8D58-021ACE409CDA}" dt="2026-09-14T19:25:56.061" v="80"/>
          <ac:spMkLst>
            <pc:docMk/>
            <pc:sldMk cId="1369781201" sldId="409"/>
            <ac:spMk id="3" creationId="{C4B653F7-AEAE-E26B-FC5E-8FE6D9A9B93D}"/>
          </ac:spMkLst>
        </pc:spChg>
        <pc:spChg chg="add del">
          <ac:chgData name="Truskett, Harve A" userId="213d60ac-aef1-4d38-a1a1-cc3530dfbff5" providerId="ADAL" clId="{46A6D219-DC58-45E8-8D58-021ACE409CDA}" dt="2026-09-14T19:25:56.061" v="80"/>
          <ac:spMkLst>
            <pc:docMk/>
            <pc:sldMk cId="1369781201" sldId="409"/>
            <ac:spMk id="8" creationId="{1B15ED52-F352-441B-82BF-E0EA34836D08}"/>
          </ac:spMkLst>
        </pc:spChg>
        <pc:spChg chg="add del">
          <ac:chgData name="Truskett, Harve A" userId="213d60ac-aef1-4d38-a1a1-cc3530dfbff5" providerId="ADAL" clId="{46A6D219-DC58-45E8-8D58-021ACE409CDA}" dt="2026-09-14T19:25:56.061" v="80"/>
          <ac:spMkLst>
            <pc:docMk/>
            <pc:sldMk cId="1369781201" sldId="409"/>
            <ac:spMk id="10" creationId="{3B2E3793-BFE6-45A2-9B7B-E18844431C99}"/>
          </ac:spMkLst>
        </pc:spChg>
        <pc:spChg chg="add del">
          <ac:chgData name="Truskett, Harve A" userId="213d60ac-aef1-4d38-a1a1-cc3530dfbff5" providerId="ADAL" clId="{46A6D219-DC58-45E8-8D58-021ACE409CDA}" dt="2026-09-14T19:25:56.061" v="80"/>
          <ac:spMkLst>
            <pc:docMk/>
            <pc:sldMk cId="1369781201" sldId="409"/>
            <ac:spMk id="12" creationId="{BC4C4868-CB8F-4AF9-9CDB-8108F2C19B67}"/>
          </ac:spMkLst>
        </pc:spChg>
        <pc:spChg chg="add del">
          <ac:chgData name="Truskett, Harve A" userId="213d60ac-aef1-4d38-a1a1-cc3530dfbff5" providerId="ADAL" clId="{46A6D219-DC58-45E8-8D58-021ACE409CDA}" dt="2026-09-14T19:25:56.061" v="80"/>
          <ac:spMkLst>
            <pc:docMk/>
            <pc:sldMk cId="1369781201" sldId="409"/>
            <ac:spMk id="14" creationId="{375E0459-6403-40CD-989D-56A4407CA12E}"/>
          </ac:spMkLst>
        </pc:spChg>
        <pc:spChg chg="add del">
          <ac:chgData name="Truskett, Harve A" userId="213d60ac-aef1-4d38-a1a1-cc3530dfbff5" providerId="ADAL" clId="{46A6D219-DC58-45E8-8D58-021ACE409CDA}" dt="2026-09-14T19:25:56.061" v="80"/>
          <ac:spMkLst>
            <pc:docMk/>
            <pc:sldMk cId="1369781201" sldId="409"/>
            <ac:spMk id="16" creationId="{53E5B1A8-3AC9-4BD1-9BBC-78CA94F2D1BA}"/>
          </ac:spMkLst>
        </pc:spChg>
      </pc:sldChg>
      <pc:sldChg chg="modSp new mod">
        <pc:chgData name="Truskett, Harve A" userId="213d60ac-aef1-4d38-a1a1-cc3530dfbff5" providerId="ADAL" clId="{46A6D219-DC58-45E8-8D58-021ACE409CDA}" dt="2026-09-14T22:29:05.605" v="2226" actId="20577"/>
        <pc:sldMkLst>
          <pc:docMk/>
          <pc:sldMk cId="3063513291" sldId="410"/>
        </pc:sldMkLst>
        <pc:spChg chg="mod">
          <ac:chgData name="Truskett, Harve A" userId="213d60ac-aef1-4d38-a1a1-cc3530dfbff5" providerId="ADAL" clId="{46A6D219-DC58-45E8-8D58-021ACE409CDA}" dt="2026-09-14T22:26:54.476" v="2170" actId="20577"/>
          <ac:spMkLst>
            <pc:docMk/>
            <pc:sldMk cId="3063513291" sldId="410"/>
            <ac:spMk id="2" creationId="{4BBD5C2B-D690-F2DB-785D-EA33A2F5D379}"/>
          </ac:spMkLst>
        </pc:spChg>
        <pc:spChg chg="mod">
          <ac:chgData name="Truskett, Harve A" userId="213d60ac-aef1-4d38-a1a1-cc3530dfbff5" providerId="ADAL" clId="{46A6D219-DC58-45E8-8D58-021ACE409CDA}" dt="2026-09-14T22:29:05.605" v="2226" actId="20577"/>
          <ac:spMkLst>
            <pc:docMk/>
            <pc:sldMk cId="3063513291" sldId="410"/>
            <ac:spMk id="3" creationId="{098DA130-DC05-9FAC-8170-ADD0E96572D2}"/>
          </ac:spMkLst>
        </pc:spChg>
      </pc:sldChg>
      <pc:sldChg chg="modSp new mod">
        <pc:chgData name="Truskett, Harve A" userId="213d60ac-aef1-4d38-a1a1-cc3530dfbff5" providerId="ADAL" clId="{46A6D219-DC58-45E8-8D58-021ACE409CDA}" dt="2026-09-14T21:49:55.710" v="1914" actId="20577"/>
        <pc:sldMkLst>
          <pc:docMk/>
          <pc:sldMk cId="427515909" sldId="411"/>
        </pc:sldMkLst>
        <pc:spChg chg="mod">
          <ac:chgData name="Truskett, Harve A" userId="213d60ac-aef1-4d38-a1a1-cc3530dfbff5" providerId="ADAL" clId="{46A6D219-DC58-45E8-8D58-021ACE409CDA}" dt="2026-09-14T21:35:35.713" v="928" actId="114"/>
          <ac:spMkLst>
            <pc:docMk/>
            <pc:sldMk cId="427515909" sldId="411"/>
            <ac:spMk id="2" creationId="{EEC6EF2F-4891-13B8-47AF-A56BDD16E6CB}"/>
          </ac:spMkLst>
        </pc:spChg>
        <pc:spChg chg="mod">
          <ac:chgData name="Truskett, Harve A" userId="213d60ac-aef1-4d38-a1a1-cc3530dfbff5" providerId="ADAL" clId="{46A6D219-DC58-45E8-8D58-021ACE409CDA}" dt="2026-09-14T21:49:55.710" v="1914" actId="20577"/>
          <ac:spMkLst>
            <pc:docMk/>
            <pc:sldMk cId="427515909" sldId="411"/>
            <ac:spMk id="3" creationId="{21F84F84-E5BA-3FC1-62C0-23C0A6F804D8}"/>
          </ac:spMkLst>
        </pc:spChg>
      </pc:sldChg>
      <pc:sldChg chg="modSp new mod">
        <pc:chgData name="Truskett, Harve A" userId="213d60ac-aef1-4d38-a1a1-cc3530dfbff5" providerId="ADAL" clId="{46A6D219-DC58-45E8-8D58-021ACE409CDA}" dt="2026-09-14T22:45:38.119" v="2236" actId="20577"/>
        <pc:sldMkLst>
          <pc:docMk/>
          <pc:sldMk cId="1953961081" sldId="412"/>
        </pc:sldMkLst>
        <pc:spChg chg="mod">
          <ac:chgData name="Truskett, Harve A" userId="213d60ac-aef1-4d38-a1a1-cc3530dfbff5" providerId="ADAL" clId="{46A6D219-DC58-45E8-8D58-021ACE409CDA}" dt="2026-09-14T22:22:53.515" v="2159" actId="20577"/>
          <ac:spMkLst>
            <pc:docMk/>
            <pc:sldMk cId="1953961081" sldId="412"/>
            <ac:spMk id="2" creationId="{CAA31799-E8B1-7E39-060F-84DC864FD32C}"/>
          </ac:spMkLst>
        </pc:spChg>
        <pc:spChg chg="mod">
          <ac:chgData name="Truskett, Harve A" userId="213d60ac-aef1-4d38-a1a1-cc3530dfbff5" providerId="ADAL" clId="{46A6D219-DC58-45E8-8D58-021ACE409CDA}" dt="2026-09-14T22:45:38.119" v="2236" actId="20577"/>
          <ac:spMkLst>
            <pc:docMk/>
            <pc:sldMk cId="1953961081" sldId="412"/>
            <ac:spMk id="3" creationId="{233D6685-268D-8655-5F36-E1C2DABB991C}"/>
          </ac:spMkLst>
        </pc:spChg>
      </pc:sldChg>
      <pc:sldChg chg="add">
        <pc:chgData name="Truskett, Harve A" userId="213d60ac-aef1-4d38-a1a1-cc3530dfbff5" providerId="ADAL" clId="{46A6D219-DC58-45E8-8D58-021ACE409CDA}" dt="2026-09-14T23:31:37.260" v="2283"/>
        <pc:sldMkLst>
          <pc:docMk/>
          <pc:sldMk cId="2610023467" sldId="413"/>
        </pc:sldMkLst>
      </pc:sldChg>
      <pc:sldMasterChg chg="del delSldLayout">
        <pc:chgData name="Truskett, Harve A" userId="213d60ac-aef1-4d38-a1a1-cc3530dfbff5" providerId="ADAL" clId="{46A6D219-DC58-45E8-8D58-021ACE409CDA}" dt="2026-09-14T19:36:26.652" v="168" actId="47"/>
        <pc:sldMasterMkLst>
          <pc:docMk/>
          <pc:sldMasterMk cId="1587087958" sldId="2147483674"/>
        </pc:sldMasterMkLst>
        <pc:sldLayoutChg chg="del">
          <pc:chgData name="Truskett, Harve A" userId="213d60ac-aef1-4d38-a1a1-cc3530dfbff5" providerId="ADAL" clId="{46A6D219-DC58-45E8-8D58-021ACE409CDA}" dt="2026-09-14T19:36:26.652" v="168" actId="47"/>
          <pc:sldLayoutMkLst>
            <pc:docMk/>
            <pc:sldMasterMk cId="1587087958" sldId="2147483674"/>
            <pc:sldLayoutMk cId="3126490008" sldId="2147483675"/>
          </pc:sldLayoutMkLst>
        </pc:sldLayoutChg>
        <pc:sldLayoutChg chg="del">
          <pc:chgData name="Truskett, Harve A" userId="213d60ac-aef1-4d38-a1a1-cc3530dfbff5" providerId="ADAL" clId="{46A6D219-DC58-45E8-8D58-021ACE409CDA}" dt="2026-09-14T19:36:26.652" v="168" actId="47"/>
          <pc:sldLayoutMkLst>
            <pc:docMk/>
            <pc:sldMasterMk cId="1587087958" sldId="2147483674"/>
            <pc:sldLayoutMk cId="2163595121" sldId="2147483676"/>
          </pc:sldLayoutMkLst>
        </pc:sldLayoutChg>
        <pc:sldLayoutChg chg="del">
          <pc:chgData name="Truskett, Harve A" userId="213d60ac-aef1-4d38-a1a1-cc3530dfbff5" providerId="ADAL" clId="{46A6D219-DC58-45E8-8D58-021ACE409CDA}" dt="2026-09-14T19:36:26.652" v="168" actId="47"/>
          <pc:sldLayoutMkLst>
            <pc:docMk/>
            <pc:sldMasterMk cId="1587087958" sldId="2147483674"/>
            <pc:sldLayoutMk cId="2879531155" sldId="2147483677"/>
          </pc:sldLayoutMkLst>
        </pc:sldLayoutChg>
        <pc:sldLayoutChg chg="del">
          <pc:chgData name="Truskett, Harve A" userId="213d60ac-aef1-4d38-a1a1-cc3530dfbff5" providerId="ADAL" clId="{46A6D219-DC58-45E8-8D58-021ACE409CDA}" dt="2026-09-14T19:36:26.652" v="168" actId="47"/>
          <pc:sldLayoutMkLst>
            <pc:docMk/>
            <pc:sldMasterMk cId="1587087958" sldId="2147483674"/>
            <pc:sldLayoutMk cId="3071751492" sldId="2147483678"/>
          </pc:sldLayoutMkLst>
        </pc:sldLayoutChg>
        <pc:sldLayoutChg chg="del">
          <pc:chgData name="Truskett, Harve A" userId="213d60ac-aef1-4d38-a1a1-cc3530dfbff5" providerId="ADAL" clId="{46A6D219-DC58-45E8-8D58-021ACE409CDA}" dt="2026-09-14T19:36:26.652" v="168" actId="47"/>
          <pc:sldLayoutMkLst>
            <pc:docMk/>
            <pc:sldMasterMk cId="1587087958" sldId="2147483674"/>
            <pc:sldLayoutMk cId="1684089817" sldId="2147483679"/>
          </pc:sldLayoutMkLst>
        </pc:sldLayoutChg>
        <pc:sldLayoutChg chg="del">
          <pc:chgData name="Truskett, Harve A" userId="213d60ac-aef1-4d38-a1a1-cc3530dfbff5" providerId="ADAL" clId="{46A6D219-DC58-45E8-8D58-021ACE409CDA}" dt="2026-09-14T19:36:26.652" v="168" actId="47"/>
          <pc:sldLayoutMkLst>
            <pc:docMk/>
            <pc:sldMasterMk cId="1587087958" sldId="2147483674"/>
            <pc:sldLayoutMk cId="3643340024" sldId="2147483680"/>
          </pc:sldLayoutMkLst>
        </pc:sldLayoutChg>
        <pc:sldLayoutChg chg="del">
          <pc:chgData name="Truskett, Harve A" userId="213d60ac-aef1-4d38-a1a1-cc3530dfbff5" providerId="ADAL" clId="{46A6D219-DC58-45E8-8D58-021ACE409CDA}" dt="2026-09-14T19:36:26.652" v="168" actId="47"/>
          <pc:sldLayoutMkLst>
            <pc:docMk/>
            <pc:sldMasterMk cId="1587087958" sldId="2147483674"/>
            <pc:sldLayoutMk cId="1266019914" sldId="2147483681"/>
          </pc:sldLayoutMkLst>
        </pc:sldLayoutChg>
        <pc:sldLayoutChg chg="del">
          <pc:chgData name="Truskett, Harve A" userId="213d60ac-aef1-4d38-a1a1-cc3530dfbff5" providerId="ADAL" clId="{46A6D219-DC58-45E8-8D58-021ACE409CDA}" dt="2026-09-14T19:36:26.652" v="168" actId="47"/>
          <pc:sldLayoutMkLst>
            <pc:docMk/>
            <pc:sldMasterMk cId="1587087958" sldId="2147483674"/>
            <pc:sldLayoutMk cId="3666624346" sldId="2147483682"/>
          </pc:sldLayoutMkLst>
        </pc:sldLayoutChg>
        <pc:sldLayoutChg chg="del">
          <pc:chgData name="Truskett, Harve A" userId="213d60ac-aef1-4d38-a1a1-cc3530dfbff5" providerId="ADAL" clId="{46A6D219-DC58-45E8-8D58-021ACE409CDA}" dt="2026-09-14T19:36:26.652" v="168" actId="47"/>
          <pc:sldLayoutMkLst>
            <pc:docMk/>
            <pc:sldMasterMk cId="1587087958" sldId="2147483674"/>
            <pc:sldLayoutMk cId="3305135930" sldId="2147483683"/>
          </pc:sldLayoutMkLst>
        </pc:sldLayoutChg>
        <pc:sldLayoutChg chg="del">
          <pc:chgData name="Truskett, Harve A" userId="213d60ac-aef1-4d38-a1a1-cc3530dfbff5" providerId="ADAL" clId="{46A6D219-DC58-45E8-8D58-021ACE409CDA}" dt="2026-09-14T19:36:26.652" v="168" actId="47"/>
          <pc:sldLayoutMkLst>
            <pc:docMk/>
            <pc:sldMasterMk cId="1587087958" sldId="2147483674"/>
            <pc:sldLayoutMk cId="2341353537" sldId="2147483684"/>
          </pc:sldLayoutMkLst>
        </pc:sldLayoutChg>
        <pc:sldLayoutChg chg="del">
          <pc:chgData name="Truskett, Harve A" userId="213d60ac-aef1-4d38-a1a1-cc3530dfbff5" providerId="ADAL" clId="{46A6D219-DC58-45E8-8D58-021ACE409CDA}" dt="2026-09-14T19:36:26.652" v="168" actId="47"/>
          <pc:sldLayoutMkLst>
            <pc:docMk/>
            <pc:sldMasterMk cId="1587087958" sldId="2147483674"/>
            <pc:sldLayoutMk cId="3680551469" sldId="2147483685"/>
          </pc:sldLayoutMkLst>
        </pc:sldLayoutChg>
        <pc:sldLayoutChg chg="del">
          <pc:chgData name="Truskett, Harve A" userId="213d60ac-aef1-4d38-a1a1-cc3530dfbff5" providerId="ADAL" clId="{46A6D219-DC58-45E8-8D58-021ACE409CDA}" dt="2026-09-14T19:36:26.652" v="168" actId="47"/>
          <pc:sldLayoutMkLst>
            <pc:docMk/>
            <pc:sldMasterMk cId="1587087958" sldId="2147483674"/>
            <pc:sldLayoutMk cId="4027136102" sldId="2147483686"/>
          </pc:sldLayoutMkLst>
        </pc:sldLayoutChg>
        <pc:sldLayoutChg chg="del">
          <pc:chgData name="Truskett, Harve A" userId="213d60ac-aef1-4d38-a1a1-cc3530dfbff5" providerId="ADAL" clId="{46A6D219-DC58-45E8-8D58-021ACE409CDA}" dt="2026-09-14T19:36:26.652" v="168" actId="47"/>
          <pc:sldLayoutMkLst>
            <pc:docMk/>
            <pc:sldMasterMk cId="1587087958" sldId="2147483674"/>
            <pc:sldLayoutMk cId="2066242154" sldId="2147483687"/>
          </pc:sldLayoutMkLst>
        </pc:sldLayoutChg>
      </pc:sldMasterChg>
      <pc:sldMasterChg chg="setBg">
        <pc:chgData name="Truskett, Harve A" userId="213d60ac-aef1-4d38-a1a1-cc3530dfbff5" providerId="ADAL" clId="{46A6D219-DC58-45E8-8D58-021ACE409CDA}" dt="2026-09-14T21:23:49.620" v="857"/>
        <pc:sldMasterMkLst>
          <pc:docMk/>
          <pc:sldMasterMk cId="3698110277" sldId="2147483688"/>
        </pc:sldMasterMkLst>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7818B5-0778-419B-9192-8DB513777412}" type="doc">
      <dgm:prSet loTypeId="urn:microsoft.com/office/officeart/2005/8/layout/vList2" loCatId="list" qsTypeId="urn:microsoft.com/office/officeart/2005/8/quickstyle/simple1#1" qsCatId="simple" csTypeId="urn:microsoft.com/office/officeart/2005/8/colors/accent1_2#1" csCatId="accent1" phldr="1"/>
      <dgm:spPr/>
      <dgm:t>
        <a:bodyPr/>
        <a:lstStyle/>
        <a:p>
          <a:endParaRPr lang="en-US"/>
        </a:p>
      </dgm:t>
    </dgm:pt>
    <dgm:pt modelId="{0EF89042-0A74-4973-9590-966C43E0D352}">
      <dgm:prSet custT="1"/>
      <dgm:spPr/>
      <dgm:t>
        <a:bodyPr/>
        <a:lstStyle/>
        <a:p>
          <a:r>
            <a:rPr lang="en-US" sz="3200" dirty="0"/>
            <a:t>Apply a rule to a set of facts (general to specific)</a:t>
          </a:r>
        </a:p>
      </dgm:t>
    </dgm:pt>
    <dgm:pt modelId="{DCAF4F36-72FE-4BBA-8286-8AE9EAE035D0}" type="parTrans" cxnId="{3A468D14-14B7-4866-A2C2-80BD83374B9A}">
      <dgm:prSet/>
      <dgm:spPr/>
      <dgm:t>
        <a:bodyPr/>
        <a:lstStyle/>
        <a:p>
          <a:endParaRPr lang="en-US"/>
        </a:p>
      </dgm:t>
    </dgm:pt>
    <dgm:pt modelId="{44F4F775-75FE-45C4-BA10-9F7FBCD84DBC}" type="sibTrans" cxnId="{3A468D14-14B7-4866-A2C2-80BD83374B9A}">
      <dgm:prSet/>
      <dgm:spPr/>
      <dgm:t>
        <a:bodyPr/>
        <a:lstStyle/>
        <a:p>
          <a:endParaRPr lang="en-US"/>
        </a:p>
      </dgm:t>
    </dgm:pt>
    <dgm:pt modelId="{5A79C8BF-E0ED-4F37-B098-326006ECAFAC}">
      <dgm:prSet custT="1"/>
      <dgm:spPr/>
      <dgm:t>
        <a:bodyPr/>
        <a:lstStyle/>
        <a:p>
          <a:r>
            <a:rPr lang="en-US" sz="3200" dirty="0"/>
            <a:t>Show how facts fit or don’t fit the rule</a:t>
          </a:r>
        </a:p>
      </dgm:t>
    </dgm:pt>
    <dgm:pt modelId="{E8C3D9CF-5EF1-48A6-A500-9BBB639EBA34}" type="parTrans" cxnId="{F3A27BD7-43E5-4403-9DFF-03CF2E450E9C}">
      <dgm:prSet/>
      <dgm:spPr/>
      <dgm:t>
        <a:bodyPr/>
        <a:lstStyle/>
        <a:p>
          <a:endParaRPr lang="en-US"/>
        </a:p>
      </dgm:t>
    </dgm:pt>
    <dgm:pt modelId="{026458B8-19CA-4D88-B904-7E673B1C5E8D}" type="sibTrans" cxnId="{F3A27BD7-43E5-4403-9DFF-03CF2E450E9C}">
      <dgm:prSet/>
      <dgm:spPr/>
      <dgm:t>
        <a:bodyPr/>
        <a:lstStyle/>
        <a:p>
          <a:endParaRPr lang="en-US"/>
        </a:p>
      </dgm:t>
    </dgm:pt>
    <dgm:pt modelId="{1B04FB98-6089-40F7-8B1A-875929CAAFD4}">
      <dgm:prSet custT="1"/>
      <dgm:spPr/>
      <dgm:t>
        <a:bodyPr/>
        <a:lstStyle/>
        <a:p>
          <a:r>
            <a:rPr lang="en-US" sz="3200" dirty="0"/>
            <a:t>Example: Statutory Application of what it takes to be a vehicle to receive a DUI</a:t>
          </a:r>
        </a:p>
      </dgm:t>
    </dgm:pt>
    <dgm:pt modelId="{1534EAC4-EA8B-4925-AAFE-43A4A3FE56FA}" type="parTrans" cxnId="{47A234A3-46AD-4C84-BADA-0C793181D662}">
      <dgm:prSet/>
      <dgm:spPr/>
      <dgm:t>
        <a:bodyPr/>
        <a:lstStyle/>
        <a:p>
          <a:endParaRPr lang="en-US"/>
        </a:p>
      </dgm:t>
    </dgm:pt>
    <dgm:pt modelId="{AE50DD2E-D418-4003-A03A-6EB65D401432}" type="sibTrans" cxnId="{47A234A3-46AD-4C84-BADA-0C793181D662}">
      <dgm:prSet/>
      <dgm:spPr/>
      <dgm:t>
        <a:bodyPr/>
        <a:lstStyle/>
        <a:p>
          <a:endParaRPr lang="en-US"/>
        </a:p>
      </dgm:t>
    </dgm:pt>
    <dgm:pt modelId="{B7E71078-A68C-4E16-B91A-F4396A8A13CB}">
      <dgm:prSet custT="1"/>
      <dgm:spPr/>
      <dgm:t>
        <a:bodyPr/>
        <a:lstStyle/>
        <a:p>
          <a:r>
            <a:rPr lang="en-US" sz="2500" dirty="0">
              <a:solidFill>
                <a:schemeClr val="accent2"/>
              </a:solidFill>
            </a:rPr>
            <a:t>Under</a:t>
          </a:r>
          <a:r>
            <a:rPr lang="en-US" sz="2500" dirty="0"/>
            <a:t> Florida law, to fit within the EPAMD exception, a vehicle must have two non-tandem wheels, an electric propulsion system, . . .</a:t>
          </a:r>
        </a:p>
      </dgm:t>
    </dgm:pt>
    <dgm:pt modelId="{BB1D82F0-C816-4511-A723-189618007474}" type="parTrans" cxnId="{1753FDAA-DA8F-449E-8B94-4AC9DDD7F67A}">
      <dgm:prSet/>
      <dgm:spPr/>
      <dgm:t>
        <a:bodyPr/>
        <a:lstStyle/>
        <a:p>
          <a:endParaRPr lang="en-US"/>
        </a:p>
      </dgm:t>
    </dgm:pt>
    <dgm:pt modelId="{2275FE87-A22D-4EF5-80A7-12FD67E4E93C}" type="sibTrans" cxnId="{1753FDAA-DA8F-449E-8B94-4AC9DDD7F67A}">
      <dgm:prSet/>
      <dgm:spPr/>
      <dgm:t>
        <a:bodyPr/>
        <a:lstStyle/>
        <a:p>
          <a:endParaRPr lang="en-US"/>
        </a:p>
      </dgm:t>
    </dgm:pt>
    <dgm:pt modelId="{06AA80CE-5E82-E74C-B9CB-F9F73C4091D9}">
      <dgm:prSet custT="1"/>
      <dgm:spPr/>
      <dgm:t>
        <a:bodyPr/>
        <a:lstStyle/>
        <a:p>
          <a:r>
            <a:rPr lang="en-US" sz="2500" dirty="0">
              <a:solidFill>
                <a:schemeClr val="accent2"/>
              </a:solidFill>
            </a:rPr>
            <a:t>Here</a:t>
          </a:r>
          <a:r>
            <a:rPr lang="en-US" sz="2500" dirty="0"/>
            <a:t>, Carl’s motorized cooler has three wheels, two of which are side by side, and a hybrid propulsion system, . . .</a:t>
          </a:r>
        </a:p>
      </dgm:t>
    </dgm:pt>
    <dgm:pt modelId="{7B466AFB-AEC5-154A-8956-81F7C18AF944}" type="parTrans" cxnId="{3C85A4DD-009E-0D44-9D97-355F97FF0694}">
      <dgm:prSet/>
      <dgm:spPr/>
      <dgm:t>
        <a:bodyPr/>
        <a:lstStyle/>
        <a:p>
          <a:endParaRPr lang="en-US"/>
        </a:p>
      </dgm:t>
    </dgm:pt>
    <dgm:pt modelId="{EFE487B1-CC50-CC44-8848-DDB0AD852864}" type="sibTrans" cxnId="{3C85A4DD-009E-0D44-9D97-355F97FF0694}">
      <dgm:prSet/>
      <dgm:spPr/>
      <dgm:t>
        <a:bodyPr/>
        <a:lstStyle/>
        <a:p>
          <a:endParaRPr lang="en-US"/>
        </a:p>
      </dgm:t>
    </dgm:pt>
    <dgm:pt modelId="{8582D74B-7777-B947-B03D-B26F9EE41889}">
      <dgm:prSet custT="1"/>
      <dgm:spPr/>
      <dgm:t>
        <a:bodyPr/>
        <a:lstStyle/>
        <a:p>
          <a:r>
            <a:rPr lang="en-US" sz="2500" dirty="0">
              <a:solidFill>
                <a:schemeClr val="accent2"/>
              </a:solidFill>
            </a:rPr>
            <a:t>Therefore</a:t>
          </a:r>
          <a:r>
            <a:rPr lang="en-US" sz="2500" dirty="0"/>
            <a:t>, _____________.</a:t>
          </a:r>
        </a:p>
      </dgm:t>
    </dgm:pt>
    <dgm:pt modelId="{D1C7EBB3-165B-224C-976C-1146ACCAA1B2}" type="parTrans" cxnId="{6BF4FAA4-5078-0A4F-83E7-ACC74CAE17C0}">
      <dgm:prSet/>
      <dgm:spPr/>
      <dgm:t>
        <a:bodyPr/>
        <a:lstStyle/>
        <a:p>
          <a:endParaRPr lang="en-US"/>
        </a:p>
      </dgm:t>
    </dgm:pt>
    <dgm:pt modelId="{E984B711-801D-5047-A01C-125D0962DE62}" type="sibTrans" cxnId="{6BF4FAA4-5078-0A4F-83E7-ACC74CAE17C0}">
      <dgm:prSet/>
      <dgm:spPr/>
      <dgm:t>
        <a:bodyPr/>
        <a:lstStyle/>
        <a:p>
          <a:endParaRPr lang="en-US"/>
        </a:p>
      </dgm:t>
    </dgm:pt>
    <dgm:pt modelId="{F757290B-8059-44BA-B4EB-0059F0DAEE4A}" type="pres">
      <dgm:prSet presAssocID="{BD7818B5-0778-419B-9192-8DB513777412}" presName="linear" presStyleCnt="0">
        <dgm:presLayoutVars>
          <dgm:animLvl val="lvl"/>
          <dgm:resizeHandles val="exact"/>
        </dgm:presLayoutVars>
      </dgm:prSet>
      <dgm:spPr/>
    </dgm:pt>
    <dgm:pt modelId="{B88E398B-3FC2-4B77-BF1D-C334BEB05A1B}" type="pres">
      <dgm:prSet presAssocID="{0EF89042-0A74-4973-9590-966C43E0D352}" presName="parentText" presStyleLbl="node1" presStyleIdx="0" presStyleCnt="3">
        <dgm:presLayoutVars>
          <dgm:chMax val="0"/>
          <dgm:bulletEnabled val="1"/>
        </dgm:presLayoutVars>
      </dgm:prSet>
      <dgm:spPr/>
    </dgm:pt>
    <dgm:pt modelId="{801B6B1E-28B6-47AC-8725-F515718CD947}" type="pres">
      <dgm:prSet presAssocID="{44F4F775-75FE-45C4-BA10-9F7FBCD84DBC}" presName="spacer" presStyleCnt="0"/>
      <dgm:spPr/>
    </dgm:pt>
    <dgm:pt modelId="{F00F62D1-0528-48CA-BD39-AA4379BF8E4D}" type="pres">
      <dgm:prSet presAssocID="{5A79C8BF-E0ED-4F37-B098-326006ECAFAC}" presName="parentText" presStyleLbl="node1" presStyleIdx="1" presStyleCnt="3">
        <dgm:presLayoutVars>
          <dgm:chMax val="0"/>
          <dgm:bulletEnabled val="1"/>
        </dgm:presLayoutVars>
      </dgm:prSet>
      <dgm:spPr/>
    </dgm:pt>
    <dgm:pt modelId="{742CF7EC-8B00-4646-9647-AB1BA7EA79AB}" type="pres">
      <dgm:prSet presAssocID="{026458B8-19CA-4D88-B904-7E673B1C5E8D}" presName="spacer" presStyleCnt="0"/>
      <dgm:spPr/>
    </dgm:pt>
    <dgm:pt modelId="{6DC39205-BFD3-4D53-8FF6-A785EC49AD20}" type="pres">
      <dgm:prSet presAssocID="{1B04FB98-6089-40F7-8B1A-875929CAAFD4}" presName="parentText" presStyleLbl="node1" presStyleIdx="2" presStyleCnt="3">
        <dgm:presLayoutVars>
          <dgm:chMax val="0"/>
          <dgm:bulletEnabled val="1"/>
        </dgm:presLayoutVars>
      </dgm:prSet>
      <dgm:spPr/>
    </dgm:pt>
    <dgm:pt modelId="{7D717F9F-DC3B-4D16-8668-53F46CDE39A0}" type="pres">
      <dgm:prSet presAssocID="{1B04FB98-6089-40F7-8B1A-875929CAAFD4}" presName="childText" presStyleLbl="revTx" presStyleIdx="0" presStyleCnt="1">
        <dgm:presLayoutVars>
          <dgm:bulletEnabled val="1"/>
        </dgm:presLayoutVars>
      </dgm:prSet>
      <dgm:spPr/>
    </dgm:pt>
  </dgm:ptLst>
  <dgm:cxnLst>
    <dgm:cxn modelId="{3A468D14-14B7-4866-A2C2-80BD83374B9A}" srcId="{BD7818B5-0778-419B-9192-8DB513777412}" destId="{0EF89042-0A74-4973-9590-966C43E0D352}" srcOrd="0" destOrd="0" parTransId="{DCAF4F36-72FE-4BBA-8286-8AE9EAE035D0}" sibTransId="{44F4F775-75FE-45C4-BA10-9F7FBCD84DBC}"/>
    <dgm:cxn modelId="{E39B581D-563B-CB41-8235-9BB96412E78D}" type="presOf" srcId="{8582D74B-7777-B947-B03D-B26F9EE41889}" destId="{7D717F9F-DC3B-4D16-8668-53F46CDE39A0}" srcOrd="0" destOrd="2" presId="urn:microsoft.com/office/officeart/2005/8/layout/vList2"/>
    <dgm:cxn modelId="{DD7BE551-0EBC-43FE-9784-860FC224B2D6}" type="presOf" srcId="{0EF89042-0A74-4973-9590-966C43E0D352}" destId="{B88E398B-3FC2-4B77-BF1D-C334BEB05A1B}" srcOrd="0" destOrd="0" presId="urn:microsoft.com/office/officeart/2005/8/layout/vList2"/>
    <dgm:cxn modelId="{47EA2575-EDEC-AB41-9D4B-50FCCB71B9D2}" type="presOf" srcId="{06AA80CE-5E82-E74C-B9CB-F9F73C4091D9}" destId="{7D717F9F-DC3B-4D16-8668-53F46CDE39A0}" srcOrd="0" destOrd="1" presId="urn:microsoft.com/office/officeart/2005/8/layout/vList2"/>
    <dgm:cxn modelId="{F36A0783-5B11-4930-A4C4-18DFF882A094}" type="presOf" srcId="{B7E71078-A68C-4E16-B91A-F4396A8A13CB}" destId="{7D717F9F-DC3B-4D16-8668-53F46CDE39A0}" srcOrd="0" destOrd="0" presId="urn:microsoft.com/office/officeart/2005/8/layout/vList2"/>
    <dgm:cxn modelId="{9595CD96-DC5A-4A39-BA20-7A528E919EFC}" type="presOf" srcId="{1B04FB98-6089-40F7-8B1A-875929CAAFD4}" destId="{6DC39205-BFD3-4D53-8FF6-A785EC49AD20}" srcOrd="0" destOrd="0" presId="urn:microsoft.com/office/officeart/2005/8/layout/vList2"/>
    <dgm:cxn modelId="{47A234A3-46AD-4C84-BADA-0C793181D662}" srcId="{BD7818B5-0778-419B-9192-8DB513777412}" destId="{1B04FB98-6089-40F7-8B1A-875929CAAFD4}" srcOrd="2" destOrd="0" parTransId="{1534EAC4-EA8B-4925-AAFE-43A4A3FE56FA}" sibTransId="{AE50DD2E-D418-4003-A03A-6EB65D401432}"/>
    <dgm:cxn modelId="{6BF4FAA4-5078-0A4F-83E7-ACC74CAE17C0}" srcId="{1B04FB98-6089-40F7-8B1A-875929CAAFD4}" destId="{8582D74B-7777-B947-B03D-B26F9EE41889}" srcOrd="2" destOrd="0" parTransId="{D1C7EBB3-165B-224C-976C-1146ACCAA1B2}" sibTransId="{E984B711-801D-5047-A01C-125D0962DE62}"/>
    <dgm:cxn modelId="{1753FDAA-DA8F-449E-8B94-4AC9DDD7F67A}" srcId="{1B04FB98-6089-40F7-8B1A-875929CAAFD4}" destId="{B7E71078-A68C-4E16-B91A-F4396A8A13CB}" srcOrd="0" destOrd="0" parTransId="{BB1D82F0-C816-4511-A723-189618007474}" sibTransId="{2275FE87-A22D-4EF5-80A7-12FD67E4E93C}"/>
    <dgm:cxn modelId="{0C090AAD-12FD-40A3-81C0-9EFFA27F823B}" type="presOf" srcId="{5A79C8BF-E0ED-4F37-B098-326006ECAFAC}" destId="{F00F62D1-0528-48CA-BD39-AA4379BF8E4D}" srcOrd="0" destOrd="0" presId="urn:microsoft.com/office/officeart/2005/8/layout/vList2"/>
    <dgm:cxn modelId="{F3A27BD7-43E5-4403-9DFF-03CF2E450E9C}" srcId="{BD7818B5-0778-419B-9192-8DB513777412}" destId="{5A79C8BF-E0ED-4F37-B098-326006ECAFAC}" srcOrd="1" destOrd="0" parTransId="{E8C3D9CF-5EF1-48A6-A500-9BBB639EBA34}" sibTransId="{026458B8-19CA-4D88-B904-7E673B1C5E8D}"/>
    <dgm:cxn modelId="{3C85A4DD-009E-0D44-9D97-355F97FF0694}" srcId="{1B04FB98-6089-40F7-8B1A-875929CAAFD4}" destId="{06AA80CE-5E82-E74C-B9CB-F9F73C4091D9}" srcOrd="1" destOrd="0" parTransId="{7B466AFB-AEC5-154A-8956-81F7C18AF944}" sibTransId="{EFE487B1-CC50-CC44-8848-DDB0AD852864}"/>
    <dgm:cxn modelId="{A6F6E5F2-6537-4950-B586-9C56F3529924}" type="presOf" srcId="{BD7818B5-0778-419B-9192-8DB513777412}" destId="{F757290B-8059-44BA-B4EB-0059F0DAEE4A}" srcOrd="0" destOrd="0" presId="urn:microsoft.com/office/officeart/2005/8/layout/vList2"/>
    <dgm:cxn modelId="{B55BD799-B6B5-4593-81FB-FCF70C6C17E9}" type="presParOf" srcId="{F757290B-8059-44BA-B4EB-0059F0DAEE4A}" destId="{B88E398B-3FC2-4B77-BF1D-C334BEB05A1B}" srcOrd="0" destOrd="0" presId="urn:microsoft.com/office/officeart/2005/8/layout/vList2"/>
    <dgm:cxn modelId="{F5128735-A979-495D-82D5-95AFC11B8A51}" type="presParOf" srcId="{F757290B-8059-44BA-B4EB-0059F0DAEE4A}" destId="{801B6B1E-28B6-47AC-8725-F515718CD947}" srcOrd="1" destOrd="0" presId="urn:microsoft.com/office/officeart/2005/8/layout/vList2"/>
    <dgm:cxn modelId="{44424F52-1704-4D10-98F3-C4E73654CEB0}" type="presParOf" srcId="{F757290B-8059-44BA-B4EB-0059F0DAEE4A}" destId="{F00F62D1-0528-48CA-BD39-AA4379BF8E4D}" srcOrd="2" destOrd="0" presId="urn:microsoft.com/office/officeart/2005/8/layout/vList2"/>
    <dgm:cxn modelId="{C4BF46A1-F4D3-4D42-B31B-1471A1A3007E}" type="presParOf" srcId="{F757290B-8059-44BA-B4EB-0059F0DAEE4A}" destId="{742CF7EC-8B00-4646-9647-AB1BA7EA79AB}" srcOrd="3" destOrd="0" presId="urn:microsoft.com/office/officeart/2005/8/layout/vList2"/>
    <dgm:cxn modelId="{1C60E937-6E59-4A89-93A5-0D3B21C6D117}" type="presParOf" srcId="{F757290B-8059-44BA-B4EB-0059F0DAEE4A}" destId="{6DC39205-BFD3-4D53-8FF6-A785EC49AD20}" srcOrd="4" destOrd="0" presId="urn:microsoft.com/office/officeart/2005/8/layout/vList2"/>
    <dgm:cxn modelId="{FE84B127-8F40-46EB-9AEA-B008D71F5C69}" type="presParOf" srcId="{F757290B-8059-44BA-B4EB-0059F0DAEE4A}" destId="{7D717F9F-DC3B-4D16-8668-53F46CDE39A0}"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334A78A-4DD7-47C2-94D5-FE71CF591078}" type="doc">
      <dgm:prSet loTypeId="urn:microsoft.com/office/officeart/2005/8/layout/vList2" loCatId="list" qsTypeId="urn:microsoft.com/office/officeart/2005/8/quickstyle/simple4#1" qsCatId="simple" csTypeId="urn:microsoft.com/office/officeart/2005/8/colors/colorful2#1" csCatId="colorful" phldr="1"/>
      <dgm:spPr/>
      <dgm:t>
        <a:bodyPr/>
        <a:lstStyle/>
        <a:p>
          <a:endParaRPr lang="en-US"/>
        </a:p>
      </dgm:t>
    </dgm:pt>
    <dgm:pt modelId="{07307A60-C012-4701-BCBF-4A8E56B20E51}">
      <dgm:prSet/>
      <dgm:spPr/>
      <dgm:t>
        <a:bodyPr/>
        <a:lstStyle/>
        <a:p>
          <a:r>
            <a:rPr lang="en-US" dirty="0"/>
            <a:t>Four Primary Components</a:t>
          </a:r>
        </a:p>
      </dgm:t>
    </dgm:pt>
    <dgm:pt modelId="{CB1E591A-1B8B-4F82-B009-884980908631}" type="parTrans" cxnId="{BBA50770-33D0-4B9B-9C08-3CE7C35E2773}">
      <dgm:prSet/>
      <dgm:spPr/>
      <dgm:t>
        <a:bodyPr/>
        <a:lstStyle/>
        <a:p>
          <a:endParaRPr lang="en-US"/>
        </a:p>
      </dgm:t>
    </dgm:pt>
    <dgm:pt modelId="{877F5AF1-020A-48D9-98AF-9D646B596C9B}" type="sibTrans" cxnId="{BBA50770-33D0-4B9B-9C08-3CE7C35E2773}">
      <dgm:prSet/>
      <dgm:spPr/>
      <dgm:t>
        <a:bodyPr/>
        <a:lstStyle/>
        <a:p>
          <a:endParaRPr lang="en-US"/>
        </a:p>
      </dgm:t>
    </dgm:pt>
    <dgm:pt modelId="{DFD13A75-FA7B-4DDD-822B-A6A0BEEF7951}">
      <dgm:prSet/>
      <dgm:spPr/>
      <dgm:t>
        <a:bodyPr/>
        <a:lstStyle/>
        <a:p>
          <a:r>
            <a:rPr lang="en-US" dirty="0"/>
            <a:t>A sentence telling the reader the point analysis will prove. </a:t>
          </a:r>
        </a:p>
      </dgm:t>
    </dgm:pt>
    <dgm:pt modelId="{3B1D091B-B553-435B-8F55-653FAFABB42F}" type="parTrans" cxnId="{2C4403FC-11F8-4753-ABD8-84BEA8A98577}">
      <dgm:prSet/>
      <dgm:spPr/>
      <dgm:t>
        <a:bodyPr/>
        <a:lstStyle/>
        <a:p>
          <a:endParaRPr lang="en-US"/>
        </a:p>
      </dgm:t>
    </dgm:pt>
    <dgm:pt modelId="{EF4FE6EC-3887-4D06-8D1F-D99FC474DB86}" type="sibTrans" cxnId="{2C4403FC-11F8-4753-ABD8-84BEA8A98577}">
      <dgm:prSet/>
      <dgm:spPr/>
      <dgm:t>
        <a:bodyPr/>
        <a:lstStyle/>
        <a:p>
          <a:endParaRPr lang="en-US"/>
        </a:p>
      </dgm:t>
    </dgm:pt>
    <dgm:pt modelId="{CBE0DBB0-3219-408C-BA81-15E15083A4C3}">
      <dgm:prSet/>
      <dgm:spPr/>
      <dgm:t>
        <a:bodyPr/>
        <a:lstStyle/>
        <a:p>
          <a:r>
            <a:rPr lang="en-US"/>
            <a:t>A fact comparison establishing a similarity to or distinction from a prior case. </a:t>
          </a:r>
        </a:p>
      </dgm:t>
    </dgm:pt>
    <dgm:pt modelId="{D8E59862-B645-4547-8FB9-E41A2738515F}" type="parTrans" cxnId="{E019D81E-BE73-49D5-9350-CB86E80BFDE4}">
      <dgm:prSet/>
      <dgm:spPr/>
      <dgm:t>
        <a:bodyPr/>
        <a:lstStyle/>
        <a:p>
          <a:endParaRPr lang="en-US"/>
        </a:p>
      </dgm:t>
    </dgm:pt>
    <dgm:pt modelId="{F1D9810C-8214-476C-8CD1-7DB60589AF9D}" type="sibTrans" cxnId="{E019D81E-BE73-49D5-9350-CB86E80BFDE4}">
      <dgm:prSet/>
      <dgm:spPr/>
      <dgm:t>
        <a:bodyPr/>
        <a:lstStyle/>
        <a:p>
          <a:endParaRPr lang="en-US"/>
        </a:p>
      </dgm:t>
    </dgm:pt>
    <dgm:pt modelId="{33F62A01-8FA9-4BA3-AC33-15AB9895ECDF}">
      <dgm:prSet/>
      <dgm:spPr/>
      <dgm:t>
        <a:bodyPr/>
        <a:lstStyle/>
        <a:p>
          <a:r>
            <a:rPr lang="en-US" dirty="0"/>
            <a:t>An explanation of the legal consequences of the similarity or distinction. In other words, explain why the comparison matters. </a:t>
          </a:r>
        </a:p>
      </dgm:t>
    </dgm:pt>
    <dgm:pt modelId="{54B3DB9F-D2C3-4BEB-BFD9-607A85904733}" type="parTrans" cxnId="{08CB9E28-CF91-4F91-BF71-371FB1CE893B}">
      <dgm:prSet/>
      <dgm:spPr/>
      <dgm:t>
        <a:bodyPr/>
        <a:lstStyle/>
        <a:p>
          <a:endParaRPr lang="en-US"/>
        </a:p>
      </dgm:t>
    </dgm:pt>
    <dgm:pt modelId="{D87D3BA9-67A4-4386-96E0-2ECCC6251F30}" type="sibTrans" cxnId="{08CB9E28-CF91-4F91-BF71-371FB1CE893B}">
      <dgm:prSet/>
      <dgm:spPr/>
      <dgm:t>
        <a:bodyPr/>
        <a:lstStyle/>
        <a:p>
          <a:endParaRPr lang="en-US"/>
        </a:p>
      </dgm:t>
    </dgm:pt>
    <dgm:pt modelId="{AD721900-632D-48C3-BE08-1B94FCCA9E09}">
      <dgm:prSet/>
      <dgm:spPr/>
      <dgm:t>
        <a:bodyPr/>
        <a:lstStyle/>
        <a:p>
          <a:r>
            <a:rPr lang="en-US" dirty="0"/>
            <a:t>Mini-conclusion or prediction of the issue being analyzed.</a:t>
          </a:r>
        </a:p>
      </dgm:t>
    </dgm:pt>
    <dgm:pt modelId="{F3882E3E-FBC3-42DB-AC00-36C9A38EDAEA}" type="parTrans" cxnId="{4976C268-5020-44CF-8AD0-C68CC24B2889}">
      <dgm:prSet/>
      <dgm:spPr/>
      <dgm:t>
        <a:bodyPr/>
        <a:lstStyle/>
        <a:p>
          <a:endParaRPr lang="en-US"/>
        </a:p>
      </dgm:t>
    </dgm:pt>
    <dgm:pt modelId="{15084FB0-3012-4C84-A5C3-B0AF4828BA87}" type="sibTrans" cxnId="{4976C268-5020-44CF-8AD0-C68CC24B2889}">
      <dgm:prSet/>
      <dgm:spPr/>
      <dgm:t>
        <a:bodyPr/>
        <a:lstStyle/>
        <a:p>
          <a:endParaRPr lang="en-US"/>
        </a:p>
      </dgm:t>
    </dgm:pt>
    <dgm:pt modelId="{1ED9ED1C-5267-40DA-9771-C0B2C3A8267D}" type="pres">
      <dgm:prSet presAssocID="{D334A78A-4DD7-47C2-94D5-FE71CF591078}" presName="linear" presStyleCnt="0">
        <dgm:presLayoutVars>
          <dgm:animLvl val="lvl"/>
          <dgm:resizeHandles val="exact"/>
        </dgm:presLayoutVars>
      </dgm:prSet>
      <dgm:spPr/>
    </dgm:pt>
    <dgm:pt modelId="{A4619A40-81EE-4B39-8774-85BABC637E2E}" type="pres">
      <dgm:prSet presAssocID="{07307A60-C012-4701-BCBF-4A8E56B20E51}" presName="parentText" presStyleLbl="node1" presStyleIdx="0" presStyleCnt="1">
        <dgm:presLayoutVars>
          <dgm:chMax val="0"/>
          <dgm:bulletEnabled val="1"/>
        </dgm:presLayoutVars>
      </dgm:prSet>
      <dgm:spPr/>
    </dgm:pt>
    <dgm:pt modelId="{8D76C0B1-DB77-4D5F-AF09-E54377784F43}" type="pres">
      <dgm:prSet presAssocID="{07307A60-C012-4701-BCBF-4A8E56B20E51}" presName="childText" presStyleLbl="revTx" presStyleIdx="0" presStyleCnt="1">
        <dgm:presLayoutVars>
          <dgm:bulletEnabled val="1"/>
        </dgm:presLayoutVars>
      </dgm:prSet>
      <dgm:spPr/>
    </dgm:pt>
  </dgm:ptLst>
  <dgm:cxnLst>
    <dgm:cxn modelId="{E89ED31E-1862-4D4D-AB8B-6E16A8350E88}" type="presOf" srcId="{CBE0DBB0-3219-408C-BA81-15E15083A4C3}" destId="{8D76C0B1-DB77-4D5F-AF09-E54377784F43}" srcOrd="0" destOrd="1" presId="urn:microsoft.com/office/officeart/2005/8/layout/vList2"/>
    <dgm:cxn modelId="{E019D81E-BE73-49D5-9350-CB86E80BFDE4}" srcId="{07307A60-C012-4701-BCBF-4A8E56B20E51}" destId="{CBE0DBB0-3219-408C-BA81-15E15083A4C3}" srcOrd="1" destOrd="0" parTransId="{D8E59862-B645-4547-8FB9-E41A2738515F}" sibTransId="{F1D9810C-8214-476C-8CD1-7DB60589AF9D}"/>
    <dgm:cxn modelId="{08CB9E28-CF91-4F91-BF71-371FB1CE893B}" srcId="{07307A60-C012-4701-BCBF-4A8E56B20E51}" destId="{33F62A01-8FA9-4BA3-AC33-15AB9895ECDF}" srcOrd="2" destOrd="0" parTransId="{54B3DB9F-D2C3-4BEB-BFD9-607A85904733}" sibTransId="{D87D3BA9-67A4-4386-96E0-2ECCC6251F30}"/>
    <dgm:cxn modelId="{C480B72D-1654-4720-99F6-E3EDF5D9873E}" type="presOf" srcId="{33F62A01-8FA9-4BA3-AC33-15AB9895ECDF}" destId="{8D76C0B1-DB77-4D5F-AF09-E54377784F43}" srcOrd="0" destOrd="2" presId="urn:microsoft.com/office/officeart/2005/8/layout/vList2"/>
    <dgm:cxn modelId="{4976C268-5020-44CF-8AD0-C68CC24B2889}" srcId="{07307A60-C012-4701-BCBF-4A8E56B20E51}" destId="{AD721900-632D-48C3-BE08-1B94FCCA9E09}" srcOrd="3" destOrd="0" parTransId="{F3882E3E-FBC3-42DB-AC00-36C9A38EDAEA}" sibTransId="{15084FB0-3012-4C84-A5C3-B0AF4828BA87}"/>
    <dgm:cxn modelId="{1421A16D-9C4F-4000-9F4C-49AD94CF9B87}" type="presOf" srcId="{DFD13A75-FA7B-4DDD-822B-A6A0BEEF7951}" destId="{8D76C0B1-DB77-4D5F-AF09-E54377784F43}" srcOrd="0" destOrd="0" presId="urn:microsoft.com/office/officeart/2005/8/layout/vList2"/>
    <dgm:cxn modelId="{BBA50770-33D0-4B9B-9C08-3CE7C35E2773}" srcId="{D334A78A-4DD7-47C2-94D5-FE71CF591078}" destId="{07307A60-C012-4701-BCBF-4A8E56B20E51}" srcOrd="0" destOrd="0" parTransId="{CB1E591A-1B8B-4F82-B009-884980908631}" sibTransId="{877F5AF1-020A-48D9-98AF-9D646B596C9B}"/>
    <dgm:cxn modelId="{81A9A757-82B1-4117-8CC4-59CEDF4EA627}" type="presOf" srcId="{AD721900-632D-48C3-BE08-1B94FCCA9E09}" destId="{8D76C0B1-DB77-4D5F-AF09-E54377784F43}" srcOrd="0" destOrd="3" presId="urn:microsoft.com/office/officeart/2005/8/layout/vList2"/>
    <dgm:cxn modelId="{740352C1-C714-4889-97C3-CB24AC1FF8FA}" type="presOf" srcId="{D334A78A-4DD7-47C2-94D5-FE71CF591078}" destId="{1ED9ED1C-5267-40DA-9771-C0B2C3A8267D}" srcOrd="0" destOrd="0" presId="urn:microsoft.com/office/officeart/2005/8/layout/vList2"/>
    <dgm:cxn modelId="{6E4121EB-3D96-4C91-9F25-4325E489B783}" type="presOf" srcId="{07307A60-C012-4701-BCBF-4A8E56B20E51}" destId="{A4619A40-81EE-4B39-8774-85BABC637E2E}" srcOrd="0" destOrd="0" presId="urn:microsoft.com/office/officeart/2005/8/layout/vList2"/>
    <dgm:cxn modelId="{2C4403FC-11F8-4753-ABD8-84BEA8A98577}" srcId="{07307A60-C012-4701-BCBF-4A8E56B20E51}" destId="{DFD13A75-FA7B-4DDD-822B-A6A0BEEF7951}" srcOrd="0" destOrd="0" parTransId="{3B1D091B-B553-435B-8F55-653FAFABB42F}" sibTransId="{EF4FE6EC-3887-4D06-8D1F-D99FC474DB86}"/>
    <dgm:cxn modelId="{ED9B3538-3145-4664-93C3-C2AF3599D283}" type="presParOf" srcId="{1ED9ED1C-5267-40DA-9771-C0B2C3A8267D}" destId="{A4619A40-81EE-4B39-8774-85BABC637E2E}" srcOrd="0" destOrd="0" presId="urn:microsoft.com/office/officeart/2005/8/layout/vList2"/>
    <dgm:cxn modelId="{B2C8FE96-45AA-47A6-AC44-122EDBBD6782}" type="presParOf" srcId="{1ED9ED1C-5267-40DA-9771-C0B2C3A8267D}" destId="{8D76C0B1-DB77-4D5F-AF09-E54377784F43}"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334A78A-4DD7-47C2-94D5-FE71CF591078}" type="doc">
      <dgm:prSet loTypeId="urn:microsoft.com/office/officeart/2005/8/layout/vList2" loCatId="list" qsTypeId="urn:microsoft.com/office/officeart/2005/8/quickstyle/simple4#2" qsCatId="simple" csTypeId="urn:microsoft.com/office/officeart/2005/8/colors/colorful2#2" csCatId="colorful" phldr="1"/>
      <dgm:spPr/>
      <dgm:t>
        <a:bodyPr/>
        <a:lstStyle/>
        <a:p>
          <a:endParaRPr lang="en-US"/>
        </a:p>
      </dgm:t>
    </dgm:pt>
    <dgm:pt modelId="{07307A60-C012-4701-BCBF-4A8E56B20E51}">
      <dgm:prSet/>
      <dgm:spPr/>
      <dgm:t>
        <a:bodyPr/>
        <a:lstStyle/>
        <a:p>
          <a:r>
            <a:rPr lang="en-US" dirty="0"/>
            <a:t>Tips for Stronger </a:t>
          </a:r>
          <a:r>
            <a:rPr lang="en-US" dirty="0" err="1"/>
            <a:t>Comparisions</a:t>
          </a:r>
          <a:endParaRPr lang="en-US" dirty="0"/>
        </a:p>
      </dgm:t>
    </dgm:pt>
    <dgm:pt modelId="{CB1E591A-1B8B-4F82-B009-884980908631}" type="parTrans" cxnId="{BBA50770-33D0-4B9B-9C08-3CE7C35E2773}">
      <dgm:prSet/>
      <dgm:spPr/>
      <dgm:t>
        <a:bodyPr/>
        <a:lstStyle/>
        <a:p>
          <a:endParaRPr lang="en-US"/>
        </a:p>
      </dgm:t>
    </dgm:pt>
    <dgm:pt modelId="{877F5AF1-020A-48D9-98AF-9D646B596C9B}" type="sibTrans" cxnId="{BBA50770-33D0-4B9B-9C08-3CE7C35E2773}">
      <dgm:prSet/>
      <dgm:spPr/>
      <dgm:t>
        <a:bodyPr/>
        <a:lstStyle/>
        <a:p>
          <a:endParaRPr lang="en-US"/>
        </a:p>
      </dgm:t>
    </dgm:pt>
    <dgm:pt modelId="{DFD13A75-FA7B-4DDD-822B-A6A0BEEF7951}">
      <dgm:prSet/>
      <dgm:spPr/>
      <dgm:t>
        <a:bodyPr/>
        <a:lstStyle/>
        <a:p>
          <a:r>
            <a:rPr lang="en-US" dirty="0"/>
            <a:t>Compare cases with like results first; cases with opposite results last (“The Defense will likely argue…”).</a:t>
          </a:r>
        </a:p>
      </dgm:t>
    </dgm:pt>
    <dgm:pt modelId="{3B1D091B-B553-435B-8F55-653FAFABB42F}" type="parTrans" cxnId="{2C4403FC-11F8-4753-ABD8-84BEA8A98577}">
      <dgm:prSet/>
      <dgm:spPr/>
      <dgm:t>
        <a:bodyPr/>
        <a:lstStyle/>
        <a:p>
          <a:endParaRPr lang="en-US"/>
        </a:p>
      </dgm:t>
    </dgm:pt>
    <dgm:pt modelId="{EF4FE6EC-3887-4D06-8D1F-D99FC474DB86}" type="sibTrans" cxnId="{2C4403FC-11F8-4753-ABD8-84BEA8A98577}">
      <dgm:prSet/>
      <dgm:spPr/>
      <dgm:t>
        <a:bodyPr/>
        <a:lstStyle/>
        <a:p>
          <a:endParaRPr lang="en-US"/>
        </a:p>
      </dgm:t>
    </dgm:pt>
    <dgm:pt modelId="{33F62A01-8FA9-4BA3-AC33-15AB9895ECDF}">
      <dgm:prSet/>
      <dgm:spPr/>
      <dgm:t>
        <a:bodyPr/>
        <a:lstStyle/>
        <a:p>
          <a:r>
            <a:rPr lang="en-US" dirty="0"/>
            <a:t>Overtly state how the facts are similar or different. </a:t>
          </a:r>
        </a:p>
      </dgm:t>
    </dgm:pt>
    <dgm:pt modelId="{54B3DB9F-D2C3-4BEB-BFD9-607A85904733}" type="parTrans" cxnId="{08CB9E28-CF91-4F91-BF71-371FB1CE893B}">
      <dgm:prSet/>
      <dgm:spPr/>
      <dgm:t>
        <a:bodyPr/>
        <a:lstStyle/>
        <a:p>
          <a:endParaRPr lang="en-US"/>
        </a:p>
      </dgm:t>
    </dgm:pt>
    <dgm:pt modelId="{D87D3BA9-67A4-4386-96E0-2ECCC6251F30}" type="sibTrans" cxnId="{08CB9E28-CF91-4F91-BF71-371FB1CE893B}">
      <dgm:prSet/>
      <dgm:spPr/>
      <dgm:t>
        <a:bodyPr/>
        <a:lstStyle/>
        <a:p>
          <a:endParaRPr lang="en-US"/>
        </a:p>
      </dgm:t>
    </dgm:pt>
    <dgm:pt modelId="{78FEC160-4DFB-487C-AB5F-D05279FD7600}">
      <dgm:prSet/>
      <dgm:spPr/>
      <dgm:t>
        <a:bodyPr/>
        <a:lstStyle/>
        <a:p>
          <a:r>
            <a:rPr lang="en-US" dirty="0"/>
            <a:t>Use a parallel structure. </a:t>
          </a:r>
        </a:p>
      </dgm:t>
    </dgm:pt>
    <dgm:pt modelId="{8FD77FCB-BA87-4FEF-AB9A-B514D94224FD}" type="parTrans" cxnId="{1A0503A9-8B50-490F-A9B4-8DF32C078E69}">
      <dgm:prSet/>
      <dgm:spPr/>
      <dgm:t>
        <a:bodyPr/>
        <a:lstStyle/>
        <a:p>
          <a:endParaRPr lang="en-US"/>
        </a:p>
      </dgm:t>
    </dgm:pt>
    <dgm:pt modelId="{54A9A0A1-A094-4C0D-BB91-48173938C3C0}" type="sibTrans" cxnId="{1A0503A9-8B50-490F-A9B4-8DF32C078E69}">
      <dgm:prSet/>
      <dgm:spPr/>
      <dgm:t>
        <a:bodyPr/>
        <a:lstStyle/>
        <a:p>
          <a:endParaRPr lang="en-US"/>
        </a:p>
      </dgm:t>
    </dgm:pt>
    <dgm:pt modelId="{541BF743-7943-45F1-AB2F-F42C5CA590DF}">
      <dgm:prSet/>
      <dgm:spPr/>
      <dgm:t>
        <a:bodyPr/>
        <a:lstStyle/>
        <a:p>
          <a:r>
            <a:rPr lang="en-US" dirty="0"/>
            <a:t>Make your comparison close to the case summary. </a:t>
          </a:r>
        </a:p>
      </dgm:t>
    </dgm:pt>
    <dgm:pt modelId="{6C290378-993D-4669-903B-B58AA6A2287D}" type="parTrans" cxnId="{A88FFE12-8270-48F4-9EE3-4AB3E64915DE}">
      <dgm:prSet/>
      <dgm:spPr/>
      <dgm:t>
        <a:bodyPr/>
        <a:lstStyle/>
        <a:p>
          <a:endParaRPr lang="en-US"/>
        </a:p>
      </dgm:t>
    </dgm:pt>
    <dgm:pt modelId="{F834011B-A818-49CA-A4A4-4F633B39C427}" type="sibTrans" cxnId="{A88FFE12-8270-48F4-9EE3-4AB3E64915DE}">
      <dgm:prSet/>
      <dgm:spPr/>
      <dgm:t>
        <a:bodyPr/>
        <a:lstStyle/>
        <a:p>
          <a:endParaRPr lang="en-US"/>
        </a:p>
      </dgm:t>
    </dgm:pt>
    <dgm:pt modelId="{5917FA04-D4D7-4914-8F1F-C9049D39DB0D}">
      <dgm:prSet/>
      <dgm:spPr/>
      <dgm:t>
        <a:bodyPr/>
        <a:lstStyle/>
        <a:p>
          <a:r>
            <a:rPr lang="en-US" dirty="0"/>
            <a:t>No new facts in Application/Analysis. Facts from the comparison case should already be in the Case Illustration (comparison case).</a:t>
          </a:r>
        </a:p>
      </dgm:t>
    </dgm:pt>
    <dgm:pt modelId="{9143CBA9-499C-49C5-9CAD-262388C3F5E2}" type="parTrans" cxnId="{6B277BB0-C94C-4AFD-A00C-1BDFBF4CF684}">
      <dgm:prSet/>
      <dgm:spPr/>
      <dgm:t>
        <a:bodyPr/>
        <a:lstStyle/>
        <a:p>
          <a:endParaRPr lang="en-US"/>
        </a:p>
      </dgm:t>
    </dgm:pt>
    <dgm:pt modelId="{F87C4710-633F-4F54-9506-9E4513696A77}" type="sibTrans" cxnId="{6B277BB0-C94C-4AFD-A00C-1BDFBF4CF684}">
      <dgm:prSet/>
      <dgm:spPr/>
      <dgm:t>
        <a:bodyPr/>
        <a:lstStyle/>
        <a:p>
          <a:endParaRPr lang="en-US"/>
        </a:p>
      </dgm:t>
    </dgm:pt>
    <dgm:pt modelId="{E7132D8D-49EF-4C11-93B3-B9C6AA2E69EB}">
      <dgm:prSet/>
      <dgm:spPr/>
      <dgm:t>
        <a:bodyPr/>
        <a:lstStyle/>
        <a:p>
          <a:r>
            <a:rPr lang="en-US" dirty="0"/>
            <a:t>Make your facts specific and concrete. </a:t>
          </a:r>
        </a:p>
      </dgm:t>
    </dgm:pt>
    <dgm:pt modelId="{20CF2717-869B-428B-A4AA-A0038F9DC79F}" type="parTrans" cxnId="{2110074A-9C48-4004-BE28-B6BEA43B39C6}">
      <dgm:prSet/>
      <dgm:spPr/>
      <dgm:t>
        <a:bodyPr/>
        <a:lstStyle/>
        <a:p>
          <a:endParaRPr lang="en-US"/>
        </a:p>
      </dgm:t>
    </dgm:pt>
    <dgm:pt modelId="{9900D143-C613-4023-9656-B40AEACC6387}" type="sibTrans" cxnId="{2110074A-9C48-4004-BE28-B6BEA43B39C6}">
      <dgm:prSet/>
      <dgm:spPr/>
      <dgm:t>
        <a:bodyPr/>
        <a:lstStyle/>
        <a:p>
          <a:endParaRPr lang="en-US"/>
        </a:p>
      </dgm:t>
    </dgm:pt>
    <dgm:pt modelId="{1ED9ED1C-5267-40DA-9771-C0B2C3A8267D}" type="pres">
      <dgm:prSet presAssocID="{D334A78A-4DD7-47C2-94D5-FE71CF591078}" presName="linear" presStyleCnt="0">
        <dgm:presLayoutVars>
          <dgm:animLvl val="lvl"/>
          <dgm:resizeHandles val="exact"/>
        </dgm:presLayoutVars>
      </dgm:prSet>
      <dgm:spPr/>
    </dgm:pt>
    <dgm:pt modelId="{A4619A40-81EE-4B39-8774-85BABC637E2E}" type="pres">
      <dgm:prSet presAssocID="{07307A60-C012-4701-BCBF-4A8E56B20E51}" presName="parentText" presStyleLbl="node1" presStyleIdx="0" presStyleCnt="1">
        <dgm:presLayoutVars>
          <dgm:chMax val="0"/>
          <dgm:bulletEnabled val="1"/>
        </dgm:presLayoutVars>
      </dgm:prSet>
      <dgm:spPr/>
    </dgm:pt>
    <dgm:pt modelId="{8D76C0B1-DB77-4D5F-AF09-E54377784F43}" type="pres">
      <dgm:prSet presAssocID="{07307A60-C012-4701-BCBF-4A8E56B20E51}" presName="childText" presStyleLbl="revTx" presStyleIdx="0" presStyleCnt="1">
        <dgm:presLayoutVars>
          <dgm:bulletEnabled val="1"/>
        </dgm:presLayoutVars>
      </dgm:prSet>
      <dgm:spPr/>
    </dgm:pt>
  </dgm:ptLst>
  <dgm:cxnLst>
    <dgm:cxn modelId="{83BBE210-D2E8-497D-AC40-DB98213E0A17}" type="presOf" srcId="{5917FA04-D4D7-4914-8F1F-C9049D39DB0D}" destId="{8D76C0B1-DB77-4D5F-AF09-E54377784F43}" srcOrd="0" destOrd="2" presId="urn:microsoft.com/office/officeart/2005/8/layout/vList2"/>
    <dgm:cxn modelId="{A88FFE12-8270-48F4-9EE3-4AB3E64915DE}" srcId="{07307A60-C012-4701-BCBF-4A8E56B20E51}" destId="{541BF743-7943-45F1-AB2F-F42C5CA590DF}" srcOrd="5" destOrd="0" parTransId="{6C290378-993D-4669-903B-B58AA6A2287D}" sibTransId="{F834011B-A818-49CA-A4A4-4F633B39C427}"/>
    <dgm:cxn modelId="{08CB9E28-CF91-4F91-BF71-371FB1CE893B}" srcId="{07307A60-C012-4701-BCBF-4A8E56B20E51}" destId="{33F62A01-8FA9-4BA3-AC33-15AB9895ECDF}" srcOrd="3" destOrd="0" parTransId="{54B3DB9F-D2C3-4BEB-BFD9-607A85904733}" sibTransId="{D87D3BA9-67A4-4386-96E0-2ECCC6251F30}"/>
    <dgm:cxn modelId="{C480B72D-1654-4720-99F6-E3EDF5D9873E}" type="presOf" srcId="{33F62A01-8FA9-4BA3-AC33-15AB9895ECDF}" destId="{8D76C0B1-DB77-4D5F-AF09-E54377784F43}" srcOrd="0" destOrd="3" presId="urn:microsoft.com/office/officeart/2005/8/layout/vList2"/>
    <dgm:cxn modelId="{2A725239-CDDB-485B-A9BF-5ECDCE4B66DC}" type="presOf" srcId="{E7132D8D-49EF-4C11-93B3-B9C6AA2E69EB}" destId="{8D76C0B1-DB77-4D5F-AF09-E54377784F43}" srcOrd="0" destOrd="1" presId="urn:microsoft.com/office/officeart/2005/8/layout/vList2"/>
    <dgm:cxn modelId="{2110074A-9C48-4004-BE28-B6BEA43B39C6}" srcId="{07307A60-C012-4701-BCBF-4A8E56B20E51}" destId="{E7132D8D-49EF-4C11-93B3-B9C6AA2E69EB}" srcOrd="1" destOrd="0" parTransId="{20CF2717-869B-428B-A4AA-A0038F9DC79F}" sibTransId="{9900D143-C613-4023-9656-B40AEACC6387}"/>
    <dgm:cxn modelId="{1421A16D-9C4F-4000-9F4C-49AD94CF9B87}" type="presOf" srcId="{DFD13A75-FA7B-4DDD-822B-A6A0BEEF7951}" destId="{8D76C0B1-DB77-4D5F-AF09-E54377784F43}" srcOrd="0" destOrd="0" presId="urn:microsoft.com/office/officeart/2005/8/layout/vList2"/>
    <dgm:cxn modelId="{BBA50770-33D0-4B9B-9C08-3CE7C35E2773}" srcId="{D334A78A-4DD7-47C2-94D5-FE71CF591078}" destId="{07307A60-C012-4701-BCBF-4A8E56B20E51}" srcOrd="0" destOrd="0" parTransId="{CB1E591A-1B8B-4F82-B009-884980908631}" sibTransId="{877F5AF1-020A-48D9-98AF-9D646B596C9B}"/>
    <dgm:cxn modelId="{7440F68F-810D-4464-A153-B7AD876604E0}" type="presOf" srcId="{78FEC160-4DFB-487C-AB5F-D05279FD7600}" destId="{8D76C0B1-DB77-4D5F-AF09-E54377784F43}" srcOrd="0" destOrd="4" presId="urn:microsoft.com/office/officeart/2005/8/layout/vList2"/>
    <dgm:cxn modelId="{1A0503A9-8B50-490F-A9B4-8DF32C078E69}" srcId="{07307A60-C012-4701-BCBF-4A8E56B20E51}" destId="{78FEC160-4DFB-487C-AB5F-D05279FD7600}" srcOrd="4" destOrd="0" parTransId="{8FD77FCB-BA87-4FEF-AB9A-B514D94224FD}" sibTransId="{54A9A0A1-A094-4C0D-BB91-48173938C3C0}"/>
    <dgm:cxn modelId="{6B277BB0-C94C-4AFD-A00C-1BDFBF4CF684}" srcId="{07307A60-C012-4701-BCBF-4A8E56B20E51}" destId="{5917FA04-D4D7-4914-8F1F-C9049D39DB0D}" srcOrd="2" destOrd="0" parTransId="{9143CBA9-499C-49C5-9CAD-262388C3F5E2}" sibTransId="{F87C4710-633F-4F54-9506-9E4513696A77}"/>
    <dgm:cxn modelId="{740352C1-C714-4889-97C3-CB24AC1FF8FA}" type="presOf" srcId="{D334A78A-4DD7-47C2-94D5-FE71CF591078}" destId="{1ED9ED1C-5267-40DA-9771-C0B2C3A8267D}" srcOrd="0" destOrd="0" presId="urn:microsoft.com/office/officeart/2005/8/layout/vList2"/>
    <dgm:cxn modelId="{6E4121EB-3D96-4C91-9F25-4325E489B783}" type="presOf" srcId="{07307A60-C012-4701-BCBF-4A8E56B20E51}" destId="{A4619A40-81EE-4B39-8774-85BABC637E2E}" srcOrd="0" destOrd="0" presId="urn:microsoft.com/office/officeart/2005/8/layout/vList2"/>
    <dgm:cxn modelId="{2C4403FC-11F8-4753-ABD8-84BEA8A98577}" srcId="{07307A60-C012-4701-BCBF-4A8E56B20E51}" destId="{DFD13A75-FA7B-4DDD-822B-A6A0BEEF7951}" srcOrd="0" destOrd="0" parTransId="{3B1D091B-B553-435B-8F55-653FAFABB42F}" sibTransId="{EF4FE6EC-3887-4D06-8D1F-D99FC474DB86}"/>
    <dgm:cxn modelId="{CB00CAFD-4609-4EBB-B8E5-B69E287D347D}" type="presOf" srcId="{541BF743-7943-45F1-AB2F-F42C5CA590DF}" destId="{8D76C0B1-DB77-4D5F-AF09-E54377784F43}" srcOrd="0" destOrd="5" presId="urn:microsoft.com/office/officeart/2005/8/layout/vList2"/>
    <dgm:cxn modelId="{ED9B3538-3145-4664-93C3-C2AF3599D283}" type="presParOf" srcId="{1ED9ED1C-5267-40DA-9771-C0B2C3A8267D}" destId="{A4619A40-81EE-4B39-8774-85BABC637E2E}" srcOrd="0" destOrd="0" presId="urn:microsoft.com/office/officeart/2005/8/layout/vList2"/>
    <dgm:cxn modelId="{B2C8FE96-45AA-47A6-AC44-122EDBBD6782}" type="presParOf" srcId="{1ED9ED1C-5267-40DA-9771-C0B2C3A8267D}" destId="{8D76C0B1-DB77-4D5F-AF09-E54377784F43}"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E3F9055-B185-491D-B5DA-3F31919B0A05}" type="doc">
      <dgm:prSet loTypeId="urn:microsoft.com/office/officeart/2005/8/layout/hierarchy1" loCatId="hierarchy" qsTypeId="urn:microsoft.com/office/officeart/2005/8/quickstyle/simple1#45" qsCatId="simple" csTypeId="urn:microsoft.com/office/officeart/2005/8/colors/accent1_2#6" csCatId="accent1"/>
      <dgm:spPr/>
      <dgm:t>
        <a:bodyPr/>
        <a:lstStyle/>
        <a:p>
          <a:endParaRPr lang="en-US"/>
        </a:p>
      </dgm:t>
    </dgm:pt>
    <dgm:pt modelId="{F8F586C9-EEB0-4E93-A928-10D7CF129B1F}">
      <dgm:prSet/>
      <dgm:spPr/>
      <dgm:t>
        <a:bodyPr/>
        <a:lstStyle/>
        <a:p>
          <a:r>
            <a:rPr lang="en-US"/>
            <a:t>Reader must have necessary background of the precedent case.  </a:t>
          </a:r>
        </a:p>
      </dgm:t>
    </dgm:pt>
    <dgm:pt modelId="{01AAE2D5-CBB2-480E-9A19-CA42B02E2A19}" type="parTrans" cxnId="{7C06F3D6-7302-451C-8DF4-0F8EE3E58EE5}">
      <dgm:prSet/>
      <dgm:spPr/>
      <dgm:t>
        <a:bodyPr/>
        <a:lstStyle/>
        <a:p>
          <a:endParaRPr lang="en-US"/>
        </a:p>
      </dgm:t>
    </dgm:pt>
    <dgm:pt modelId="{E0438B1C-BE77-4B67-8192-E9220DFFEA3E}" type="sibTrans" cxnId="{7C06F3D6-7302-451C-8DF4-0F8EE3E58EE5}">
      <dgm:prSet/>
      <dgm:spPr/>
      <dgm:t>
        <a:bodyPr/>
        <a:lstStyle/>
        <a:p>
          <a:endParaRPr lang="en-US"/>
        </a:p>
      </dgm:t>
    </dgm:pt>
    <dgm:pt modelId="{69E3F818-0E67-4526-8202-B60CF8694231}">
      <dgm:prSet/>
      <dgm:spPr/>
      <dgm:t>
        <a:bodyPr/>
        <a:lstStyle/>
        <a:p>
          <a:r>
            <a:rPr lang="en-US"/>
            <a:t>Weak Example: Unlike </a:t>
          </a:r>
          <a:r>
            <a:rPr lang="en-US" u="sng"/>
            <a:t>Cook</a:t>
          </a:r>
          <a:r>
            <a:rPr lang="en-US"/>
            <a:t>, here Ms. Murray's trailer does not share any door with the main residence, even when parked in the driveway.</a:t>
          </a:r>
        </a:p>
      </dgm:t>
    </dgm:pt>
    <dgm:pt modelId="{1CDF4A91-278F-48C6-B103-BA7DA26D27E6}" type="parTrans" cxnId="{0ECD3891-E13C-4411-9EF8-4B9D0335A745}">
      <dgm:prSet/>
      <dgm:spPr/>
      <dgm:t>
        <a:bodyPr/>
        <a:lstStyle/>
        <a:p>
          <a:endParaRPr lang="en-US"/>
        </a:p>
      </dgm:t>
    </dgm:pt>
    <dgm:pt modelId="{C57B4624-EF57-4F9A-AF99-0E0CC1ABD2B2}" type="sibTrans" cxnId="{0ECD3891-E13C-4411-9EF8-4B9D0335A745}">
      <dgm:prSet/>
      <dgm:spPr/>
      <dgm:t>
        <a:bodyPr/>
        <a:lstStyle/>
        <a:p>
          <a:endParaRPr lang="en-US"/>
        </a:p>
      </dgm:t>
    </dgm:pt>
    <dgm:pt modelId="{DB8C8DE0-56AA-4AFA-8EFA-3C1FF7CAAC08}" type="pres">
      <dgm:prSet presAssocID="{6E3F9055-B185-491D-B5DA-3F31919B0A05}" presName="hierChild1" presStyleCnt="0">
        <dgm:presLayoutVars>
          <dgm:chPref val="1"/>
          <dgm:dir/>
          <dgm:animOne val="branch"/>
          <dgm:animLvl val="lvl"/>
          <dgm:resizeHandles/>
        </dgm:presLayoutVars>
      </dgm:prSet>
      <dgm:spPr/>
    </dgm:pt>
    <dgm:pt modelId="{491BC226-DAD6-4373-92B8-F43652C94781}" type="pres">
      <dgm:prSet presAssocID="{F8F586C9-EEB0-4E93-A928-10D7CF129B1F}" presName="hierRoot1" presStyleCnt="0"/>
      <dgm:spPr/>
    </dgm:pt>
    <dgm:pt modelId="{F1A1E4BB-5A88-4701-BCBD-41899DC96B4B}" type="pres">
      <dgm:prSet presAssocID="{F8F586C9-EEB0-4E93-A928-10D7CF129B1F}" presName="composite" presStyleCnt="0"/>
      <dgm:spPr/>
    </dgm:pt>
    <dgm:pt modelId="{90F2114D-AB17-4778-8469-665E42B67DAD}" type="pres">
      <dgm:prSet presAssocID="{F8F586C9-EEB0-4E93-A928-10D7CF129B1F}" presName="background" presStyleLbl="node0" presStyleIdx="0" presStyleCnt="2"/>
      <dgm:spPr>
        <a:solidFill>
          <a:schemeClr val="accent5">
            <a:lumMod val="50000"/>
          </a:schemeClr>
        </a:solidFill>
      </dgm:spPr>
    </dgm:pt>
    <dgm:pt modelId="{67F87A4B-41D5-4746-B4C4-31FDDFC0267F}" type="pres">
      <dgm:prSet presAssocID="{F8F586C9-EEB0-4E93-A928-10D7CF129B1F}" presName="text" presStyleLbl="fgAcc0" presStyleIdx="0" presStyleCnt="2">
        <dgm:presLayoutVars>
          <dgm:chPref val="3"/>
        </dgm:presLayoutVars>
      </dgm:prSet>
      <dgm:spPr/>
    </dgm:pt>
    <dgm:pt modelId="{4A85D2FE-258B-473A-A189-89CB742D3BBF}" type="pres">
      <dgm:prSet presAssocID="{F8F586C9-EEB0-4E93-A928-10D7CF129B1F}" presName="hierChild2" presStyleCnt="0"/>
      <dgm:spPr/>
    </dgm:pt>
    <dgm:pt modelId="{5BBA7001-3570-46E9-8EDE-6B05F7C8BB94}" type="pres">
      <dgm:prSet presAssocID="{69E3F818-0E67-4526-8202-B60CF8694231}" presName="hierRoot1" presStyleCnt="0"/>
      <dgm:spPr/>
    </dgm:pt>
    <dgm:pt modelId="{13500E08-2406-4975-922C-54405EEFEEF9}" type="pres">
      <dgm:prSet presAssocID="{69E3F818-0E67-4526-8202-B60CF8694231}" presName="composite" presStyleCnt="0"/>
      <dgm:spPr/>
    </dgm:pt>
    <dgm:pt modelId="{6994C33C-6235-43D0-8CE3-5B4B907CEA7C}" type="pres">
      <dgm:prSet presAssocID="{69E3F818-0E67-4526-8202-B60CF8694231}" presName="background" presStyleLbl="node0" presStyleIdx="1" presStyleCnt="2"/>
      <dgm:spPr>
        <a:solidFill>
          <a:schemeClr val="accent5">
            <a:lumMod val="50000"/>
          </a:schemeClr>
        </a:solidFill>
      </dgm:spPr>
    </dgm:pt>
    <dgm:pt modelId="{0713FE9B-5294-4685-BA1C-C33D0CBB32D7}" type="pres">
      <dgm:prSet presAssocID="{69E3F818-0E67-4526-8202-B60CF8694231}" presName="text" presStyleLbl="fgAcc0" presStyleIdx="1" presStyleCnt="2">
        <dgm:presLayoutVars>
          <dgm:chPref val="3"/>
        </dgm:presLayoutVars>
      </dgm:prSet>
      <dgm:spPr/>
    </dgm:pt>
    <dgm:pt modelId="{C803E627-6C3F-47D9-AADA-1E71CA1BFA9B}" type="pres">
      <dgm:prSet presAssocID="{69E3F818-0E67-4526-8202-B60CF8694231}" presName="hierChild2" presStyleCnt="0"/>
      <dgm:spPr/>
    </dgm:pt>
  </dgm:ptLst>
  <dgm:cxnLst>
    <dgm:cxn modelId="{0ECD3891-E13C-4411-9EF8-4B9D0335A745}" srcId="{6E3F9055-B185-491D-B5DA-3F31919B0A05}" destId="{69E3F818-0E67-4526-8202-B60CF8694231}" srcOrd="1" destOrd="0" parTransId="{1CDF4A91-278F-48C6-B103-BA7DA26D27E6}" sibTransId="{C57B4624-EF57-4F9A-AF99-0E0CC1ABD2B2}"/>
    <dgm:cxn modelId="{0225EF92-DB00-4D0D-9ABD-9793AA9FFF20}" type="presOf" srcId="{69E3F818-0E67-4526-8202-B60CF8694231}" destId="{0713FE9B-5294-4685-BA1C-C33D0CBB32D7}" srcOrd="0" destOrd="0" presId="urn:microsoft.com/office/officeart/2005/8/layout/hierarchy1"/>
    <dgm:cxn modelId="{B8968ABC-4E59-4A93-A7A8-9FD7ABD07ACF}" type="presOf" srcId="{6E3F9055-B185-491D-B5DA-3F31919B0A05}" destId="{DB8C8DE0-56AA-4AFA-8EFA-3C1FF7CAAC08}" srcOrd="0" destOrd="0" presId="urn:microsoft.com/office/officeart/2005/8/layout/hierarchy1"/>
    <dgm:cxn modelId="{7C06F3D6-7302-451C-8DF4-0F8EE3E58EE5}" srcId="{6E3F9055-B185-491D-B5DA-3F31919B0A05}" destId="{F8F586C9-EEB0-4E93-A928-10D7CF129B1F}" srcOrd="0" destOrd="0" parTransId="{01AAE2D5-CBB2-480E-9A19-CA42B02E2A19}" sibTransId="{E0438B1C-BE77-4B67-8192-E9220DFFEA3E}"/>
    <dgm:cxn modelId="{2C4F5DE2-CA09-428C-9102-139771DC60FA}" type="presOf" srcId="{F8F586C9-EEB0-4E93-A928-10D7CF129B1F}" destId="{67F87A4B-41D5-4746-B4C4-31FDDFC0267F}" srcOrd="0" destOrd="0" presId="urn:microsoft.com/office/officeart/2005/8/layout/hierarchy1"/>
    <dgm:cxn modelId="{A2F23EFE-CF63-4030-8628-D13F1CF36CD2}" type="presParOf" srcId="{DB8C8DE0-56AA-4AFA-8EFA-3C1FF7CAAC08}" destId="{491BC226-DAD6-4373-92B8-F43652C94781}" srcOrd="0" destOrd="0" presId="urn:microsoft.com/office/officeart/2005/8/layout/hierarchy1"/>
    <dgm:cxn modelId="{C02897B1-CB70-4520-AEC3-8B238F70EF5C}" type="presParOf" srcId="{491BC226-DAD6-4373-92B8-F43652C94781}" destId="{F1A1E4BB-5A88-4701-BCBD-41899DC96B4B}" srcOrd="0" destOrd="0" presId="urn:microsoft.com/office/officeart/2005/8/layout/hierarchy1"/>
    <dgm:cxn modelId="{FFF4C96F-680C-474B-A9A6-07F934181735}" type="presParOf" srcId="{F1A1E4BB-5A88-4701-BCBD-41899DC96B4B}" destId="{90F2114D-AB17-4778-8469-665E42B67DAD}" srcOrd="0" destOrd="0" presId="urn:microsoft.com/office/officeart/2005/8/layout/hierarchy1"/>
    <dgm:cxn modelId="{46876A9B-7193-4C25-A236-92A62868FA5D}" type="presParOf" srcId="{F1A1E4BB-5A88-4701-BCBD-41899DC96B4B}" destId="{67F87A4B-41D5-4746-B4C4-31FDDFC0267F}" srcOrd="1" destOrd="0" presId="urn:microsoft.com/office/officeart/2005/8/layout/hierarchy1"/>
    <dgm:cxn modelId="{C61ED6D2-DD10-4059-892B-5742C4B7D221}" type="presParOf" srcId="{491BC226-DAD6-4373-92B8-F43652C94781}" destId="{4A85D2FE-258B-473A-A189-89CB742D3BBF}" srcOrd="1" destOrd="0" presId="urn:microsoft.com/office/officeart/2005/8/layout/hierarchy1"/>
    <dgm:cxn modelId="{B8DDE81F-F9A1-4340-9456-4017D015A474}" type="presParOf" srcId="{DB8C8DE0-56AA-4AFA-8EFA-3C1FF7CAAC08}" destId="{5BBA7001-3570-46E9-8EDE-6B05F7C8BB94}" srcOrd="1" destOrd="0" presId="urn:microsoft.com/office/officeart/2005/8/layout/hierarchy1"/>
    <dgm:cxn modelId="{DE429DED-B831-46D3-B835-31600D39620D}" type="presParOf" srcId="{5BBA7001-3570-46E9-8EDE-6B05F7C8BB94}" destId="{13500E08-2406-4975-922C-54405EEFEEF9}" srcOrd="0" destOrd="0" presId="urn:microsoft.com/office/officeart/2005/8/layout/hierarchy1"/>
    <dgm:cxn modelId="{D50EB920-07F9-4BF4-B8C8-76B403467845}" type="presParOf" srcId="{13500E08-2406-4975-922C-54405EEFEEF9}" destId="{6994C33C-6235-43D0-8CE3-5B4B907CEA7C}" srcOrd="0" destOrd="0" presId="urn:microsoft.com/office/officeart/2005/8/layout/hierarchy1"/>
    <dgm:cxn modelId="{6155D0BF-F48A-4DAC-86F3-4D9EAC54A725}" type="presParOf" srcId="{13500E08-2406-4975-922C-54405EEFEEF9}" destId="{0713FE9B-5294-4685-BA1C-C33D0CBB32D7}" srcOrd="1" destOrd="0" presId="urn:microsoft.com/office/officeart/2005/8/layout/hierarchy1"/>
    <dgm:cxn modelId="{B2EC659B-CFF0-478D-B3ED-F775619DF71E}" type="presParOf" srcId="{5BBA7001-3570-46E9-8EDE-6B05F7C8BB94}" destId="{C803E627-6C3F-47D9-AADA-1E71CA1BFA9B}"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0857486-8B4A-4C20-AF39-D722B8E22A33}" type="doc">
      <dgm:prSet loTypeId="urn:microsoft.com/office/officeart/2005/8/layout/chevron1" loCatId="process" qsTypeId="urn:microsoft.com/office/officeart/2005/8/quickstyle/simple1#6" qsCatId="simple" csTypeId="urn:microsoft.com/office/officeart/2005/8/colors/colorful1#2" csCatId="colorful" phldr="1"/>
      <dgm:spPr/>
      <dgm:t>
        <a:bodyPr/>
        <a:lstStyle/>
        <a:p>
          <a:endParaRPr lang="en-US"/>
        </a:p>
      </dgm:t>
    </dgm:pt>
    <dgm:pt modelId="{29E3D5EB-3456-48DF-A6F3-51D8918605AD}">
      <dgm:prSet custT="1"/>
      <dgm:spPr/>
      <dgm:t>
        <a:bodyPr/>
        <a:lstStyle/>
        <a:p>
          <a:r>
            <a:rPr lang="en-US" sz="2400" b="1" dirty="0"/>
            <a:t>Failing to explain the relevance of the analogy or distinction</a:t>
          </a:r>
          <a:endParaRPr lang="en-US" sz="2400" dirty="0"/>
        </a:p>
      </dgm:t>
    </dgm:pt>
    <dgm:pt modelId="{7B96EB41-3FD9-4622-93D5-4B49BD9B9E1B}" type="parTrans" cxnId="{EDFCCEA2-DC77-4FCF-BDA4-71B98F3B8AC4}">
      <dgm:prSet/>
      <dgm:spPr/>
      <dgm:t>
        <a:bodyPr/>
        <a:lstStyle/>
        <a:p>
          <a:endParaRPr lang="en-US"/>
        </a:p>
      </dgm:t>
    </dgm:pt>
    <dgm:pt modelId="{AE490B27-7ABC-47F3-94C3-8459A6813B09}" type="sibTrans" cxnId="{EDFCCEA2-DC77-4FCF-BDA4-71B98F3B8AC4}">
      <dgm:prSet/>
      <dgm:spPr/>
      <dgm:t>
        <a:bodyPr/>
        <a:lstStyle/>
        <a:p>
          <a:endParaRPr lang="en-US"/>
        </a:p>
      </dgm:t>
    </dgm:pt>
    <dgm:pt modelId="{766B350F-1AC4-4380-AD0E-EC6403189414}">
      <dgm:prSet/>
      <dgm:spPr/>
      <dgm:t>
        <a:bodyPr/>
        <a:lstStyle/>
        <a:p>
          <a:pPr algn="just"/>
          <a:r>
            <a:rPr lang="en-US" dirty="0"/>
            <a:t>In addition, Andy has been meeting with his customers for about once a month for six years. This is as long and regular as the employee in </a:t>
          </a:r>
          <a:r>
            <a:rPr lang="en-US" u="sng" dirty="0"/>
            <a:t>Daniels</a:t>
          </a:r>
          <a:r>
            <a:rPr lang="en-US" dirty="0"/>
            <a:t> who met his customers a few times a month for several years and the employee in </a:t>
          </a:r>
          <a:r>
            <a:rPr lang="en-US" u="sng" dirty="0"/>
            <a:t>Wilson</a:t>
          </a:r>
          <a:r>
            <a:rPr lang="en-US" dirty="0"/>
            <a:t> who met his customers monthly for five years.</a:t>
          </a:r>
        </a:p>
      </dgm:t>
    </dgm:pt>
    <dgm:pt modelId="{EE4F09BE-04B0-414B-84AF-C60D2C66EE1C}" type="parTrans" cxnId="{BD0C2395-B4C1-433E-8711-90EBDA204ED4}">
      <dgm:prSet/>
      <dgm:spPr/>
      <dgm:t>
        <a:bodyPr/>
        <a:lstStyle/>
        <a:p>
          <a:endParaRPr lang="en-US"/>
        </a:p>
      </dgm:t>
    </dgm:pt>
    <dgm:pt modelId="{0AC85DAD-536E-4710-A1BD-50B5A063A067}" type="sibTrans" cxnId="{BD0C2395-B4C1-433E-8711-90EBDA204ED4}">
      <dgm:prSet/>
      <dgm:spPr/>
      <dgm:t>
        <a:bodyPr/>
        <a:lstStyle/>
        <a:p>
          <a:endParaRPr lang="en-US"/>
        </a:p>
      </dgm:t>
    </dgm:pt>
    <dgm:pt modelId="{2A2ADD24-7298-4829-83AE-8CFEB8660C34}" type="pres">
      <dgm:prSet presAssocID="{C0857486-8B4A-4C20-AF39-D722B8E22A33}" presName="Name0" presStyleCnt="0">
        <dgm:presLayoutVars>
          <dgm:dir/>
          <dgm:animLvl val="lvl"/>
          <dgm:resizeHandles val="exact"/>
        </dgm:presLayoutVars>
      </dgm:prSet>
      <dgm:spPr/>
    </dgm:pt>
    <dgm:pt modelId="{0A4B8053-B828-4C14-9B6B-163951633422}" type="pres">
      <dgm:prSet presAssocID="{29E3D5EB-3456-48DF-A6F3-51D8918605AD}" presName="parTxOnly" presStyleLbl="node1" presStyleIdx="0" presStyleCnt="2">
        <dgm:presLayoutVars>
          <dgm:chMax val="0"/>
          <dgm:chPref val="0"/>
          <dgm:bulletEnabled val="1"/>
        </dgm:presLayoutVars>
      </dgm:prSet>
      <dgm:spPr/>
    </dgm:pt>
    <dgm:pt modelId="{9A3AA7C2-B290-4D20-851C-ECBAA8BB137E}" type="pres">
      <dgm:prSet presAssocID="{AE490B27-7ABC-47F3-94C3-8459A6813B09}" presName="parTxOnlySpace" presStyleCnt="0"/>
      <dgm:spPr/>
    </dgm:pt>
    <dgm:pt modelId="{2E4E10AA-693B-408E-A541-F27EC59F6780}" type="pres">
      <dgm:prSet presAssocID="{766B350F-1AC4-4380-AD0E-EC6403189414}" presName="parTxOnly" presStyleLbl="node1" presStyleIdx="1" presStyleCnt="2">
        <dgm:presLayoutVars>
          <dgm:chMax val="0"/>
          <dgm:chPref val="0"/>
          <dgm:bulletEnabled val="1"/>
        </dgm:presLayoutVars>
      </dgm:prSet>
      <dgm:spPr/>
    </dgm:pt>
  </dgm:ptLst>
  <dgm:cxnLst>
    <dgm:cxn modelId="{CF314331-88BD-415D-8DD6-8BAB90FAEA33}" type="presOf" srcId="{29E3D5EB-3456-48DF-A6F3-51D8918605AD}" destId="{0A4B8053-B828-4C14-9B6B-163951633422}" srcOrd="0" destOrd="0" presId="urn:microsoft.com/office/officeart/2005/8/layout/chevron1"/>
    <dgm:cxn modelId="{274B143B-E7B4-4A97-B0FE-93AA68378E3A}" type="presOf" srcId="{766B350F-1AC4-4380-AD0E-EC6403189414}" destId="{2E4E10AA-693B-408E-A541-F27EC59F6780}" srcOrd="0" destOrd="0" presId="urn:microsoft.com/office/officeart/2005/8/layout/chevron1"/>
    <dgm:cxn modelId="{5B72757A-2353-4063-8A8B-ACCA62458987}" type="presOf" srcId="{C0857486-8B4A-4C20-AF39-D722B8E22A33}" destId="{2A2ADD24-7298-4829-83AE-8CFEB8660C34}" srcOrd="0" destOrd="0" presId="urn:microsoft.com/office/officeart/2005/8/layout/chevron1"/>
    <dgm:cxn modelId="{BD0C2395-B4C1-433E-8711-90EBDA204ED4}" srcId="{C0857486-8B4A-4C20-AF39-D722B8E22A33}" destId="{766B350F-1AC4-4380-AD0E-EC6403189414}" srcOrd="1" destOrd="0" parTransId="{EE4F09BE-04B0-414B-84AF-C60D2C66EE1C}" sibTransId="{0AC85DAD-536E-4710-A1BD-50B5A063A067}"/>
    <dgm:cxn modelId="{EDFCCEA2-DC77-4FCF-BDA4-71B98F3B8AC4}" srcId="{C0857486-8B4A-4C20-AF39-D722B8E22A33}" destId="{29E3D5EB-3456-48DF-A6F3-51D8918605AD}" srcOrd="0" destOrd="0" parTransId="{7B96EB41-3FD9-4622-93D5-4B49BD9B9E1B}" sibTransId="{AE490B27-7ABC-47F3-94C3-8459A6813B09}"/>
    <dgm:cxn modelId="{73053CAA-F8C4-4A0F-93FD-B990660A6FBF}" type="presParOf" srcId="{2A2ADD24-7298-4829-83AE-8CFEB8660C34}" destId="{0A4B8053-B828-4C14-9B6B-163951633422}" srcOrd="0" destOrd="0" presId="urn:microsoft.com/office/officeart/2005/8/layout/chevron1"/>
    <dgm:cxn modelId="{75F16838-6CC1-4C94-B3BF-EDC95F6C590F}" type="presParOf" srcId="{2A2ADD24-7298-4829-83AE-8CFEB8660C34}" destId="{9A3AA7C2-B290-4D20-851C-ECBAA8BB137E}" srcOrd="1" destOrd="0" presId="urn:microsoft.com/office/officeart/2005/8/layout/chevron1"/>
    <dgm:cxn modelId="{F59BAB71-C365-4758-B584-B40380B345BB}" type="presParOf" srcId="{2A2ADD24-7298-4829-83AE-8CFEB8660C34}" destId="{2E4E10AA-693B-408E-A541-F27EC59F6780}" srcOrd="2"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8E398B-3FC2-4B77-BF1D-C334BEB05A1B}">
      <dsp:nvSpPr>
        <dsp:cNvPr id="0" name=""/>
        <dsp:cNvSpPr/>
      </dsp:nvSpPr>
      <dsp:spPr>
        <a:xfrm>
          <a:off x="0" y="2316"/>
          <a:ext cx="10275345" cy="9245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Apply a rule to a set of facts (general to specific)</a:t>
          </a:r>
        </a:p>
      </dsp:txBody>
      <dsp:txXfrm>
        <a:off x="45135" y="47451"/>
        <a:ext cx="10185075" cy="834320"/>
      </dsp:txXfrm>
    </dsp:sp>
    <dsp:sp modelId="{F00F62D1-0528-48CA-BD39-AA4379BF8E4D}">
      <dsp:nvSpPr>
        <dsp:cNvPr id="0" name=""/>
        <dsp:cNvSpPr/>
      </dsp:nvSpPr>
      <dsp:spPr>
        <a:xfrm>
          <a:off x="0" y="937317"/>
          <a:ext cx="10275345" cy="9245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Show how facts fit or don’t fit the rule</a:t>
          </a:r>
        </a:p>
      </dsp:txBody>
      <dsp:txXfrm>
        <a:off x="45135" y="982452"/>
        <a:ext cx="10185075" cy="834320"/>
      </dsp:txXfrm>
    </dsp:sp>
    <dsp:sp modelId="{6DC39205-BFD3-4D53-8FF6-A785EC49AD20}">
      <dsp:nvSpPr>
        <dsp:cNvPr id="0" name=""/>
        <dsp:cNvSpPr/>
      </dsp:nvSpPr>
      <dsp:spPr>
        <a:xfrm>
          <a:off x="0" y="1872318"/>
          <a:ext cx="10275345" cy="9245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Example: Statutory Application of what it takes to be a vehicle to receive a DUI</a:t>
          </a:r>
        </a:p>
      </dsp:txBody>
      <dsp:txXfrm>
        <a:off x="45135" y="1917453"/>
        <a:ext cx="10185075" cy="834320"/>
      </dsp:txXfrm>
    </dsp:sp>
    <dsp:sp modelId="{7D717F9F-DC3B-4D16-8668-53F46CDE39A0}">
      <dsp:nvSpPr>
        <dsp:cNvPr id="0" name=""/>
        <dsp:cNvSpPr/>
      </dsp:nvSpPr>
      <dsp:spPr>
        <a:xfrm>
          <a:off x="0" y="2796909"/>
          <a:ext cx="10275345" cy="14365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6242" tIns="31750" rIns="177800" bIns="31750" numCol="1" spcCol="1270" anchor="t" anchorCtr="0">
          <a:noAutofit/>
        </a:bodyPr>
        <a:lstStyle/>
        <a:p>
          <a:pPr marL="228600" lvl="1" indent="-228600" algn="l" defTabSz="1111250">
            <a:lnSpc>
              <a:spcPct val="90000"/>
            </a:lnSpc>
            <a:spcBef>
              <a:spcPct val="0"/>
            </a:spcBef>
            <a:spcAft>
              <a:spcPct val="20000"/>
            </a:spcAft>
            <a:buChar char="•"/>
          </a:pPr>
          <a:r>
            <a:rPr lang="en-US" sz="2500" kern="1200" dirty="0">
              <a:solidFill>
                <a:schemeClr val="accent2"/>
              </a:solidFill>
            </a:rPr>
            <a:t>Under</a:t>
          </a:r>
          <a:r>
            <a:rPr lang="en-US" sz="2500" kern="1200" dirty="0"/>
            <a:t> Florida law, to fit within the EPAMD exception, a vehicle must have two non-tandem wheels, an electric propulsion system, . . .</a:t>
          </a:r>
        </a:p>
        <a:p>
          <a:pPr marL="228600" lvl="1" indent="-228600" algn="l" defTabSz="1111250">
            <a:lnSpc>
              <a:spcPct val="90000"/>
            </a:lnSpc>
            <a:spcBef>
              <a:spcPct val="0"/>
            </a:spcBef>
            <a:spcAft>
              <a:spcPct val="20000"/>
            </a:spcAft>
            <a:buChar char="•"/>
          </a:pPr>
          <a:r>
            <a:rPr lang="en-US" sz="2500" kern="1200" dirty="0">
              <a:solidFill>
                <a:schemeClr val="accent2"/>
              </a:solidFill>
            </a:rPr>
            <a:t>Here</a:t>
          </a:r>
          <a:r>
            <a:rPr lang="en-US" sz="2500" kern="1200" dirty="0"/>
            <a:t>, Carl’s motorized cooler has three wheels, two of which are side by side, and a hybrid propulsion system, . . .</a:t>
          </a:r>
        </a:p>
        <a:p>
          <a:pPr marL="228600" lvl="1" indent="-228600" algn="l" defTabSz="1111250">
            <a:lnSpc>
              <a:spcPct val="90000"/>
            </a:lnSpc>
            <a:spcBef>
              <a:spcPct val="0"/>
            </a:spcBef>
            <a:spcAft>
              <a:spcPct val="20000"/>
            </a:spcAft>
            <a:buChar char="•"/>
          </a:pPr>
          <a:r>
            <a:rPr lang="en-US" sz="2500" kern="1200" dirty="0">
              <a:solidFill>
                <a:schemeClr val="accent2"/>
              </a:solidFill>
            </a:rPr>
            <a:t>Therefore</a:t>
          </a:r>
          <a:r>
            <a:rPr lang="en-US" sz="2500" kern="1200" dirty="0"/>
            <a:t>, _____________.</a:t>
          </a:r>
        </a:p>
      </dsp:txBody>
      <dsp:txXfrm>
        <a:off x="0" y="2796909"/>
        <a:ext cx="10275345" cy="143659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619A40-81EE-4B39-8774-85BABC637E2E}">
      <dsp:nvSpPr>
        <dsp:cNvPr id="0" name=""/>
        <dsp:cNvSpPr/>
      </dsp:nvSpPr>
      <dsp:spPr>
        <a:xfrm>
          <a:off x="0" y="242397"/>
          <a:ext cx="6666833" cy="839474"/>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dirty="0"/>
            <a:t>Four Primary Components</a:t>
          </a:r>
        </a:p>
      </dsp:txBody>
      <dsp:txXfrm>
        <a:off x="40980" y="283377"/>
        <a:ext cx="6584873" cy="757514"/>
      </dsp:txXfrm>
    </dsp:sp>
    <dsp:sp modelId="{8D76C0B1-DB77-4D5F-AF09-E54377784F43}">
      <dsp:nvSpPr>
        <dsp:cNvPr id="0" name=""/>
        <dsp:cNvSpPr/>
      </dsp:nvSpPr>
      <dsp:spPr>
        <a:xfrm>
          <a:off x="0" y="1081872"/>
          <a:ext cx="6666833" cy="41296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44450" rIns="248920" bIns="44450" numCol="1" spcCol="1270" anchor="t" anchorCtr="0">
          <a:noAutofit/>
        </a:bodyPr>
        <a:lstStyle/>
        <a:p>
          <a:pPr marL="228600" lvl="1" indent="-228600" algn="l" defTabSz="1200150">
            <a:lnSpc>
              <a:spcPct val="90000"/>
            </a:lnSpc>
            <a:spcBef>
              <a:spcPct val="0"/>
            </a:spcBef>
            <a:spcAft>
              <a:spcPct val="20000"/>
            </a:spcAft>
            <a:buChar char="•"/>
          </a:pPr>
          <a:r>
            <a:rPr lang="en-US" sz="2700" kern="1200" dirty="0"/>
            <a:t>A sentence telling the reader the point analysis will prove. </a:t>
          </a:r>
        </a:p>
        <a:p>
          <a:pPr marL="228600" lvl="1" indent="-228600" algn="l" defTabSz="1200150">
            <a:lnSpc>
              <a:spcPct val="90000"/>
            </a:lnSpc>
            <a:spcBef>
              <a:spcPct val="0"/>
            </a:spcBef>
            <a:spcAft>
              <a:spcPct val="20000"/>
            </a:spcAft>
            <a:buChar char="•"/>
          </a:pPr>
          <a:r>
            <a:rPr lang="en-US" sz="2700" kern="1200"/>
            <a:t>A fact comparison establishing a similarity to or distinction from a prior case. </a:t>
          </a:r>
        </a:p>
        <a:p>
          <a:pPr marL="228600" lvl="1" indent="-228600" algn="l" defTabSz="1200150">
            <a:lnSpc>
              <a:spcPct val="90000"/>
            </a:lnSpc>
            <a:spcBef>
              <a:spcPct val="0"/>
            </a:spcBef>
            <a:spcAft>
              <a:spcPct val="20000"/>
            </a:spcAft>
            <a:buChar char="•"/>
          </a:pPr>
          <a:r>
            <a:rPr lang="en-US" sz="2700" kern="1200" dirty="0"/>
            <a:t>An explanation of the legal consequences of the similarity or distinction. In other words, explain why the comparison matters. </a:t>
          </a:r>
        </a:p>
        <a:p>
          <a:pPr marL="228600" lvl="1" indent="-228600" algn="l" defTabSz="1200150">
            <a:lnSpc>
              <a:spcPct val="90000"/>
            </a:lnSpc>
            <a:spcBef>
              <a:spcPct val="0"/>
            </a:spcBef>
            <a:spcAft>
              <a:spcPct val="20000"/>
            </a:spcAft>
            <a:buChar char="•"/>
          </a:pPr>
          <a:r>
            <a:rPr lang="en-US" sz="2700" kern="1200" dirty="0"/>
            <a:t>Mini-conclusion or prediction of the issue being analyzed.</a:t>
          </a:r>
        </a:p>
      </dsp:txBody>
      <dsp:txXfrm>
        <a:off x="0" y="1081872"/>
        <a:ext cx="6666833" cy="41296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619A40-81EE-4B39-8774-85BABC637E2E}">
      <dsp:nvSpPr>
        <dsp:cNvPr id="0" name=""/>
        <dsp:cNvSpPr/>
      </dsp:nvSpPr>
      <dsp:spPr>
        <a:xfrm>
          <a:off x="0" y="109242"/>
          <a:ext cx="6666833" cy="74353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Tips for Stronger </a:t>
          </a:r>
          <a:r>
            <a:rPr lang="en-US" sz="3100" kern="1200" dirty="0" err="1"/>
            <a:t>Comparisions</a:t>
          </a:r>
          <a:endParaRPr lang="en-US" sz="3100" kern="1200" dirty="0"/>
        </a:p>
      </dsp:txBody>
      <dsp:txXfrm>
        <a:off x="36296" y="145538"/>
        <a:ext cx="6594241" cy="670943"/>
      </dsp:txXfrm>
    </dsp:sp>
    <dsp:sp modelId="{8D76C0B1-DB77-4D5F-AF09-E54377784F43}">
      <dsp:nvSpPr>
        <dsp:cNvPr id="0" name=""/>
        <dsp:cNvSpPr/>
      </dsp:nvSpPr>
      <dsp:spPr>
        <a:xfrm>
          <a:off x="0" y="852777"/>
          <a:ext cx="6666833" cy="4491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n-US" sz="2400" kern="1200" dirty="0"/>
            <a:t>Compare cases with like results first; cases with opposite results last (“The Defense will likely argue…”).</a:t>
          </a:r>
        </a:p>
        <a:p>
          <a:pPr marL="228600" lvl="1" indent="-228600" algn="l" defTabSz="1066800">
            <a:lnSpc>
              <a:spcPct val="90000"/>
            </a:lnSpc>
            <a:spcBef>
              <a:spcPct val="0"/>
            </a:spcBef>
            <a:spcAft>
              <a:spcPct val="20000"/>
            </a:spcAft>
            <a:buChar char="•"/>
          </a:pPr>
          <a:r>
            <a:rPr lang="en-US" sz="2400" kern="1200" dirty="0"/>
            <a:t>Make your facts specific and concrete. </a:t>
          </a:r>
        </a:p>
        <a:p>
          <a:pPr marL="228600" lvl="1" indent="-228600" algn="l" defTabSz="1066800">
            <a:lnSpc>
              <a:spcPct val="90000"/>
            </a:lnSpc>
            <a:spcBef>
              <a:spcPct val="0"/>
            </a:spcBef>
            <a:spcAft>
              <a:spcPct val="20000"/>
            </a:spcAft>
            <a:buChar char="•"/>
          </a:pPr>
          <a:r>
            <a:rPr lang="en-US" sz="2400" kern="1200" dirty="0"/>
            <a:t>No new facts in Application/Analysis. Facts from the comparison case should already be in the Case Illustration (comparison case).</a:t>
          </a:r>
        </a:p>
        <a:p>
          <a:pPr marL="228600" lvl="1" indent="-228600" algn="l" defTabSz="1066800">
            <a:lnSpc>
              <a:spcPct val="90000"/>
            </a:lnSpc>
            <a:spcBef>
              <a:spcPct val="0"/>
            </a:spcBef>
            <a:spcAft>
              <a:spcPct val="20000"/>
            </a:spcAft>
            <a:buChar char="•"/>
          </a:pPr>
          <a:r>
            <a:rPr lang="en-US" sz="2400" kern="1200" dirty="0"/>
            <a:t>Overtly state how the facts are similar or different. </a:t>
          </a:r>
        </a:p>
        <a:p>
          <a:pPr marL="228600" lvl="1" indent="-228600" algn="l" defTabSz="1066800">
            <a:lnSpc>
              <a:spcPct val="90000"/>
            </a:lnSpc>
            <a:spcBef>
              <a:spcPct val="0"/>
            </a:spcBef>
            <a:spcAft>
              <a:spcPct val="20000"/>
            </a:spcAft>
            <a:buChar char="•"/>
          </a:pPr>
          <a:r>
            <a:rPr lang="en-US" sz="2400" kern="1200" dirty="0"/>
            <a:t>Use a parallel structure. </a:t>
          </a:r>
        </a:p>
        <a:p>
          <a:pPr marL="228600" lvl="1" indent="-228600" algn="l" defTabSz="1066800">
            <a:lnSpc>
              <a:spcPct val="90000"/>
            </a:lnSpc>
            <a:spcBef>
              <a:spcPct val="0"/>
            </a:spcBef>
            <a:spcAft>
              <a:spcPct val="20000"/>
            </a:spcAft>
            <a:buChar char="•"/>
          </a:pPr>
          <a:r>
            <a:rPr lang="en-US" sz="2400" kern="1200" dirty="0"/>
            <a:t>Make your comparison close to the case summary. </a:t>
          </a:r>
        </a:p>
      </dsp:txBody>
      <dsp:txXfrm>
        <a:off x="0" y="852777"/>
        <a:ext cx="6666833" cy="44919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F2114D-AB17-4778-8469-665E42B67DAD}">
      <dsp:nvSpPr>
        <dsp:cNvPr id="0" name=""/>
        <dsp:cNvSpPr/>
      </dsp:nvSpPr>
      <dsp:spPr>
        <a:xfrm>
          <a:off x="1118" y="311139"/>
          <a:ext cx="3924798" cy="2492247"/>
        </a:xfrm>
        <a:prstGeom prst="roundRect">
          <a:avLst>
            <a:gd name="adj" fmla="val 10000"/>
          </a:avLst>
        </a:prstGeom>
        <a:solidFill>
          <a:schemeClr val="accent5">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F87A4B-41D5-4746-B4C4-31FDDFC0267F}">
      <dsp:nvSpPr>
        <dsp:cNvPr id="0" name=""/>
        <dsp:cNvSpPr/>
      </dsp:nvSpPr>
      <dsp:spPr>
        <a:xfrm>
          <a:off x="437206" y="725424"/>
          <a:ext cx="3924798" cy="24922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Reader must have necessary background of the precedent case.  </a:t>
          </a:r>
        </a:p>
      </dsp:txBody>
      <dsp:txXfrm>
        <a:off x="510201" y="798419"/>
        <a:ext cx="3778808" cy="2346257"/>
      </dsp:txXfrm>
    </dsp:sp>
    <dsp:sp modelId="{6994C33C-6235-43D0-8CE3-5B4B907CEA7C}">
      <dsp:nvSpPr>
        <dsp:cNvPr id="0" name=""/>
        <dsp:cNvSpPr/>
      </dsp:nvSpPr>
      <dsp:spPr>
        <a:xfrm>
          <a:off x="4798094" y="311139"/>
          <a:ext cx="3924798" cy="2492247"/>
        </a:xfrm>
        <a:prstGeom prst="roundRect">
          <a:avLst>
            <a:gd name="adj" fmla="val 10000"/>
          </a:avLst>
        </a:prstGeom>
        <a:solidFill>
          <a:schemeClr val="accent5">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13FE9B-5294-4685-BA1C-C33D0CBB32D7}">
      <dsp:nvSpPr>
        <dsp:cNvPr id="0" name=""/>
        <dsp:cNvSpPr/>
      </dsp:nvSpPr>
      <dsp:spPr>
        <a:xfrm>
          <a:off x="5234183" y="725424"/>
          <a:ext cx="3924798" cy="24922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Weak Example: Unlike </a:t>
          </a:r>
          <a:r>
            <a:rPr lang="en-US" sz="2500" u="sng" kern="1200"/>
            <a:t>Cook</a:t>
          </a:r>
          <a:r>
            <a:rPr lang="en-US" sz="2500" kern="1200"/>
            <a:t>, here Ms. Murray's trailer does not share any door with the main residence, even when parked in the driveway.</a:t>
          </a:r>
        </a:p>
      </dsp:txBody>
      <dsp:txXfrm>
        <a:off x="5307178" y="798419"/>
        <a:ext cx="3778808" cy="234625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4B8053-B828-4C14-9B6B-163951633422}">
      <dsp:nvSpPr>
        <dsp:cNvPr id="0" name=""/>
        <dsp:cNvSpPr/>
      </dsp:nvSpPr>
      <dsp:spPr>
        <a:xfrm>
          <a:off x="8050" y="857956"/>
          <a:ext cx="4812630" cy="1925052"/>
        </a:xfrm>
        <a:prstGeom prst="chevr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a:lnSpc>
              <a:spcPct val="90000"/>
            </a:lnSpc>
            <a:spcBef>
              <a:spcPct val="0"/>
            </a:spcBef>
            <a:spcAft>
              <a:spcPct val="35000"/>
            </a:spcAft>
            <a:buNone/>
          </a:pPr>
          <a:r>
            <a:rPr lang="en-US" sz="2400" b="1" kern="1200" dirty="0"/>
            <a:t>Failing to explain the relevance of the analogy or distinction</a:t>
          </a:r>
          <a:endParaRPr lang="en-US" sz="2400" kern="1200" dirty="0"/>
        </a:p>
      </dsp:txBody>
      <dsp:txXfrm>
        <a:off x="970576" y="857956"/>
        <a:ext cx="2887578" cy="1925052"/>
      </dsp:txXfrm>
    </dsp:sp>
    <dsp:sp modelId="{2E4E10AA-693B-408E-A541-F27EC59F6780}">
      <dsp:nvSpPr>
        <dsp:cNvPr id="0" name=""/>
        <dsp:cNvSpPr/>
      </dsp:nvSpPr>
      <dsp:spPr>
        <a:xfrm>
          <a:off x="4339418" y="857956"/>
          <a:ext cx="4812630" cy="1925052"/>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just" defTabSz="666750">
            <a:lnSpc>
              <a:spcPct val="90000"/>
            </a:lnSpc>
            <a:spcBef>
              <a:spcPct val="0"/>
            </a:spcBef>
            <a:spcAft>
              <a:spcPct val="35000"/>
            </a:spcAft>
            <a:buNone/>
          </a:pPr>
          <a:r>
            <a:rPr lang="en-US" sz="1500" kern="1200" dirty="0"/>
            <a:t>In addition, Andy has been meeting with his customers for about once a month for six years. This is as long and regular as the employee in </a:t>
          </a:r>
          <a:r>
            <a:rPr lang="en-US" sz="1500" u="sng" kern="1200" dirty="0"/>
            <a:t>Daniels</a:t>
          </a:r>
          <a:r>
            <a:rPr lang="en-US" sz="1500" kern="1200" dirty="0"/>
            <a:t> who met his customers a few times a month for several years and the employee in </a:t>
          </a:r>
          <a:r>
            <a:rPr lang="en-US" sz="1500" u="sng" kern="1200" dirty="0"/>
            <a:t>Wilson</a:t>
          </a:r>
          <a:r>
            <a:rPr lang="en-US" sz="1500" kern="1200" dirty="0"/>
            <a:t> who met his customers monthly for five years.</a:t>
          </a:r>
        </a:p>
      </dsp:txBody>
      <dsp:txXfrm>
        <a:off x="5301944" y="857956"/>
        <a:ext cx="2887578" cy="192505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2">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50E4BA-9DAE-4F53-A382-E9BADCDCB44A}" type="datetimeFigureOut">
              <a:rPr lang="en-US" smtClean="0"/>
              <a:t>9/15/2026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4F7FE4-CFE2-447D-894F-DF1400049D15}" type="slidenum">
              <a:rPr lang="en-US" smtClean="0"/>
              <a:t>‹#›</a:t>
            </a:fld>
            <a:endParaRPr lang="en-US"/>
          </a:p>
        </p:txBody>
      </p:sp>
    </p:spTree>
    <p:extLst>
      <p:ext uri="{BB962C8B-B14F-4D97-AF65-F5344CB8AC3E}">
        <p14:creationId xmlns:p14="http://schemas.microsoft.com/office/powerpoint/2010/main" val="1876812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6BFE57EA-13D6-424E-9A71-65FFABB373D4}"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76569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RBR</a:t>
            </a:r>
            <a:r>
              <a:rPr lang="en-US" baseline="0" dirty="0"/>
              <a:t> is a f</a:t>
            </a:r>
            <a:r>
              <a:rPr lang="en-US" dirty="0"/>
              <a:t>orm of deductive reasoning (from the general to the specific).</a:t>
            </a:r>
          </a:p>
          <a:p>
            <a:pPr marL="0" indent="0">
              <a:buNone/>
            </a:pPr>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9391BD8-8A38-4349-89B6-948A049AB0D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176886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9391BD8-8A38-4349-89B6-948A049AB0D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77583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dirty="0"/>
              <a:t>2010</a:t>
            </a:r>
            <a:r>
              <a:rPr lang="en-US" baseline="0" dirty="0"/>
              <a:t> example is better for this</a:t>
            </a:r>
            <a:endParaRPr lang="en-US" dirty="0"/>
          </a:p>
          <a:p>
            <a:r>
              <a:rPr lang="en-US" dirty="0"/>
              <a:t>1. </a:t>
            </a:r>
            <a:r>
              <a:rPr lang="en-US" sz="1200" b="1" kern="1200" baseline="0" dirty="0">
                <a:solidFill>
                  <a:schemeClr val="tx1"/>
                </a:solidFill>
                <a:latin typeface="+mn-lt"/>
                <a:ea typeface="+mn-ea"/>
                <a:cs typeface="+mn-cs"/>
              </a:rPr>
              <a:t>Utilizing analogies and distinctions without giving the reader the necessary</a:t>
            </a:r>
          </a:p>
          <a:p>
            <a:r>
              <a:rPr lang="en-US" sz="1200" b="1" kern="1200" baseline="0" dirty="0">
                <a:solidFill>
                  <a:schemeClr val="tx1"/>
                </a:solidFill>
                <a:latin typeface="+mn-lt"/>
                <a:ea typeface="+mn-ea"/>
                <a:cs typeface="+mn-cs"/>
              </a:rPr>
              <a:t>background of the precedent case, making it difficult for the reader to</a:t>
            </a:r>
          </a:p>
          <a:p>
            <a:r>
              <a:rPr lang="en-US" sz="1200" b="1" kern="1200" baseline="0" dirty="0">
                <a:solidFill>
                  <a:schemeClr val="tx1"/>
                </a:solidFill>
                <a:latin typeface="+mn-lt"/>
                <a:ea typeface="+mn-ea"/>
                <a:cs typeface="+mn-cs"/>
              </a:rPr>
              <a:t>understand their context</a:t>
            </a:r>
          </a:p>
          <a:p>
            <a:r>
              <a:rPr lang="en-US" sz="1200" kern="1200" baseline="0" dirty="0">
                <a:solidFill>
                  <a:schemeClr val="tx1"/>
                </a:solidFill>
                <a:latin typeface="+mn-lt"/>
                <a:ea typeface="+mn-ea"/>
                <a:cs typeface="+mn-cs"/>
              </a:rPr>
              <a:t>This error results from the writer not describing the case in adequate detail in the “E” part</a:t>
            </a:r>
          </a:p>
          <a:p>
            <a:r>
              <a:rPr lang="en-US" sz="1200" kern="1200" baseline="0" dirty="0">
                <a:solidFill>
                  <a:schemeClr val="tx1"/>
                </a:solidFill>
                <a:latin typeface="+mn-lt"/>
                <a:ea typeface="+mn-ea"/>
                <a:cs typeface="+mn-cs"/>
              </a:rPr>
              <a:t>of CREAC. The writer may only give the holding or so few facts that a reader cannot</a:t>
            </a:r>
          </a:p>
          <a:p>
            <a:r>
              <a:rPr lang="en-US" sz="1200" kern="1200" baseline="0" dirty="0">
                <a:solidFill>
                  <a:schemeClr val="tx1"/>
                </a:solidFill>
                <a:latin typeface="+mn-lt"/>
                <a:ea typeface="+mn-ea"/>
                <a:cs typeface="+mn-cs"/>
              </a:rPr>
              <a:t>follow the comparison.</a:t>
            </a:r>
          </a:p>
          <a:p>
            <a:endParaRPr lang="en-US" dirty="0"/>
          </a:p>
          <a:p>
            <a:r>
              <a:rPr lang="en-US" sz="1200" kern="1200" baseline="0" dirty="0">
                <a:solidFill>
                  <a:schemeClr val="tx1"/>
                </a:solidFill>
                <a:latin typeface="+mn-lt"/>
                <a:ea typeface="+mn-ea"/>
                <a:cs typeface="+mn-cs"/>
              </a:rPr>
              <a:t>Example: Unlike Cook, here Ms. Murray's trailer does not share any door with the main</a:t>
            </a:r>
          </a:p>
          <a:p>
            <a:r>
              <a:rPr lang="en-US" sz="1200" kern="1200" baseline="0" dirty="0">
                <a:solidFill>
                  <a:schemeClr val="tx1"/>
                </a:solidFill>
                <a:latin typeface="+mn-lt"/>
                <a:ea typeface="+mn-ea"/>
                <a:cs typeface="+mn-cs"/>
              </a:rPr>
              <a:t>residence, even when parked in the driveway.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case cannot be compared to facts. Compare like things – facts to facts. What facts in</a:t>
            </a:r>
          </a:p>
          <a:p>
            <a:r>
              <a:rPr lang="en-US" sz="1200" kern="1200" baseline="0" dirty="0">
                <a:solidFill>
                  <a:schemeClr val="tx1"/>
                </a:solidFill>
                <a:latin typeface="+mn-lt"/>
                <a:ea typeface="+mn-ea"/>
                <a:cs typeface="+mn-cs"/>
              </a:rPr>
              <a:t>the Cook case are similar or dissimilar to the client’s facts? Most likely few facts were</a:t>
            </a:r>
          </a:p>
          <a:p>
            <a:r>
              <a:rPr lang="en-US" sz="1200" kern="1200" baseline="0" dirty="0">
                <a:solidFill>
                  <a:schemeClr val="tx1"/>
                </a:solidFill>
                <a:latin typeface="+mn-lt"/>
                <a:ea typeface="+mn-ea"/>
                <a:cs typeface="+mn-cs"/>
              </a:rPr>
              <a:t>given in the “E” section, and, thus, there are none to compare here.</a:t>
            </a:r>
          </a:p>
          <a:p>
            <a:r>
              <a:rPr lang="en-US" sz="1200" kern="1200" baseline="0" dirty="0">
                <a:solidFill>
                  <a:schemeClr val="tx1"/>
                </a:solidFill>
                <a:latin typeface="+mn-lt"/>
                <a:ea typeface="+mn-ea"/>
                <a:cs typeface="+mn-cs"/>
              </a:rPr>
              <a:t>A better attempt at distinguishing might look something like this:</a:t>
            </a:r>
          </a:p>
          <a:p>
            <a:r>
              <a:rPr lang="en-US" sz="1200" kern="1200" baseline="0" dirty="0">
                <a:solidFill>
                  <a:schemeClr val="tx1"/>
                </a:solidFill>
                <a:latin typeface="+mn-lt"/>
                <a:ea typeface="+mn-ea"/>
                <a:cs typeface="+mn-cs"/>
              </a:rPr>
              <a:t>Unlike the attached garage and enclosed patio in Cook, which qualified as integral parts</a:t>
            </a:r>
          </a:p>
          <a:p>
            <a:r>
              <a:rPr lang="en-US" sz="1200" kern="1200" baseline="0" dirty="0">
                <a:solidFill>
                  <a:schemeClr val="tx1"/>
                </a:solidFill>
                <a:latin typeface="+mn-lt"/>
                <a:ea typeface="+mn-ea"/>
                <a:cs typeface="+mn-cs"/>
              </a:rPr>
              <a:t>of the main house because they were akin to additional rooms, here Ms. Murray's trailer</a:t>
            </a:r>
          </a:p>
          <a:p>
            <a:r>
              <a:rPr lang="en-US" sz="1200" kern="1200" baseline="0" dirty="0">
                <a:solidFill>
                  <a:schemeClr val="tx1"/>
                </a:solidFill>
                <a:latin typeface="+mn-lt"/>
                <a:ea typeface="+mn-ea"/>
                <a:cs typeface="+mn-cs"/>
              </a:rPr>
              <a:t>does not share any door with the main residence, even when parked in the driveway.</a:t>
            </a:r>
            <a:endParaRPr lang="en-US" dirty="0"/>
          </a:p>
        </p:txBody>
      </p:sp>
      <p:sp>
        <p:nvSpPr>
          <p:cNvPr id="4" name="Slide Number Placeholder 3"/>
          <p:cNvSpPr>
            <a:spLocks noGrp="1"/>
          </p:cNvSpPr>
          <p:nvPr>
            <p:ph type="sldNum" sz="quarter" idx="10"/>
          </p:nvPr>
        </p:nvSpPr>
        <p:spPr/>
        <p:txBody>
          <a:bodyPr/>
          <a:lstStyle/>
          <a:p>
            <a:fld id="{7F59CBD1-C731-4197-9C40-DB96C52743DB}" type="slidenum">
              <a:rPr lang="en-US" smtClean="0"/>
              <a:pPr/>
              <a:t>15</a:t>
            </a:fld>
            <a:endParaRPr lang="en-US"/>
          </a:p>
        </p:txBody>
      </p:sp>
    </p:spTree>
    <p:extLst>
      <p:ext uri="{BB962C8B-B14F-4D97-AF65-F5344CB8AC3E}">
        <p14:creationId xmlns:p14="http://schemas.microsoft.com/office/powerpoint/2010/main" val="820240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F59CBD1-C731-4197-9C40-DB96C52743DB}" type="slidenum">
              <a:rPr lang="en-US" smtClean="0"/>
              <a:pPr/>
              <a:t>16</a:t>
            </a:fld>
            <a:endParaRPr lang="en-US"/>
          </a:p>
        </p:txBody>
      </p:sp>
    </p:spTree>
    <p:extLst>
      <p:ext uri="{BB962C8B-B14F-4D97-AF65-F5344CB8AC3E}">
        <p14:creationId xmlns:p14="http://schemas.microsoft.com/office/powerpoint/2010/main" val="17021014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This results when the writer just compares the facts to each other but does not explain</a:t>
            </a:r>
          </a:p>
          <a:p>
            <a:r>
              <a:rPr lang="en-US" dirty="0"/>
              <a:t>why the comparison matters.</a:t>
            </a:r>
          </a:p>
          <a:p>
            <a:endParaRPr lang="en-US" dirty="0"/>
          </a:p>
        </p:txBody>
      </p:sp>
      <p:sp>
        <p:nvSpPr>
          <p:cNvPr id="4" name="Slide Number Placeholder 3"/>
          <p:cNvSpPr>
            <a:spLocks noGrp="1"/>
          </p:cNvSpPr>
          <p:nvPr>
            <p:ph type="sldNum" sz="quarter" idx="10"/>
          </p:nvPr>
        </p:nvSpPr>
        <p:spPr/>
        <p:txBody>
          <a:bodyPr/>
          <a:lstStyle/>
          <a:p>
            <a:fld id="{7F59CBD1-C731-4197-9C40-DB96C52743DB}" type="slidenum">
              <a:rPr lang="en-US" smtClean="0"/>
              <a:pPr/>
              <a:t>17</a:t>
            </a:fld>
            <a:endParaRPr lang="en-US"/>
          </a:p>
        </p:txBody>
      </p:sp>
    </p:spTree>
    <p:extLst>
      <p:ext uri="{BB962C8B-B14F-4D97-AF65-F5344CB8AC3E}">
        <p14:creationId xmlns:p14="http://schemas.microsoft.com/office/powerpoint/2010/main" val="2404458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This is a good comparison but why do these facts matter? The writer needs to complete</a:t>
            </a:r>
          </a:p>
          <a:p>
            <a:r>
              <a:rPr lang="en-US" dirty="0"/>
              <a:t>the thought for the reader to show the importance of the comparison.</a:t>
            </a:r>
          </a:p>
          <a:p>
            <a:endParaRPr lang="en-US" dirty="0"/>
          </a:p>
          <a:p>
            <a:r>
              <a:rPr lang="en-US" dirty="0"/>
              <a:t>It’s a balance, though.  You</a:t>
            </a:r>
            <a:r>
              <a:rPr lang="en-US" baseline="0" dirty="0"/>
              <a:t> do not need to fully restate the rules or give more than a sentence of application.  </a:t>
            </a:r>
            <a:endParaRPr lang="en-US" dirty="0"/>
          </a:p>
        </p:txBody>
      </p:sp>
      <p:sp>
        <p:nvSpPr>
          <p:cNvPr id="4" name="Slide Number Placeholder 3"/>
          <p:cNvSpPr>
            <a:spLocks noGrp="1"/>
          </p:cNvSpPr>
          <p:nvPr>
            <p:ph type="sldNum" sz="quarter" idx="10"/>
          </p:nvPr>
        </p:nvSpPr>
        <p:spPr/>
        <p:txBody>
          <a:bodyPr/>
          <a:lstStyle/>
          <a:p>
            <a:fld id="{7F59CBD1-C731-4197-9C40-DB96C52743DB}" type="slidenum">
              <a:rPr lang="en-US" smtClean="0"/>
              <a:pPr/>
              <a:t>18</a:t>
            </a:fld>
            <a:endParaRPr lang="en-US"/>
          </a:p>
        </p:txBody>
      </p:sp>
    </p:spTree>
    <p:extLst>
      <p:ext uri="{BB962C8B-B14F-4D97-AF65-F5344CB8AC3E}">
        <p14:creationId xmlns:p14="http://schemas.microsoft.com/office/powerpoint/2010/main" val="1258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654CD-D370-1808-A590-92A0E90D55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CB87CF7-7FF6-03A1-1B54-DD52F25F12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722C463-0CC0-79CD-57B1-58E3F5BED308}"/>
              </a:ext>
            </a:extLst>
          </p:cNvPr>
          <p:cNvSpPr>
            <a:spLocks noGrp="1"/>
          </p:cNvSpPr>
          <p:nvPr>
            <p:ph type="dt" sz="half" idx="10"/>
          </p:nvPr>
        </p:nvSpPr>
        <p:spPr/>
        <p:txBody>
          <a:bodyPr/>
          <a:lstStyle/>
          <a:p>
            <a:fld id="{F4D89380-6D65-F04C-81CB-3FF90DB60AA5}" type="datetimeFigureOut">
              <a:rPr lang="en-US" smtClean="0"/>
              <a:t>9/15/2026</a:t>
            </a:fld>
            <a:endParaRPr lang="en-US"/>
          </a:p>
        </p:txBody>
      </p:sp>
      <p:sp>
        <p:nvSpPr>
          <p:cNvPr id="5" name="Footer Placeholder 4">
            <a:extLst>
              <a:ext uri="{FF2B5EF4-FFF2-40B4-BE49-F238E27FC236}">
                <a16:creationId xmlns:a16="http://schemas.microsoft.com/office/drawing/2014/main" id="{72C6EC74-2B77-E043-94D7-40D4400B0A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F41C43-D3B5-26A0-6E22-4025665DFA64}"/>
              </a:ext>
            </a:extLst>
          </p:cNvPr>
          <p:cNvSpPr>
            <a:spLocks noGrp="1"/>
          </p:cNvSpPr>
          <p:nvPr>
            <p:ph type="sldNum" sz="quarter" idx="12"/>
          </p:nvPr>
        </p:nvSpPr>
        <p:spPr/>
        <p:txBody>
          <a:bodyPr/>
          <a:lstStyle/>
          <a:p>
            <a:fld id="{8255DD11-3719-0E4F-AC98-54E931B07A2E}" type="slidenum">
              <a:rPr lang="en-US" smtClean="0"/>
              <a:t>‹#›</a:t>
            </a:fld>
            <a:endParaRPr lang="en-US"/>
          </a:p>
        </p:txBody>
      </p:sp>
    </p:spTree>
    <p:extLst>
      <p:ext uri="{BB962C8B-B14F-4D97-AF65-F5344CB8AC3E}">
        <p14:creationId xmlns:p14="http://schemas.microsoft.com/office/powerpoint/2010/main" val="2235915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A921A-99E8-2789-202F-3D23FE50A0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C67ED4-AF3F-0373-2CCD-F6EE36BB32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CCD2CA-5767-27FB-A8F2-2881B6898A20}"/>
              </a:ext>
            </a:extLst>
          </p:cNvPr>
          <p:cNvSpPr>
            <a:spLocks noGrp="1"/>
          </p:cNvSpPr>
          <p:nvPr>
            <p:ph type="dt" sz="half" idx="10"/>
          </p:nvPr>
        </p:nvSpPr>
        <p:spPr/>
        <p:txBody>
          <a:bodyPr/>
          <a:lstStyle/>
          <a:p>
            <a:fld id="{F4D89380-6D65-F04C-81CB-3FF90DB60AA5}" type="datetimeFigureOut">
              <a:rPr lang="en-US" smtClean="0"/>
              <a:t>9/15/2026</a:t>
            </a:fld>
            <a:endParaRPr lang="en-US"/>
          </a:p>
        </p:txBody>
      </p:sp>
      <p:sp>
        <p:nvSpPr>
          <p:cNvPr id="5" name="Footer Placeholder 4">
            <a:extLst>
              <a:ext uri="{FF2B5EF4-FFF2-40B4-BE49-F238E27FC236}">
                <a16:creationId xmlns:a16="http://schemas.microsoft.com/office/drawing/2014/main" id="{8F399FB1-FBEA-BD3B-D777-2AC8472D8E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19D3F6-5602-1AA5-8091-AC9BADDD8B06}"/>
              </a:ext>
            </a:extLst>
          </p:cNvPr>
          <p:cNvSpPr>
            <a:spLocks noGrp="1"/>
          </p:cNvSpPr>
          <p:nvPr>
            <p:ph type="sldNum" sz="quarter" idx="12"/>
          </p:nvPr>
        </p:nvSpPr>
        <p:spPr/>
        <p:txBody>
          <a:bodyPr/>
          <a:lstStyle/>
          <a:p>
            <a:fld id="{8255DD11-3719-0E4F-AC98-54E931B07A2E}" type="slidenum">
              <a:rPr lang="en-US" smtClean="0"/>
              <a:t>‹#›</a:t>
            </a:fld>
            <a:endParaRPr lang="en-US"/>
          </a:p>
        </p:txBody>
      </p:sp>
    </p:spTree>
    <p:extLst>
      <p:ext uri="{BB962C8B-B14F-4D97-AF65-F5344CB8AC3E}">
        <p14:creationId xmlns:p14="http://schemas.microsoft.com/office/powerpoint/2010/main" val="3124048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25979-736D-5F33-9E55-E33B366039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679FB56-EABB-0813-3532-005C7ABF1E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EE848-69ED-4C90-01C8-C5C0B2F24D58}"/>
              </a:ext>
            </a:extLst>
          </p:cNvPr>
          <p:cNvSpPr>
            <a:spLocks noGrp="1"/>
          </p:cNvSpPr>
          <p:nvPr>
            <p:ph type="dt" sz="half" idx="10"/>
          </p:nvPr>
        </p:nvSpPr>
        <p:spPr/>
        <p:txBody>
          <a:bodyPr/>
          <a:lstStyle/>
          <a:p>
            <a:fld id="{F4D89380-6D65-F04C-81CB-3FF90DB60AA5}" type="datetimeFigureOut">
              <a:rPr lang="en-US" smtClean="0"/>
              <a:t>9/15/2026</a:t>
            </a:fld>
            <a:endParaRPr lang="en-US"/>
          </a:p>
        </p:txBody>
      </p:sp>
      <p:sp>
        <p:nvSpPr>
          <p:cNvPr id="5" name="Footer Placeholder 4">
            <a:extLst>
              <a:ext uri="{FF2B5EF4-FFF2-40B4-BE49-F238E27FC236}">
                <a16:creationId xmlns:a16="http://schemas.microsoft.com/office/drawing/2014/main" id="{ECF4C07B-1A60-F8F1-FA4F-9008EC0ACD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57F8C8-8121-6066-51A4-9E91EA5B0465}"/>
              </a:ext>
            </a:extLst>
          </p:cNvPr>
          <p:cNvSpPr>
            <a:spLocks noGrp="1"/>
          </p:cNvSpPr>
          <p:nvPr>
            <p:ph type="sldNum" sz="quarter" idx="12"/>
          </p:nvPr>
        </p:nvSpPr>
        <p:spPr/>
        <p:txBody>
          <a:bodyPr/>
          <a:lstStyle/>
          <a:p>
            <a:fld id="{8255DD11-3719-0E4F-AC98-54E931B07A2E}" type="slidenum">
              <a:rPr lang="en-US" smtClean="0"/>
              <a:t>‹#›</a:t>
            </a:fld>
            <a:endParaRPr lang="en-US"/>
          </a:p>
        </p:txBody>
      </p:sp>
    </p:spTree>
    <p:extLst>
      <p:ext uri="{BB962C8B-B14F-4D97-AF65-F5344CB8AC3E}">
        <p14:creationId xmlns:p14="http://schemas.microsoft.com/office/powerpoint/2010/main" val="854014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E75C1-95DA-0B84-5333-7106211526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5466C6-7148-90BC-7B1E-C2BCFDAF77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57D0D54-DB23-064C-5029-1959BF42FF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9FC31F0-733A-CE97-69D3-B8CC4804B5B2}"/>
              </a:ext>
            </a:extLst>
          </p:cNvPr>
          <p:cNvSpPr>
            <a:spLocks noGrp="1"/>
          </p:cNvSpPr>
          <p:nvPr>
            <p:ph type="dt" sz="half" idx="10"/>
          </p:nvPr>
        </p:nvSpPr>
        <p:spPr/>
        <p:txBody>
          <a:bodyPr/>
          <a:lstStyle/>
          <a:p>
            <a:fld id="{F4D89380-6D65-F04C-81CB-3FF90DB60AA5}" type="datetimeFigureOut">
              <a:rPr lang="en-US" smtClean="0"/>
              <a:t>9/15/2026</a:t>
            </a:fld>
            <a:endParaRPr lang="en-US"/>
          </a:p>
        </p:txBody>
      </p:sp>
      <p:sp>
        <p:nvSpPr>
          <p:cNvPr id="6" name="Footer Placeholder 5">
            <a:extLst>
              <a:ext uri="{FF2B5EF4-FFF2-40B4-BE49-F238E27FC236}">
                <a16:creationId xmlns:a16="http://schemas.microsoft.com/office/drawing/2014/main" id="{D2B189FD-0740-50EA-0634-537AA94060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130426-5F06-1056-6F89-46A4D50862AE}"/>
              </a:ext>
            </a:extLst>
          </p:cNvPr>
          <p:cNvSpPr>
            <a:spLocks noGrp="1"/>
          </p:cNvSpPr>
          <p:nvPr>
            <p:ph type="sldNum" sz="quarter" idx="12"/>
          </p:nvPr>
        </p:nvSpPr>
        <p:spPr/>
        <p:txBody>
          <a:bodyPr/>
          <a:lstStyle/>
          <a:p>
            <a:fld id="{8255DD11-3719-0E4F-AC98-54E931B07A2E}" type="slidenum">
              <a:rPr lang="en-US" smtClean="0"/>
              <a:t>‹#›</a:t>
            </a:fld>
            <a:endParaRPr lang="en-US"/>
          </a:p>
        </p:txBody>
      </p:sp>
    </p:spTree>
    <p:extLst>
      <p:ext uri="{BB962C8B-B14F-4D97-AF65-F5344CB8AC3E}">
        <p14:creationId xmlns:p14="http://schemas.microsoft.com/office/powerpoint/2010/main" val="2645877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06364-F480-0307-23AD-F46B2F3E697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0A6632-CA67-280F-483B-116EC98E7D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25E5B1-EA1A-8F84-9711-1044329066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51FAF0-5785-5EC3-EFE9-79483DD5CF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1B4EC0-4F76-6FBC-34CD-5777527409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2E3239F-F866-83E4-4C91-5460886020B7}"/>
              </a:ext>
            </a:extLst>
          </p:cNvPr>
          <p:cNvSpPr>
            <a:spLocks noGrp="1"/>
          </p:cNvSpPr>
          <p:nvPr>
            <p:ph type="dt" sz="half" idx="10"/>
          </p:nvPr>
        </p:nvSpPr>
        <p:spPr/>
        <p:txBody>
          <a:bodyPr/>
          <a:lstStyle/>
          <a:p>
            <a:fld id="{F4D89380-6D65-F04C-81CB-3FF90DB60AA5}" type="datetimeFigureOut">
              <a:rPr lang="en-US" smtClean="0"/>
              <a:t>9/15/2026</a:t>
            </a:fld>
            <a:endParaRPr lang="en-US"/>
          </a:p>
        </p:txBody>
      </p:sp>
      <p:sp>
        <p:nvSpPr>
          <p:cNvPr id="8" name="Footer Placeholder 7">
            <a:extLst>
              <a:ext uri="{FF2B5EF4-FFF2-40B4-BE49-F238E27FC236}">
                <a16:creationId xmlns:a16="http://schemas.microsoft.com/office/drawing/2014/main" id="{DF6FFD13-6993-1730-29D0-ECC82FE538C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38D485-7312-B2B5-678F-F703E294B5E2}"/>
              </a:ext>
            </a:extLst>
          </p:cNvPr>
          <p:cNvSpPr>
            <a:spLocks noGrp="1"/>
          </p:cNvSpPr>
          <p:nvPr>
            <p:ph type="sldNum" sz="quarter" idx="12"/>
          </p:nvPr>
        </p:nvSpPr>
        <p:spPr/>
        <p:txBody>
          <a:bodyPr/>
          <a:lstStyle/>
          <a:p>
            <a:fld id="{8255DD11-3719-0E4F-AC98-54E931B07A2E}" type="slidenum">
              <a:rPr lang="en-US" smtClean="0"/>
              <a:t>‹#›</a:t>
            </a:fld>
            <a:endParaRPr lang="en-US"/>
          </a:p>
        </p:txBody>
      </p:sp>
    </p:spTree>
    <p:extLst>
      <p:ext uri="{BB962C8B-B14F-4D97-AF65-F5344CB8AC3E}">
        <p14:creationId xmlns:p14="http://schemas.microsoft.com/office/powerpoint/2010/main" val="2019363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6BBDD-2C97-3504-18A4-7D7CD678CCE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12B91B-250F-E01B-CAA3-D070BFF41B7C}"/>
              </a:ext>
            </a:extLst>
          </p:cNvPr>
          <p:cNvSpPr>
            <a:spLocks noGrp="1"/>
          </p:cNvSpPr>
          <p:nvPr>
            <p:ph type="dt" sz="half" idx="10"/>
          </p:nvPr>
        </p:nvSpPr>
        <p:spPr/>
        <p:txBody>
          <a:bodyPr/>
          <a:lstStyle/>
          <a:p>
            <a:fld id="{F4D89380-6D65-F04C-81CB-3FF90DB60AA5}" type="datetimeFigureOut">
              <a:rPr lang="en-US" smtClean="0"/>
              <a:t>9/15/2026</a:t>
            </a:fld>
            <a:endParaRPr lang="en-US"/>
          </a:p>
        </p:txBody>
      </p:sp>
      <p:sp>
        <p:nvSpPr>
          <p:cNvPr id="4" name="Footer Placeholder 3">
            <a:extLst>
              <a:ext uri="{FF2B5EF4-FFF2-40B4-BE49-F238E27FC236}">
                <a16:creationId xmlns:a16="http://schemas.microsoft.com/office/drawing/2014/main" id="{96AD885A-D7DC-B110-1148-FBFAF3EEFBF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7631CEB-5720-DADF-3CE6-E8BC1A61CB43}"/>
              </a:ext>
            </a:extLst>
          </p:cNvPr>
          <p:cNvSpPr>
            <a:spLocks noGrp="1"/>
          </p:cNvSpPr>
          <p:nvPr>
            <p:ph type="sldNum" sz="quarter" idx="12"/>
          </p:nvPr>
        </p:nvSpPr>
        <p:spPr/>
        <p:txBody>
          <a:bodyPr/>
          <a:lstStyle/>
          <a:p>
            <a:fld id="{8255DD11-3719-0E4F-AC98-54E931B07A2E}" type="slidenum">
              <a:rPr lang="en-US" smtClean="0"/>
              <a:t>‹#›</a:t>
            </a:fld>
            <a:endParaRPr lang="en-US"/>
          </a:p>
        </p:txBody>
      </p:sp>
    </p:spTree>
    <p:extLst>
      <p:ext uri="{BB962C8B-B14F-4D97-AF65-F5344CB8AC3E}">
        <p14:creationId xmlns:p14="http://schemas.microsoft.com/office/powerpoint/2010/main" val="4163930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C18CDA-8490-5447-B9E5-70643FA915A2}"/>
              </a:ext>
            </a:extLst>
          </p:cNvPr>
          <p:cNvSpPr>
            <a:spLocks noGrp="1"/>
          </p:cNvSpPr>
          <p:nvPr>
            <p:ph type="dt" sz="half" idx="10"/>
          </p:nvPr>
        </p:nvSpPr>
        <p:spPr/>
        <p:txBody>
          <a:bodyPr/>
          <a:lstStyle/>
          <a:p>
            <a:fld id="{F4D89380-6D65-F04C-81CB-3FF90DB60AA5}" type="datetimeFigureOut">
              <a:rPr lang="en-US" smtClean="0"/>
              <a:t>9/15/2026</a:t>
            </a:fld>
            <a:endParaRPr lang="en-US"/>
          </a:p>
        </p:txBody>
      </p:sp>
      <p:sp>
        <p:nvSpPr>
          <p:cNvPr id="3" name="Footer Placeholder 2">
            <a:extLst>
              <a:ext uri="{FF2B5EF4-FFF2-40B4-BE49-F238E27FC236}">
                <a16:creationId xmlns:a16="http://schemas.microsoft.com/office/drawing/2014/main" id="{25D313E4-7D89-369C-6A68-0187F14E80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1C22987-584D-23B0-654A-38038AF59090}"/>
              </a:ext>
            </a:extLst>
          </p:cNvPr>
          <p:cNvSpPr>
            <a:spLocks noGrp="1"/>
          </p:cNvSpPr>
          <p:nvPr>
            <p:ph type="sldNum" sz="quarter" idx="12"/>
          </p:nvPr>
        </p:nvSpPr>
        <p:spPr/>
        <p:txBody>
          <a:bodyPr/>
          <a:lstStyle/>
          <a:p>
            <a:fld id="{8255DD11-3719-0E4F-AC98-54E931B07A2E}" type="slidenum">
              <a:rPr lang="en-US" smtClean="0"/>
              <a:t>‹#›</a:t>
            </a:fld>
            <a:endParaRPr lang="en-US"/>
          </a:p>
        </p:txBody>
      </p:sp>
    </p:spTree>
    <p:extLst>
      <p:ext uri="{BB962C8B-B14F-4D97-AF65-F5344CB8AC3E}">
        <p14:creationId xmlns:p14="http://schemas.microsoft.com/office/powerpoint/2010/main" val="4108410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C7600-B307-429D-5E1E-5AE836ED5D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DD373A-E072-D13C-F499-BB3897CF2C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65015C8-499B-83D9-B783-12700A5C2F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8E60C7-5C36-5D6F-9FC4-5911567B59BB}"/>
              </a:ext>
            </a:extLst>
          </p:cNvPr>
          <p:cNvSpPr>
            <a:spLocks noGrp="1"/>
          </p:cNvSpPr>
          <p:nvPr>
            <p:ph type="dt" sz="half" idx="10"/>
          </p:nvPr>
        </p:nvSpPr>
        <p:spPr/>
        <p:txBody>
          <a:bodyPr/>
          <a:lstStyle/>
          <a:p>
            <a:fld id="{F4D89380-6D65-F04C-81CB-3FF90DB60AA5}" type="datetimeFigureOut">
              <a:rPr lang="en-US" smtClean="0"/>
              <a:t>9/15/2026</a:t>
            </a:fld>
            <a:endParaRPr lang="en-US"/>
          </a:p>
        </p:txBody>
      </p:sp>
      <p:sp>
        <p:nvSpPr>
          <p:cNvPr id="6" name="Footer Placeholder 5">
            <a:extLst>
              <a:ext uri="{FF2B5EF4-FFF2-40B4-BE49-F238E27FC236}">
                <a16:creationId xmlns:a16="http://schemas.microsoft.com/office/drawing/2014/main" id="{AD235947-3F28-F506-E779-8EDFA0D84D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C955B8-1A1D-B60E-0493-AFBC3FA3CE3F}"/>
              </a:ext>
            </a:extLst>
          </p:cNvPr>
          <p:cNvSpPr>
            <a:spLocks noGrp="1"/>
          </p:cNvSpPr>
          <p:nvPr>
            <p:ph type="sldNum" sz="quarter" idx="12"/>
          </p:nvPr>
        </p:nvSpPr>
        <p:spPr/>
        <p:txBody>
          <a:bodyPr/>
          <a:lstStyle/>
          <a:p>
            <a:fld id="{8255DD11-3719-0E4F-AC98-54E931B07A2E}" type="slidenum">
              <a:rPr lang="en-US" smtClean="0"/>
              <a:t>‹#›</a:t>
            </a:fld>
            <a:endParaRPr lang="en-US"/>
          </a:p>
        </p:txBody>
      </p:sp>
    </p:spTree>
    <p:extLst>
      <p:ext uri="{BB962C8B-B14F-4D97-AF65-F5344CB8AC3E}">
        <p14:creationId xmlns:p14="http://schemas.microsoft.com/office/powerpoint/2010/main" val="1609496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BC66E-8891-D919-946E-310C88162A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BBCE2EE-6693-0A2B-BF5A-DEB499669B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DCD7AB5-C232-C213-F0DC-E940B7A3DF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8C122E-3B19-5601-825C-56F41D0CC22B}"/>
              </a:ext>
            </a:extLst>
          </p:cNvPr>
          <p:cNvSpPr>
            <a:spLocks noGrp="1"/>
          </p:cNvSpPr>
          <p:nvPr>
            <p:ph type="dt" sz="half" idx="10"/>
          </p:nvPr>
        </p:nvSpPr>
        <p:spPr/>
        <p:txBody>
          <a:bodyPr/>
          <a:lstStyle/>
          <a:p>
            <a:fld id="{F4D89380-6D65-F04C-81CB-3FF90DB60AA5}" type="datetimeFigureOut">
              <a:rPr lang="en-US" smtClean="0"/>
              <a:t>9/15/2026</a:t>
            </a:fld>
            <a:endParaRPr lang="en-US"/>
          </a:p>
        </p:txBody>
      </p:sp>
      <p:sp>
        <p:nvSpPr>
          <p:cNvPr id="6" name="Footer Placeholder 5">
            <a:extLst>
              <a:ext uri="{FF2B5EF4-FFF2-40B4-BE49-F238E27FC236}">
                <a16:creationId xmlns:a16="http://schemas.microsoft.com/office/drawing/2014/main" id="{44F9BEF1-3EF2-0007-7AA4-3DED8F4924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FE7858-EBBC-FC52-7A1D-02F6FDCDACA0}"/>
              </a:ext>
            </a:extLst>
          </p:cNvPr>
          <p:cNvSpPr>
            <a:spLocks noGrp="1"/>
          </p:cNvSpPr>
          <p:nvPr>
            <p:ph type="sldNum" sz="quarter" idx="12"/>
          </p:nvPr>
        </p:nvSpPr>
        <p:spPr/>
        <p:txBody>
          <a:bodyPr/>
          <a:lstStyle/>
          <a:p>
            <a:fld id="{8255DD11-3719-0E4F-AC98-54E931B07A2E}" type="slidenum">
              <a:rPr lang="en-US" smtClean="0"/>
              <a:t>‹#›</a:t>
            </a:fld>
            <a:endParaRPr lang="en-US"/>
          </a:p>
        </p:txBody>
      </p:sp>
    </p:spTree>
    <p:extLst>
      <p:ext uri="{BB962C8B-B14F-4D97-AF65-F5344CB8AC3E}">
        <p14:creationId xmlns:p14="http://schemas.microsoft.com/office/powerpoint/2010/main" val="3708433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4D9D0-154C-06EF-0234-BCF563B4F5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064820E-5B95-CF2B-679D-6CFFE3F7F9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0B2007-93FA-343D-26E2-D0B34B0688E4}"/>
              </a:ext>
            </a:extLst>
          </p:cNvPr>
          <p:cNvSpPr>
            <a:spLocks noGrp="1"/>
          </p:cNvSpPr>
          <p:nvPr>
            <p:ph type="dt" sz="half" idx="10"/>
          </p:nvPr>
        </p:nvSpPr>
        <p:spPr/>
        <p:txBody>
          <a:bodyPr/>
          <a:lstStyle/>
          <a:p>
            <a:fld id="{F4D89380-6D65-F04C-81CB-3FF90DB60AA5}" type="datetimeFigureOut">
              <a:rPr lang="en-US" smtClean="0"/>
              <a:t>9/15/2026</a:t>
            </a:fld>
            <a:endParaRPr lang="en-US"/>
          </a:p>
        </p:txBody>
      </p:sp>
      <p:sp>
        <p:nvSpPr>
          <p:cNvPr id="5" name="Footer Placeholder 4">
            <a:extLst>
              <a:ext uri="{FF2B5EF4-FFF2-40B4-BE49-F238E27FC236}">
                <a16:creationId xmlns:a16="http://schemas.microsoft.com/office/drawing/2014/main" id="{85B1C4F9-0A7B-F61C-0737-2CEE0CE934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F0535B-54B1-A9DC-DCA2-69394621BB38}"/>
              </a:ext>
            </a:extLst>
          </p:cNvPr>
          <p:cNvSpPr>
            <a:spLocks noGrp="1"/>
          </p:cNvSpPr>
          <p:nvPr>
            <p:ph type="sldNum" sz="quarter" idx="12"/>
          </p:nvPr>
        </p:nvSpPr>
        <p:spPr/>
        <p:txBody>
          <a:bodyPr/>
          <a:lstStyle/>
          <a:p>
            <a:fld id="{8255DD11-3719-0E4F-AC98-54E931B07A2E}" type="slidenum">
              <a:rPr lang="en-US" smtClean="0"/>
              <a:t>‹#›</a:t>
            </a:fld>
            <a:endParaRPr lang="en-US"/>
          </a:p>
        </p:txBody>
      </p:sp>
    </p:spTree>
    <p:extLst>
      <p:ext uri="{BB962C8B-B14F-4D97-AF65-F5344CB8AC3E}">
        <p14:creationId xmlns:p14="http://schemas.microsoft.com/office/powerpoint/2010/main" val="33459008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5525AB-31AF-4008-3D09-3A8452FF612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718123-B459-2707-FB9B-E29C95F688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E04E5A-08D3-AC14-45AD-150C920AB024}"/>
              </a:ext>
            </a:extLst>
          </p:cNvPr>
          <p:cNvSpPr>
            <a:spLocks noGrp="1"/>
          </p:cNvSpPr>
          <p:nvPr>
            <p:ph type="dt" sz="half" idx="10"/>
          </p:nvPr>
        </p:nvSpPr>
        <p:spPr/>
        <p:txBody>
          <a:bodyPr/>
          <a:lstStyle/>
          <a:p>
            <a:fld id="{F4D89380-6D65-F04C-81CB-3FF90DB60AA5}" type="datetimeFigureOut">
              <a:rPr lang="en-US" smtClean="0"/>
              <a:t>9/15/2026</a:t>
            </a:fld>
            <a:endParaRPr lang="en-US"/>
          </a:p>
        </p:txBody>
      </p:sp>
      <p:sp>
        <p:nvSpPr>
          <p:cNvPr id="5" name="Footer Placeholder 4">
            <a:extLst>
              <a:ext uri="{FF2B5EF4-FFF2-40B4-BE49-F238E27FC236}">
                <a16:creationId xmlns:a16="http://schemas.microsoft.com/office/drawing/2014/main" id="{FFDCBB05-A5AF-BD79-E3F2-2AB31AAE4E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5FB380-212D-FF6D-110F-AC82ADDC4DDC}"/>
              </a:ext>
            </a:extLst>
          </p:cNvPr>
          <p:cNvSpPr>
            <a:spLocks noGrp="1"/>
          </p:cNvSpPr>
          <p:nvPr>
            <p:ph type="sldNum" sz="quarter" idx="12"/>
          </p:nvPr>
        </p:nvSpPr>
        <p:spPr/>
        <p:txBody>
          <a:bodyPr/>
          <a:lstStyle/>
          <a:p>
            <a:fld id="{8255DD11-3719-0E4F-AC98-54E931B07A2E}" type="slidenum">
              <a:rPr lang="en-US" smtClean="0"/>
              <a:t>‹#›</a:t>
            </a:fld>
            <a:endParaRPr lang="en-US"/>
          </a:p>
        </p:txBody>
      </p:sp>
    </p:spTree>
    <p:extLst>
      <p:ext uri="{BB962C8B-B14F-4D97-AF65-F5344CB8AC3E}">
        <p14:creationId xmlns:p14="http://schemas.microsoft.com/office/powerpoint/2010/main" val="1680573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7"/>
            <a:ext cx="5898630" cy="480373"/>
          </a:xfrm>
        </p:spPr>
        <p:txBody>
          <a:bodyPr vert="horz" lIns="91440" tIns="45720" rIns="91440" bIns="45720" rtlCol="0" anchor="t">
            <a:normAutofit/>
          </a:bodyPr>
          <a:lstStyle>
            <a:lvl1pPr>
              <a:defRPr lang="en-US" dirty="0"/>
            </a:lvl1pPr>
          </a:lstStyle>
          <a:p>
            <a:pPr lvl="0"/>
            <a:r>
              <a:rPr lang="en-US"/>
              <a:t>Click to edit Master subtitle style</a:t>
            </a:r>
            <a:endParaRPr lang="en-US" dirty="0"/>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0" y="-1"/>
            <a:ext cx="12192000" cy="4784036"/>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205927" y="4939715"/>
            <a:ext cx="4420031" cy="479458"/>
          </a:xfrm>
        </p:spPr>
        <p:txBody>
          <a:bodyPr anchor="t"/>
          <a:lstStyle>
            <a:lvl1pPr>
              <a:defRPr sz="1400"/>
            </a:lvl1pPr>
          </a:lstStyle>
          <a:p>
            <a:endParaRPr lang="en-US"/>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62792" y="4939257"/>
            <a:ext cx="429207" cy="365125"/>
          </a:xfrm>
        </p:spPr>
        <p:txBody>
          <a:bodyPr/>
          <a:lstStyle/>
          <a:p>
            <a:fld id="{E1076ED0-0DB3-4879-AAE5-5C20D22C1DF4}" type="slidenum">
              <a:rPr lang="en-US" smtClean="0"/>
              <a:t>‹#›</a:t>
            </a:fld>
            <a:endParaRPr lang="en-US"/>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9847" y="5718869"/>
            <a:ext cx="5916168" cy="1143000"/>
          </a:xfrm>
        </p:spPr>
        <p:txBody>
          <a:bodyPr anchor="b">
            <a:normAutofit/>
          </a:bodyPr>
          <a:lstStyle>
            <a:lvl1pPr>
              <a:lnSpc>
                <a:spcPct val="60000"/>
              </a:lnSpc>
              <a:defRPr sz="5200"/>
            </a:lvl1pPr>
          </a:lstStyle>
          <a:p>
            <a:r>
              <a:rPr lang="en-US"/>
              <a:t>Click to edit Master title style</a:t>
            </a:r>
            <a:endParaRPr lang="en-US" dirty="0"/>
          </a:p>
        </p:txBody>
      </p:sp>
    </p:spTree>
    <p:extLst>
      <p:ext uri="{BB962C8B-B14F-4D97-AF65-F5344CB8AC3E}">
        <p14:creationId xmlns:p14="http://schemas.microsoft.com/office/powerpoint/2010/main" val="4073834898"/>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516249" y="1012175"/>
            <a:ext cx="11113008" cy="849793"/>
          </a:xfrm>
        </p:spPr>
        <p:txBody>
          <a:body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542375" y="110364"/>
            <a:ext cx="5276852" cy="365125"/>
          </a:xfrm>
        </p:spPr>
        <p:txBody>
          <a:bodyPr/>
          <a:lstStyle/>
          <a:p>
            <a:endParaRPr lang="en-US"/>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fld id="{8769D389-4C4C-4FD7-9E6B-9F44477F0EB8}" type="datetime1">
              <a:rPr lang="en-US" smtClean="0"/>
              <a:t>9/15/2026</a:t>
            </a:fld>
            <a:endParaRPr lang="en-US" dirty="0"/>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11123959" y="104649"/>
            <a:ext cx="429207" cy="365125"/>
          </a:xfrm>
        </p:spPr>
        <p:txBody>
          <a:bodyPr/>
          <a:lstStyle/>
          <a:p>
            <a:fld id="{E1076ED0-0DB3-4879-AAE5-5C20D22C1DF4}"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9496" y="2115542"/>
            <a:ext cx="11013670" cy="4451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8971562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4206240" cy="1380744"/>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00" y="0"/>
            <a:ext cx="6096000" cy="6858000"/>
          </a:xfrm>
          <a:blipFill>
            <a:blip r:embed="rId2">
              <a:alphaModFix amt="70000"/>
            </a:blip>
            <a:stretch>
              <a:fillRect/>
            </a:stretch>
          </a:blipFill>
        </p:spPr>
        <p:txBody>
          <a:bodyPr/>
          <a:lstStyle>
            <a:lvl1pPr>
              <a:defRPr/>
            </a:lvl1pPr>
          </a:lstStyle>
          <a:p>
            <a:r>
              <a:rPr lang="en-US" dirty="0"/>
              <a:t> </a:t>
            </a: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18288" y="81290"/>
            <a:ext cx="4654296" cy="3739896"/>
          </a:xfrm>
        </p:spPr>
        <p:txBody>
          <a:bodyPr/>
          <a:lstStyle/>
          <a:p>
            <a:r>
              <a:rPr lang="en-US"/>
              <a:t>Click to edit Master title style</a:t>
            </a:r>
            <a:endParaRPr lang="en-US" dirty="0"/>
          </a:p>
        </p:txBody>
      </p:sp>
    </p:spTree>
    <p:extLst>
      <p:ext uri="{BB962C8B-B14F-4D97-AF65-F5344CB8AC3E}">
        <p14:creationId xmlns:p14="http://schemas.microsoft.com/office/powerpoint/2010/main" val="774817726"/>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3"/>
            <a:ext cx="5891134" cy="654839"/>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pic>
        <p:nvPicPr>
          <p:cNvPr id="7" name="Graphic 6">
            <a:extLst>
              <a:ext uri="{FF2B5EF4-FFF2-40B4-BE49-F238E27FC236}">
                <a16:creationId xmlns:a16="http://schemas.microsoft.com/office/drawing/2014/main" id="{D29E0058-93A2-5291-6ACA-A043086266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03035" y="5873424"/>
            <a:ext cx="100584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fld id="{8769D389-4C4C-4FD7-9E6B-9F44477F0EB8}" type="datetime1">
              <a:rPr lang="en-US" smtClean="0"/>
              <a:t>9/15/2026</a:t>
            </a:fld>
            <a:endParaRPr lang="en-US" dirty="0"/>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E1076ED0-0DB3-4879-AAE5-5C20D22C1DF4}" type="slidenum">
              <a:rPr lang="en-US" smtClean="0"/>
              <a:t>‹#›</a:t>
            </a:fld>
            <a:endParaRPr lang="en-US"/>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8288" y="2159632"/>
            <a:ext cx="9683496" cy="3776472"/>
          </a:xfrm>
        </p:spPr>
        <p:txBody>
          <a:bodyPr anchor="b"/>
          <a:lstStyle/>
          <a:p>
            <a:r>
              <a:rPr lang="en-US"/>
              <a:t>Click to edit Master title style</a:t>
            </a:r>
          </a:p>
        </p:txBody>
      </p:sp>
    </p:spTree>
    <p:extLst>
      <p:ext uri="{BB962C8B-B14F-4D97-AF65-F5344CB8AC3E}">
        <p14:creationId xmlns:p14="http://schemas.microsoft.com/office/powerpoint/2010/main" val="494525690"/>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77355" y="83125"/>
            <a:ext cx="73152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8288" y="2184032"/>
            <a:ext cx="8074152" cy="4718304"/>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188473227"/>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8139659" cy="1554480"/>
          </a:xfrm>
        </p:spPr>
        <p:txBody>
          <a:bodyPr anchor="t">
            <a:normAutofit/>
          </a:bodyPr>
          <a:lstStyle>
            <a:lvl1pPr>
              <a:defRPr sz="56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 y="1896472"/>
            <a:ext cx="8139660" cy="3557904"/>
          </a:xfrm>
        </p:spPr>
        <p:txBody>
          <a:bodyPr>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Oval 7">
            <a:extLst>
              <a:ext uri="{FF2B5EF4-FFF2-40B4-BE49-F238E27FC236}">
                <a16:creationId xmlns:a16="http://schemas.microsoft.com/office/drawing/2014/main" id="{175C8E38-E957-9E3C-9A05-717C0F009AB9}"/>
              </a:ext>
            </a:extLst>
          </p:cNvPr>
          <p:cNvSpPr/>
          <p:nvPr/>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5">
            <a:extLst>
              <a:ext uri="{FF2B5EF4-FFF2-40B4-BE49-F238E27FC236}">
                <a16:creationId xmlns:a16="http://schemas.microsoft.com/office/drawing/2014/main" id="{01E193C2-09EC-BB41-5A34-007D34EB8B49}"/>
              </a:ext>
            </a:extLst>
          </p:cNvPr>
          <p:cNvSpPr>
            <a:spLocks noGrp="1"/>
          </p:cNvSpPr>
          <p:nvPr>
            <p:ph type="sldNum" sz="quarter" idx="12"/>
          </p:nvPr>
        </p:nvSpPr>
        <p:spPr>
          <a:xfrm>
            <a:off x="11762793" y="100701"/>
            <a:ext cx="429207" cy="365125"/>
          </a:xfrm>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1751361865"/>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66396" y="621792"/>
            <a:ext cx="5386715" cy="1816898"/>
          </a:xfrm>
        </p:spPr>
        <p:txBody>
          <a:bodyPr anchor="t">
            <a:noAutofit/>
          </a:bodyPr>
          <a:lstStyle>
            <a:lvl1pPr>
              <a:defRPr sz="56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5906642" cy="6858000"/>
          </a:xfrm>
          <a:blipFill>
            <a:blip r:embed="rId2">
              <a:alphaModFix amt="70000"/>
            </a:blip>
            <a:stretch>
              <a:fillRect/>
            </a:stretch>
          </a:blipFill>
        </p:spPr>
        <p:txBody>
          <a:bodyPr/>
          <a:lstStyle>
            <a:lvl1pPr>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190488" y="110364"/>
            <a:ext cx="5349239" cy="365125"/>
          </a:xfrm>
        </p:spPr>
        <p:txBody>
          <a:bodyPr/>
          <a:lstStyle/>
          <a:p>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364"/>
            <a:ext cx="429207" cy="365125"/>
          </a:xfrm>
        </p:spPr>
        <p:txBody>
          <a:bodyPr/>
          <a:lstStyle/>
          <a:p>
            <a:fld id="{E1076ED0-0DB3-4879-AAE5-5C20D22C1DF4}"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90488" y="2740228"/>
            <a:ext cx="5906642" cy="4096512"/>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25782111"/>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539645" y="987552"/>
            <a:ext cx="5366480" cy="4044508"/>
          </a:xfrm>
        </p:spPr>
        <p:txBody>
          <a:bodyPr>
            <a:normAutofit/>
          </a:bodyPr>
          <a:lstStyle>
            <a:lvl1pPr>
              <a:defRPr sz="5600"/>
            </a:lvl1p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532150" y="100701"/>
            <a:ext cx="5366480" cy="365125"/>
          </a:xfrm>
        </p:spPr>
        <p:txBody>
          <a:bodyPr/>
          <a:lstStyle/>
          <a:p>
            <a:endParaRPr lang="en-US"/>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6190488" y="100701"/>
            <a:ext cx="2940449" cy="365125"/>
          </a:xfrm>
        </p:spPr>
        <p:txBody>
          <a:bodyPr/>
          <a:lstStyle/>
          <a:p>
            <a:fld id="{8769D389-4C4C-4FD7-9E6B-9F44477F0EB8}" type="datetime1">
              <a:rPr lang="en-US" smtClean="0"/>
              <a:t>9/15/2026</a:t>
            </a:fld>
            <a:endParaRPr lang="en-US" dirty="0"/>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11105731" y="100701"/>
            <a:ext cx="429207" cy="365125"/>
          </a:xfrm>
        </p:spPr>
        <p:txBody>
          <a:bodyPr/>
          <a:lstStyle/>
          <a:p>
            <a:fld id="{E1076ED0-0DB3-4879-AAE5-5C20D22C1DF4}" type="slidenum">
              <a:rPr lang="en-US" smtClean="0"/>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190488" y="969264"/>
            <a:ext cx="5336753"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24274640"/>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9496" y="988979"/>
            <a:ext cx="3462878" cy="2942419"/>
          </a:xfrm>
        </p:spPr>
        <p:txBody>
          <a:bodyPr>
            <a:normAutofit/>
          </a:bodyPr>
          <a:lstStyle>
            <a:lvl1pPr>
              <a:defRPr sz="56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37A9910B-18FC-4A92-025A-A88AC7CD6B13}"/>
              </a:ext>
            </a:extLst>
          </p:cNvPr>
          <p:cNvSpPr>
            <a:spLocks noGrp="1"/>
          </p:cNvSpPr>
          <p:nvPr>
            <p:ph type="ftr" sz="quarter" idx="11"/>
          </p:nvPr>
        </p:nvSpPr>
        <p:spPr>
          <a:xfrm>
            <a:off x="532150" y="100701"/>
            <a:ext cx="3470224" cy="365125"/>
          </a:xfrm>
        </p:spPr>
        <p:txBody>
          <a:bodyPr/>
          <a:lstStyle/>
          <a:p>
            <a:endParaRPr lang="en-US"/>
          </a:p>
        </p:txBody>
      </p:sp>
      <p:sp>
        <p:nvSpPr>
          <p:cNvPr id="4" name="Date Placeholder 3">
            <a:extLst>
              <a:ext uri="{FF2B5EF4-FFF2-40B4-BE49-F238E27FC236}">
                <a16:creationId xmlns:a16="http://schemas.microsoft.com/office/drawing/2014/main" id="{10752728-D41A-655E-871F-F76147E0E991}"/>
              </a:ext>
            </a:extLst>
          </p:cNvPr>
          <p:cNvSpPr>
            <a:spLocks noGrp="1"/>
          </p:cNvSpPr>
          <p:nvPr>
            <p:ph type="dt" sz="half" idx="10"/>
          </p:nvPr>
        </p:nvSpPr>
        <p:spPr>
          <a:xfrm>
            <a:off x="4317167" y="100701"/>
            <a:ext cx="2940449" cy="365125"/>
          </a:xfrm>
        </p:spPr>
        <p:txBody>
          <a:bodyPr/>
          <a:lstStyle/>
          <a:p>
            <a:fld id="{8769D389-4C4C-4FD7-9E6B-9F44477F0EB8}" type="datetime1">
              <a:rPr lang="en-US" smtClean="0"/>
              <a:t>9/15/2026</a:t>
            </a:fld>
            <a:endParaRPr lang="en-US" dirty="0"/>
          </a:p>
        </p:txBody>
      </p:sp>
      <p:sp>
        <p:nvSpPr>
          <p:cNvPr id="9" name="Slide Number Placeholder 5">
            <a:extLst>
              <a:ext uri="{FF2B5EF4-FFF2-40B4-BE49-F238E27FC236}">
                <a16:creationId xmlns:a16="http://schemas.microsoft.com/office/drawing/2014/main" id="{EE07CC96-728B-298D-B2D6-54C4E9F0E9CA}"/>
              </a:ext>
            </a:extLst>
          </p:cNvPr>
          <p:cNvSpPr>
            <a:spLocks noGrp="1"/>
          </p:cNvSpPr>
          <p:nvPr>
            <p:ph type="sldNum" sz="quarter" idx="12"/>
          </p:nvPr>
        </p:nvSpPr>
        <p:spPr>
          <a:xfrm>
            <a:off x="11105731" y="100701"/>
            <a:ext cx="429207" cy="365125"/>
          </a:xfrm>
        </p:spPr>
        <p:txBody>
          <a:bodyPr/>
          <a:lstStyle/>
          <a:p>
            <a:fld id="{E1076ED0-0DB3-4879-AAE5-5C20D22C1DF4}"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317167" y="967689"/>
            <a:ext cx="7217771" cy="52371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47610825"/>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5045804" y="612140"/>
            <a:ext cx="6499655" cy="1519612"/>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804012" cy="6858000"/>
          </a:xfrm>
          <a:blipFill>
            <a:blip r:embed="rId2">
              <a:alphaModFix amt="70000"/>
            </a:blip>
            <a:stretch>
              <a:fillRect/>
            </a:stretch>
          </a:blipFill>
        </p:spPr>
        <p:txBody>
          <a:bodyPr/>
          <a:lstStyle>
            <a:lvl1pPr>
              <a:defRPr lang="en-US" dirty="0"/>
            </a:lvl1pPr>
          </a:lstStyle>
          <a:p>
            <a:r>
              <a:rPr lang="en-US" dirty="0"/>
              <a:t> </a:t>
            </a: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5104122" y="2457406"/>
            <a:ext cx="6441338" cy="3778977"/>
          </a:xfrm>
        </p:spPr>
        <p:txBody>
          <a:bodyPr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04122" y="6452990"/>
            <a:ext cx="1968375" cy="365125"/>
          </a:xfrm>
        </p:spPr>
        <p:txBody>
          <a:bodyPr anchor="b"/>
          <a:lstStyle/>
          <a:p>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16252" y="6452989"/>
            <a:ext cx="429207" cy="365125"/>
          </a:xfrm>
        </p:spPr>
        <p:txBody>
          <a:bodyPr anchor="b"/>
          <a:lstStyle/>
          <a:p>
            <a:fld id="{E1076ED0-0DB3-4879-AAE5-5C20D22C1DF4}" type="slidenum">
              <a:rPr lang="en-US" smtClean="0"/>
              <a:t>‹#›</a:t>
            </a:fld>
            <a:endParaRPr lang="en-US"/>
          </a:p>
        </p:txBody>
      </p:sp>
    </p:spTree>
    <p:extLst>
      <p:ext uri="{BB962C8B-B14F-4D97-AF65-F5344CB8AC3E}">
        <p14:creationId xmlns:p14="http://schemas.microsoft.com/office/powerpoint/2010/main" val="598326168"/>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4281793" y="621792"/>
            <a:ext cx="7252710" cy="1138769"/>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blip>
            <a:stretch>
              <a:fillRect/>
            </a:stretch>
          </a:blipFill>
        </p:spPr>
        <p:txBody>
          <a:bodyPr/>
          <a:lstStyle>
            <a:lvl1pPr>
              <a:defRPr/>
            </a:lvl1pPr>
          </a:lstStyle>
          <a:p>
            <a:r>
              <a:rPr lang="en-US" dirty="0"/>
              <a:t> </a:t>
            </a: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4309088"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4281793" y="6492875"/>
            <a:ext cx="1968375" cy="365125"/>
          </a:xfrm>
        </p:spPr>
        <p:txBody>
          <a:bodyPr anchor="b"/>
          <a:lstStyle/>
          <a:p>
            <a:endParaRPr lang="en-US"/>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9023903" y="6492875"/>
            <a:ext cx="1596200" cy="365125"/>
          </a:xfrm>
        </p:spPr>
        <p:txBody>
          <a:bodyPr anchor="b"/>
          <a:lstStyle/>
          <a:p>
            <a:fld id="{8769D389-4C4C-4FD7-9E6B-9F44477F0EB8}" type="datetime1">
              <a:rPr lang="en-US" smtClean="0"/>
              <a:t>9/15/2026</a:t>
            </a:fld>
            <a:endParaRPr lang="en-US" dirty="0"/>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11105296" y="6492875"/>
            <a:ext cx="429207" cy="365125"/>
          </a:xfrm>
        </p:spPr>
        <p:txBody>
          <a:bodyPr anchor="b"/>
          <a:lstStyle/>
          <a:p>
            <a:fld id="{E1076ED0-0DB3-4879-AAE5-5C20D22C1DF4}" type="slidenum">
              <a:rPr lang="en-US" smtClean="0"/>
              <a:t>‹#›</a:t>
            </a:fld>
            <a:endParaRPr lang="en-US"/>
          </a:p>
        </p:txBody>
      </p:sp>
    </p:spTree>
    <p:extLst>
      <p:ext uri="{BB962C8B-B14F-4D97-AF65-F5344CB8AC3E}">
        <p14:creationId xmlns:p14="http://schemas.microsoft.com/office/powerpoint/2010/main" val="786527552"/>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542307" y="621792"/>
            <a:ext cx="7252710" cy="1138769"/>
          </a:xfrm>
        </p:spPr>
        <p:txBody>
          <a:body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569602"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0">
            <a:extLst>
              <a:ext uri="{FF2B5EF4-FFF2-40B4-BE49-F238E27FC236}">
                <a16:creationId xmlns:a16="http://schemas.microsoft.com/office/drawing/2014/main" id="{6C5AB1A9-786B-C92B-C6EA-63CE0AACFB1E}"/>
              </a:ext>
            </a:extLst>
          </p:cNvPr>
          <p:cNvSpPr>
            <a:spLocks noGrp="1"/>
          </p:cNvSpPr>
          <p:nvPr>
            <p:ph type="pic" sz="quarter" idx="13" hasCustomPrompt="1"/>
          </p:nvPr>
        </p:nvSpPr>
        <p:spPr>
          <a:xfrm>
            <a:off x="8168640" y="1"/>
            <a:ext cx="4023360" cy="6858000"/>
          </a:xfrm>
          <a:blipFill>
            <a:blip r:embed="rId2">
              <a:alphaModFix amt="70000"/>
            </a:blip>
            <a:stretch>
              <a:fillRect/>
            </a:stretch>
          </a:blipFill>
        </p:spPr>
        <p:txBody>
          <a:bodyPr/>
          <a:lstStyle>
            <a:lvl1pPr>
              <a:defRPr/>
            </a:lvl1pPr>
          </a:lstStyle>
          <a:p>
            <a:r>
              <a:rPr lang="en-US" dirty="0"/>
              <a:t> </a:t>
            </a: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542307" y="6492875"/>
            <a:ext cx="1968375" cy="365125"/>
          </a:xfrm>
        </p:spPr>
        <p:txBody>
          <a:bodyPr/>
          <a:lstStyle/>
          <a:p>
            <a:endParaRPr lang="en-US"/>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5284417" y="6492875"/>
            <a:ext cx="1596200" cy="365125"/>
          </a:xfrm>
        </p:spPr>
        <p:txBody>
          <a:bodyPr/>
          <a:lstStyle/>
          <a:p>
            <a:fld id="{8769D389-4C4C-4FD7-9E6B-9F44477F0EB8}" type="datetime1">
              <a:rPr lang="en-US" smtClean="0"/>
              <a:t>9/15/2026</a:t>
            </a:fld>
            <a:endParaRPr lang="en-US" dirty="0"/>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7365810" y="6492875"/>
            <a:ext cx="429207" cy="365125"/>
          </a:xfrm>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812148453"/>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518615" y="621793"/>
            <a:ext cx="5326684" cy="1507454"/>
          </a:xfrm>
        </p:spPr>
        <p:txBody>
          <a:bodyPr anchor="t" anchorCtr="0"/>
          <a:lstStyle/>
          <a:p>
            <a:r>
              <a:rPr lang="en-US"/>
              <a:t>Click to edit Master title style</a:t>
            </a:r>
            <a:endParaRPr lang="en-US" dirty="0"/>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518616" y="2513110"/>
            <a:ext cx="5326683" cy="356800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7">
            <a:extLst>
              <a:ext uri="{FF2B5EF4-FFF2-40B4-BE49-F238E27FC236}">
                <a16:creationId xmlns:a16="http://schemas.microsoft.com/office/drawing/2014/main" id="{6B8D4096-4B0D-5226-C004-475A83BE8BFE}"/>
              </a:ext>
            </a:extLst>
          </p:cNvPr>
          <p:cNvSpPr>
            <a:spLocks noGrp="1"/>
          </p:cNvSpPr>
          <p:nvPr>
            <p:ph type="pic" sz="quarter" idx="18" hasCustomPrompt="1"/>
          </p:nvPr>
        </p:nvSpPr>
        <p:spPr>
          <a:xfrm>
            <a:off x="6308842" y="0"/>
            <a:ext cx="5883158" cy="6858000"/>
          </a:xfrm>
          <a:blipFill>
            <a:blip r:embed="rId2">
              <a:alphaModFix amt="7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518615" y="6450237"/>
            <a:ext cx="1968375" cy="365125"/>
          </a:xfrm>
        </p:spPr>
        <p:txBody>
          <a:bodyPr anchor="b"/>
          <a:lstStyle/>
          <a:p>
            <a:endParaRPr lang="en-US"/>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5453953" y="6464979"/>
            <a:ext cx="429207" cy="365125"/>
          </a:xfrm>
        </p:spPr>
        <p:txBody>
          <a:bodyPr anchor="b"/>
          <a:lstStyle/>
          <a:p>
            <a:fld id="{E1076ED0-0DB3-4879-AAE5-5C20D22C1DF4}" type="slidenum">
              <a:rPr lang="en-US" smtClean="0"/>
              <a:t>‹#›</a:t>
            </a:fld>
            <a:endParaRPr lang="en-US"/>
          </a:p>
        </p:txBody>
      </p:sp>
    </p:spTree>
    <p:extLst>
      <p:ext uri="{BB962C8B-B14F-4D97-AF65-F5344CB8AC3E}">
        <p14:creationId xmlns:p14="http://schemas.microsoft.com/office/powerpoint/2010/main" val="3482827212"/>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518965" y="621792"/>
            <a:ext cx="4446871" cy="1867629"/>
          </a:xfrm>
        </p:spPr>
        <p:txBody>
          <a:bodyPr anchor="t">
            <a:noAutofit/>
          </a:bodyPr>
          <a:lstStyle>
            <a:lvl1pPr>
              <a:defRPr sz="5600"/>
            </a:lvl1p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543940" y="2890729"/>
            <a:ext cx="4449227" cy="31384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0">
            <a:extLst>
              <a:ext uri="{FF2B5EF4-FFF2-40B4-BE49-F238E27FC236}">
                <a16:creationId xmlns:a16="http://schemas.microsoft.com/office/drawing/2014/main" id="{FBEF9CB2-E8D7-8869-9B11-C58F1606DFE0}"/>
              </a:ext>
            </a:extLst>
          </p:cNvPr>
          <p:cNvSpPr>
            <a:spLocks noGrp="1"/>
          </p:cNvSpPr>
          <p:nvPr>
            <p:ph type="pic" sz="quarter" idx="13" hasCustomPrompt="1"/>
          </p:nvPr>
        </p:nvSpPr>
        <p:spPr>
          <a:xfrm>
            <a:off x="5363570" y="0"/>
            <a:ext cx="6828430" cy="6858000"/>
          </a:xfrm>
          <a:blipFill>
            <a:blip r:embed="rId2">
              <a:alphaModFix amt="70000"/>
            </a:blip>
            <a:stretch>
              <a:fillRect/>
            </a:stretch>
          </a:blipFill>
        </p:spPr>
        <p:txBody>
          <a:bodyPr/>
          <a:lstStyle>
            <a:lvl1pPr>
              <a:defRPr/>
            </a:lvl1pPr>
          </a:lstStyle>
          <a:p>
            <a:r>
              <a:rPr lang="en-US" dirty="0"/>
              <a:t> </a:t>
            </a: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515618" y="6430476"/>
            <a:ext cx="1968375" cy="379867"/>
          </a:xfrm>
        </p:spPr>
        <p:txBody>
          <a:bodyPr anchor="b"/>
          <a:lstStyle/>
          <a:p>
            <a:endParaRPr lang="en-US"/>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4563960" y="6430476"/>
            <a:ext cx="429207" cy="379867"/>
          </a:xfrm>
        </p:spPr>
        <p:txBody>
          <a:bodyPr anchor="b"/>
          <a:lstStyle/>
          <a:p>
            <a:fld id="{E1076ED0-0DB3-4879-AAE5-5C20D22C1DF4}" type="slidenum">
              <a:rPr lang="en-US" smtClean="0"/>
              <a:t>‹#›</a:t>
            </a:fld>
            <a:endParaRPr lang="en-US"/>
          </a:p>
        </p:txBody>
      </p:sp>
    </p:spTree>
    <p:extLst>
      <p:ext uri="{BB962C8B-B14F-4D97-AF65-F5344CB8AC3E}">
        <p14:creationId xmlns:p14="http://schemas.microsoft.com/office/powerpoint/2010/main" val="1893482249"/>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9733" y="621792"/>
            <a:ext cx="3884546" cy="2280501"/>
          </a:xfrm>
        </p:spPr>
        <p:txBody>
          <a:bodyPr anchor="t">
            <a:noAutofit/>
          </a:bodyPr>
          <a:lstStyle>
            <a:lvl1pPr>
              <a:defRPr sz="5600"/>
            </a:lvl1pPr>
          </a:lstStyle>
          <a:p>
            <a:r>
              <a:rPr lang="en-US"/>
              <a:t>Click to edit Master title style</a:t>
            </a:r>
            <a:endParaRPr lang="en-US" dirty="0"/>
          </a:p>
        </p:txBody>
      </p:sp>
      <p:sp>
        <p:nvSpPr>
          <p:cNvPr id="3" name="Picture Placeholder 10">
            <a:extLst>
              <a:ext uri="{FF2B5EF4-FFF2-40B4-BE49-F238E27FC236}">
                <a16:creationId xmlns:a16="http://schemas.microsoft.com/office/drawing/2014/main" id="{74736F65-8A7D-D535-AAD0-31480F8AD318}"/>
              </a:ext>
            </a:extLst>
          </p:cNvPr>
          <p:cNvSpPr>
            <a:spLocks noGrp="1"/>
          </p:cNvSpPr>
          <p:nvPr>
            <p:ph type="pic" sz="quarter" idx="13" hasCustomPrompt="1"/>
          </p:nvPr>
        </p:nvSpPr>
        <p:spPr>
          <a:xfrm>
            <a:off x="-1" y="0"/>
            <a:ext cx="7260609" cy="6858000"/>
          </a:xfrm>
          <a:blipFill>
            <a:blip r:embed="rId2">
              <a:alphaModFix amt="7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7521" y="3211512"/>
            <a:ext cx="3884547" cy="27432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7649733" y="6456384"/>
            <a:ext cx="1968375" cy="379867"/>
          </a:xfrm>
        </p:spPr>
        <p:txBody>
          <a:bodyPr anchor="b"/>
          <a:lstStyle/>
          <a:p>
            <a:endParaRPr lang="en-US"/>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11134152" y="6456385"/>
            <a:ext cx="429207" cy="379867"/>
          </a:xfrm>
        </p:spPr>
        <p:txBody>
          <a:bodyPr anchor="b"/>
          <a:lstStyle/>
          <a:p>
            <a:fld id="{E1076ED0-0DB3-4879-AAE5-5C20D22C1DF4}" type="slidenum">
              <a:rPr lang="en-US" smtClean="0"/>
              <a:t>‹#›</a:t>
            </a:fld>
            <a:endParaRPr lang="en-US"/>
          </a:p>
        </p:txBody>
      </p:sp>
    </p:spTree>
    <p:extLst>
      <p:ext uri="{BB962C8B-B14F-4D97-AF65-F5344CB8AC3E}">
        <p14:creationId xmlns:p14="http://schemas.microsoft.com/office/powerpoint/2010/main" val="1065711235"/>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512064" y="3608276"/>
            <a:ext cx="4428700" cy="2620587"/>
          </a:xfrm>
        </p:spPr>
        <p:txBody>
          <a:bodyPr anchor="t">
            <a:noAutofit/>
          </a:bodyPr>
          <a:lstStyle>
            <a:lvl1pPr>
              <a:defRPr sz="5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29000"/>
          </a:xfrm>
          <a:blipFill>
            <a:blip r:embed="rId2">
              <a:alphaModFix amt="70000"/>
            </a:blip>
            <a:stretch>
              <a:fillRect/>
            </a:stretch>
          </a:blipFill>
        </p:spPr>
        <p:txBody>
          <a:bodyPr/>
          <a:lstStyle>
            <a:lvl1pPr>
              <a:defRPr/>
            </a:lvl1pPr>
          </a:lstStyle>
          <a:p>
            <a:r>
              <a:rPr lang="en-US" dirty="0"/>
              <a:t> </a:t>
            </a: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5268036" y="3579702"/>
            <a:ext cx="6298442" cy="262058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5262666" y="6442872"/>
            <a:ext cx="1968375" cy="379867"/>
          </a:xfrm>
        </p:spPr>
        <p:txBody>
          <a:bodyPr anchor="b"/>
          <a:lstStyle/>
          <a:p>
            <a:endParaRPr lang="en-US"/>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7697040" y="6442872"/>
            <a:ext cx="2295997" cy="379867"/>
          </a:xfrm>
        </p:spPr>
        <p:txBody>
          <a:bodyPr anchor="b"/>
          <a:lstStyle/>
          <a:p>
            <a:fld id="{8769D389-4C4C-4FD7-9E6B-9F44477F0EB8}" type="datetime1">
              <a:rPr lang="en-US" smtClean="0"/>
              <a:t>9/15/2026</a:t>
            </a:fld>
            <a:endParaRPr lang="en-US" dirty="0"/>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11137271" y="6442873"/>
            <a:ext cx="429207" cy="379867"/>
          </a:xfrm>
        </p:spPr>
        <p:txBody>
          <a:bodyPr anchor="b"/>
          <a:lstStyle/>
          <a:p>
            <a:fld id="{E1076ED0-0DB3-4879-AAE5-5C20D22C1DF4}" type="slidenum">
              <a:rPr lang="en-US" smtClean="0"/>
              <a:t>‹#›</a:t>
            </a:fld>
            <a:endParaRPr lang="en-US"/>
          </a:p>
        </p:txBody>
      </p:sp>
    </p:spTree>
    <p:extLst>
      <p:ext uri="{BB962C8B-B14F-4D97-AF65-F5344CB8AC3E}">
        <p14:creationId xmlns:p14="http://schemas.microsoft.com/office/powerpoint/2010/main" val="2067817341"/>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512064" y="631710"/>
            <a:ext cx="11032239" cy="1115203"/>
          </a:xfrm>
        </p:spPr>
        <p:txBody>
          <a:bodyPr anchor="t">
            <a:noAutofit/>
          </a:bodyPr>
          <a:lstStyle>
            <a:lvl1pPr>
              <a:defRPr sz="5600"/>
            </a:lvl1pPr>
          </a:lstStyle>
          <a:p>
            <a:r>
              <a:rPr lang="en-US"/>
              <a:t>Click to edit Master title style</a:t>
            </a:r>
            <a:endParaRPr lang="en-US" dirty="0"/>
          </a:p>
        </p:txBody>
      </p:sp>
      <p:sp>
        <p:nvSpPr>
          <p:cNvPr id="13" name="Picture Placeholder 10">
            <a:extLst>
              <a:ext uri="{FF2B5EF4-FFF2-40B4-BE49-F238E27FC236}">
                <a16:creationId xmlns:a16="http://schemas.microsoft.com/office/drawing/2014/main" id="{1A9091ED-65DB-CA4C-BC68-EC773138EFA0}"/>
              </a:ext>
            </a:extLst>
          </p:cNvPr>
          <p:cNvSpPr>
            <a:spLocks noGrp="1"/>
          </p:cNvSpPr>
          <p:nvPr>
            <p:ph type="pic" sz="quarter" idx="18" hasCustomPrompt="1"/>
          </p:nvPr>
        </p:nvSpPr>
        <p:spPr>
          <a:xfrm>
            <a:off x="109181" y="2115403"/>
            <a:ext cx="5786651" cy="4671431"/>
          </a:xfrm>
          <a:blipFill>
            <a:blip r:embed="rId2">
              <a:alphaModFix amt="70000"/>
            </a:blip>
            <a:stretch>
              <a:fillRect/>
            </a:stretch>
          </a:blipFill>
        </p:spPr>
        <p:txBody>
          <a:bodyPr/>
          <a:lstStyle>
            <a:lvl1pPr>
              <a:defRPr/>
            </a:lvl1pPr>
          </a:lstStyle>
          <a:p>
            <a:r>
              <a:rPr lang="en-US" dirty="0"/>
              <a:t> </a:t>
            </a: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6190488" y="2115403"/>
            <a:ext cx="5353815" cy="4110888"/>
          </a:xfrm>
        </p:spPr>
        <p:txBody>
          <a:bodyPr anchor="t">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6177425" y="6428984"/>
            <a:ext cx="4467829" cy="365125"/>
          </a:xfrm>
        </p:spPr>
        <p:txBody>
          <a:bodyPr anchor="b"/>
          <a:lstStyle/>
          <a:p>
            <a:endParaRPr lang="en-US"/>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10926847" y="6421709"/>
            <a:ext cx="617457" cy="365125"/>
          </a:xfrm>
        </p:spPr>
        <p:txBody>
          <a:bodyPr anchor="b"/>
          <a:lstStyle/>
          <a:p>
            <a:fld id="{E1076ED0-0DB3-4879-AAE5-5C20D22C1DF4}" type="slidenum">
              <a:rPr lang="en-US" smtClean="0"/>
              <a:t>‹#›</a:t>
            </a:fld>
            <a:endParaRPr lang="en-US"/>
          </a:p>
        </p:txBody>
      </p:sp>
    </p:spTree>
    <p:extLst>
      <p:ext uri="{BB962C8B-B14F-4D97-AF65-F5344CB8AC3E}">
        <p14:creationId xmlns:p14="http://schemas.microsoft.com/office/powerpoint/2010/main" val="127471256"/>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1348" y="644000"/>
            <a:ext cx="2594550" cy="1877132"/>
          </a:xfrm>
        </p:spPr>
        <p:txBody>
          <a:bodyPr anchor="t" anchorCtr="0">
            <a:noAutofit/>
          </a:bodyPr>
          <a:lstStyle>
            <a:lvl1pPr>
              <a:defRPr sz="5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6740" y="2899954"/>
            <a:ext cx="3610418" cy="331404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02183" y="644000"/>
            <a:ext cx="7183078" cy="5570000"/>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6">
            <a:extLst>
              <a:ext uri="{FF2B5EF4-FFF2-40B4-BE49-F238E27FC236}">
                <a16:creationId xmlns:a16="http://schemas.microsoft.com/office/drawing/2014/main" id="{E471EB04-B63C-4629-0688-E2CC8C576A5A}"/>
              </a:ext>
            </a:extLst>
          </p:cNvPr>
          <p:cNvSpPr>
            <a:spLocks noGrp="1"/>
          </p:cNvSpPr>
          <p:nvPr>
            <p:ph type="ftr" sz="quarter" idx="16"/>
          </p:nvPr>
        </p:nvSpPr>
        <p:spPr>
          <a:xfrm>
            <a:off x="545926" y="6438284"/>
            <a:ext cx="5276852" cy="365125"/>
          </a:xfrm>
        </p:spPr>
        <p:txBody>
          <a:bodyPr anchor="b"/>
          <a:lstStyle/>
          <a:p>
            <a:endParaRPr lang="en-US"/>
          </a:p>
        </p:txBody>
      </p:sp>
      <p:sp>
        <p:nvSpPr>
          <p:cNvPr id="12" name="Date Placeholder 5">
            <a:extLst>
              <a:ext uri="{FF2B5EF4-FFF2-40B4-BE49-F238E27FC236}">
                <a16:creationId xmlns:a16="http://schemas.microsoft.com/office/drawing/2014/main" id="{A4924D77-E18C-D84A-F550-9B0188FEBF87}"/>
              </a:ext>
            </a:extLst>
          </p:cNvPr>
          <p:cNvSpPr>
            <a:spLocks noGrp="1"/>
          </p:cNvSpPr>
          <p:nvPr>
            <p:ph type="dt" sz="half" idx="15"/>
          </p:nvPr>
        </p:nvSpPr>
        <p:spPr>
          <a:xfrm>
            <a:off x="6190488" y="6432496"/>
            <a:ext cx="2544079" cy="365125"/>
          </a:xfrm>
        </p:spPr>
        <p:txBody>
          <a:bodyPr anchor="b"/>
          <a:lstStyle/>
          <a:p>
            <a:fld id="{8769D389-4C4C-4FD7-9E6B-9F44477F0EB8}" type="datetime1">
              <a:rPr lang="en-US" smtClean="0"/>
              <a:t>9/15/2026</a:t>
            </a:fld>
            <a:endParaRPr lang="en-US" dirty="0"/>
          </a:p>
        </p:txBody>
      </p:sp>
      <p:sp>
        <p:nvSpPr>
          <p:cNvPr id="14" name="Slide Number Placeholder 8">
            <a:extLst>
              <a:ext uri="{FF2B5EF4-FFF2-40B4-BE49-F238E27FC236}">
                <a16:creationId xmlns:a16="http://schemas.microsoft.com/office/drawing/2014/main" id="{38B4B455-40D3-EF76-D860-2A6FFBF69836}"/>
              </a:ext>
            </a:extLst>
          </p:cNvPr>
          <p:cNvSpPr>
            <a:spLocks noGrp="1"/>
          </p:cNvSpPr>
          <p:nvPr>
            <p:ph type="sldNum" sz="quarter" idx="17"/>
          </p:nvPr>
        </p:nvSpPr>
        <p:spPr>
          <a:xfrm>
            <a:off x="11099128" y="6438284"/>
            <a:ext cx="429207" cy="365125"/>
          </a:xfrm>
        </p:spPr>
        <p:txBody>
          <a:bodyPr anchor="b"/>
          <a:lstStyle/>
          <a:p>
            <a:fld id="{E1076ED0-0DB3-4879-AAE5-5C20D22C1DF4}" type="slidenum">
              <a:rPr lang="en-US" smtClean="0"/>
              <a:t>‹#›</a:t>
            </a:fld>
            <a:endParaRPr lang="en-US"/>
          </a:p>
        </p:txBody>
      </p:sp>
    </p:spTree>
    <p:extLst>
      <p:ext uri="{BB962C8B-B14F-4D97-AF65-F5344CB8AC3E}">
        <p14:creationId xmlns:p14="http://schemas.microsoft.com/office/powerpoint/2010/main" val="1578315564"/>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10101" y="5852160"/>
            <a:ext cx="1005840" cy="1005840"/>
          </a:xfrm>
          <a:prstGeom prst="rect">
            <a:avLst/>
          </a:prstGeom>
        </p:spPr>
      </p:pic>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100701"/>
            <a:ext cx="429207" cy="365125"/>
          </a:xfrm>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2464639530"/>
      </p:ext>
    </p:extLst>
  </p:cSld>
  <p:clrMapOvr>
    <a:masterClrMapping/>
  </p:clrMapOvr>
  <p:hf sldNum="0" hdr="0" ftr="0" dt="0"/>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005840"/>
          </a:xfrm>
        </p:spPr>
        <p:txBody>
          <a:bodyPr/>
          <a:lstStyle/>
          <a:p>
            <a:r>
              <a:rPr lang="en-US"/>
              <a:t>Click to edit Master title style</a:t>
            </a:r>
          </a:p>
        </p:txBody>
      </p:sp>
      <p:pic>
        <p:nvPicPr>
          <p:cNvPr id="3" name="Graphic 2">
            <a:extLst>
              <a:ext uri="{FF2B5EF4-FFF2-40B4-BE49-F238E27FC236}">
                <a16:creationId xmlns:a16="http://schemas.microsoft.com/office/drawing/2014/main" id="{832976E3-E745-9DF8-C3E3-53A778D950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96453" y="5852160"/>
            <a:ext cx="1005840" cy="1005840"/>
          </a:xfrm>
          <a:prstGeom prst="rect">
            <a:avLst/>
          </a:prstGeom>
        </p:spPr>
      </p:pic>
      <p:sp>
        <p:nvSpPr>
          <p:cNvPr id="12" name="Footer Placeholder 11">
            <a:extLst>
              <a:ext uri="{FF2B5EF4-FFF2-40B4-BE49-F238E27FC236}">
                <a16:creationId xmlns:a16="http://schemas.microsoft.com/office/drawing/2014/main" id="{6F777942-A24A-16CB-2115-A16E397BBB01}"/>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91D0C3F1-69CA-2A45-33F7-9AF4B8FFEDBC}"/>
              </a:ext>
            </a:extLst>
          </p:cNvPr>
          <p:cNvSpPr>
            <a:spLocks noGrp="1"/>
          </p:cNvSpPr>
          <p:nvPr>
            <p:ph type="dt" sz="half" idx="14"/>
          </p:nvPr>
        </p:nvSpPr>
        <p:spPr/>
        <p:txBody>
          <a:bodyPr/>
          <a:lstStyle/>
          <a:p>
            <a:fld id="{8769D389-4C4C-4FD7-9E6B-9F44477F0EB8}" type="datetime1">
              <a:rPr lang="en-US" smtClean="0"/>
              <a:t>9/15/2026</a:t>
            </a:fld>
            <a:endParaRPr lang="en-US" dirty="0"/>
          </a:p>
        </p:txBody>
      </p:sp>
      <p:sp>
        <p:nvSpPr>
          <p:cNvPr id="13" name="Slide Number Placeholder 12">
            <a:extLst>
              <a:ext uri="{FF2B5EF4-FFF2-40B4-BE49-F238E27FC236}">
                <a16:creationId xmlns:a16="http://schemas.microsoft.com/office/drawing/2014/main" id="{8DB65802-3866-05DF-F96B-15A117F7C76C}"/>
              </a:ext>
            </a:extLst>
          </p:cNvPr>
          <p:cNvSpPr>
            <a:spLocks noGrp="1"/>
          </p:cNvSpPr>
          <p:nvPr>
            <p:ph type="sldNum" sz="quarter" idx="16"/>
          </p:nvPr>
        </p:nvSpPr>
        <p:spPr/>
        <p:txBody>
          <a:bodyPr/>
          <a:lstStyle/>
          <a:p>
            <a:fld id="{E1076ED0-0DB3-4879-AAE5-5C20D22C1DF4}"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84850299"/>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83347" y="5852160"/>
            <a:ext cx="100584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18288"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11762793" y="110364"/>
            <a:ext cx="429207" cy="365125"/>
          </a:xfrm>
        </p:spPr>
        <p:txBody>
          <a:bodyPr/>
          <a:lstStyle/>
          <a:p>
            <a:fld id="{E1076ED0-0DB3-4879-AAE5-5C20D22C1DF4}" type="slidenum">
              <a:rPr lang="en-US" smtClean="0"/>
              <a:t>‹#›</a:t>
            </a:fld>
            <a:endParaRPr lang="en-US"/>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6193030" y="6392564"/>
            <a:ext cx="3104866" cy="365125"/>
          </a:xfrm>
        </p:spPr>
        <p:txBody>
          <a:bodyPr anchor="b"/>
          <a:lstStyle/>
          <a:p>
            <a:endParaRPr lang="en-US"/>
          </a:p>
        </p:txBody>
      </p:sp>
    </p:spTree>
    <p:extLst>
      <p:ext uri="{BB962C8B-B14F-4D97-AF65-F5344CB8AC3E}">
        <p14:creationId xmlns:p14="http://schemas.microsoft.com/office/powerpoint/2010/main" val="3021901308"/>
      </p:ext>
    </p:extLst>
  </p:cSld>
  <p:clrMapOvr>
    <a:masterClrMapping/>
  </p:clrMapOvr>
  <p:hf sldNum="0" hdr="0" ftr="0" dt="0"/>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A74F0-5415-CAD7-98B3-4A75913F44B5}"/>
              </a:ext>
            </a:extLst>
          </p:cNvPr>
          <p:cNvSpPr>
            <a:spLocks noGrp="1"/>
          </p:cNvSpPr>
          <p:nvPr>
            <p:ph type="title"/>
          </p:nvPr>
        </p:nvSpPr>
        <p:spPr>
          <a:xfrm>
            <a:off x="512064" y="987552"/>
            <a:ext cx="3465576" cy="294436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151E178-0505-15CE-6ACB-7BE1FB1E52EC}"/>
              </a:ext>
            </a:extLst>
          </p:cNvPr>
          <p:cNvSpPr>
            <a:spLocks noGrp="1"/>
          </p:cNvSpPr>
          <p:nvPr>
            <p:ph type="ftr" sz="quarter" idx="11"/>
          </p:nvPr>
        </p:nvSpPr>
        <p:spPr>
          <a:xfrm>
            <a:off x="530353" y="110364"/>
            <a:ext cx="3474720" cy="365125"/>
          </a:xfrm>
        </p:spPr>
        <p:txBody>
          <a:bodyPr/>
          <a:lstStyle/>
          <a:p>
            <a:endParaRPr lang="en-US"/>
          </a:p>
        </p:txBody>
      </p:sp>
      <p:sp>
        <p:nvSpPr>
          <p:cNvPr id="3" name="Date Placeholder 2">
            <a:extLst>
              <a:ext uri="{FF2B5EF4-FFF2-40B4-BE49-F238E27FC236}">
                <a16:creationId xmlns:a16="http://schemas.microsoft.com/office/drawing/2014/main" id="{9B82246E-2BFA-5BAA-F22D-A2618C05A0B2}"/>
              </a:ext>
            </a:extLst>
          </p:cNvPr>
          <p:cNvSpPr>
            <a:spLocks noGrp="1"/>
          </p:cNvSpPr>
          <p:nvPr>
            <p:ph type="dt" sz="half" idx="10"/>
          </p:nvPr>
        </p:nvSpPr>
        <p:spPr>
          <a:xfrm>
            <a:off x="4315968" y="104576"/>
            <a:ext cx="4836883" cy="365125"/>
          </a:xfrm>
        </p:spPr>
        <p:txBody>
          <a:bodyPr/>
          <a:lstStyle/>
          <a:p>
            <a:fld id="{8769D389-4C4C-4FD7-9E6B-9F44477F0EB8}" type="datetime1">
              <a:rPr lang="en-US" smtClean="0"/>
              <a:t>9/15/2026</a:t>
            </a:fld>
            <a:endParaRPr lang="en-US" dirty="0"/>
          </a:p>
        </p:txBody>
      </p:sp>
      <p:sp>
        <p:nvSpPr>
          <p:cNvPr id="5" name="Slide Number Placeholder 4">
            <a:extLst>
              <a:ext uri="{FF2B5EF4-FFF2-40B4-BE49-F238E27FC236}">
                <a16:creationId xmlns:a16="http://schemas.microsoft.com/office/drawing/2014/main" id="{BD4BA02B-433E-FB95-6E96-11393CDBD0CB}"/>
              </a:ext>
            </a:extLst>
          </p:cNvPr>
          <p:cNvSpPr>
            <a:spLocks noGrp="1"/>
          </p:cNvSpPr>
          <p:nvPr>
            <p:ph type="sldNum" sz="quarter" idx="12"/>
          </p:nvPr>
        </p:nvSpPr>
        <p:spPr/>
        <p:txBody>
          <a:bodyPr/>
          <a:lstStyle/>
          <a:p>
            <a:fld id="{E1076ED0-0DB3-4879-AAE5-5C20D22C1DF4}" type="slidenum">
              <a:rPr lang="en-US" smtClean="0"/>
              <a:t>‹#›</a:t>
            </a:fld>
            <a:endParaRPr lang="en-US"/>
          </a:p>
        </p:txBody>
      </p:sp>
      <p:sp>
        <p:nvSpPr>
          <p:cNvPr id="8" name="Content Placeholder 3">
            <a:extLst>
              <a:ext uri="{FF2B5EF4-FFF2-40B4-BE49-F238E27FC236}">
                <a16:creationId xmlns:a16="http://schemas.microsoft.com/office/drawing/2014/main" id="{F74B4B98-ABA0-9FD3-485A-984EDEEB4469}"/>
              </a:ext>
            </a:extLst>
          </p:cNvPr>
          <p:cNvSpPr>
            <a:spLocks noGrp="1"/>
          </p:cNvSpPr>
          <p:nvPr>
            <p:ph sz="quarter" idx="17"/>
          </p:nvPr>
        </p:nvSpPr>
        <p:spPr>
          <a:xfrm>
            <a:off x="4315966" y="987552"/>
            <a:ext cx="7446825"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9">
            <a:extLst>
              <a:ext uri="{FF2B5EF4-FFF2-40B4-BE49-F238E27FC236}">
                <a16:creationId xmlns:a16="http://schemas.microsoft.com/office/drawing/2014/main" id="{3822067E-4B47-03C7-3636-0C6F8324E1E9}"/>
              </a:ext>
            </a:extLst>
          </p:cNvPr>
          <p:cNvSpPr>
            <a:spLocks noGrp="1"/>
          </p:cNvSpPr>
          <p:nvPr>
            <p:ph sz="quarter" idx="18"/>
          </p:nvPr>
        </p:nvSpPr>
        <p:spPr>
          <a:xfrm>
            <a:off x="4315967" y="3931920"/>
            <a:ext cx="7446824"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27678830"/>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F29C1-2D4D-0529-EAD3-926838F41BF8}"/>
              </a:ext>
            </a:extLst>
          </p:cNvPr>
          <p:cNvSpPr>
            <a:spLocks noGrp="1"/>
          </p:cNvSpPr>
          <p:nvPr>
            <p:ph type="title"/>
          </p:nvPr>
        </p:nvSpPr>
        <p:spPr>
          <a:xfrm>
            <a:off x="512064" y="630936"/>
            <a:ext cx="11018520"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A6A1D5A-FFC5-5F10-90D2-A3FBCC3129EF}"/>
              </a:ext>
            </a:extLst>
          </p:cNvPr>
          <p:cNvSpPr>
            <a:spLocks noGrp="1"/>
          </p:cNvSpPr>
          <p:nvPr>
            <p:ph type="ftr" sz="quarter" idx="11"/>
          </p:nvPr>
        </p:nvSpPr>
        <p:spPr>
          <a:xfrm>
            <a:off x="530352" y="110364"/>
            <a:ext cx="5276852" cy="365125"/>
          </a:xfrm>
        </p:spPr>
        <p:txBody>
          <a:bodyPr/>
          <a:lstStyle/>
          <a:p>
            <a:endParaRPr lang="en-US"/>
          </a:p>
        </p:txBody>
      </p:sp>
      <p:sp>
        <p:nvSpPr>
          <p:cNvPr id="3" name="Date Placeholder 2">
            <a:extLst>
              <a:ext uri="{FF2B5EF4-FFF2-40B4-BE49-F238E27FC236}">
                <a16:creationId xmlns:a16="http://schemas.microsoft.com/office/drawing/2014/main" id="{FE1BD63D-FC9C-D946-5560-869AEDE315EA}"/>
              </a:ext>
            </a:extLst>
          </p:cNvPr>
          <p:cNvSpPr>
            <a:spLocks noGrp="1"/>
          </p:cNvSpPr>
          <p:nvPr>
            <p:ph type="dt" sz="half" idx="10"/>
          </p:nvPr>
        </p:nvSpPr>
        <p:spPr>
          <a:xfrm>
            <a:off x="6190488" y="104576"/>
            <a:ext cx="4836883" cy="365125"/>
          </a:xfrm>
        </p:spPr>
        <p:txBody>
          <a:bodyPr/>
          <a:lstStyle/>
          <a:p>
            <a:fld id="{8769D389-4C4C-4FD7-9E6B-9F44477F0EB8}" type="datetime1">
              <a:rPr lang="en-US" smtClean="0"/>
              <a:t>9/15/2026</a:t>
            </a:fld>
            <a:endParaRPr lang="en-US" dirty="0"/>
          </a:p>
        </p:txBody>
      </p:sp>
      <p:sp>
        <p:nvSpPr>
          <p:cNvPr id="5" name="Slide Number Placeholder 4">
            <a:extLst>
              <a:ext uri="{FF2B5EF4-FFF2-40B4-BE49-F238E27FC236}">
                <a16:creationId xmlns:a16="http://schemas.microsoft.com/office/drawing/2014/main" id="{822EF08D-93E2-AF7A-F559-DDB0B35B8781}"/>
              </a:ext>
            </a:extLst>
          </p:cNvPr>
          <p:cNvSpPr>
            <a:spLocks noGrp="1"/>
          </p:cNvSpPr>
          <p:nvPr>
            <p:ph type="sldNum" sz="quarter" idx="12"/>
          </p:nvPr>
        </p:nvSpPr>
        <p:spPr/>
        <p:txBody>
          <a:bodyPr/>
          <a:lstStyle/>
          <a:p>
            <a:fld id="{E1076ED0-0DB3-4879-AAE5-5C20D22C1DF4}" type="slidenum">
              <a:rPr lang="en-US" smtClean="0"/>
              <a:t>‹#›</a:t>
            </a:fld>
            <a:endParaRPr lang="en-US"/>
          </a:p>
        </p:txBody>
      </p:sp>
      <p:sp>
        <p:nvSpPr>
          <p:cNvPr id="6" name="Text Placeholder 2">
            <a:extLst>
              <a:ext uri="{FF2B5EF4-FFF2-40B4-BE49-F238E27FC236}">
                <a16:creationId xmlns:a16="http://schemas.microsoft.com/office/drawing/2014/main" id="{148CB9E0-8B46-6608-0C37-7C5ABA9B47A8}"/>
              </a:ext>
            </a:extLst>
          </p:cNvPr>
          <p:cNvSpPr>
            <a:spLocks noGrp="1"/>
          </p:cNvSpPr>
          <p:nvPr>
            <p:ph type="body" idx="1"/>
          </p:nvPr>
        </p:nvSpPr>
        <p:spPr>
          <a:xfrm>
            <a:off x="530352" y="2286000"/>
            <a:ext cx="5184648" cy="534033"/>
          </a:xfrm>
        </p:spPr>
        <p:txBody>
          <a:bodyPr/>
          <a:lstStyle/>
          <a:p>
            <a:pPr lvl="0"/>
            <a:r>
              <a:rPr lang="en-US"/>
              <a:t>Click to edit Master text styles</a:t>
            </a:r>
          </a:p>
        </p:txBody>
      </p:sp>
      <p:sp>
        <p:nvSpPr>
          <p:cNvPr id="10" name="Content Placeholder 5">
            <a:extLst>
              <a:ext uri="{FF2B5EF4-FFF2-40B4-BE49-F238E27FC236}">
                <a16:creationId xmlns:a16="http://schemas.microsoft.com/office/drawing/2014/main" id="{C2C05A59-CCEE-1225-7022-B1DA682C7041}"/>
              </a:ext>
            </a:extLst>
          </p:cNvPr>
          <p:cNvSpPr>
            <a:spLocks noGrp="1"/>
          </p:cNvSpPr>
          <p:nvPr>
            <p:ph sz="quarter" idx="17"/>
          </p:nvPr>
        </p:nvSpPr>
        <p:spPr>
          <a:xfrm>
            <a:off x="530351" y="2980943"/>
            <a:ext cx="5183188" cy="35861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4">
            <a:extLst>
              <a:ext uri="{FF2B5EF4-FFF2-40B4-BE49-F238E27FC236}">
                <a16:creationId xmlns:a16="http://schemas.microsoft.com/office/drawing/2014/main" id="{86471C19-5F51-6595-B72A-4BFC1E553DC0}"/>
              </a:ext>
            </a:extLst>
          </p:cNvPr>
          <p:cNvSpPr>
            <a:spLocks noGrp="1"/>
          </p:cNvSpPr>
          <p:nvPr>
            <p:ph type="body" sz="quarter" idx="3"/>
          </p:nvPr>
        </p:nvSpPr>
        <p:spPr>
          <a:xfrm>
            <a:off x="6190488" y="2286000"/>
            <a:ext cx="5183188" cy="534033"/>
          </a:xfrm>
        </p:spPr>
        <p:txBody>
          <a:bodyPr/>
          <a:lstStyle/>
          <a:p>
            <a:pPr lvl="0"/>
            <a:r>
              <a:rPr lang="en-US"/>
              <a:t>Click to edit Master text styles</a:t>
            </a:r>
          </a:p>
        </p:txBody>
      </p:sp>
      <p:sp>
        <p:nvSpPr>
          <p:cNvPr id="11" name="Content Placeholder 11">
            <a:extLst>
              <a:ext uri="{FF2B5EF4-FFF2-40B4-BE49-F238E27FC236}">
                <a16:creationId xmlns:a16="http://schemas.microsoft.com/office/drawing/2014/main" id="{0AB20C10-A144-EF5E-8276-7E736CE87590}"/>
              </a:ext>
            </a:extLst>
          </p:cNvPr>
          <p:cNvSpPr>
            <a:spLocks noGrp="1"/>
          </p:cNvSpPr>
          <p:nvPr>
            <p:ph sz="quarter" idx="18"/>
          </p:nvPr>
        </p:nvSpPr>
        <p:spPr>
          <a:xfrm>
            <a:off x="6190488" y="2980944"/>
            <a:ext cx="5183188" cy="3586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18391285"/>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502920" y="644663"/>
            <a:ext cx="11045952"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0352" y="109728"/>
            <a:ext cx="5276852" cy="365125"/>
          </a:xfrm>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8769D389-4C4C-4FD7-9E6B-9F44477F0EB8}" type="datetime1">
              <a:rPr lang="en-US" smtClean="0"/>
              <a:t>9/15/2026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231928" y="110364"/>
            <a:ext cx="429207" cy="365125"/>
          </a:xfrm>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2296409855"/>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AD1B27E-1142-7BB8-1DE8-D31FA8AA8F10}"/>
              </a:ext>
            </a:extLst>
          </p:cNvPr>
          <p:cNvSpPr>
            <a:spLocks noGrp="1"/>
          </p:cNvSpPr>
          <p:nvPr>
            <p:ph type="ftr" sz="quarter" idx="11"/>
          </p:nvPr>
        </p:nvSpPr>
        <p:spPr>
          <a:xfrm>
            <a:off x="0" y="100701"/>
            <a:ext cx="5898630" cy="365125"/>
          </a:xfrm>
        </p:spPr>
        <p:txBody>
          <a:bodyPr/>
          <a:lstStyle/>
          <a:p>
            <a:endParaRPr lang="en-US"/>
          </a:p>
        </p:txBody>
      </p:sp>
      <p:sp>
        <p:nvSpPr>
          <p:cNvPr id="5" name="Date Placeholder 3">
            <a:extLst>
              <a:ext uri="{FF2B5EF4-FFF2-40B4-BE49-F238E27FC236}">
                <a16:creationId xmlns:a16="http://schemas.microsoft.com/office/drawing/2014/main" id="{D900E2BC-FCC7-E994-4648-A42CDE518612}"/>
              </a:ext>
            </a:extLst>
          </p:cNvPr>
          <p:cNvSpPr>
            <a:spLocks noGrp="1"/>
          </p:cNvSpPr>
          <p:nvPr>
            <p:ph type="dt" sz="half" idx="10"/>
          </p:nvPr>
        </p:nvSpPr>
        <p:spPr>
          <a:xfrm>
            <a:off x="6217920" y="100701"/>
            <a:ext cx="5332001" cy="365125"/>
          </a:xfrm>
        </p:spPr>
        <p:txBody>
          <a:bodyPr/>
          <a:lstStyle/>
          <a:p>
            <a:fld id="{8769D389-4C4C-4FD7-9E6B-9F44477F0EB8}" type="datetime1">
              <a:rPr lang="en-US" smtClean="0"/>
              <a:t>9/15/2026</a:t>
            </a:fld>
            <a:endParaRPr lang="en-US" dirty="0"/>
          </a:p>
        </p:txBody>
      </p:sp>
      <p:sp>
        <p:nvSpPr>
          <p:cNvPr id="7" name="Slide Number Placeholder 5">
            <a:extLst>
              <a:ext uri="{FF2B5EF4-FFF2-40B4-BE49-F238E27FC236}">
                <a16:creationId xmlns:a16="http://schemas.microsoft.com/office/drawing/2014/main" id="{9E211A59-CFA8-A0B1-4A4C-E446F90726C5}"/>
              </a:ext>
            </a:extLst>
          </p:cNvPr>
          <p:cNvSpPr>
            <a:spLocks noGrp="1"/>
          </p:cNvSpPr>
          <p:nvPr>
            <p:ph type="sldNum" sz="quarter" idx="12"/>
          </p:nvPr>
        </p:nvSpPr>
        <p:spPr>
          <a:xfrm>
            <a:off x="11762793" y="100701"/>
            <a:ext cx="429207" cy="365125"/>
          </a:xfrm>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2489576070"/>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5926" y="655093"/>
            <a:ext cx="10982409" cy="1528549"/>
          </a:xfrm>
        </p:spPr>
        <p:txBody>
          <a:bodyPr anchor="t">
            <a:noAutofit/>
          </a:bodyPr>
          <a:lstStyle>
            <a:lvl1pPr>
              <a:defRPr sz="5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5926" y="2497540"/>
            <a:ext cx="10982409" cy="338464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5">
            <a:extLst>
              <a:ext uri="{FF2B5EF4-FFF2-40B4-BE49-F238E27FC236}">
                <a16:creationId xmlns:a16="http://schemas.microsoft.com/office/drawing/2014/main" id="{BD7A9B30-35AB-D437-5276-473CFE5169DF}"/>
              </a:ext>
            </a:extLst>
          </p:cNvPr>
          <p:cNvSpPr>
            <a:spLocks noGrp="1"/>
          </p:cNvSpPr>
          <p:nvPr>
            <p:ph type="ftr" sz="quarter" idx="16"/>
          </p:nvPr>
        </p:nvSpPr>
        <p:spPr>
          <a:xfrm>
            <a:off x="545926" y="6438284"/>
            <a:ext cx="5276852" cy="365125"/>
          </a:xfrm>
        </p:spPr>
        <p:txBody>
          <a:bodyPr/>
          <a:lstStyle/>
          <a:p>
            <a:endParaRPr lang="en-US"/>
          </a:p>
        </p:txBody>
      </p:sp>
      <p:sp>
        <p:nvSpPr>
          <p:cNvPr id="4" name="Date Placeholder 4">
            <a:extLst>
              <a:ext uri="{FF2B5EF4-FFF2-40B4-BE49-F238E27FC236}">
                <a16:creationId xmlns:a16="http://schemas.microsoft.com/office/drawing/2014/main" id="{0D033E8C-C8B6-A9F1-6B99-0610AEC435CB}"/>
              </a:ext>
            </a:extLst>
          </p:cNvPr>
          <p:cNvSpPr>
            <a:spLocks noGrp="1"/>
          </p:cNvSpPr>
          <p:nvPr>
            <p:ph type="dt" sz="half" idx="15"/>
          </p:nvPr>
        </p:nvSpPr>
        <p:spPr>
          <a:xfrm>
            <a:off x="6190488" y="6432496"/>
            <a:ext cx="2544079" cy="365125"/>
          </a:xfrm>
        </p:spPr>
        <p:txBody>
          <a:bodyPr/>
          <a:lstStyle/>
          <a:p>
            <a:fld id="{8769D389-4C4C-4FD7-9E6B-9F44477F0EB8}" type="datetime1">
              <a:rPr lang="en-US" smtClean="0"/>
              <a:t>9/15/2026</a:t>
            </a:fld>
            <a:endParaRPr lang="en-US" dirty="0"/>
          </a:p>
        </p:txBody>
      </p:sp>
      <p:sp>
        <p:nvSpPr>
          <p:cNvPr id="6" name="Slide Number Placeholder 6">
            <a:extLst>
              <a:ext uri="{FF2B5EF4-FFF2-40B4-BE49-F238E27FC236}">
                <a16:creationId xmlns:a16="http://schemas.microsoft.com/office/drawing/2014/main" id="{09C00759-43C5-D4A5-6597-C9F31C4DA2AA}"/>
              </a:ext>
            </a:extLst>
          </p:cNvPr>
          <p:cNvSpPr>
            <a:spLocks noGrp="1"/>
          </p:cNvSpPr>
          <p:nvPr>
            <p:ph type="sldNum" sz="quarter" idx="17"/>
          </p:nvPr>
        </p:nvSpPr>
        <p:spPr>
          <a:xfrm>
            <a:off x="11099128" y="6438284"/>
            <a:ext cx="429207" cy="365125"/>
          </a:xfrm>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550485101"/>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18615" y="2883090"/>
            <a:ext cx="7741851" cy="1842020"/>
          </a:xfrm>
        </p:spPr>
        <p:txBody>
          <a:bodyPr anchor="b">
            <a:noAutofit/>
          </a:bodyPr>
          <a:lstStyle>
            <a:lvl1pPr>
              <a:defRPr sz="5600"/>
            </a:lvl1pPr>
          </a:lstStyle>
          <a:p>
            <a:r>
              <a:rPr lang="en-US"/>
              <a:t>Click to edit Master title style</a:t>
            </a:r>
            <a:endParaRPr lang="en-US" dirty="0"/>
          </a:p>
        </p:txBody>
      </p:sp>
      <p:sp>
        <p:nvSpPr>
          <p:cNvPr id="9" name="Footer Placeholder 4">
            <a:extLst>
              <a:ext uri="{FF2B5EF4-FFF2-40B4-BE49-F238E27FC236}">
                <a16:creationId xmlns:a16="http://schemas.microsoft.com/office/drawing/2014/main" id="{C9D34928-44CA-ACCE-36AD-37689020A379}"/>
              </a:ext>
            </a:extLst>
          </p:cNvPr>
          <p:cNvSpPr>
            <a:spLocks noGrp="1"/>
          </p:cNvSpPr>
          <p:nvPr>
            <p:ph type="ftr" sz="quarter" idx="11"/>
          </p:nvPr>
        </p:nvSpPr>
        <p:spPr>
          <a:xfrm>
            <a:off x="536906" y="100701"/>
            <a:ext cx="5361724" cy="365125"/>
          </a:xfrm>
        </p:spPr>
        <p:txBody>
          <a:bodyPr/>
          <a:lstStyle/>
          <a:p>
            <a:endParaRPr lang="en-US"/>
          </a:p>
        </p:txBody>
      </p:sp>
      <p:sp>
        <p:nvSpPr>
          <p:cNvPr id="8" name="Date Placeholder 3">
            <a:extLst>
              <a:ext uri="{FF2B5EF4-FFF2-40B4-BE49-F238E27FC236}">
                <a16:creationId xmlns:a16="http://schemas.microsoft.com/office/drawing/2014/main" id="{B6F43E62-A9B0-571B-E3BD-354206A884CF}"/>
              </a:ext>
            </a:extLst>
          </p:cNvPr>
          <p:cNvSpPr>
            <a:spLocks noGrp="1"/>
          </p:cNvSpPr>
          <p:nvPr>
            <p:ph type="dt" sz="half" idx="10"/>
          </p:nvPr>
        </p:nvSpPr>
        <p:spPr>
          <a:xfrm>
            <a:off x="6217921" y="100701"/>
            <a:ext cx="2526030" cy="365125"/>
          </a:xfrm>
        </p:spPr>
        <p:txBody>
          <a:bodyPr/>
          <a:lstStyle/>
          <a:p>
            <a:fld id="{8769D389-4C4C-4FD7-9E6B-9F44477F0EB8}" type="datetime1">
              <a:rPr lang="en-US" smtClean="0"/>
              <a:t>9/15/2026</a:t>
            </a:fld>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6905" y="4922111"/>
            <a:ext cx="7741850" cy="1279615"/>
          </a:xfrm>
        </p:spPr>
        <p:txBody>
          <a:bodyPr anchor="t">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762793" y="6392174"/>
            <a:ext cx="429207" cy="365125"/>
          </a:xfrm>
        </p:spPr>
        <p:txBody>
          <a:bodyPr anchor="b"/>
          <a:lstStyle/>
          <a:p>
            <a:fld id="{E1076ED0-0DB3-4879-AAE5-5C20D22C1DF4}" type="slidenum">
              <a:rPr lang="en-US" smtClean="0"/>
              <a:t>‹#›</a:t>
            </a:fld>
            <a:endParaRPr lang="en-US"/>
          </a:p>
        </p:txBody>
      </p:sp>
      <p:sp>
        <p:nvSpPr>
          <p:cNvPr id="3" name="Oval 2">
            <a:extLst>
              <a:ext uri="{FF2B5EF4-FFF2-40B4-BE49-F238E27FC236}">
                <a16:creationId xmlns:a16="http://schemas.microsoft.com/office/drawing/2014/main" id="{D3CF16D9-01F3-6CE6-7291-C344E099BBD0}"/>
              </a:ext>
            </a:extLst>
          </p:cNvPr>
          <p:cNvSpPr/>
          <p:nvPr/>
        </p:nvSpPr>
        <p:spPr>
          <a:xfrm>
            <a:off x="8454179" y="100701"/>
            <a:ext cx="3557904"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7755933"/>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7B4A7-C566-48F4-B4B8-3A5E7B6C5C3A}"/>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D3B93F5-BC8B-452C-ACE2-C7E01D1B80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39A49B3-A57D-46C5-8462-0C52509F8FCA}"/>
              </a:ext>
            </a:extLst>
          </p:cNvPr>
          <p:cNvSpPr>
            <a:spLocks noGrp="1"/>
          </p:cNvSpPr>
          <p:nvPr>
            <p:ph type="dt" sz="half" idx="10"/>
          </p:nvPr>
        </p:nvSpPr>
        <p:spPr>
          <a:xfrm>
            <a:off x="530352" y="136525"/>
            <a:ext cx="2743200" cy="365125"/>
          </a:xfrm>
        </p:spPr>
        <p:txBody>
          <a:bodyPr/>
          <a:lstStyle/>
          <a:p>
            <a:fld id="{9376191F-481E-48E9-BB9A-369A67A7362D}" type="datetime1">
              <a:rPr lang="en-US" smtClean="0"/>
              <a:t>9/15/2026</a:t>
            </a:fld>
            <a:endParaRPr lang="en-US" dirty="0"/>
          </a:p>
        </p:txBody>
      </p:sp>
      <p:sp>
        <p:nvSpPr>
          <p:cNvPr id="5" name="Footer Placeholder 4">
            <a:extLst>
              <a:ext uri="{FF2B5EF4-FFF2-40B4-BE49-F238E27FC236}">
                <a16:creationId xmlns:a16="http://schemas.microsoft.com/office/drawing/2014/main" id="{9EC8C810-EAF4-4D86-84DD-2E574122DD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87E738-8574-490B-974B-9AD3B2AAE521}"/>
              </a:ext>
            </a:extLst>
          </p:cNvPr>
          <p:cNvSpPr>
            <a:spLocks noGrp="1"/>
          </p:cNvSpPr>
          <p:nvPr>
            <p:ph type="sldNum" sz="quarter" idx="12"/>
          </p:nvPr>
        </p:nvSpPr>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358831913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9764E-4B3D-4B6A-A210-B50E4F60E246}"/>
              </a:ext>
            </a:extLst>
          </p:cNvPr>
          <p:cNvSpPr>
            <a:spLocks noGrp="1"/>
          </p:cNvSpPr>
          <p:nvPr>
            <p:ph type="title"/>
          </p:nvPr>
        </p:nvSpPr>
        <p:spPr>
          <a:xfrm>
            <a:off x="530352" y="787068"/>
            <a:ext cx="10072922" cy="2313641"/>
          </a:xfrm>
        </p:spPr>
        <p:txBody>
          <a:bodyPr anchor="b">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A30AEC2-B6E6-4C09-A16F-5E2A1C9A0D0E}"/>
              </a:ext>
            </a:extLst>
          </p:cNvPr>
          <p:cNvSpPr>
            <a:spLocks noGrp="1"/>
          </p:cNvSpPr>
          <p:nvPr>
            <p:ph type="body" idx="1"/>
          </p:nvPr>
        </p:nvSpPr>
        <p:spPr>
          <a:xfrm>
            <a:off x="530352" y="3509963"/>
            <a:ext cx="10072922" cy="2579687"/>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A37CAB-B545-4E42-BB5A-F1DAA9335033}"/>
              </a:ext>
            </a:extLst>
          </p:cNvPr>
          <p:cNvSpPr>
            <a:spLocks noGrp="1"/>
          </p:cNvSpPr>
          <p:nvPr>
            <p:ph type="dt" sz="half" idx="10"/>
          </p:nvPr>
        </p:nvSpPr>
        <p:spPr/>
        <p:txBody>
          <a:bodyPr/>
          <a:lstStyle/>
          <a:p>
            <a:fld id="{6C5677DE-DD04-48CC-9C18-7BE9FF2DEB6B}" type="datetime1">
              <a:rPr lang="en-US" smtClean="0"/>
              <a:t>9/15/2026</a:t>
            </a:fld>
            <a:endParaRPr lang="en-US"/>
          </a:p>
        </p:txBody>
      </p:sp>
      <p:sp>
        <p:nvSpPr>
          <p:cNvPr id="5" name="Footer Placeholder 4">
            <a:extLst>
              <a:ext uri="{FF2B5EF4-FFF2-40B4-BE49-F238E27FC236}">
                <a16:creationId xmlns:a16="http://schemas.microsoft.com/office/drawing/2014/main" id="{AF6D720B-7E58-43F4-9659-ADB2403A50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95F53F-2FA5-4B5C-A151-F07BBC002B29}"/>
              </a:ext>
            </a:extLst>
          </p:cNvPr>
          <p:cNvSpPr>
            <a:spLocks noGrp="1"/>
          </p:cNvSpPr>
          <p:nvPr>
            <p:ph type="sldNum" sz="quarter" idx="12"/>
          </p:nvPr>
        </p:nvSpPr>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188297135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2074900" y="959167"/>
            <a:ext cx="8822400" cy="9332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22" name="Google Shape;22;p5"/>
          <p:cNvSpPr txBox="1">
            <a:spLocks noGrp="1"/>
          </p:cNvSpPr>
          <p:nvPr>
            <p:ph type="body" idx="1"/>
          </p:nvPr>
        </p:nvSpPr>
        <p:spPr>
          <a:xfrm>
            <a:off x="2074900" y="1838428"/>
            <a:ext cx="8822400" cy="4056400"/>
          </a:xfrm>
          <a:prstGeom prst="rect">
            <a:avLst/>
          </a:prstGeom>
        </p:spPr>
        <p:txBody>
          <a:bodyPr spcFirstLastPara="1" wrap="square" lIns="91425" tIns="91425" rIns="91425" bIns="91425" anchor="t" anchorCtr="0">
            <a:noAutofit/>
          </a:bodyPr>
          <a:lstStyle>
            <a:lvl1pPr marL="609585" lvl="0" indent="-524920">
              <a:spcBef>
                <a:spcPts val="800"/>
              </a:spcBef>
              <a:spcAft>
                <a:spcPts val="0"/>
              </a:spcAft>
              <a:buSzPts val="2600"/>
              <a:buChar char="◈"/>
              <a:defRPr sz="3467"/>
            </a:lvl1pPr>
            <a:lvl2pPr marL="1219170" lvl="1" indent="-524920">
              <a:spcBef>
                <a:spcPts val="0"/>
              </a:spcBef>
              <a:spcAft>
                <a:spcPts val="0"/>
              </a:spcAft>
              <a:buSzPts val="2600"/>
              <a:buChar char="◆"/>
              <a:defRPr sz="3467"/>
            </a:lvl2pPr>
            <a:lvl3pPr marL="1828754" lvl="2" indent="-524920">
              <a:spcBef>
                <a:spcPts val="0"/>
              </a:spcBef>
              <a:spcAft>
                <a:spcPts val="0"/>
              </a:spcAft>
              <a:buSzPts val="2600"/>
              <a:buChar char="◇"/>
              <a:defRPr sz="3467"/>
            </a:lvl3pPr>
            <a:lvl4pPr marL="2438339" lvl="3" indent="-524920">
              <a:spcBef>
                <a:spcPts val="0"/>
              </a:spcBef>
              <a:spcAft>
                <a:spcPts val="0"/>
              </a:spcAft>
              <a:buSzPts val="2600"/>
              <a:buChar char="⬥"/>
              <a:defRPr sz="3467"/>
            </a:lvl4pPr>
            <a:lvl5pPr marL="3047924" lvl="4" indent="-524920">
              <a:spcBef>
                <a:spcPts val="0"/>
              </a:spcBef>
              <a:spcAft>
                <a:spcPts val="0"/>
              </a:spcAft>
              <a:buSzPts val="2600"/>
              <a:buChar char="⬦"/>
              <a:defRPr sz="3467"/>
            </a:lvl5pPr>
            <a:lvl6pPr marL="3657509" lvl="5" indent="-524920">
              <a:spcBef>
                <a:spcPts val="0"/>
              </a:spcBef>
              <a:spcAft>
                <a:spcPts val="0"/>
              </a:spcAft>
              <a:buSzPts val="2600"/>
              <a:buChar char="⬦"/>
              <a:defRPr sz="3467"/>
            </a:lvl6pPr>
            <a:lvl7pPr marL="4267093" lvl="6" indent="-524920">
              <a:spcBef>
                <a:spcPts val="0"/>
              </a:spcBef>
              <a:spcAft>
                <a:spcPts val="0"/>
              </a:spcAft>
              <a:buSzPts val="2600"/>
              <a:buChar char="⬦"/>
              <a:defRPr sz="3467"/>
            </a:lvl7pPr>
            <a:lvl8pPr marL="4876678" lvl="7" indent="-524920">
              <a:spcBef>
                <a:spcPts val="0"/>
              </a:spcBef>
              <a:spcAft>
                <a:spcPts val="0"/>
              </a:spcAft>
              <a:buSzPts val="2600"/>
              <a:buChar char="⬦"/>
              <a:defRPr sz="3467"/>
            </a:lvl8pPr>
            <a:lvl9pPr marL="5486263" lvl="8" indent="-524920">
              <a:spcBef>
                <a:spcPts val="0"/>
              </a:spcBef>
              <a:spcAft>
                <a:spcPts val="0"/>
              </a:spcAft>
              <a:buSzPts val="2600"/>
              <a:buChar char="⬦"/>
              <a:defRPr sz="3467"/>
            </a:lvl9pPr>
          </a:lstStyle>
          <a:p>
            <a:endParaRPr/>
          </a:p>
        </p:txBody>
      </p:sp>
      <p:sp>
        <p:nvSpPr>
          <p:cNvPr id="23" name="Google Shape;23;p5"/>
          <p:cNvSpPr txBox="1">
            <a:spLocks noGrp="1"/>
          </p:cNvSpPr>
          <p:nvPr>
            <p:ph type="sldNum" idx="12"/>
          </p:nvPr>
        </p:nvSpPr>
        <p:spPr>
          <a:xfrm>
            <a:off x="10532467" y="5464568"/>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26762983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cSld name="2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119132"/>
            <a:ext cx="9890066" cy="1204593"/>
          </a:xfrm>
        </p:spPr>
        <p:txBody>
          <a:bodyPr>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463255ED-7101-4D18-A8AE-3B5E4CB87EA5}" type="datetime1">
              <a:rPr lang="en-US" smtClean="0"/>
              <a:t>9/15/2026</a:t>
            </a:fld>
            <a:endParaRPr lang="en-US"/>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34206263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CDAF1A-5BEA-F34E-0E30-B6567E0339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485E80A-29DD-BD26-B3FC-BA998CA93E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1D80F8-9654-BD57-186B-86121439CD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D89380-6D65-F04C-81CB-3FF90DB60AA5}" type="datetimeFigureOut">
              <a:rPr lang="en-US" smtClean="0"/>
              <a:t>9/15/2026</a:t>
            </a:fld>
            <a:endParaRPr lang="en-US"/>
          </a:p>
        </p:txBody>
      </p:sp>
      <p:sp>
        <p:nvSpPr>
          <p:cNvPr id="5" name="Footer Placeholder 4">
            <a:extLst>
              <a:ext uri="{FF2B5EF4-FFF2-40B4-BE49-F238E27FC236}">
                <a16:creationId xmlns:a16="http://schemas.microsoft.com/office/drawing/2014/main" id="{FBBF4008-A7CC-C76A-012B-E4506BEA32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23C00A1-91E1-F7F4-B223-B1DF1A520C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5DD11-3719-0E4F-AC98-54E931B07A2E}" type="slidenum">
              <a:rPr lang="en-US" smtClean="0"/>
              <a:t>‹#›</a:t>
            </a:fld>
            <a:endParaRPr lang="en-US"/>
          </a:p>
        </p:txBody>
      </p:sp>
    </p:spTree>
    <p:extLst>
      <p:ext uri="{BB962C8B-B14F-4D97-AF65-F5344CB8AC3E}">
        <p14:creationId xmlns:p14="http://schemas.microsoft.com/office/powerpoint/2010/main" val="3698110277"/>
      </p:ext>
    </p:extLst>
  </p:cSld>
  <p:clrMap bg1="dk1" tx1="lt1" bg2="dk2" tx2="lt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 y="644663"/>
            <a:ext cx="12001592" cy="10883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90488" y="104576"/>
            <a:ext cx="4836883"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fld id="{8769D389-4C4C-4FD7-9E6B-9F44477F0EB8}" type="datetime1">
              <a:rPr lang="en-US" smtClean="0"/>
              <a:t>9/15/2026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4501" y="110364"/>
            <a:ext cx="5276852"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762792" y="110364"/>
            <a:ext cx="429207" cy="365125"/>
          </a:xfrm>
          <a:prstGeom prst="rect">
            <a:avLst/>
          </a:prstGeom>
        </p:spPr>
        <p:txBody>
          <a:bodyPr vert="horz" lIns="91440" tIns="45720" rIns="91440" bIns="45720" rtlCol="0" anchor="t"/>
          <a:lstStyle>
            <a:lvl1pPr algn="r" rtl="0">
              <a:lnSpc>
                <a:spcPct val="80000"/>
              </a:lnSpc>
              <a:defRPr sz="1000">
                <a:solidFill>
                  <a:schemeClr val="tx1"/>
                </a:solidFill>
                <a:latin typeface="+mn-lt"/>
              </a:defRPr>
            </a:lvl1pPr>
          </a:lstStyle>
          <a:p>
            <a:fld id="{E1076ED0-0DB3-4879-AAE5-5C20D22C1DF4}" type="slidenum">
              <a:rPr lang="en-US" smtClean="0"/>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0" y="1907521"/>
            <a:ext cx="12001592" cy="48401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66407408"/>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 id="2147483719" r:id="rId19"/>
    <p:sldLayoutId id="2147483720" r:id="rId20"/>
    <p:sldLayoutId id="2147483721" r:id="rId21"/>
    <p:sldLayoutId id="2147483722" r:id="rId22"/>
    <p:sldLayoutId id="2147483723" r:id="rId23"/>
    <p:sldLayoutId id="2147483724" r:id="rId24"/>
    <p:sldLayoutId id="2147483725" r:id="rId25"/>
    <p:sldLayoutId id="2147483726" r:id="rId26"/>
    <p:sldLayoutId id="2147483727" r:id="rId27"/>
    <p:sldLayoutId id="2147483728" r:id="rId28"/>
    <p:sldLayoutId id="2147483729" r:id="rId29"/>
    <p:sldLayoutId id="2147483730" r:id="rId30"/>
    <p:sldLayoutId id="2147483731" r:id="rId31"/>
  </p:sldLayoutIdLst>
  <p:hf sldNum="0" hdr="0" ftr="0" dt="0"/>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0.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creativecommons.org/licenses/by-nc-sa/3.0/" TargetMode="External"/><Relationship Id="rId4" Type="http://schemas.openxmlformats.org/officeDocument/2006/relationships/hyperlink" Target="http://www.eoi.es/blogs/embasev/2015/11/09/aprendemos-mas-cuando-ensenamo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notesSlide" Target="../notesSlides/notesSlide4.xml"/><Relationship Id="rId7" Type="http://schemas.openxmlformats.org/officeDocument/2006/relationships/diagramColors" Target="../diagrams/colors4.xml"/><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7.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notesSlide" Target="../notesSlides/notesSlide6.xml"/><Relationship Id="rId7" Type="http://schemas.openxmlformats.org/officeDocument/2006/relationships/diagramColors" Target="../diagrams/colors5.xml"/><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54A1B3-94DA-2098-45BF-6F5D93DC860C}"/>
              </a:ext>
            </a:extLst>
          </p:cNvPr>
          <p:cNvSpPr>
            <a:spLocks noGrp="1"/>
          </p:cNvSpPr>
          <p:nvPr>
            <p:ph type="title"/>
          </p:nvPr>
        </p:nvSpPr>
        <p:spPr>
          <a:xfrm>
            <a:off x="2541985" y="1828800"/>
            <a:ext cx="7108031" cy="1935956"/>
          </a:xfrm>
        </p:spPr>
        <p:txBody>
          <a:bodyPr vert="horz" lIns="91440" tIns="45720" rIns="91440" bIns="45720" rtlCol="0" anchor="b">
            <a:normAutofit/>
          </a:bodyPr>
          <a:lstStyle/>
          <a:p>
            <a:r>
              <a:rPr lang="en-US" dirty="0"/>
              <a:t>Fact to fact analysis in your memo</a:t>
            </a:r>
          </a:p>
        </p:txBody>
      </p:sp>
    </p:spTree>
    <p:extLst>
      <p:ext uri="{BB962C8B-B14F-4D97-AF65-F5344CB8AC3E}">
        <p14:creationId xmlns:p14="http://schemas.microsoft.com/office/powerpoint/2010/main" val="78454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alendar">
            <a:extLst>
              <a:ext uri="{FF2B5EF4-FFF2-40B4-BE49-F238E27FC236}">
                <a16:creationId xmlns:a16="http://schemas.microsoft.com/office/drawing/2014/main" id="{C7AE8423-8D99-6B1C-800C-E90E2BC8AE63}"/>
              </a:ext>
            </a:extLst>
          </p:cNvPr>
          <p:cNvPicPr>
            <a:picLocks noChangeAspect="1"/>
          </p:cNvPicPr>
          <p:nvPr/>
        </p:nvPicPr>
        <p:blipFill>
          <a:blip r:embed="rId2">
            <a:alphaModFix amt="35000"/>
          </a:blip>
          <a:srcRect t="15730"/>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ECF21F95-688D-F66A-AC14-8B1DBFCE76A7}"/>
              </a:ext>
            </a:extLst>
          </p:cNvPr>
          <p:cNvSpPr>
            <a:spLocks noGrp="1"/>
          </p:cNvSpPr>
          <p:nvPr>
            <p:ph type="title"/>
          </p:nvPr>
        </p:nvSpPr>
        <p:spPr>
          <a:xfrm>
            <a:off x="838199" y="1065862"/>
            <a:ext cx="6052955" cy="4726276"/>
          </a:xfrm>
        </p:spPr>
        <p:txBody>
          <a:bodyPr>
            <a:normAutofit/>
          </a:bodyPr>
          <a:lstStyle/>
          <a:p>
            <a:pPr algn="r"/>
            <a:r>
              <a:rPr lang="en-US" sz="6800">
                <a:ln w="22225">
                  <a:solidFill>
                    <a:srgbClr val="FFFFFF"/>
                  </a:solidFill>
                </a:ln>
                <a:noFill/>
              </a:rPr>
              <a:t>Announcements	</a:t>
            </a:r>
          </a:p>
        </p:txBody>
      </p:sp>
      <p:cxnSp>
        <p:nvCxnSpPr>
          <p:cNvPr id="12" name="Straight Connector 11">
            <a:extLst>
              <a:ext uri="{FF2B5EF4-FFF2-40B4-BE49-F238E27FC236}">
                <a16:creationId xmlns:a16="http://schemas.microsoft.com/office/drawing/2014/main" id="{96A8629B-8289-498B-939B-1CA0C106182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289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0C57596-B02C-C8B9-6211-0CC09BC0E554}"/>
              </a:ext>
            </a:extLst>
          </p:cNvPr>
          <p:cNvSpPr>
            <a:spLocks noGrp="1"/>
          </p:cNvSpPr>
          <p:nvPr>
            <p:ph idx="1"/>
          </p:nvPr>
        </p:nvSpPr>
        <p:spPr>
          <a:xfrm>
            <a:off x="7534641" y="1065862"/>
            <a:ext cx="3860002" cy="4726276"/>
          </a:xfrm>
        </p:spPr>
        <p:txBody>
          <a:bodyPr anchor="ctr">
            <a:normAutofit/>
          </a:bodyPr>
          <a:lstStyle/>
          <a:p>
            <a:r>
              <a:rPr lang="en-US" sz="2000" dirty="0">
                <a:solidFill>
                  <a:srgbClr val="FFFFFF"/>
                </a:solidFill>
              </a:rPr>
              <a:t>Closed Memo is Due Sunday, September 20th at 5:00 p.m.</a:t>
            </a:r>
          </a:p>
          <a:p>
            <a:r>
              <a:rPr lang="en-US" sz="2000" dirty="0">
                <a:solidFill>
                  <a:srgbClr val="FFFFFF"/>
                </a:solidFill>
              </a:rPr>
              <a:t>Bring a PRINTED full draft of your closed memo CREAC to class on Thursday.  If you aren’t done, at least have rules, one case illustration, one application paragraph.</a:t>
            </a:r>
          </a:p>
          <a:p>
            <a:r>
              <a:rPr lang="en-US" sz="2000" dirty="0">
                <a:solidFill>
                  <a:srgbClr val="FFFFFF"/>
                </a:solidFill>
              </a:rPr>
              <a:t>Research Modules are posted and you may begin them.  2.1- 2.3 are due by 5 p.m. today.  </a:t>
            </a:r>
          </a:p>
          <a:p>
            <a:endParaRPr lang="en-US" sz="2000" dirty="0">
              <a:solidFill>
                <a:srgbClr val="FFFFFF"/>
              </a:solidFill>
            </a:endParaRPr>
          </a:p>
        </p:txBody>
      </p:sp>
    </p:spTree>
    <p:extLst>
      <p:ext uri="{BB962C8B-B14F-4D97-AF65-F5344CB8AC3E}">
        <p14:creationId xmlns:p14="http://schemas.microsoft.com/office/powerpoint/2010/main" val="2460958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6D9E7FE-2556-E6BE-A2BA-A1E09CDB9FA5}"/>
              </a:ext>
            </a:extLst>
          </p:cNvPr>
          <p:cNvGrpSpPr/>
          <p:nvPr/>
        </p:nvGrpSpPr>
        <p:grpSpPr>
          <a:xfrm>
            <a:off x="1104899" y="259497"/>
            <a:ext cx="6934201" cy="1219200"/>
            <a:chOff x="2590800" y="2133600"/>
            <a:chExt cx="6934201" cy="1219200"/>
          </a:xfrm>
        </p:grpSpPr>
        <p:sp>
          <p:nvSpPr>
            <p:cNvPr id="9" name="Rectangle 8"/>
            <p:cNvSpPr/>
            <p:nvPr/>
          </p:nvSpPr>
          <p:spPr>
            <a:xfrm>
              <a:off x="2590800" y="2133600"/>
              <a:ext cx="1752600" cy="1219200"/>
            </a:xfrm>
            <a:prstGeom prst="rect">
              <a:avLst/>
            </a:prstGeom>
            <a:solidFill>
              <a:srgbClr val="FD666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0000"/>
                  </a:solidFill>
                  <a:effectLst/>
                  <a:uLnTx/>
                  <a:uFillTx/>
                  <a:latin typeface="Neue Haas Grotesk Text Pro"/>
                  <a:ea typeface="+mn-ea"/>
                  <a:cs typeface="+mn-cs"/>
                </a:rPr>
                <a:t>Conclusion</a:t>
              </a:r>
            </a:p>
          </p:txBody>
        </p:sp>
        <p:sp>
          <p:nvSpPr>
            <p:cNvPr id="12" name="TextBox 11"/>
            <p:cNvSpPr txBox="1"/>
            <p:nvPr/>
          </p:nvSpPr>
          <p:spPr>
            <a:xfrm>
              <a:off x="4495801" y="2358479"/>
              <a:ext cx="5029200"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000000"/>
                  </a:solidFill>
                  <a:effectLst/>
                  <a:uLnTx/>
                  <a:uFillTx/>
                  <a:latin typeface="Neue Haas Grotesk Text Pro"/>
                  <a:ea typeface="+mn-ea"/>
                  <a:cs typeface="+mn-cs"/>
                </a:rPr>
                <a:t>Describes the problem you are presented with as an up-front prediction.</a:t>
              </a:r>
            </a:p>
          </p:txBody>
        </p:sp>
      </p:grpSp>
      <p:grpSp>
        <p:nvGrpSpPr>
          <p:cNvPr id="5" name="Group 4">
            <a:extLst>
              <a:ext uri="{FF2B5EF4-FFF2-40B4-BE49-F238E27FC236}">
                <a16:creationId xmlns:a16="http://schemas.microsoft.com/office/drawing/2014/main" id="{876E35D6-9CDD-6E47-50FD-ADECEFEE68E1}"/>
              </a:ext>
            </a:extLst>
          </p:cNvPr>
          <p:cNvGrpSpPr/>
          <p:nvPr/>
        </p:nvGrpSpPr>
        <p:grpSpPr>
          <a:xfrm>
            <a:off x="1104899" y="1640305"/>
            <a:ext cx="7272043" cy="1219200"/>
            <a:chOff x="2642206" y="3726091"/>
            <a:chExt cx="7272043" cy="1219200"/>
          </a:xfrm>
        </p:grpSpPr>
        <p:sp>
          <p:nvSpPr>
            <p:cNvPr id="7" name="Rectangle 6"/>
            <p:cNvSpPr/>
            <p:nvPr/>
          </p:nvSpPr>
          <p:spPr>
            <a:xfrm>
              <a:off x="2642206" y="3726091"/>
              <a:ext cx="1676400" cy="1219200"/>
            </a:xfrm>
            <a:prstGeom prst="rect">
              <a:avLst/>
            </a:prstGeom>
            <a:solidFill>
              <a:srgbClr val="CC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000000"/>
                  </a:solidFill>
                  <a:effectLst/>
                  <a:uLnTx/>
                  <a:uFillTx/>
                  <a:latin typeface="Neue Haas Grotesk Text Pro"/>
                  <a:ea typeface="+mn-ea"/>
                  <a:cs typeface="+mn-cs"/>
                </a:rPr>
                <a:t>Rules</a:t>
              </a:r>
            </a:p>
          </p:txBody>
        </p:sp>
        <p:sp>
          <p:nvSpPr>
            <p:cNvPr id="8" name="Rectangle 7"/>
            <p:cNvSpPr/>
            <p:nvPr/>
          </p:nvSpPr>
          <p:spPr>
            <a:xfrm>
              <a:off x="4495801" y="3795709"/>
              <a:ext cx="5418448" cy="110799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000000"/>
                  </a:solidFill>
                  <a:effectLst/>
                  <a:uLnTx/>
                  <a:uFillTx/>
                  <a:latin typeface="Neue Haas Grotesk Text Pro"/>
                  <a:ea typeface="+mn-ea"/>
                  <a:cs typeface="+mn-cs"/>
                </a:rPr>
                <a:t>Summarizes the law </a:t>
              </a:r>
              <a:r>
                <a:rPr kumimoji="0" lang="mr-IN" sz="2200" b="0" i="0" u="none" strike="noStrike" kern="1200" cap="none" spc="0" normalizeH="0" baseline="0" noProof="0" dirty="0">
                  <a:ln>
                    <a:noFill/>
                  </a:ln>
                  <a:solidFill>
                    <a:srgbClr val="000000"/>
                  </a:solidFill>
                  <a:effectLst/>
                  <a:uLnTx/>
                  <a:uFillTx/>
                  <a:latin typeface="Neue Haas Grotesk Text Pro"/>
                  <a:ea typeface="+mn-ea"/>
                  <a:cs typeface="+mn-cs"/>
                </a:rPr>
                <a:t>–</a:t>
              </a:r>
              <a:r>
                <a:rPr kumimoji="0" lang="en-US" sz="2200" b="0" i="0" u="none" strike="noStrike" kern="1200" cap="none" spc="0" normalizeH="0" baseline="0" noProof="0" dirty="0">
                  <a:ln>
                    <a:noFill/>
                  </a:ln>
                  <a:solidFill>
                    <a:srgbClr val="000000"/>
                  </a:solidFill>
                  <a:effectLst/>
                  <a:uLnTx/>
                  <a:uFillTx/>
                  <a:latin typeface="Neue Haas Grotesk Text Pro"/>
                  <a:ea typeface="+mn-ea"/>
                  <a:cs typeface="+mn-cs"/>
                </a:rPr>
                <a:t> from general to specific </a:t>
              </a:r>
              <a:r>
                <a:rPr kumimoji="0" lang="mr-IN" sz="2200" b="0" i="0" u="none" strike="noStrike" kern="1200" cap="none" spc="0" normalizeH="0" baseline="0" noProof="0" dirty="0">
                  <a:ln>
                    <a:noFill/>
                  </a:ln>
                  <a:solidFill>
                    <a:srgbClr val="000000"/>
                  </a:solidFill>
                  <a:effectLst/>
                  <a:uLnTx/>
                  <a:uFillTx/>
                  <a:latin typeface="Neue Haas Grotesk Text Pro"/>
                  <a:ea typeface="+mn-ea"/>
                  <a:cs typeface="+mn-cs"/>
                </a:rPr>
                <a:t>–</a:t>
              </a:r>
              <a:r>
                <a:rPr kumimoji="0" lang="en-US" sz="2200" b="0" i="0" u="none" strike="noStrike" kern="1200" cap="none" spc="0" normalizeH="0" baseline="0" noProof="0" dirty="0">
                  <a:ln>
                    <a:noFill/>
                  </a:ln>
                  <a:solidFill>
                    <a:srgbClr val="000000"/>
                  </a:solidFill>
                  <a:effectLst/>
                  <a:uLnTx/>
                  <a:uFillTx/>
                  <a:latin typeface="Neue Haas Grotesk Text Pro"/>
                  <a:ea typeface="+mn-ea"/>
                  <a:cs typeface="+mn-cs"/>
                </a:rPr>
                <a:t> </a:t>
              </a:r>
              <a:r>
                <a:rPr kumimoji="0" lang="en-US" sz="2200" b="0" i="0" u="sng" strike="noStrike" kern="1200" cap="none" spc="0" normalizeH="0" baseline="0" noProof="0" dirty="0">
                  <a:ln>
                    <a:noFill/>
                  </a:ln>
                  <a:solidFill>
                    <a:srgbClr val="000000"/>
                  </a:solidFill>
                  <a:effectLst/>
                  <a:uLnTx/>
                  <a:uFillTx/>
                  <a:latin typeface="Neue Haas Grotesk Text Pro"/>
                  <a:ea typeface="+mn-ea"/>
                  <a:cs typeface="+mn-cs"/>
                </a:rPr>
                <a:t>without</a:t>
              </a:r>
              <a:r>
                <a:rPr kumimoji="0" lang="en-US" sz="2200" b="0" i="0" u="none" strike="noStrike" kern="1200" cap="none" spc="0" normalizeH="0" baseline="0" noProof="0" dirty="0">
                  <a:ln>
                    <a:noFill/>
                  </a:ln>
                  <a:solidFill>
                    <a:srgbClr val="000000"/>
                  </a:solidFill>
                  <a:effectLst/>
                  <a:uLnTx/>
                  <a:uFillTx/>
                  <a:latin typeface="Neue Haas Grotesk Text Pro"/>
                  <a:ea typeface="+mn-ea"/>
                  <a:cs typeface="+mn-cs"/>
                </a:rPr>
                <a:t> reference to any facts.</a:t>
              </a:r>
              <a:r>
                <a:rPr kumimoji="0" lang="en-US" sz="2200" b="0" i="0" u="sng" strike="noStrike" kern="1200" cap="none" spc="0" normalizeH="0" baseline="0" noProof="0" dirty="0">
                  <a:ln>
                    <a:noFill/>
                  </a:ln>
                  <a:solidFill>
                    <a:srgbClr val="000000"/>
                  </a:solidFill>
                  <a:effectLst/>
                  <a:uLnTx/>
                  <a:uFillTx/>
                  <a:latin typeface="Neue Haas Grotesk Text Pro"/>
                  <a:ea typeface="+mn-ea"/>
                  <a:cs typeface="+mn-cs"/>
                </a:rPr>
                <a:t>*Always written in present tense.*</a:t>
              </a:r>
            </a:p>
          </p:txBody>
        </p:sp>
      </p:grpSp>
      <p:grpSp>
        <p:nvGrpSpPr>
          <p:cNvPr id="6" name="Group 5">
            <a:extLst>
              <a:ext uri="{FF2B5EF4-FFF2-40B4-BE49-F238E27FC236}">
                <a16:creationId xmlns:a16="http://schemas.microsoft.com/office/drawing/2014/main" id="{54D436CF-8B16-FDC9-8E29-5B1CE9907199}"/>
              </a:ext>
            </a:extLst>
          </p:cNvPr>
          <p:cNvGrpSpPr/>
          <p:nvPr/>
        </p:nvGrpSpPr>
        <p:grpSpPr>
          <a:xfrm>
            <a:off x="754146" y="2810304"/>
            <a:ext cx="7284952" cy="1268401"/>
            <a:chOff x="2316248" y="5197250"/>
            <a:chExt cx="7284952" cy="1268401"/>
          </a:xfrm>
        </p:grpSpPr>
        <p:sp>
          <p:nvSpPr>
            <p:cNvPr id="10" name="Rectangle 9"/>
            <p:cNvSpPr/>
            <p:nvPr/>
          </p:nvSpPr>
          <p:spPr>
            <a:xfrm>
              <a:off x="2316248" y="5246451"/>
              <a:ext cx="2179556" cy="1219200"/>
            </a:xfrm>
            <a:prstGeom prst="rect">
              <a:avLst/>
            </a:prstGeom>
            <a:solidFill>
              <a:srgbClr val="00B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0000"/>
                  </a:solidFill>
                  <a:effectLst/>
                  <a:uLnTx/>
                  <a:uFillTx/>
                  <a:latin typeface="Neue Haas Grotesk Text Pro"/>
                  <a:ea typeface="+mn-ea"/>
                  <a:cs typeface="+mn-cs"/>
                </a:rPr>
                <a:t>Explanation</a:t>
              </a:r>
            </a:p>
          </p:txBody>
        </p:sp>
        <p:sp>
          <p:nvSpPr>
            <p:cNvPr id="3" name="Rectangle 2"/>
            <p:cNvSpPr/>
            <p:nvPr/>
          </p:nvSpPr>
          <p:spPr>
            <a:xfrm>
              <a:off x="4572000" y="5197250"/>
              <a:ext cx="5029200" cy="110799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000000"/>
                  </a:solidFill>
                  <a:effectLst/>
                  <a:uLnTx/>
                  <a:uFillTx/>
                  <a:latin typeface="Neue Haas Grotesk Text Pro"/>
                  <a:ea typeface="+mn-ea"/>
                  <a:cs typeface="+mn-cs"/>
                </a:rPr>
                <a:t>Starts with a thesis sentence. Provides facts, reasoning, and holding of prior case.   *</a:t>
              </a:r>
              <a:r>
                <a:rPr kumimoji="0" lang="en-US" sz="2200" b="0" i="0" u="sng" strike="noStrike" kern="1200" cap="none" spc="0" normalizeH="0" baseline="0" noProof="0" dirty="0">
                  <a:ln>
                    <a:noFill/>
                  </a:ln>
                  <a:solidFill>
                    <a:srgbClr val="000000"/>
                  </a:solidFill>
                  <a:effectLst/>
                  <a:uLnTx/>
                  <a:uFillTx/>
                  <a:latin typeface="Neue Haas Grotesk Text Pro"/>
                  <a:ea typeface="+mn-ea"/>
                  <a:cs typeface="+mn-cs"/>
                </a:rPr>
                <a:t>Always written in past tense*</a:t>
              </a:r>
            </a:p>
          </p:txBody>
        </p:sp>
      </p:grpSp>
      <p:grpSp>
        <p:nvGrpSpPr>
          <p:cNvPr id="13" name="Group 12">
            <a:extLst>
              <a:ext uri="{FF2B5EF4-FFF2-40B4-BE49-F238E27FC236}">
                <a16:creationId xmlns:a16="http://schemas.microsoft.com/office/drawing/2014/main" id="{5329468C-3A20-88F0-FF82-6D18654EF764}"/>
              </a:ext>
            </a:extLst>
          </p:cNvPr>
          <p:cNvGrpSpPr/>
          <p:nvPr/>
        </p:nvGrpSpPr>
        <p:grpSpPr>
          <a:xfrm>
            <a:off x="754146" y="4236277"/>
            <a:ext cx="7413208" cy="1233186"/>
            <a:chOff x="2514600" y="519414"/>
            <a:chExt cx="7052749" cy="1233186"/>
          </a:xfrm>
        </p:grpSpPr>
        <p:sp>
          <p:nvSpPr>
            <p:cNvPr id="14" name="Rectangle 13">
              <a:extLst>
                <a:ext uri="{FF2B5EF4-FFF2-40B4-BE49-F238E27FC236}">
                  <a16:creationId xmlns:a16="http://schemas.microsoft.com/office/drawing/2014/main" id="{9F9442AF-9E90-34BC-F64F-6AE568455195}"/>
                </a:ext>
              </a:extLst>
            </p:cNvPr>
            <p:cNvSpPr/>
            <p:nvPr/>
          </p:nvSpPr>
          <p:spPr>
            <a:xfrm>
              <a:off x="2514600" y="533400"/>
              <a:ext cx="2001081" cy="1219200"/>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000000"/>
                  </a:solidFill>
                  <a:effectLst/>
                  <a:uLnTx/>
                  <a:uFillTx/>
                  <a:latin typeface="Neue Haas Grotesk Text Pro"/>
                  <a:ea typeface="+mn-ea"/>
                  <a:cs typeface="+mn-cs"/>
                </a:rPr>
                <a:t>Application</a:t>
              </a:r>
            </a:p>
          </p:txBody>
        </p:sp>
        <p:sp>
          <p:nvSpPr>
            <p:cNvPr id="15" name="Rectangle 14">
              <a:extLst>
                <a:ext uri="{FF2B5EF4-FFF2-40B4-BE49-F238E27FC236}">
                  <a16:creationId xmlns:a16="http://schemas.microsoft.com/office/drawing/2014/main" id="{382AFB9C-8301-611C-838A-4AB6CBC43478}"/>
                </a:ext>
              </a:extLst>
            </p:cNvPr>
            <p:cNvSpPr/>
            <p:nvPr/>
          </p:nvSpPr>
          <p:spPr>
            <a:xfrm>
              <a:off x="4609482" y="519414"/>
              <a:ext cx="4957867" cy="110799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000000"/>
                  </a:solidFill>
                  <a:effectLst/>
                  <a:highlight>
                    <a:srgbClr val="FFFF00"/>
                  </a:highlight>
                  <a:uLnTx/>
                  <a:uFillTx/>
                  <a:latin typeface="Neue Haas Grotesk Text Pro"/>
                  <a:ea typeface="+mn-ea"/>
                  <a:cs typeface="+mn-cs"/>
                </a:rPr>
                <a:t>Compare/contrast facts and reasoning of prior cases with your facts using side-by-side comparisons.</a:t>
              </a:r>
            </a:p>
          </p:txBody>
        </p:sp>
      </p:grpSp>
      <p:grpSp>
        <p:nvGrpSpPr>
          <p:cNvPr id="16" name="Group 15">
            <a:extLst>
              <a:ext uri="{FF2B5EF4-FFF2-40B4-BE49-F238E27FC236}">
                <a16:creationId xmlns:a16="http://schemas.microsoft.com/office/drawing/2014/main" id="{CB5ED075-2055-3710-FBDE-2A8FCC5E26E4}"/>
              </a:ext>
            </a:extLst>
          </p:cNvPr>
          <p:cNvGrpSpPr/>
          <p:nvPr/>
        </p:nvGrpSpPr>
        <p:grpSpPr>
          <a:xfrm>
            <a:off x="867266" y="5604988"/>
            <a:ext cx="7100499" cy="1219200"/>
            <a:chOff x="2276967" y="2362200"/>
            <a:chExt cx="7100499" cy="1219200"/>
          </a:xfrm>
        </p:grpSpPr>
        <p:sp>
          <p:nvSpPr>
            <p:cNvPr id="17" name="Rectangle 16">
              <a:extLst>
                <a:ext uri="{FF2B5EF4-FFF2-40B4-BE49-F238E27FC236}">
                  <a16:creationId xmlns:a16="http://schemas.microsoft.com/office/drawing/2014/main" id="{9B0D9D5F-B255-3293-40D5-ACD435A8ECE1}"/>
                </a:ext>
              </a:extLst>
            </p:cNvPr>
            <p:cNvSpPr/>
            <p:nvPr/>
          </p:nvSpPr>
          <p:spPr>
            <a:xfrm>
              <a:off x="2276967" y="2362200"/>
              <a:ext cx="1914033" cy="121920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000000"/>
                  </a:solidFill>
                  <a:effectLst/>
                  <a:uLnTx/>
                  <a:uFillTx/>
                  <a:latin typeface="Neue Haas Grotesk Text Pro"/>
                  <a:ea typeface="+mn-ea"/>
                  <a:cs typeface="+mn-cs"/>
                </a:rPr>
                <a:t>Conclusion</a:t>
              </a:r>
            </a:p>
          </p:txBody>
        </p:sp>
        <p:sp>
          <p:nvSpPr>
            <p:cNvPr id="18" name="Rectangle 17">
              <a:extLst>
                <a:ext uri="{FF2B5EF4-FFF2-40B4-BE49-F238E27FC236}">
                  <a16:creationId xmlns:a16="http://schemas.microsoft.com/office/drawing/2014/main" id="{6ADE9070-0F63-6EC7-586A-E8F434006164}"/>
                </a:ext>
              </a:extLst>
            </p:cNvPr>
            <p:cNvSpPr/>
            <p:nvPr/>
          </p:nvSpPr>
          <p:spPr>
            <a:xfrm>
              <a:off x="4419599" y="2503968"/>
              <a:ext cx="4957867" cy="76944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sng" strike="noStrike" kern="1200" cap="none" spc="0" normalizeH="0" baseline="0" noProof="0" dirty="0">
                  <a:ln>
                    <a:noFill/>
                  </a:ln>
                  <a:solidFill>
                    <a:srgbClr val="000000"/>
                  </a:solidFill>
                  <a:effectLst/>
                  <a:uLnTx/>
                  <a:uFillTx/>
                  <a:latin typeface="Neue Haas Grotesk Text Pro"/>
                  <a:ea typeface="+mn-ea"/>
                  <a:cs typeface="+mn-cs"/>
                </a:rPr>
                <a:t>One</a:t>
              </a:r>
              <a:r>
                <a:rPr kumimoji="0" lang="en-US" sz="2200" b="0" i="0" u="none" strike="noStrike" kern="1200" cap="none" spc="0" normalizeH="0" baseline="0" noProof="0" dirty="0">
                  <a:ln>
                    <a:noFill/>
                  </a:ln>
                  <a:solidFill>
                    <a:srgbClr val="000000"/>
                  </a:solidFill>
                  <a:effectLst/>
                  <a:uLnTx/>
                  <a:uFillTx/>
                  <a:latin typeface="Neue Haas Grotesk Text Pro"/>
                  <a:ea typeface="+mn-ea"/>
                  <a:cs typeface="+mn-cs"/>
                </a:rPr>
                <a:t> sentence stating your overall conclusion/prediction.</a:t>
              </a:r>
            </a:p>
          </p:txBody>
        </p:sp>
      </p:grpSp>
      <p:sp>
        <p:nvSpPr>
          <p:cNvPr id="19" name="TextBox 18">
            <a:extLst>
              <a:ext uri="{FF2B5EF4-FFF2-40B4-BE49-F238E27FC236}">
                <a16:creationId xmlns:a16="http://schemas.microsoft.com/office/drawing/2014/main" id="{10E5730B-B64D-00F6-4B74-79C7DA65C86E}"/>
              </a:ext>
            </a:extLst>
          </p:cNvPr>
          <p:cNvSpPr txBox="1"/>
          <p:nvPr/>
        </p:nvSpPr>
        <p:spPr>
          <a:xfrm rot="20381761">
            <a:off x="7583585" y="4976114"/>
            <a:ext cx="4126742" cy="91440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Neue Haas Grotesk Text Pro"/>
                <a:ea typeface="+mn-ea"/>
                <a:cs typeface="+mn-cs"/>
              </a:rPr>
              <a:t>*Discuss </a:t>
            </a:r>
            <a:r>
              <a:rPr kumimoji="0" lang="en-US" sz="1800" b="1" i="0" u="sng" strike="noStrike" kern="1200" cap="none" spc="0" normalizeH="0" baseline="0" noProof="0" dirty="0">
                <a:ln>
                  <a:noFill/>
                </a:ln>
                <a:solidFill>
                  <a:srgbClr val="000000"/>
                </a:solidFill>
                <a:effectLst/>
                <a:uLnTx/>
                <a:uFillTx/>
                <a:latin typeface="Neue Haas Grotesk Text Pro"/>
                <a:ea typeface="+mn-ea"/>
                <a:cs typeface="+mn-cs"/>
              </a:rPr>
              <a:t>your</a:t>
            </a:r>
            <a:r>
              <a:rPr kumimoji="0" lang="en-US" sz="1800" b="0" i="0" u="none" strike="noStrike" kern="1200" cap="none" spc="0" normalizeH="0" baseline="0" noProof="0" dirty="0">
                <a:ln>
                  <a:noFill/>
                </a:ln>
                <a:solidFill>
                  <a:srgbClr val="000000"/>
                </a:solidFill>
                <a:effectLst/>
                <a:uLnTx/>
                <a:uFillTx/>
                <a:latin typeface="Neue Haas Grotesk Text Pro"/>
                <a:ea typeface="+mn-ea"/>
                <a:cs typeface="+mn-cs"/>
              </a:rPr>
              <a:t> client’s facts for the first time in the </a:t>
            </a:r>
            <a:r>
              <a:rPr kumimoji="0" lang="en-US" sz="1800" b="0" i="0" u="sng" strike="noStrike" kern="1200" cap="none" spc="0" normalizeH="0" baseline="0" noProof="0" dirty="0">
                <a:ln>
                  <a:noFill/>
                </a:ln>
                <a:solidFill>
                  <a:srgbClr val="000000"/>
                </a:solidFill>
                <a:effectLst/>
                <a:uLnTx/>
                <a:uFillTx/>
                <a:latin typeface="Neue Haas Grotesk Text Pro"/>
                <a:ea typeface="+mn-ea"/>
                <a:cs typeface="+mn-cs"/>
              </a:rPr>
              <a:t>application</a:t>
            </a:r>
            <a:r>
              <a:rPr kumimoji="0" lang="en-US" sz="1800" b="0" i="0" u="none" strike="noStrike" kern="1200" cap="none" spc="0" normalizeH="0" baseline="0" noProof="0" dirty="0">
                <a:ln>
                  <a:noFill/>
                </a:ln>
                <a:solidFill>
                  <a:srgbClr val="000000"/>
                </a:solidFill>
                <a:effectLst/>
                <a:uLnTx/>
                <a:uFillTx/>
                <a:latin typeface="Neue Haas Grotesk Text Pro"/>
                <a:ea typeface="+mn-ea"/>
                <a:cs typeface="+mn-cs"/>
              </a:rPr>
              <a:t> paragraphs.  </a:t>
            </a:r>
          </a:p>
        </p:txBody>
      </p:sp>
      <p:sp>
        <p:nvSpPr>
          <p:cNvPr id="2" name="Explosion 1 1">
            <a:extLst>
              <a:ext uri="{FF2B5EF4-FFF2-40B4-BE49-F238E27FC236}">
                <a16:creationId xmlns:a16="http://schemas.microsoft.com/office/drawing/2014/main" id="{2F1E44C5-44C9-AD4A-A5FF-F0B7A139AEF2}"/>
              </a:ext>
            </a:extLst>
          </p:cNvPr>
          <p:cNvSpPr/>
          <p:nvPr/>
        </p:nvSpPr>
        <p:spPr>
          <a:xfrm>
            <a:off x="8126617" y="1025041"/>
            <a:ext cx="3406616" cy="2674088"/>
          </a:xfrm>
          <a:prstGeom prst="irregularSeal1">
            <a:avLst/>
          </a:prstGeom>
          <a:solidFill>
            <a:srgbClr val="00FD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Neue Haas Grotesk Text Pro"/>
                <a:ea typeface="+mn-ea"/>
                <a:cs typeface="+mn-cs"/>
              </a:rPr>
              <a:t>Explain comparable case(s) </a:t>
            </a:r>
            <a:r>
              <a:rPr kumimoji="0" lang="en-US" sz="1600" b="0" i="1" u="none" strike="noStrike" kern="1200" cap="none" spc="0" normalizeH="0" baseline="0" noProof="0" dirty="0">
                <a:ln>
                  <a:noFill/>
                </a:ln>
                <a:solidFill>
                  <a:srgbClr val="000000"/>
                </a:solidFill>
                <a:effectLst/>
                <a:uLnTx/>
                <a:uFillTx/>
                <a:latin typeface="Neue Haas Grotesk Text Pro"/>
                <a:ea typeface="+mn-ea"/>
                <a:cs typeface="+mn-cs"/>
              </a:rPr>
              <a:t>before</a:t>
            </a:r>
            <a:r>
              <a:rPr kumimoji="0" lang="en-US" sz="1600" b="0" i="0" u="none" strike="noStrike" kern="1200" cap="none" spc="0" normalizeH="0" baseline="0" noProof="0" dirty="0">
                <a:ln>
                  <a:noFill/>
                </a:ln>
                <a:solidFill>
                  <a:srgbClr val="000000"/>
                </a:solidFill>
                <a:effectLst/>
                <a:uLnTx/>
                <a:uFillTx/>
                <a:latin typeface="Neue Haas Grotesk Text Pro"/>
                <a:ea typeface="+mn-ea"/>
                <a:cs typeface="+mn-cs"/>
              </a:rPr>
              <a:t> distinguishing cases.</a:t>
            </a:r>
          </a:p>
        </p:txBody>
      </p:sp>
      <p:sp>
        <p:nvSpPr>
          <p:cNvPr id="11" name="TextBox 10">
            <a:extLst>
              <a:ext uri="{FF2B5EF4-FFF2-40B4-BE49-F238E27FC236}">
                <a16:creationId xmlns:a16="http://schemas.microsoft.com/office/drawing/2014/main" id="{21063B88-2D2A-CC53-57B9-FC0F7C75EE6F}"/>
              </a:ext>
            </a:extLst>
          </p:cNvPr>
          <p:cNvSpPr txBox="1"/>
          <p:nvPr/>
        </p:nvSpPr>
        <p:spPr>
          <a:xfrm>
            <a:off x="3009898" y="0"/>
            <a:ext cx="879439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Neue Haas Grotesk Text Pro"/>
                <a:ea typeface="+mn-ea"/>
                <a:cs typeface="+mn-cs"/>
              </a:rPr>
              <a:t>Written </a:t>
            </a:r>
            <a:r>
              <a:rPr kumimoji="0" lang="en-US" sz="2400" b="1" i="0" u="none" strike="noStrike" kern="1200" cap="none" spc="0" normalizeH="0" baseline="0" noProof="0" dirty="0">
                <a:ln>
                  <a:noFill/>
                </a:ln>
                <a:solidFill>
                  <a:srgbClr val="000000"/>
                </a:solidFill>
                <a:effectLst/>
                <a:uLnTx/>
                <a:uFillTx/>
                <a:latin typeface="Neue Haas Grotesk Text Pro"/>
                <a:ea typeface="+mn-ea"/>
                <a:cs typeface="+mn-cs"/>
              </a:rPr>
              <a:t>Legal Analysis </a:t>
            </a:r>
            <a:r>
              <a:rPr kumimoji="0" lang="en-US" sz="2400" b="1" i="0" u="none" strike="noStrike" kern="1200" cap="none" spc="0" normalizeH="0" baseline="0" noProof="0">
                <a:ln>
                  <a:noFill/>
                </a:ln>
                <a:solidFill>
                  <a:srgbClr val="000000"/>
                </a:solidFill>
                <a:effectLst/>
                <a:uLnTx/>
                <a:uFillTx/>
                <a:latin typeface="Neue Haas Grotesk Text Pro"/>
                <a:ea typeface="+mn-ea"/>
                <a:cs typeface="+mn-cs"/>
              </a:rPr>
              <a:t>Organization - Discussion </a:t>
            </a:r>
            <a:r>
              <a:rPr kumimoji="0" lang="en-US" sz="2400" b="1" i="0" u="none" strike="noStrike" kern="1200" cap="none" spc="0" normalizeH="0" baseline="0" noProof="0" dirty="0">
                <a:ln>
                  <a:noFill/>
                </a:ln>
                <a:solidFill>
                  <a:srgbClr val="000000"/>
                </a:solidFill>
                <a:effectLst/>
                <a:uLnTx/>
                <a:uFillTx/>
                <a:latin typeface="Neue Haas Grotesk Text Pro"/>
                <a:ea typeface="+mn-ea"/>
                <a:cs typeface="+mn-cs"/>
              </a:rPr>
              <a:t>Sections </a:t>
            </a:r>
          </a:p>
        </p:txBody>
      </p:sp>
    </p:spTree>
    <p:custDataLst>
      <p:tags r:id="rId1"/>
    </p:custDataLst>
    <p:extLst>
      <p:ext uri="{BB962C8B-B14F-4D97-AF65-F5344CB8AC3E}">
        <p14:creationId xmlns:p14="http://schemas.microsoft.com/office/powerpoint/2010/main" val="3230303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AFEA041-B8D9-9621-A3A8-6D1E17B9BC2A}"/>
              </a:ext>
            </a:extLst>
          </p:cNvPr>
          <p:cNvPicPr>
            <a:picLocks noChangeAspect="1"/>
          </p:cNvPicPr>
          <p:nvPr/>
        </p:nvPicPr>
        <p:blipFill rotWithShape="1">
          <a:blip r:embed="rId2">
            <a:alphaModFix amt="40000"/>
          </a:blip>
          <a:srcRect l="325" r="10786"/>
          <a:stretch>
            <a:fillRect/>
          </a:stretch>
        </p:blipFill>
        <p:spPr>
          <a:xfrm>
            <a:off x="20" y="10"/>
            <a:ext cx="12191980" cy="6857989"/>
          </a:xfrm>
          <a:prstGeom prst="rect">
            <a:avLst/>
          </a:prstGeom>
          <a:noFill/>
        </p:spPr>
      </p:pic>
      <p:sp>
        <p:nvSpPr>
          <p:cNvPr id="11" name="Title 1">
            <a:extLst>
              <a:ext uri="{FF2B5EF4-FFF2-40B4-BE49-F238E27FC236}">
                <a16:creationId xmlns:a16="http://schemas.microsoft.com/office/drawing/2014/main" id="{52F33D41-3701-4CC1-8E06-D46176A1E343}"/>
              </a:ext>
            </a:extLst>
          </p:cNvPr>
          <p:cNvSpPr>
            <a:spLocks noGrp="1"/>
          </p:cNvSpPr>
          <p:nvPr>
            <p:ph type="ctrTitle"/>
          </p:nvPr>
        </p:nvSpPr>
        <p:spPr>
          <a:xfrm>
            <a:off x="965200" y="965200"/>
            <a:ext cx="10261600" cy="3564869"/>
          </a:xfrm>
        </p:spPr>
        <p:txBody>
          <a:bodyPr>
            <a:normAutofit/>
          </a:bodyPr>
          <a:lstStyle/>
          <a:p>
            <a:pPr algn="l"/>
            <a:r>
              <a:rPr lang="en-US" sz="8100">
                <a:ln w="22225">
                  <a:solidFill>
                    <a:schemeClr val="tx1"/>
                  </a:solidFill>
                  <a:miter lim="800000"/>
                </a:ln>
                <a:noFill/>
                <a:effectLst>
                  <a:outerShdw blurRad="38100" dist="38100" dir="2700000" algn="tl">
                    <a:srgbClr val="000000">
                      <a:alpha val="43137"/>
                    </a:srgbClr>
                  </a:outerShdw>
                </a:effectLst>
              </a:rPr>
              <a:t>Turn in your rule paragraphs</a:t>
            </a:r>
            <a:br>
              <a:rPr lang="en-US" sz="8100">
                <a:ln w="22225">
                  <a:solidFill>
                    <a:schemeClr val="tx1"/>
                  </a:solidFill>
                  <a:miter lim="800000"/>
                </a:ln>
                <a:noFill/>
                <a:effectLst>
                  <a:outerShdw blurRad="38100" dist="38100" dir="2700000" algn="tl">
                    <a:srgbClr val="000000">
                      <a:alpha val="43137"/>
                    </a:srgbClr>
                  </a:outerShdw>
                </a:effectLst>
              </a:rPr>
            </a:br>
            <a:endParaRPr lang="en-US" sz="8100">
              <a:ln w="22225">
                <a:solidFill>
                  <a:schemeClr val="tx1"/>
                </a:solidFill>
                <a:miter lim="800000"/>
              </a:ln>
              <a:noFill/>
              <a:effectLst>
                <a:outerShdw blurRad="38100" dist="38100" dir="2700000" algn="tl">
                  <a:srgbClr val="000000">
                    <a:alpha val="43137"/>
                  </a:srgbClr>
                </a:outerShdw>
              </a:effectLst>
            </a:endParaRPr>
          </a:p>
        </p:txBody>
      </p:sp>
      <p:sp>
        <p:nvSpPr>
          <p:cNvPr id="17" name="Footer Placeholder 4">
            <a:extLst>
              <a:ext uri="{FF2B5EF4-FFF2-40B4-BE49-F238E27FC236}">
                <a16:creationId xmlns:a16="http://schemas.microsoft.com/office/drawing/2014/main" id="{2F59C538-87BA-4933-ABE5-1BA4EBB62227}"/>
              </a:ext>
            </a:extLst>
          </p:cNvPr>
          <p:cNvSpPr>
            <a:spLocks noGrp="1"/>
          </p:cNvSpPr>
          <p:nvPr>
            <p:ph type="ftr" sz="quarter" idx="11"/>
          </p:nvPr>
        </p:nvSpPr>
        <p:spPr>
          <a:xfrm>
            <a:off x="965201" y="6356350"/>
            <a:ext cx="6569446" cy="365125"/>
          </a:xfrm>
        </p:spPr>
        <p:txBody>
          <a:bodyPr>
            <a:normAutofit/>
          </a:bodyPr>
          <a:lstStyle/>
          <a:p>
            <a:pPr algn="l">
              <a:spcAft>
                <a:spcPts val="600"/>
              </a:spcAft>
            </a:pPr>
            <a:r>
              <a:rPr lang="en-US">
                <a:solidFill>
                  <a:schemeClr val="tx1"/>
                </a:solidFill>
                <a:effectLst>
                  <a:outerShdw blurRad="38100" dist="38100" dir="2700000" algn="tl">
                    <a:srgbClr val="000000">
                      <a:alpha val="43137"/>
                    </a:srgbClr>
                  </a:outerShdw>
                </a:effectLst>
              </a:rPr>
              <a:t>Sample Footer Text</a:t>
            </a:r>
          </a:p>
        </p:txBody>
      </p:sp>
      <p:sp>
        <p:nvSpPr>
          <p:cNvPr id="15" name="Date Placeholder 3">
            <a:extLst>
              <a:ext uri="{FF2B5EF4-FFF2-40B4-BE49-F238E27FC236}">
                <a16:creationId xmlns:a16="http://schemas.microsoft.com/office/drawing/2014/main" id="{65562C84-14F0-4240-B89A-00CA789E2A37}"/>
              </a:ext>
            </a:extLst>
          </p:cNvPr>
          <p:cNvSpPr>
            <a:spLocks noGrp="1"/>
          </p:cNvSpPr>
          <p:nvPr>
            <p:ph type="dt" sz="half" idx="10"/>
          </p:nvPr>
        </p:nvSpPr>
        <p:spPr>
          <a:xfrm>
            <a:off x="7924800" y="6356350"/>
            <a:ext cx="2743200" cy="365125"/>
          </a:xfrm>
        </p:spPr>
        <p:txBody>
          <a:bodyPr>
            <a:normAutofit/>
          </a:bodyPr>
          <a:lstStyle/>
          <a:p>
            <a:pPr algn="r">
              <a:spcAft>
                <a:spcPts val="600"/>
              </a:spcAft>
            </a:pPr>
            <a:endParaRPr lang="en-US">
              <a:solidFill>
                <a:schemeClr val="tx1"/>
              </a:solidFill>
              <a:effectLst>
                <a:outerShdw blurRad="38100" dist="38100" dir="2700000" algn="tl">
                  <a:srgbClr val="000000">
                    <a:alpha val="43137"/>
                  </a:srgbClr>
                </a:outerShdw>
              </a:effectLst>
            </a:endParaRPr>
          </a:p>
        </p:txBody>
      </p:sp>
      <p:sp>
        <p:nvSpPr>
          <p:cNvPr id="19" name="Slide Number Placeholder 5">
            <a:extLst>
              <a:ext uri="{FF2B5EF4-FFF2-40B4-BE49-F238E27FC236}">
                <a16:creationId xmlns:a16="http://schemas.microsoft.com/office/drawing/2014/main" id="{FCBC76CB-4677-4803-9DDD-22B37EA69ADE}"/>
              </a:ext>
            </a:extLst>
          </p:cNvPr>
          <p:cNvSpPr>
            <a:spLocks noGrp="1"/>
          </p:cNvSpPr>
          <p:nvPr>
            <p:ph type="sldNum" sz="quarter" idx="12"/>
          </p:nvPr>
        </p:nvSpPr>
        <p:spPr>
          <a:xfrm>
            <a:off x="10744200" y="6356350"/>
            <a:ext cx="609600" cy="365125"/>
          </a:xfrm>
        </p:spPr>
        <p:txBody>
          <a:bodyPr>
            <a:normAutofit/>
          </a:bodyPr>
          <a:lstStyle/>
          <a:p>
            <a:pPr>
              <a:spcAft>
                <a:spcPts val="600"/>
              </a:spcAft>
            </a:pPr>
            <a:fld id="{8DFDE724-0293-4953-AE9D-4D814FA589B0}" type="slidenum">
              <a:rPr lang="en-US">
                <a:solidFill>
                  <a:schemeClr val="tx1"/>
                </a:solidFill>
                <a:effectLst>
                  <a:outerShdw blurRad="38100" dist="38100" dir="2700000" algn="tl">
                    <a:srgbClr val="000000">
                      <a:alpha val="43137"/>
                    </a:srgbClr>
                  </a:outerShdw>
                </a:effectLst>
              </a:rPr>
              <a:pPr>
                <a:spcAft>
                  <a:spcPts val="600"/>
                </a:spcAft>
              </a:pPr>
              <a:t>4</a:t>
            </a:fld>
            <a:endParaRPr lang="en-US">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7521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D5C2B-D690-F2DB-785D-EA33A2F5D379}"/>
              </a:ext>
            </a:extLst>
          </p:cNvPr>
          <p:cNvSpPr>
            <a:spLocks noGrp="1"/>
          </p:cNvSpPr>
          <p:nvPr>
            <p:ph type="title"/>
          </p:nvPr>
        </p:nvSpPr>
        <p:spPr/>
        <p:txBody>
          <a:bodyPr>
            <a:normAutofit/>
          </a:bodyPr>
          <a:lstStyle/>
          <a:p>
            <a:r>
              <a:rPr lang="en-US" dirty="0"/>
              <a:t>New Case to Consider &amp; Application Section Preparation Exercise</a:t>
            </a:r>
          </a:p>
        </p:txBody>
      </p:sp>
      <p:sp>
        <p:nvSpPr>
          <p:cNvPr id="3" name="Content Placeholder 2">
            <a:extLst>
              <a:ext uri="{FF2B5EF4-FFF2-40B4-BE49-F238E27FC236}">
                <a16:creationId xmlns:a16="http://schemas.microsoft.com/office/drawing/2014/main" id="{098DA130-DC05-9FAC-8170-ADD0E96572D2}"/>
              </a:ext>
            </a:extLst>
          </p:cNvPr>
          <p:cNvSpPr>
            <a:spLocks noGrp="1"/>
          </p:cNvSpPr>
          <p:nvPr>
            <p:ph idx="1"/>
          </p:nvPr>
        </p:nvSpPr>
        <p:spPr/>
        <p:txBody>
          <a:bodyPr>
            <a:normAutofit fontScale="92500" lnSpcReduction="20000"/>
          </a:bodyPr>
          <a:lstStyle/>
          <a:p>
            <a:r>
              <a:rPr lang="en-US" dirty="0"/>
              <a:t>Alone, read the Casco e-mail and </a:t>
            </a:r>
            <a:r>
              <a:rPr lang="en-US" i="1" dirty="0"/>
              <a:t>Edick </a:t>
            </a:r>
            <a:r>
              <a:rPr lang="en-US" dirty="0"/>
              <a:t>case. </a:t>
            </a:r>
          </a:p>
          <a:p>
            <a:r>
              <a:rPr lang="en-US" i="1" dirty="0"/>
              <a:t>In your law firms, think about and answer the following (20 mins):</a:t>
            </a:r>
          </a:p>
          <a:p>
            <a:endParaRPr lang="en-US" i="1" dirty="0"/>
          </a:p>
          <a:p>
            <a:pPr lvl="1"/>
            <a:r>
              <a:rPr lang="en-US" b="1" dirty="0"/>
              <a:t>Together, identify the material facts from </a:t>
            </a:r>
            <a:r>
              <a:rPr lang="en-US" b="1" i="1" dirty="0"/>
              <a:t>Edick</a:t>
            </a:r>
            <a:r>
              <a:rPr lang="en-US" b="1" dirty="0"/>
              <a:t>.</a:t>
            </a:r>
            <a:br>
              <a:rPr lang="en-US" dirty="0"/>
            </a:br>
            <a:endParaRPr lang="en-US" dirty="0"/>
          </a:p>
          <a:p>
            <a:pPr lvl="1"/>
            <a:r>
              <a:rPr lang="en-US" b="1" dirty="0"/>
              <a:t>Identify the court’s reasoning.</a:t>
            </a:r>
            <a:br>
              <a:rPr lang="en-US" dirty="0"/>
            </a:br>
            <a:endParaRPr lang="en-US" dirty="0"/>
          </a:p>
          <a:p>
            <a:pPr lvl="1"/>
            <a:r>
              <a:rPr lang="en-US" b="1" dirty="0"/>
              <a:t>Do you think the facts in </a:t>
            </a:r>
            <a:r>
              <a:rPr lang="en-US" b="1" i="1" dirty="0"/>
              <a:t>Edick</a:t>
            </a:r>
            <a:r>
              <a:rPr lang="en-US" b="1" dirty="0"/>
              <a:t> are mostly comparable or mostly distinguishable from Jalen’s facts?</a:t>
            </a:r>
          </a:p>
          <a:p>
            <a:pPr marL="457200" lvl="1" indent="0">
              <a:buNone/>
            </a:pPr>
            <a:endParaRPr lang="en-US" b="1" dirty="0"/>
          </a:p>
          <a:p>
            <a:pPr lvl="1"/>
            <a:r>
              <a:rPr lang="en-US" b="1" dirty="0"/>
              <a:t>Write a less than 7 word create or repurpose a popular quote, tagline, song title, newspaper headline, that sums up the legal reasoning in all four domicile cases. What is the essence of the law in our issue (what does it turn on)?</a:t>
            </a:r>
          </a:p>
          <a:p>
            <a:pPr lvl="2"/>
            <a:r>
              <a:rPr lang="en-US" b="1" dirty="0"/>
              <a:t>Example from </a:t>
            </a:r>
            <a:r>
              <a:rPr lang="en-US" b="1" i="1" dirty="0"/>
              <a:t>Sobin</a:t>
            </a:r>
            <a:r>
              <a:rPr lang="en-US" b="1" dirty="0"/>
              <a:t> and </a:t>
            </a:r>
            <a:r>
              <a:rPr lang="en-US" b="1" i="1" dirty="0"/>
              <a:t>Mustafa</a:t>
            </a:r>
            <a:r>
              <a:rPr lang="en-US" b="1" dirty="0"/>
              <a:t>: Time heals all wounds.</a:t>
            </a:r>
          </a:p>
        </p:txBody>
      </p:sp>
    </p:spTree>
    <p:extLst>
      <p:ext uri="{BB962C8B-B14F-4D97-AF65-F5344CB8AC3E}">
        <p14:creationId xmlns:p14="http://schemas.microsoft.com/office/powerpoint/2010/main" val="3063513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6EF2F-4891-13B8-47AF-A56BDD16E6CB}"/>
              </a:ext>
            </a:extLst>
          </p:cNvPr>
          <p:cNvSpPr>
            <a:spLocks noGrp="1"/>
          </p:cNvSpPr>
          <p:nvPr>
            <p:ph type="title"/>
          </p:nvPr>
        </p:nvSpPr>
        <p:spPr/>
        <p:txBody>
          <a:bodyPr/>
          <a:lstStyle/>
          <a:p>
            <a:r>
              <a:rPr lang="en-US" dirty="0"/>
              <a:t>How to Use </a:t>
            </a:r>
            <a:r>
              <a:rPr lang="en-US" i="1" dirty="0"/>
              <a:t>Edick</a:t>
            </a:r>
          </a:p>
        </p:txBody>
      </p:sp>
      <p:sp>
        <p:nvSpPr>
          <p:cNvPr id="3" name="Content Placeholder 2">
            <a:extLst>
              <a:ext uri="{FF2B5EF4-FFF2-40B4-BE49-F238E27FC236}">
                <a16:creationId xmlns:a16="http://schemas.microsoft.com/office/drawing/2014/main" id="{21F84F84-E5BA-3FC1-62C0-23C0A6F804D8}"/>
              </a:ext>
            </a:extLst>
          </p:cNvPr>
          <p:cNvSpPr>
            <a:spLocks noGrp="1"/>
          </p:cNvSpPr>
          <p:nvPr>
            <p:ph idx="1"/>
          </p:nvPr>
        </p:nvSpPr>
        <p:spPr/>
        <p:txBody>
          <a:bodyPr>
            <a:normAutofit fontScale="92500" lnSpcReduction="20000"/>
          </a:bodyPr>
          <a:lstStyle/>
          <a:p>
            <a:r>
              <a:rPr lang="en-US" dirty="0"/>
              <a:t>No need to integrate into your rule statement. It is from U.S. District for the Western District of Michigan. It is not binding, or mandatory, on a U.S. District Court for the Middle District of Tennessee. Thus, it would not be appropriate in this situation to include. </a:t>
            </a:r>
          </a:p>
          <a:p>
            <a:r>
              <a:rPr lang="en-US" dirty="0"/>
              <a:t>No need to do a Case Illustration for all four cases. Just pick three (</a:t>
            </a:r>
            <a:r>
              <a:rPr lang="en-US" i="1" dirty="0"/>
              <a:t>Edick </a:t>
            </a:r>
            <a:r>
              <a:rPr lang="en-US" dirty="0"/>
              <a:t>plus two others).</a:t>
            </a:r>
          </a:p>
          <a:p>
            <a:r>
              <a:rPr lang="en-US" dirty="0"/>
              <a:t>If your conclusion is that Fox likely has not acquired a new domicile in Kentucky, you need to distinguish Fox from Edick. What has not Fox not done that Edick has?</a:t>
            </a:r>
          </a:p>
          <a:p>
            <a:r>
              <a:rPr lang="en-US" dirty="0"/>
              <a:t>If your conclusion is that Fox likely has acquired a new domicile in Kentucky, you need to distinguish two of the original cases (</a:t>
            </a:r>
            <a:r>
              <a:rPr lang="en-US" i="1" dirty="0"/>
              <a:t>Deasy</a:t>
            </a:r>
            <a:r>
              <a:rPr lang="en-US" dirty="0"/>
              <a:t>,</a:t>
            </a:r>
            <a:r>
              <a:rPr lang="en-US" i="1" dirty="0"/>
              <a:t> Pitt Excavating</a:t>
            </a:r>
            <a:r>
              <a:rPr lang="en-US" dirty="0"/>
              <a:t>,</a:t>
            </a:r>
            <a:r>
              <a:rPr lang="en-US" i="1" dirty="0"/>
              <a:t> and Robinette</a:t>
            </a:r>
            <a:r>
              <a:rPr lang="en-US" dirty="0"/>
              <a:t>)</a:t>
            </a:r>
            <a:r>
              <a:rPr lang="en-US" i="1" dirty="0"/>
              <a:t>. </a:t>
            </a:r>
            <a:r>
              <a:rPr lang="en-US" dirty="0"/>
              <a:t>What has Fox done that the relevant party has not?</a:t>
            </a:r>
          </a:p>
          <a:p>
            <a:endParaRPr lang="en-US" dirty="0"/>
          </a:p>
        </p:txBody>
      </p:sp>
    </p:spTree>
    <p:extLst>
      <p:ext uri="{BB962C8B-B14F-4D97-AF65-F5344CB8AC3E}">
        <p14:creationId xmlns:p14="http://schemas.microsoft.com/office/powerpoint/2010/main" val="427515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Rule-Based Reasoning</a:t>
            </a:r>
          </a:p>
        </p:txBody>
      </p:sp>
      <p:graphicFrame>
        <p:nvGraphicFramePr>
          <p:cNvPr id="4" name="Content Placeholder 3">
            <a:extLst>
              <a:ext uri="{FF2B5EF4-FFF2-40B4-BE49-F238E27FC236}">
                <a16:creationId xmlns:a16="http://schemas.microsoft.com/office/drawing/2014/main" id="{06F88EB6-C5D8-1414-4B43-74FEF8A435B8}"/>
              </a:ext>
            </a:extLst>
          </p:cNvPr>
          <p:cNvGraphicFramePr>
            <a:graphicFrameLocks noGrp="1"/>
          </p:cNvGraphicFramePr>
          <p:nvPr>
            <p:ph idx="1"/>
          </p:nvPr>
        </p:nvGraphicFramePr>
        <p:xfrm>
          <a:off x="958327" y="1830051"/>
          <a:ext cx="10275345" cy="42358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83604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2493" y="238539"/>
            <a:ext cx="11018520" cy="1434415"/>
          </a:xfrm>
        </p:spPr>
        <p:txBody>
          <a:bodyPr anchor="b">
            <a:normAutofit/>
          </a:bodyPr>
          <a:lstStyle/>
          <a:p>
            <a:r>
              <a:rPr lang="en-US" sz="5400" dirty="0"/>
              <a:t>Reasoning by Analogy</a:t>
            </a:r>
          </a:p>
        </p:txBody>
      </p:sp>
      <p:sp>
        <p:nvSpPr>
          <p:cNvPr id="8" name="Content Placeholder 2"/>
          <p:cNvSpPr>
            <a:spLocks noGrp="1"/>
          </p:cNvSpPr>
          <p:nvPr>
            <p:ph idx="1"/>
          </p:nvPr>
        </p:nvSpPr>
        <p:spPr>
          <a:xfrm>
            <a:off x="572493" y="1929781"/>
            <a:ext cx="6713552" cy="4260707"/>
          </a:xfrm>
        </p:spPr>
        <p:txBody>
          <a:bodyPr anchor="t">
            <a:normAutofit/>
          </a:bodyPr>
          <a:lstStyle/>
          <a:p>
            <a:r>
              <a:rPr lang="en-US" sz="2400" dirty="0"/>
              <a:t>Using similarities and differences to </a:t>
            </a:r>
            <a:r>
              <a:rPr lang="en-US" sz="2400" b="1" dirty="0">
                <a:solidFill>
                  <a:srgbClr val="0096FF"/>
                </a:solidFill>
              </a:rPr>
              <a:t>extrapolate</a:t>
            </a:r>
            <a:r>
              <a:rPr lang="en-US" sz="2400" dirty="0"/>
              <a:t>.</a:t>
            </a:r>
          </a:p>
          <a:p>
            <a:r>
              <a:rPr lang="en-US" sz="2400" dirty="0">
                <a:sym typeface="Wingdings" panose="05000000000000000000" pitchFamily="2" charset="2"/>
              </a:rPr>
              <a:t>Facts of Case A are like the facts of case B, so the rule from case A applies to case B.</a:t>
            </a:r>
            <a:endParaRPr lang="en-US" sz="2400" dirty="0"/>
          </a:p>
          <a:p>
            <a:r>
              <a:rPr lang="en-US" sz="2400" dirty="0"/>
              <a:t>Two cases are never an exact match; reasoning by analogy involves </a:t>
            </a:r>
            <a:r>
              <a:rPr lang="en-US" sz="2400" b="1" dirty="0">
                <a:solidFill>
                  <a:srgbClr val="0096FF"/>
                </a:solidFill>
              </a:rPr>
              <a:t>degrees of similarity</a:t>
            </a:r>
            <a:r>
              <a:rPr lang="en-US" sz="2400" dirty="0"/>
              <a:t>. </a:t>
            </a:r>
          </a:p>
          <a:p>
            <a:r>
              <a:rPr lang="en-US" sz="2400" dirty="0"/>
              <a:t>The writer tries to convince the reader that the </a:t>
            </a:r>
            <a:r>
              <a:rPr lang="en-US" sz="2400" b="1" dirty="0">
                <a:solidFill>
                  <a:srgbClr val="0096FF"/>
                </a:solidFill>
              </a:rPr>
              <a:t>facts</a:t>
            </a:r>
            <a:r>
              <a:rPr lang="en-US" sz="2400" dirty="0"/>
              <a:t> of the two cases are </a:t>
            </a:r>
            <a:r>
              <a:rPr lang="en-US" sz="2400" b="1" dirty="0">
                <a:solidFill>
                  <a:srgbClr val="0096FF"/>
                </a:solidFill>
              </a:rPr>
              <a:t>sufficiently similar </a:t>
            </a:r>
            <a:r>
              <a:rPr lang="en-US" sz="2400" dirty="0"/>
              <a:t>such that we can predict the </a:t>
            </a:r>
            <a:r>
              <a:rPr lang="en-US" sz="2400" b="1" dirty="0">
                <a:solidFill>
                  <a:srgbClr val="0096FF"/>
                </a:solidFill>
              </a:rPr>
              <a:t>outcome</a:t>
            </a:r>
            <a:r>
              <a:rPr lang="en-US" sz="2400" dirty="0"/>
              <a:t> of the current case by looking at the outcome of the prior (precedential) case.</a:t>
            </a:r>
          </a:p>
          <a:p>
            <a:endParaRPr lang="en-US" sz="2000" dirty="0"/>
          </a:p>
        </p:txBody>
      </p:sp>
      <p:pic>
        <p:nvPicPr>
          <p:cNvPr id="7" name="Picture 6" descr="A group of people with gears in their head&#10;&#10;Description automatically generated">
            <a:extLst>
              <a:ext uri="{FF2B5EF4-FFF2-40B4-BE49-F238E27FC236}">
                <a16:creationId xmlns:a16="http://schemas.microsoft.com/office/drawing/2014/main" id="{DF1B12D9-8414-48DE-0FFF-479C04CD1CCA}"/>
              </a:ext>
            </a:extLst>
          </p:cNvPr>
          <p:cNvPicPr>
            <a:picLocks noChangeAspect="1"/>
          </p:cNvPicPr>
          <p:nvPr/>
        </p:nvPicPr>
        <p:blipFill>
          <a:blip r:embed="rId3">
            <a:extLst>
              <a:ext uri="{837473B0-CC2E-450A-ABE3-18F120FF3D39}">
                <a1611:picAttrSrcUrl xmlns:a1611="http://schemas.microsoft.com/office/drawing/2016/11/main" r:id="rId4"/>
              </a:ext>
            </a:extLst>
          </a:blip>
          <a:srcRect l="35167" r="22022"/>
          <a:stretch/>
        </p:blipFill>
        <p:spPr>
          <a:xfrm>
            <a:off x="7675658" y="2093976"/>
            <a:ext cx="3941064" cy="4096512"/>
          </a:xfrm>
          <a:prstGeom prst="rect">
            <a:avLst/>
          </a:prstGeom>
        </p:spPr>
      </p:pic>
      <p:sp>
        <p:nvSpPr>
          <p:cNvPr id="3" name="TextBox 2">
            <a:extLst>
              <a:ext uri="{FF2B5EF4-FFF2-40B4-BE49-F238E27FC236}">
                <a16:creationId xmlns:a16="http://schemas.microsoft.com/office/drawing/2014/main" id="{04081FB8-BA7F-58F8-06DD-E4705196D346}"/>
              </a:ext>
            </a:extLst>
          </p:cNvPr>
          <p:cNvSpPr txBox="1"/>
          <p:nvPr/>
        </p:nvSpPr>
        <p:spPr>
          <a:xfrm>
            <a:off x="9176631" y="5990433"/>
            <a:ext cx="2440091"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4" tooltip="http://www.eoi.es/blogs/embasev/2015/11/09/aprendemos-mas-cuando-ensenamos/">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5" tooltip="https://creativecommons.org/licenses/by-nc-sa/3.0/">
                  <a:extLst>
                    <a:ext uri="{A12FA001-AC4F-418D-AE19-62706E023703}">
                      <ahyp:hlinkClr xmlns:ahyp="http://schemas.microsoft.com/office/drawing/2018/hyperlinkcolor" val="tx"/>
                    </a:ext>
                  </a:extLst>
                </a:hlinkClick>
              </a:rPr>
              <a:t>CC BY-SA-NC</a:t>
            </a:r>
            <a:endParaRPr lang="en-US" sz="700">
              <a:solidFill>
                <a:srgbClr val="FFFFFF"/>
              </a:solidFill>
            </a:endParaRPr>
          </a:p>
        </p:txBody>
      </p:sp>
    </p:spTree>
    <p:extLst>
      <p:ext uri="{BB962C8B-B14F-4D97-AF65-F5344CB8AC3E}">
        <p14:creationId xmlns:p14="http://schemas.microsoft.com/office/powerpoint/2010/main" val="702515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09971-847F-9B46-8C14-1E5985BADBFA}"/>
              </a:ext>
            </a:extLst>
          </p:cNvPr>
          <p:cNvSpPr>
            <a:spLocks noGrp="1"/>
          </p:cNvSpPr>
          <p:nvPr>
            <p:ph type="title"/>
          </p:nvPr>
        </p:nvSpPr>
        <p:spPr>
          <a:xfrm>
            <a:off x="604284" y="245864"/>
            <a:ext cx="10515600" cy="1325563"/>
          </a:xfrm>
        </p:spPr>
        <p:txBody>
          <a:bodyPr/>
          <a:lstStyle/>
          <a:p>
            <a:r>
              <a:rPr lang="en-US" dirty="0"/>
              <a:t>Comparing a Case </a:t>
            </a:r>
            <a:r>
              <a:rPr lang="en-US" sz="2400" dirty="0"/>
              <a:t>(</a:t>
            </a:r>
            <a:r>
              <a:rPr lang="en-US" sz="2400" i="1" dirty="0"/>
              <a:t>outcome</a:t>
            </a:r>
            <a:r>
              <a:rPr lang="en-US" sz="2400" dirty="0"/>
              <a:t> is the same as your </a:t>
            </a:r>
            <a:r>
              <a:rPr lang="en-US" sz="2400" i="1" dirty="0"/>
              <a:t>predicted</a:t>
            </a:r>
            <a:r>
              <a:rPr lang="en-US" sz="2400" dirty="0"/>
              <a:t> outcome)</a:t>
            </a:r>
            <a:endParaRPr lang="en-US" dirty="0"/>
          </a:p>
        </p:txBody>
      </p:sp>
      <p:grpSp>
        <p:nvGrpSpPr>
          <p:cNvPr id="6" name="Group 16">
            <a:extLst>
              <a:ext uri="{FF2B5EF4-FFF2-40B4-BE49-F238E27FC236}">
                <a16:creationId xmlns:a16="http://schemas.microsoft.com/office/drawing/2014/main" id="{05F02152-4D95-E742-A310-7F8BA830D59D}"/>
              </a:ext>
            </a:extLst>
          </p:cNvPr>
          <p:cNvGrpSpPr>
            <a:grpSpLocks/>
          </p:cNvGrpSpPr>
          <p:nvPr/>
        </p:nvGrpSpPr>
        <p:grpSpPr bwMode="auto">
          <a:xfrm>
            <a:off x="2586038" y="3287713"/>
            <a:ext cx="7015162" cy="1417637"/>
            <a:chOff x="1414463" y="2979747"/>
            <a:chExt cx="7015162" cy="1417638"/>
          </a:xfrm>
        </p:grpSpPr>
        <p:sp>
          <p:nvSpPr>
            <p:cNvPr id="7" name="Freeform 6">
              <a:extLst>
                <a:ext uri="{FF2B5EF4-FFF2-40B4-BE49-F238E27FC236}">
                  <a16:creationId xmlns:a16="http://schemas.microsoft.com/office/drawing/2014/main" id="{962F2407-392D-C243-A465-1A5CB1FCADD9}"/>
                </a:ext>
              </a:extLst>
            </p:cNvPr>
            <p:cNvSpPr>
              <a:spLocks/>
            </p:cNvSpPr>
            <p:nvPr/>
          </p:nvSpPr>
          <p:spPr bwMode="auto">
            <a:xfrm>
              <a:off x="1414463" y="2979747"/>
              <a:ext cx="3838575" cy="1414463"/>
            </a:xfrm>
            <a:custGeom>
              <a:avLst/>
              <a:gdLst>
                <a:gd name="T0" fmla="*/ 3838575 w 2418"/>
                <a:gd name="T1" fmla="*/ 1414463 h 891"/>
                <a:gd name="T2" fmla="*/ 3838575 w 2418"/>
                <a:gd name="T3" fmla="*/ 0 h 891"/>
                <a:gd name="T4" fmla="*/ 0 w 2418"/>
                <a:gd name="T5" fmla="*/ 701675 h 891"/>
                <a:gd name="T6" fmla="*/ 3838575 w 2418"/>
                <a:gd name="T7" fmla="*/ 1414463 h 8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18" h="891">
                  <a:moveTo>
                    <a:pt x="2418" y="891"/>
                  </a:moveTo>
                  <a:lnTo>
                    <a:pt x="2418" y="0"/>
                  </a:lnTo>
                  <a:lnTo>
                    <a:pt x="0" y="442"/>
                  </a:lnTo>
                  <a:lnTo>
                    <a:pt x="2418" y="891"/>
                  </a:lnTo>
                  <a:close/>
                </a:path>
              </a:pathLst>
            </a:custGeom>
            <a:gradFill rotWithShape="1">
              <a:gsLst>
                <a:gs pos="0">
                  <a:srgbClr val="0560B3"/>
                </a:gs>
                <a:gs pos="100000">
                  <a:srgbClr val="043E72"/>
                </a:gs>
              </a:gsLst>
              <a:lin ang="5400000"/>
            </a:gradFill>
            <a:ln w="9525" cap="flat" cmpd="sng" algn="ctr">
              <a:solidFill>
                <a:srgbClr val="01568F"/>
              </a:solidFill>
              <a:prstDash val="solid"/>
              <a:round/>
              <a:headEnd type="none" w="med" len="med"/>
              <a:tailEnd type="none" w="med" len="med"/>
            </a:ln>
          </p:spPr>
          <p:txBody>
            <a:bodyPr lIns="82124" tIns="41061" rIns="82124" bIns="41061"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orbel" panose="020B0503020204020204"/>
                <a:ea typeface="+mn-ea"/>
                <a:cs typeface="+mn-cs"/>
              </a:endParaRPr>
            </a:p>
          </p:txBody>
        </p:sp>
        <p:sp>
          <p:nvSpPr>
            <p:cNvPr id="8" name="Freeform 9">
              <a:extLst>
                <a:ext uri="{FF2B5EF4-FFF2-40B4-BE49-F238E27FC236}">
                  <a16:creationId xmlns:a16="http://schemas.microsoft.com/office/drawing/2014/main" id="{13F439BA-AC9B-544B-94EC-892E50C644A8}"/>
                </a:ext>
              </a:extLst>
            </p:cNvPr>
            <p:cNvSpPr>
              <a:spLocks/>
            </p:cNvSpPr>
            <p:nvPr/>
          </p:nvSpPr>
          <p:spPr bwMode="auto">
            <a:xfrm>
              <a:off x="5253038" y="2979747"/>
              <a:ext cx="3176587" cy="1417638"/>
            </a:xfrm>
            <a:custGeom>
              <a:avLst/>
              <a:gdLst>
                <a:gd name="T0" fmla="*/ 3176587 w 2001"/>
                <a:gd name="T1" fmla="*/ 0 h 893"/>
                <a:gd name="T2" fmla="*/ 4762 w 2001"/>
                <a:gd name="T3" fmla="*/ 0 h 893"/>
                <a:gd name="T4" fmla="*/ 0 w 2001"/>
                <a:gd name="T5" fmla="*/ 0 h 893"/>
                <a:gd name="T6" fmla="*/ 0 w 2001"/>
                <a:gd name="T7" fmla="*/ 1417638 h 893"/>
                <a:gd name="T8" fmla="*/ 4762 w 2001"/>
                <a:gd name="T9" fmla="*/ 1417638 h 893"/>
                <a:gd name="T10" fmla="*/ 3176587 w 2001"/>
                <a:gd name="T11" fmla="*/ 1417638 h 893"/>
                <a:gd name="T12" fmla="*/ 3176587 w 2001"/>
                <a:gd name="T13" fmla="*/ 0 h 89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01" h="893">
                  <a:moveTo>
                    <a:pt x="2001" y="0"/>
                  </a:moveTo>
                  <a:lnTo>
                    <a:pt x="3" y="0"/>
                  </a:lnTo>
                  <a:lnTo>
                    <a:pt x="0" y="0"/>
                  </a:lnTo>
                  <a:lnTo>
                    <a:pt x="0" y="893"/>
                  </a:lnTo>
                  <a:lnTo>
                    <a:pt x="3" y="893"/>
                  </a:lnTo>
                  <a:lnTo>
                    <a:pt x="2001" y="893"/>
                  </a:lnTo>
                  <a:lnTo>
                    <a:pt x="2001" y="0"/>
                  </a:lnTo>
                  <a:close/>
                </a:path>
              </a:pathLst>
            </a:custGeom>
            <a:gradFill rotWithShape="0">
              <a:gsLst>
                <a:gs pos="0">
                  <a:srgbClr val="0560B3"/>
                </a:gs>
                <a:gs pos="99001">
                  <a:srgbClr val="066CC9"/>
                </a:gs>
                <a:gs pos="100000">
                  <a:srgbClr val="066CC9"/>
                </a:gs>
              </a:gsLst>
              <a:lin ang="5400000" scaled="1"/>
            </a:gradFill>
            <a:ln w="9525" cap="flat" cmpd="sng" algn="ctr">
              <a:solidFill>
                <a:srgbClr val="01568F"/>
              </a:solidFill>
              <a:prstDash val="solid"/>
              <a:round/>
              <a:headEnd type="none" w="med" len="med"/>
              <a:tailEnd type="none" w="med" len="med"/>
            </a:ln>
          </p:spPr>
          <p:txBody>
            <a:bodyPr lIns="82124" tIns="41061" rIns="82124" bIns="41061"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orbel" panose="020B0503020204020204"/>
                <a:ea typeface="+mn-ea"/>
                <a:cs typeface="+mn-cs"/>
              </a:endParaRPr>
            </a:p>
          </p:txBody>
        </p:sp>
      </p:grpSp>
      <p:grpSp>
        <p:nvGrpSpPr>
          <p:cNvPr id="9" name="Group 17">
            <a:extLst>
              <a:ext uri="{FF2B5EF4-FFF2-40B4-BE49-F238E27FC236}">
                <a16:creationId xmlns:a16="http://schemas.microsoft.com/office/drawing/2014/main" id="{EA437ACE-C966-3248-B607-FBB24B3A85C8}"/>
              </a:ext>
            </a:extLst>
          </p:cNvPr>
          <p:cNvGrpSpPr>
            <a:grpSpLocks/>
          </p:cNvGrpSpPr>
          <p:nvPr/>
        </p:nvGrpSpPr>
        <p:grpSpPr bwMode="auto">
          <a:xfrm>
            <a:off x="2586038" y="3989388"/>
            <a:ext cx="7015162" cy="2546350"/>
            <a:chOff x="1414463" y="3681422"/>
            <a:chExt cx="7015162" cy="2546350"/>
          </a:xfrm>
        </p:grpSpPr>
        <p:sp>
          <p:nvSpPr>
            <p:cNvPr id="10" name="Freeform 7">
              <a:extLst>
                <a:ext uri="{FF2B5EF4-FFF2-40B4-BE49-F238E27FC236}">
                  <a16:creationId xmlns:a16="http://schemas.microsoft.com/office/drawing/2014/main" id="{464D2F3A-F1BA-E144-9340-280F24A869BA}"/>
                </a:ext>
              </a:extLst>
            </p:cNvPr>
            <p:cNvSpPr>
              <a:spLocks/>
            </p:cNvSpPr>
            <p:nvPr/>
          </p:nvSpPr>
          <p:spPr bwMode="auto">
            <a:xfrm>
              <a:off x="1414463" y="3681422"/>
              <a:ext cx="3838575" cy="2543175"/>
            </a:xfrm>
            <a:custGeom>
              <a:avLst/>
              <a:gdLst>
                <a:gd name="T0" fmla="*/ 3838575 w 2418"/>
                <a:gd name="T1" fmla="*/ 2543175 h 1602"/>
                <a:gd name="T2" fmla="*/ 3838575 w 2418"/>
                <a:gd name="T3" fmla="*/ 1139825 h 1602"/>
                <a:gd name="T4" fmla="*/ 0 w 2418"/>
                <a:gd name="T5" fmla="*/ 0 h 1602"/>
                <a:gd name="T6" fmla="*/ 3838575 w 2418"/>
                <a:gd name="T7" fmla="*/ 2543175 h 16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18" h="1602">
                  <a:moveTo>
                    <a:pt x="2418" y="1602"/>
                  </a:moveTo>
                  <a:lnTo>
                    <a:pt x="2418" y="718"/>
                  </a:lnTo>
                  <a:lnTo>
                    <a:pt x="0" y="0"/>
                  </a:lnTo>
                  <a:lnTo>
                    <a:pt x="2418" y="1602"/>
                  </a:lnTo>
                  <a:close/>
                </a:path>
              </a:pathLst>
            </a:custGeom>
            <a:gradFill rotWithShape="1">
              <a:gsLst>
                <a:gs pos="0">
                  <a:srgbClr val="093667"/>
                </a:gs>
                <a:gs pos="100000">
                  <a:srgbClr val="011E39"/>
                </a:gs>
              </a:gsLst>
              <a:lin ang="5400000"/>
            </a:gradFill>
            <a:ln w="9525">
              <a:solidFill>
                <a:srgbClr val="013253"/>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orbel" panose="020B0503020204020204"/>
                <a:ea typeface="+mn-ea"/>
                <a:cs typeface="+mn-cs"/>
              </a:endParaRPr>
            </a:p>
          </p:txBody>
        </p:sp>
        <p:sp>
          <p:nvSpPr>
            <p:cNvPr id="11" name="Freeform 11">
              <a:extLst>
                <a:ext uri="{FF2B5EF4-FFF2-40B4-BE49-F238E27FC236}">
                  <a16:creationId xmlns:a16="http://schemas.microsoft.com/office/drawing/2014/main" id="{91E3663E-9FE5-254C-845B-30B561351F25}"/>
                </a:ext>
              </a:extLst>
            </p:cNvPr>
            <p:cNvSpPr>
              <a:spLocks/>
            </p:cNvSpPr>
            <p:nvPr/>
          </p:nvSpPr>
          <p:spPr bwMode="auto">
            <a:xfrm>
              <a:off x="5253038" y="4821247"/>
              <a:ext cx="3176587" cy="1406525"/>
            </a:xfrm>
            <a:custGeom>
              <a:avLst/>
              <a:gdLst>
                <a:gd name="T0" fmla="*/ 3176587 w 2001"/>
                <a:gd name="T1" fmla="*/ 0 h 886"/>
                <a:gd name="T2" fmla="*/ 4762 w 2001"/>
                <a:gd name="T3" fmla="*/ 0 h 886"/>
                <a:gd name="T4" fmla="*/ 0 w 2001"/>
                <a:gd name="T5" fmla="*/ 0 h 886"/>
                <a:gd name="T6" fmla="*/ 0 w 2001"/>
                <a:gd name="T7" fmla="*/ 1406525 h 886"/>
                <a:gd name="T8" fmla="*/ 4762 w 2001"/>
                <a:gd name="T9" fmla="*/ 1406525 h 886"/>
                <a:gd name="T10" fmla="*/ 3176587 w 2001"/>
                <a:gd name="T11" fmla="*/ 1406525 h 886"/>
                <a:gd name="T12" fmla="*/ 3176587 w 2001"/>
                <a:gd name="T13" fmla="*/ 0 h 8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01" h="886">
                  <a:moveTo>
                    <a:pt x="2001" y="0"/>
                  </a:moveTo>
                  <a:lnTo>
                    <a:pt x="3" y="0"/>
                  </a:lnTo>
                  <a:lnTo>
                    <a:pt x="0" y="0"/>
                  </a:lnTo>
                  <a:lnTo>
                    <a:pt x="0" y="886"/>
                  </a:lnTo>
                  <a:lnTo>
                    <a:pt x="3" y="886"/>
                  </a:lnTo>
                  <a:lnTo>
                    <a:pt x="2001" y="886"/>
                  </a:lnTo>
                  <a:lnTo>
                    <a:pt x="2001" y="0"/>
                  </a:lnTo>
                  <a:close/>
                </a:path>
              </a:pathLst>
            </a:custGeom>
            <a:gradFill rotWithShape="0">
              <a:gsLst>
                <a:gs pos="0">
                  <a:srgbClr val="093667"/>
                </a:gs>
                <a:gs pos="99001">
                  <a:srgbClr val="0D4F97"/>
                </a:gs>
                <a:gs pos="100000">
                  <a:srgbClr val="0D4F97"/>
                </a:gs>
              </a:gsLst>
              <a:lin ang="5400000" scaled="1"/>
            </a:gradFill>
            <a:ln w="9525" cap="flat" cmpd="sng" algn="ctr">
              <a:solidFill>
                <a:srgbClr val="013253"/>
              </a:solidFill>
              <a:prstDash val="solid"/>
              <a:round/>
              <a:headEnd type="none" w="med" len="med"/>
              <a:tailEnd type="none" w="med" len="med"/>
            </a:ln>
          </p:spPr>
          <p:txBody>
            <a:bodyPr lIns="82124" tIns="41061" rIns="82124" bIns="41061"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orbel" panose="020B0503020204020204"/>
                <a:ea typeface="+mn-ea"/>
                <a:cs typeface="+mn-cs"/>
              </a:endParaRPr>
            </a:p>
          </p:txBody>
        </p:sp>
      </p:grpSp>
      <p:grpSp>
        <p:nvGrpSpPr>
          <p:cNvPr id="12" name="Group 15">
            <a:extLst>
              <a:ext uri="{FF2B5EF4-FFF2-40B4-BE49-F238E27FC236}">
                <a16:creationId xmlns:a16="http://schemas.microsoft.com/office/drawing/2014/main" id="{7CEA5ABD-C474-4145-9171-817D2DD09DCE}"/>
              </a:ext>
            </a:extLst>
          </p:cNvPr>
          <p:cNvGrpSpPr>
            <a:grpSpLocks/>
          </p:cNvGrpSpPr>
          <p:nvPr/>
        </p:nvGrpSpPr>
        <p:grpSpPr bwMode="auto">
          <a:xfrm>
            <a:off x="2586038" y="1447800"/>
            <a:ext cx="7015162" cy="2541588"/>
            <a:chOff x="1414463" y="1139834"/>
            <a:chExt cx="7015162" cy="2541588"/>
          </a:xfrm>
        </p:grpSpPr>
        <p:sp>
          <p:nvSpPr>
            <p:cNvPr id="13" name="Freeform 8">
              <a:extLst>
                <a:ext uri="{FF2B5EF4-FFF2-40B4-BE49-F238E27FC236}">
                  <a16:creationId xmlns:a16="http://schemas.microsoft.com/office/drawing/2014/main" id="{6229A818-845B-E340-9BBB-600A84A6F60D}"/>
                </a:ext>
              </a:extLst>
            </p:cNvPr>
            <p:cNvSpPr>
              <a:spLocks/>
            </p:cNvSpPr>
            <p:nvPr/>
          </p:nvSpPr>
          <p:spPr bwMode="auto">
            <a:xfrm>
              <a:off x="1414463" y="1143009"/>
              <a:ext cx="3838575" cy="2538413"/>
            </a:xfrm>
            <a:custGeom>
              <a:avLst/>
              <a:gdLst>
                <a:gd name="T0" fmla="*/ 3838575 w 2418"/>
                <a:gd name="T1" fmla="*/ 1414463 h 1599"/>
                <a:gd name="T2" fmla="*/ 3838575 w 2418"/>
                <a:gd name="T3" fmla="*/ 0 h 1599"/>
                <a:gd name="T4" fmla="*/ 0 w 2418"/>
                <a:gd name="T5" fmla="*/ 2538413 h 1599"/>
                <a:gd name="T6" fmla="*/ 3838575 w 2418"/>
                <a:gd name="T7" fmla="*/ 1414463 h 159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18" h="1599">
                  <a:moveTo>
                    <a:pt x="2418" y="891"/>
                  </a:moveTo>
                  <a:lnTo>
                    <a:pt x="2418" y="0"/>
                  </a:lnTo>
                  <a:lnTo>
                    <a:pt x="0" y="1599"/>
                  </a:lnTo>
                  <a:lnTo>
                    <a:pt x="2418" y="891"/>
                  </a:lnTo>
                  <a:close/>
                </a:path>
              </a:pathLst>
            </a:custGeom>
            <a:gradFill rotWithShape="1">
              <a:gsLst>
                <a:gs pos="0">
                  <a:srgbClr val="037AB5"/>
                </a:gs>
                <a:gs pos="100000">
                  <a:srgbClr val="08A7EE"/>
                </a:gs>
              </a:gsLst>
              <a:lin ang="16200000"/>
            </a:gradFill>
            <a:ln w="9525" cap="flat" cmpd="sng" algn="ctr">
              <a:solidFill>
                <a:srgbClr val="0195F9"/>
              </a:solidFill>
              <a:prstDash val="solid"/>
              <a:round/>
              <a:headEnd type="none" w="med" len="med"/>
              <a:tailEnd type="none" w="med" len="med"/>
            </a:ln>
          </p:spPr>
          <p:txBody>
            <a:bodyPr lIns="82124" tIns="41061" rIns="82124" bIns="41061"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orbel" panose="020B0503020204020204"/>
                <a:ea typeface="+mn-ea"/>
                <a:cs typeface="+mn-cs"/>
              </a:endParaRPr>
            </a:p>
          </p:txBody>
        </p:sp>
        <p:sp>
          <p:nvSpPr>
            <p:cNvPr id="14" name="Freeform 13">
              <a:extLst>
                <a:ext uri="{FF2B5EF4-FFF2-40B4-BE49-F238E27FC236}">
                  <a16:creationId xmlns:a16="http://schemas.microsoft.com/office/drawing/2014/main" id="{8A27C5E2-BDD3-1143-89F4-BE34B721B0E7}"/>
                </a:ext>
              </a:extLst>
            </p:cNvPr>
            <p:cNvSpPr>
              <a:spLocks/>
            </p:cNvSpPr>
            <p:nvPr/>
          </p:nvSpPr>
          <p:spPr bwMode="auto">
            <a:xfrm>
              <a:off x="5253038" y="1139834"/>
              <a:ext cx="3176587" cy="1417638"/>
            </a:xfrm>
            <a:custGeom>
              <a:avLst/>
              <a:gdLst>
                <a:gd name="T0" fmla="*/ 3176587 w 2001"/>
                <a:gd name="T1" fmla="*/ 0 h 893"/>
                <a:gd name="T2" fmla="*/ 4762 w 2001"/>
                <a:gd name="T3" fmla="*/ 0 h 893"/>
                <a:gd name="T4" fmla="*/ 0 w 2001"/>
                <a:gd name="T5" fmla="*/ 6350 h 893"/>
                <a:gd name="T6" fmla="*/ 0 w 2001"/>
                <a:gd name="T7" fmla="*/ 1417638 h 893"/>
                <a:gd name="T8" fmla="*/ 4762 w 2001"/>
                <a:gd name="T9" fmla="*/ 1412875 h 893"/>
                <a:gd name="T10" fmla="*/ 3176587 w 2001"/>
                <a:gd name="T11" fmla="*/ 1412875 h 893"/>
                <a:gd name="T12" fmla="*/ 3176587 w 2001"/>
                <a:gd name="T13" fmla="*/ 0 h 89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01" h="893">
                  <a:moveTo>
                    <a:pt x="2001" y="0"/>
                  </a:moveTo>
                  <a:lnTo>
                    <a:pt x="3" y="0"/>
                  </a:lnTo>
                  <a:lnTo>
                    <a:pt x="0" y="4"/>
                  </a:lnTo>
                  <a:lnTo>
                    <a:pt x="0" y="893"/>
                  </a:lnTo>
                  <a:lnTo>
                    <a:pt x="3" y="890"/>
                  </a:lnTo>
                  <a:lnTo>
                    <a:pt x="2001" y="890"/>
                  </a:lnTo>
                  <a:lnTo>
                    <a:pt x="2001" y="0"/>
                  </a:lnTo>
                  <a:close/>
                </a:path>
              </a:pathLst>
            </a:custGeom>
            <a:gradFill rotWithShape="0">
              <a:gsLst>
                <a:gs pos="0">
                  <a:srgbClr val="08A7EE"/>
                </a:gs>
                <a:gs pos="99001">
                  <a:srgbClr val="17B2F7"/>
                </a:gs>
                <a:gs pos="100000">
                  <a:srgbClr val="17B2F7"/>
                </a:gs>
              </a:gsLst>
              <a:lin ang="5400000" scaled="1"/>
            </a:gradFill>
            <a:ln w="9525" cap="flat" cmpd="sng" algn="ctr">
              <a:solidFill>
                <a:srgbClr val="0195F9"/>
              </a:solidFill>
              <a:prstDash val="solid"/>
              <a:round/>
              <a:headEnd type="none" w="med" len="med"/>
              <a:tailEnd type="none" w="med" len="med"/>
            </a:ln>
          </p:spPr>
          <p:txBody>
            <a:bodyPr lIns="82124" tIns="41061" rIns="82124" bIns="41061"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orbel" panose="020B0503020204020204"/>
                <a:ea typeface="+mn-ea"/>
                <a:cs typeface="+mn-cs"/>
              </a:endParaRPr>
            </a:p>
          </p:txBody>
        </p:sp>
      </p:grpSp>
      <p:sp>
        <p:nvSpPr>
          <p:cNvPr id="15" name="Oval 15">
            <a:extLst>
              <a:ext uri="{FF2B5EF4-FFF2-40B4-BE49-F238E27FC236}">
                <a16:creationId xmlns:a16="http://schemas.microsoft.com/office/drawing/2014/main" id="{BB8AB119-552F-AE48-90BA-D0CDD964718B}"/>
              </a:ext>
            </a:extLst>
          </p:cNvPr>
          <p:cNvSpPr>
            <a:spLocks noChangeArrowheads="1"/>
          </p:cNvSpPr>
          <p:nvPr/>
        </p:nvSpPr>
        <p:spPr bwMode="auto">
          <a:xfrm>
            <a:off x="1662113" y="2781300"/>
            <a:ext cx="3390900" cy="3390900"/>
          </a:xfrm>
          <a:prstGeom prst="ellipse">
            <a:avLst/>
          </a:prstGeom>
          <a:gradFill>
            <a:gsLst>
              <a:gs pos="0">
                <a:srgbClr val="7F7F7F"/>
              </a:gs>
              <a:gs pos="100000">
                <a:schemeClr val="bg1">
                  <a:lumMod val="54000"/>
                </a:schemeClr>
              </a:gs>
            </a:gsLst>
            <a:lin ang="5400000" scaled="1"/>
          </a:gradFill>
          <a:ln w="9525" cap="flat" cmpd="sng" algn="ctr">
            <a:solidFill>
              <a:srgbClr val="606060"/>
            </a:solidFill>
            <a:prstDash val="solid"/>
            <a:round/>
            <a:headEnd type="none" w="med" len="med"/>
            <a:tailEnd type="none" w="med" len="med"/>
          </a:ln>
          <a:effectLst/>
        </p:spPr>
        <p:txBody>
          <a:bodyPr lIns="82124" tIns="41061" rIns="82124" bIns="41061" anchor="ctr"/>
          <a:lstStyle/>
          <a:p>
            <a:pPr marL="0" marR="0" lvl="0" indent="0" algn="ctr" defTabSz="814388" rtl="0" eaLnBrk="1" fontAlgn="auto" latinLnBrk="0" hangingPunct="1">
              <a:lnSpc>
                <a:spcPct val="9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orbel" panose="020B0503020204020204"/>
              <a:ea typeface="+mn-ea"/>
              <a:cs typeface="+mn-cs"/>
            </a:endParaRPr>
          </a:p>
        </p:txBody>
      </p:sp>
      <p:sp>
        <p:nvSpPr>
          <p:cNvPr id="16" name="TextBox 15">
            <a:extLst>
              <a:ext uri="{FF2B5EF4-FFF2-40B4-BE49-F238E27FC236}">
                <a16:creationId xmlns:a16="http://schemas.microsoft.com/office/drawing/2014/main" id="{BE07F05B-D923-A246-B1D5-BF3C931DC8C2}"/>
              </a:ext>
            </a:extLst>
          </p:cNvPr>
          <p:cNvSpPr txBox="1"/>
          <p:nvPr/>
        </p:nvSpPr>
        <p:spPr>
          <a:xfrm>
            <a:off x="2005994" y="3184088"/>
            <a:ext cx="2499331" cy="2585323"/>
          </a:xfrm>
          <a:prstGeom prst="rect">
            <a:avLst/>
          </a:prstGeom>
          <a:noFill/>
          <a:ln w="9525" cap="flat" cmpd="sng" algn="ctr">
            <a:noFill/>
            <a:prstDash val="solid"/>
            <a:round/>
            <a:headEnd type="none" w="med" len="med"/>
            <a:tailEnd type="none" w="med" len="med"/>
          </a:ln>
          <a:effectLst>
            <a:outerShdw blurRad="38100" dist="25400" dir="5400000" algn="t" rotWithShape="0">
              <a:prstClr val="black">
                <a:alpha val="27000"/>
              </a:prstClr>
            </a:outerShdw>
          </a:effectLst>
        </p:spPr>
        <p:txBody>
          <a:bodyPr wrap="square" lIns="0" tIns="0" rIns="0" bIns="0" anchor="ctr">
            <a:spAutoFit/>
          </a:bodyPr>
          <a:lstStyle>
            <a:defPPr>
              <a:defRPr lang="en-US"/>
            </a:defPPr>
            <a:lvl1pPr lvl="0" algn="ctr" defTabSz="814388" eaLnBrk="0" fontAlgn="base" hangingPunct="0">
              <a:lnSpc>
                <a:spcPts val="2100"/>
              </a:lnSpc>
              <a:spcBef>
                <a:spcPct val="0"/>
              </a:spcBef>
              <a:spcAft>
                <a:spcPct val="0"/>
              </a:spcAft>
              <a:defRPr>
                <a:solidFill>
                  <a:srgbClr val="FFFFFF"/>
                </a:solidFill>
                <a:latin typeface="Arial" charset="0"/>
              </a:defRPr>
            </a:lvl1pPr>
          </a:lstStyle>
          <a:p>
            <a:pPr marL="0" marR="0" lvl="0" indent="0" algn="ctr" defTabSz="814388"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charset="0"/>
                <a:ea typeface="+mn-ea"/>
                <a:cs typeface="+mn-cs"/>
              </a:rPr>
              <a:t>Examine prior case</a:t>
            </a:r>
          </a:p>
          <a:p>
            <a:pPr marL="0" marR="0" lvl="0" indent="0" algn="ctr" defTabSz="814388"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rial" charset="0"/>
              <a:ea typeface="+mn-ea"/>
              <a:cs typeface="+mn-cs"/>
            </a:endParaRPr>
          </a:p>
          <a:p>
            <a:pPr marL="0" marR="0" lvl="0" indent="0" algn="ctr" defTabSz="814388"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charset="0"/>
                <a:ea typeface="+mn-ea"/>
                <a:cs typeface="+mn-cs"/>
              </a:rPr>
              <a:t>Identify facts</a:t>
            </a:r>
          </a:p>
          <a:p>
            <a:pPr marL="0" marR="0" lvl="0" indent="0" algn="ctr" defTabSz="814388"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rial" charset="0"/>
              <a:ea typeface="+mn-ea"/>
              <a:cs typeface="+mn-cs"/>
            </a:endParaRPr>
          </a:p>
          <a:p>
            <a:pPr marL="0" marR="0" lvl="0" indent="0" algn="ctr" defTabSz="814388"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charset="0"/>
                <a:ea typeface="+mn-ea"/>
                <a:cs typeface="+mn-cs"/>
              </a:rPr>
              <a:t>Find Common Denominator</a:t>
            </a:r>
          </a:p>
        </p:txBody>
      </p:sp>
      <p:sp>
        <p:nvSpPr>
          <p:cNvPr id="17" name="TextBox 16">
            <a:extLst>
              <a:ext uri="{FF2B5EF4-FFF2-40B4-BE49-F238E27FC236}">
                <a16:creationId xmlns:a16="http://schemas.microsoft.com/office/drawing/2014/main" id="{0E000271-29C8-C247-B9C6-748FB43D5ED6}"/>
              </a:ext>
            </a:extLst>
          </p:cNvPr>
          <p:cNvSpPr txBox="1"/>
          <p:nvPr/>
        </p:nvSpPr>
        <p:spPr>
          <a:xfrm>
            <a:off x="6486525" y="1693367"/>
            <a:ext cx="3065463" cy="923330"/>
          </a:xfrm>
          <a:prstGeom prst="rect">
            <a:avLst/>
          </a:prstGeom>
          <a:noFill/>
          <a:ln w="9525" cap="flat" cmpd="sng" algn="ctr">
            <a:noFill/>
            <a:prstDash val="solid"/>
            <a:round/>
            <a:headEnd type="none" w="med" len="med"/>
            <a:tailEnd type="none" w="med" len="med"/>
          </a:ln>
          <a:effectLst>
            <a:outerShdw blurRad="38100" dist="25400" dir="5400000" algn="t" rotWithShape="0">
              <a:prstClr val="black">
                <a:alpha val="27000"/>
              </a:prstClr>
            </a:outerShdw>
          </a:effectLst>
        </p:spPr>
        <p:txBody>
          <a:bodyPr lIns="0" tIns="0" rIns="0" bIns="0" anchor="ctr">
            <a:spAutoFit/>
          </a:bodyPr>
          <a:lstStyle>
            <a:defPPr>
              <a:defRPr lang="en-US"/>
            </a:defPPr>
            <a:lvl1pPr lvl="0" algn="ctr" defTabSz="814388" eaLnBrk="0" fontAlgn="base" hangingPunct="0">
              <a:lnSpc>
                <a:spcPts val="2100"/>
              </a:lnSpc>
              <a:spcBef>
                <a:spcPct val="0"/>
              </a:spcBef>
              <a:spcAft>
                <a:spcPct val="0"/>
              </a:spcAft>
              <a:defRPr>
                <a:solidFill>
                  <a:srgbClr val="FFFFFF"/>
                </a:solidFill>
                <a:latin typeface="Arial" charset="0"/>
              </a:defRPr>
            </a:lvl1pPr>
          </a:lstStyle>
          <a:p>
            <a:pPr marL="0" marR="0" lvl="0" indent="0" algn="ctr" defTabSz="814388"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Arial" charset="0"/>
                <a:ea typeface="+mn-ea"/>
                <a:cs typeface="+mn-cs"/>
              </a:rPr>
              <a:t>Compare facts of your current case with prior case</a:t>
            </a:r>
          </a:p>
        </p:txBody>
      </p:sp>
      <p:sp>
        <p:nvSpPr>
          <p:cNvPr id="18" name="TextBox 17">
            <a:extLst>
              <a:ext uri="{FF2B5EF4-FFF2-40B4-BE49-F238E27FC236}">
                <a16:creationId xmlns:a16="http://schemas.microsoft.com/office/drawing/2014/main" id="{A4DF110D-207F-624F-80B9-F597342453E9}"/>
              </a:ext>
            </a:extLst>
          </p:cNvPr>
          <p:cNvSpPr txBox="1"/>
          <p:nvPr/>
        </p:nvSpPr>
        <p:spPr>
          <a:xfrm>
            <a:off x="6486525" y="3688755"/>
            <a:ext cx="3065463" cy="615553"/>
          </a:xfrm>
          <a:prstGeom prst="rect">
            <a:avLst/>
          </a:prstGeom>
          <a:noFill/>
          <a:ln w="9525" cap="flat" cmpd="sng" algn="ctr">
            <a:noFill/>
            <a:prstDash val="solid"/>
            <a:round/>
            <a:headEnd type="none" w="med" len="med"/>
            <a:tailEnd type="none" w="med" len="med"/>
          </a:ln>
          <a:effectLst>
            <a:outerShdw blurRad="38100" dist="25400" dir="5400000" algn="t" rotWithShape="0">
              <a:prstClr val="black">
                <a:alpha val="27000"/>
              </a:prstClr>
            </a:outerShdw>
          </a:effectLst>
        </p:spPr>
        <p:txBody>
          <a:bodyPr lIns="0" tIns="0" rIns="0" bIns="0" anchor="ctr">
            <a:spAutoFit/>
          </a:bodyPr>
          <a:lstStyle>
            <a:defPPr>
              <a:defRPr lang="en-US"/>
            </a:defPPr>
            <a:lvl1pPr lvl="0" algn="ctr" defTabSz="814388" eaLnBrk="0" fontAlgn="base" hangingPunct="0">
              <a:lnSpc>
                <a:spcPts val="2100"/>
              </a:lnSpc>
              <a:spcBef>
                <a:spcPct val="0"/>
              </a:spcBef>
              <a:spcAft>
                <a:spcPct val="0"/>
              </a:spcAft>
              <a:defRPr>
                <a:solidFill>
                  <a:srgbClr val="FFFFFF"/>
                </a:solidFill>
                <a:latin typeface="Arial" charset="0"/>
              </a:defRPr>
            </a:lvl1pPr>
          </a:lstStyle>
          <a:p>
            <a:pPr marL="0" marR="0" lvl="0" indent="0" algn="ctr" defTabSz="814388"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Arial" charset="0"/>
                <a:ea typeface="+mn-ea"/>
                <a:cs typeface="+mn-cs"/>
              </a:rPr>
              <a:t>Identify the ways the facts are </a:t>
            </a:r>
            <a:r>
              <a:rPr kumimoji="0" lang="en-US" sz="2000" b="1" i="0" u="none" strike="noStrike" kern="1200" cap="none" spc="0" normalizeH="0" baseline="0" noProof="0">
                <a:ln>
                  <a:noFill/>
                </a:ln>
                <a:solidFill>
                  <a:srgbClr val="FFFFFF"/>
                </a:solidFill>
                <a:effectLst/>
                <a:uLnTx/>
                <a:uFillTx/>
                <a:latin typeface="Arial" charset="0"/>
                <a:ea typeface="+mn-ea"/>
                <a:cs typeface="+mn-cs"/>
              </a:rPr>
              <a:t>SIMILAR</a:t>
            </a:r>
          </a:p>
        </p:txBody>
      </p:sp>
      <p:sp>
        <p:nvSpPr>
          <p:cNvPr id="19" name="TextBox 18">
            <a:extLst>
              <a:ext uri="{FF2B5EF4-FFF2-40B4-BE49-F238E27FC236}">
                <a16:creationId xmlns:a16="http://schemas.microsoft.com/office/drawing/2014/main" id="{FA8ADAC0-EC24-8149-9DCE-898A1DFFE346}"/>
              </a:ext>
            </a:extLst>
          </p:cNvPr>
          <p:cNvSpPr txBox="1"/>
          <p:nvPr/>
        </p:nvSpPr>
        <p:spPr>
          <a:xfrm>
            <a:off x="6486525" y="5370810"/>
            <a:ext cx="3063875" cy="923330"/>
          </a:xfrm>
          <a:prstGeom prst="rect">
            <a:avLst/>
          </a:prstGeom>
          <a:noFill/>
          <a:ln w="9525" cap="flat" cmpd="sng" algn="ctr">
            <a:noFill/>
            <a:prstDash val="solid"/>
            <a:round/>
            <a:headEnd type="none" w="med" len="med"/>
            <a:tailEnd type="none" w="med" len="med"/>
          </a:ln>
          <a:effectLst>
            <a:outerShdw blurRad="38100" dist="25400" dir="5400000" algn="t" rotWithShape="0">
              <a:prstClr val="black">
                <a:alpha val="27000"/>
              </a:prstClr>
            </a:outerShdw>
          </a:effectLst>
        </p:spPr>
        <p:txBody>
          <a:bodyPr lIns="0" tIns="0" rIns="0" bIns="0" anchor="ctr">
            <a:spAutoFit/>
          </a:bodyPr>
          <a:lstStyle>
            <a:defPPr>
              <a:defRPr lang="en-US"/>
            </a:defPPr>
            <a:lvl1pPr lvl="0" algn="ctr" defTabSz="814388" eaLnBrk="0" fontAlgn="base" hangingPunct="0">
              <a:lnSpc>
                <a:spcPts val="2100"/>
              </a:lnSpc>
              <a:spcBef>
                <a:spcPct val="0"/>
              </a:spcBef>
              <a:spcAft>
                <a:spcPct val="0"/>
              </a:spcAft>
              <a:defRPr>
                <a:solidFill>
                  <a:srgbClr val="FFFFFF"/>
                </a:solidFill>
                <a:latin typeface="Arial" charset="0"/>
              </a:defRPr>
            </a:lvl1pPr>
          </a:lstStyle>
          <a:p>
            <a:pPr marL="0" marR="0" lvl="0" indent="0" algn="ctr" defTabSz="814388"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Arial" charset="0"/>
                <a:ea typeface="+mn-ea"/>
                <a:cs typeface="+mn-cs"/>
              </a:rPr>
              <a:t>Conclude that the rule from the prior case </a:t>
            </a:r>
            <a:r>
              <a:rPr kumimoji="0" lang="en-US" sz="2000" b="1" i="0" u="none" strike="noStrike" kern="1200" cap="none" spc="0" normalizeH="0" baseline="0" noProof="0">
                <a:ln>
                  <a:noFill/>
                </a:ln>
                <a:solidFill>
                  <a:srgbClr val="FFFFFF"/>
                </a:solidFill>
                <a:effectLst/>
                <a:uLnTx/>
                <a:uFillTx/>
                <a:latin typeface="Arial" charset="0"/>
                <a:ea typeface="+mn-ea"/>
                <a:cs typeface="+mn-cs"/>
              </a:rPr>
              <a:t>APPLIES</a:t>
            </a:r>
            <a:r>
              <a:rPr kumimoji="0" lang="en-US" sz="2000" b="0" i="0" u="none" strike="noStrike" kern="1200" cap="none" spc="0" normalizeH="0" baseline="0" noProof="0">
                <a:ln>
                  <a:noFill/>
                </a:ln>
                <a:solidFill>
                  <a:srgbClr val="FFFFFF"/>
                </a:solidFill>
                <a:effectLst/>
                <a:uLnTx/>
                <a:uFillTx/>
                <a:latin typeface="Arial" charset="0"/>
                <a:ea typeface="+mn-ea"/>
                <a:cs typeface="+mn-cs"/>
              </a:rPr>
              <a:t> to the current case</a:t>
            </a:r>
          </a:p>
        </p:txBody>
      </p:sp>
      <p:sp>
        <p:nvSpPr>
          <p:cNvPr id="23" name="Oval 22">
            <a:extLst>
              <a:ext uri="{FF2B5EF4-FFF2-40B4-BE49-F238E27FC236}">
                <a16:creationId xmlns:a16="http://schemas.microsoft.com/office/drawing/2014/main" id="{25F2BCEE-8D74-3744-B72C-AD33BB292DD1}"/>
              </a:ext>
            </a:extLst>
          </p:cNvPr>
          <p:cNvSpPr/>
          <p:nvPr/>
        </p:nvSpPr>
        <p:spPr>
          <a:xfrm>
            <a:off x="7010400" y="3868590"/>
            <a:ext cx="2514600" cy="556517"/>
          </a:xfrm>
          <a:prstGeom prst="ellipse">
            <a:avLst/>
          </a:prstGeom>
          <a:noFill/>
          <a:ln w="825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24" name="Oval 23">
            <a:extLst>
              <a:ext uri="{FF2B5EF4-FFF2-40B4-BE49-F238E27FC236}">
                <a16:creationId xmlns:a16="http://schemas.microsoft.com/office/drawing/2014/main" id="{56AADCE3-9B3E-F341-83A9-B0FD95148296}"/>
              </a:ext>
            </a:extLst>
          </p:cNvPr>
          <p:cNvSpPr/>
          <p:nvPr/>
        </p:nvSpPr>
        <p:spPr>
          <a:xfrm>
            <a:off x="7315200" y="5615683"/>
            <a:ext cx="2514600" cy="556517"/>
          </a:xfrm>
          <a:prstGeom prst="ellipse">
            <a:avLst/>
          </a:prstGeom>
          <a:noFill/>
          <a:ln w="825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Tree>
    <p:extLst>
      <p:ext uri="{BB962C8B-B14F-4D97-AF65-F5344CB8AC3E}">
        <p14:creationId xmlns:p14="http://schemas.microsoft.com/office/powerpoint/2010/main" val="3138676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17" grpId="0"/>
      <p:bldP spid="18" grpId="0"/>
      <p:bldP spid="19" grpId="0"/>
      <p:bldP spid="23" grpId="0" animBg="1"/>
      <p:bldP spid="2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16">
            <a:extLst>
              <a:ext uri="{FF2B5EF4-FFF2-40B4-BE49-F238E27FC236}">
                <a16:creationId xmlns:a16="http://schemas.microsoft.com/office/drawing/2014/main" id="{05F02152-4D95-E742-A310-7F8BA830D59D}"/>
              </a:ext>
            </a:extLst>
          </p:cNvPr>
          <p:cNvGrpSpPr>
            <a:grpSpLocks/>
          </p:cNvGrpSpPr>
          <p:nvPr/>
        </p:nvGrpSpPr>
        <p:grpSpPr bwMode="auto">
          <a:xfrm>
            <a:off x="2586038" y="3287713"/>
            <a:ext cx="7015162" cy="1417637"/>
            <a:chOff x="1414463" y="2979747"/>
            <a:chExt cx="7015162" cy="1417638"/>
          </a:xfrm>
        </p:grpSpPr>
        <p:sp>
          <p:nvSpPr>
            <p:cNvPr id="7" name="Freeform 6">
              <a:extLst>
                <a:ext uri="{FF2B5EF4-FFF2-40B4-BE49-F238E27FC236}">
                  <a16:creationId xmlns:a16="http://schemas.microsoft.com/office/drawing/2014/main" id="{962F2407-392D-C243-A465-1A5CB1FCADD9}"/>
                </a:ext>
              </a:extLst>
            </p:cNvPr>
            <p:cNvSpPr>
              <a:spLocks/>
            </p:cNvSpPr>
            <p:nvPr/>
          </p:nvSpPr>
          <p:spPr bwMode="auto">
            <a:xfrm>
              <a:off x="1414463" y="2979747"/>
              <a:ext cx="3838575" cy="1414463"/>
            </a:xfrm>
            <a:custGeom>
              <a:avLst/>
              <a:gdLst>
                <a:gd name="T0" fmla="*/ 3838575 w 2418"/>
                <a:gd name="T1" fmla="*/ 1414463 h 891"/>
                <a:gd name="T2" fmla="*/ 3838575 w 2418"/>
                <a:gd name="T3" fmla="*/ 0 h 891"/>
                <a:gd name="T4" fmla="*/ 0 w 2418"/>
                <a:gd name="T5" fmla="*/ 701675 h 891"/>
                <a:gd name="T6" fmla="*/ 3838575 w 2418"/>
                <a:gd name="T7" fmla="*/ 1414463 h 8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18" h="891">
                  <a:moveTo>
                    <a:pt x="2418" y="891"/>
                  </a:moveTo>
                  <a:lnTo>
                    <a:pt x="2418" y="0"/>
                  </a:lnTo>
                  <a:lnTo>
                    <a:pt x="0" y="442"/>
                  </a:lnTo>
                  <a:lnTo>
                    <a:pt x="2418" y="891"/>
                  </a:lnTo>
                  <a:close/>
                </a:path>
              </a:pathLst>
            </a:custGeom>
            <a:gradFill rotWithShape="1">
              <a:gsLst>
                <a:gs pos="0">
                  <a:srgbClr val="0560B3"/>
                </a:gs>
                <a:gs pos="100000">
                  <a:srgbClr val="043E72"/>
                </a:gs>
              </a:gsLst>
              <a:lin ang="5400000"/>
            </a:gradFill>
            <a:ln w="9525" cap="flat" cmpd="sng" algn="ctr">
              <a:solidFill>
                <a:srgbClr val="01568F"/>
              </a:solidFill>
              <a:prstDash val="solid"/>
              <a:round/>
              <a:headEnd type="none" w="med" len="med"/>
              <a:tailEnd type="none" w="med" len="med"/>
            </a:ln>
          </p:spPr>
          <p:txBody>
            <a:bodyPr lIns="82124" tIns="41061" rIns="82124" bIns="41061"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orbel" panose="020B0503020204020204"/>
                <a:ea typeface="+mn-ea"/>
                <a:cs typeface="+mn-cs"/>
              </a:endParaRPr>
            </a:p>
          </p:txBody>
        </p:sp>
        <p:sp>
          <p:nvSpPr>
            <p:cNvPr id="8" name="Freeform 9">
              <a:extLst>
                <a:ext uri="{FF2B5EF4-FFF2-40B4-BE49-F238E27FC236}">
                  <a16:creationId xmlns:a16="http://schemas.microsoft.com/office/drawing/2014/main" id="{13F439BA-AC9B-544B-94EC-892E50C644A8}"/>
                </a:ext>
              </a:extLst>
            </p:cNvPr>
            <p:cNvSpPr>
              <a:spLocks/>
            </p:cNvSpPr>
            <p:nvPr/>
          </p:nvSpPr>
          <p:spPr bwMode="auto">
            <a:xfrm>
              <a:off x="5253038" y="2979747"/>
              <a:ext cx="3176587" cy="1417638"/>
            </a:xfrm>
            <a:custGeom>
              <a:avLst/>
              <a:gdLst>
                <a:gd name="T0" fmla="*/ 3176587 w 2001"/>
                <a:gd name="T1" fmla="*/ 0 h 893"/>
                <a:gd name="T2" fmla="*/ 4762 w 2001"/>
                <a:gd name="T3" fmla="*/ 0 h 893"/>
                <a:gd name="T4" fmla="*/ 0 w 2001"/>
                <a:gd name="T5" fmla="*/ 0 h 893"/>
                <a:gd name="T6" fmla="*/ 0 w 2001"/>
                <a:gd name="T7" fmla="*/ 1417638 h 893"/>
                <a:gd name="T8" fmla="*/ 4762 w 2001"/>
                <a:gd name="T9" fmla="*/ 1417638 h 893"/>
                <a:gd name="T10" fmla="*/ 3176587 w 2001"/>
                <a:gd name="T11" fmla="*/ 1417638 h 893"/>
                <a:gd name="T12" fmla="*/ 3176587 w 2001"/>
                <a:gd name="T13" fmla="*/ 0 h 89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01" h="893">
                  <a:moveTo>
                    <a:pt x="2001" y="0"/>
                  </a:moveTo>
                  <a:lnTo>
                    <a:pt x="3" y="0"/>
                  </a:lnTo>
                  <a:lnTo>
                    <a:pt x="0" y="0"/>
                  </a:lnTo>
                  <a:lnTo>
                    <a:pt x="0" y="893"/>
                  </a:lnTo>
                  <a:lnTo>
                    <a:pt x="3" y="893"/>
                  </a:lnTo>
                  <a:lnTo>
                    <a:pt x="2001" y="893"/>
                  </a:lnTo>
                  <a:lnTo>
                    <a:pt x="2001" y="0"/>
                  </a:lnTo>
                  <a:close/>
                </a:path>
              </a:pathLst>
            </a:custGeom>
            <a:gradFill rotWithShape="0">
              <a:gsLst>
                <a:gs pos="0">
                  <a:srgbClr val="0560B3"/>
                </a:gs>
                <a:gs pos="99001">
                  <a:srgbClr val="066CC9"/>
                </a:gs>
                <a:gs pos="100000">
                  <a:srgbClr val="066CC9"/>
                </a:gs>
              </a:gsLst>
              <a:lin ang="5400000" scaled="1"/>
            </a:gradFill>
            <a:ln w="9525" cap="flat" cmpd="sng" algn="ctr">
              <a:solidFill>
                <a:srgbClr val="01568F"/>
              </a:solidFill>
              <a:prstDash val="solid"/>
              <a:round/>
              <a:headEnd type="none" w="med" len="med"/>
              <a:tailEnd type="none" w="med" len="med"/>
            </a:ln>
          </p:spPr>
          <p:txBody>
            <a:bodyPr lIns="82124" tIns="41061" rIns="82124" bIns="41061"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orbel" panose="020B0503020204020204"/>
                <a:ea typeface="+mn-ea"/>
                <a:cs typeface="+mn-cs"/>
              </a:endParaRPr>
            </a:p>
          </p:txBody>
        </p:sp>
      </p:grpSp>
      <p:grpSp>
        <p:nvGrpSpPr>
          <p:cNvPr id="9" name="Group 17">
            <a:extLst>
              <a:ext uri="{FF2B5EF4-FFF2-40B4-BE49-F238E27FC236}">
                <a16:creationId xmlns:a16="http://schemas.microsoft.com/office/drawing/2014/main" id="{EA437ACE-C966-3248-B607-FBB24B3A85C8}"/>
              </a:ext>
            </a:extLst>
          </p:cNvPr>
          <p:cNvGrpSpPr>
            <a:grpSpLocks/>
          </p:cNvGrpSpPr>
          <p:nvPr/>
        </p:nvGrpSpPr>
        <p:grpSpPr bwMode="auto">
          <a:xfrm>
            <a:off x="2586038" y="3989388"/>
            <a:ext cx="7015162" cy="2546350"/>
            <a:chOff x="1414463" y="3681422"/>
            <a:chExt cx="7015162" cy="2546350"/>
          </a:xfrm>
        </p:grpSpPr>
        <p:sp>
          <p:nvSpPr>
            <p:cNvPr id="10" name="Freeform 7">
              <a:extLst>
                <a:ext uri="{FF2B5EF4-FFF2-40B4-BE49-F238E27FC236}">
                  <a16:creationId xmlns:a16="http://schemas.microsoft.com/office/drawing/2014/main" id="{464D2F3A-F1BA-E144-9340-280F24A869BA}"/>
                </a:ext>
              </a:extLst>
            </p:cNvPr>
            <p:cNvSpPr>
              <a:spLocks/>
            </p:cNvSpPr>
            <p:nvPr/>
          </p:nvSpPr>
          <p:spPr bwMode="auto">
            <a:xfrm>
              <a:off x="1414463" y="3681422"/>
              <a:ext cx="3838575" cy="2543175"/>
            </a:xfrm>
            <a:custGeom>
              <a:avLst/>
              <a:gdLst>
                <a:gd name="T0" fmla="*/ 3838575 w 2418"/>
                <a:gd name="T1" fmla="*/ 2543175 h 1602"/>
                <a:gd name="T2" fmla="*/ 3838575 w 2418"/>
                <a:gd name="T3" fmla="*/ 1139825 h 1602"/>
                <a:gd name="T4" fmla="*/ 0 w 2418"/>
                <a:gd name="T5" fmla="*/ 0 h 1602"/>
                <a:gd name="T6" fmla="*/ 3838575 w 2418"/>
                <a:gd name="T7" fmla="*/ 2543175 h 16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18" h="1602">
                  <a:moveTo>
                    <a:pt x="2418" y="1602"/>
                  </a:moveTo>
                  <a:lnTo>
                    <a:pt x="2418" y="718"/>
                  </a:lnTo>
                  <a:lnTo>
                    <a:pt x="0" y="0"/>
                  </a:lnTo>
                  <a:lnTo>
                    <a:pt x="2418" y="1602"/>
                  </a:lnTo>
                  <a:close/>
                </a:path>
              </a:pathLst>
            </a:custGeom>
            <a:gradFill rotWithShape="1">
              <a:gsLst>
                <a:gs pos="0">
                  <a:srgbClr val="093667"/>
                </a:gs>
                <a:gs pos="100000">
                  <a:srgbClr val="011E39"/>
                </a:gs>
              </a:gsLst>
              <a:lin ang="5400000"/>
            </a:gradFill>
            <a:ln w="9525">
              <a:solidFill>
                <a:srgbClr val="013253"/>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orbel" panose="020B0503020204020204"/>
                <a:ea typeface="+mn-ea"/>
                <a:cs typeface="+mn-cs"/>
              </a:endParaRPr>
            </a:p>
          </p:txBody>
        </p:sp>
        <p:sp>
          <p:nvSpPr>
            <p:cNvPr id="11" name="Freeform 11">
              <a:extLst>
                <a:ext uri="{FF2B5EF4-FFF2-40B4-BE49-F238E27FC236}">
                  <a16:creationId xmlns:a16="http://schemas.microsoft.com/office/drawing/2014/main" id="{91E3663E-9FE5-254C-845B-30B561351F25}"/>
                </a:ext>
              </a:extLst>
            </p:cNvPr>
            <p:cNvSpPr>
              <a:spLocks/>
            </p:cNvSpPr>
            <p:nvPr/>
          </p:nvSpPr>
          <p:spPr bwMode="auto">
            <a:xfrm>
              <a:off x="5253038" y="4821247"/>
              <a:ext cx="3176587" cy="1406525"/>
            </a:xfrm>
            <a:custGeom>
              <a:avLst/>
              <a:gdLst>
                <a:gd name="T0" fmla="*/ 3176587 w 2001"/>
                <a:gd name="T1" fmla="*/ 0 h 886"/>
                <a:gd name="T2" fmla="*/ 4762 w 2001"/>
                <a:gd name="T3" fmla="*/ 0 h 886"/>
                <a:gd name="T4" fmla="*/ 0 w 2001"/>
                <a:gd name="T5" fmla="*/ 0 h 886"/>
                <a:gd name="T6" fmla="*/ 0 w 2001"/>
                <a:gd name="T7" fmla="*/ 1406525 h 886"/>
                <a:gd name="T8" fmla="*/ 4762 w 2001"/>
                <a:gd name="T9" fmla="*/ 1406525 h 886"/>
                <a:gd name="T10" fmla="*/ 3176587 w 2001"/>
                <a:gd name="T11" fmla="*/ 1406525 h 886"/>
                <a:gd name="T12" fmla="*/ 3176587 w 2001"/>
                <a:gd name="T13" fmla="*/ 0 h 8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01" h="886">
                  <a:moveTo>
                    <a:pt x="2001" y="0"/>
                  </a:moveTo>
                  <a:lnTo>
                    <a:pt x="3" y="0"/>
                  </a:lnTo>
                  <a:lnTo>
                    <a:pt x="0" y="0"/>
                  </a:lnTo>
                  <a:lnTo>
                    <a:pt x="0" y="886"/>
                  </a:lnTo>
                  <a:lnTo>
                    <a:pt x="3" y="886"/>
                  </a:lnTo>
                  <a:lnTo>
                    <a:pt x="2001" y="886"/>
                  </a:lnTo>
                  <a:lnTo>
                    <a:pt x="2001" y="0"/>
                  </a:lnTo>
                  <a:close/>
                </a:path>
              </a:pathLst>
            </a:custGeom>
            <a:gradFill rotWithShape="0">
              <a:gsLst>
                <a:gs pos="0">
                  <a:srgbClr val="093667"/>
                </a:gs>
                <a:gs pos="99001">
                  <a:srgbClr val="0D4F97"/>
                </a:gs>
                <a:gs pos="100000">
                  <a:srgbClr val="0D4F97"/>
                </a:gs>
              </a:gsLst>
              <a:lin ang="5400000" scaled="1"/>
            </a:gradFill>
            <a:ln w="9525" cap="flat" cmpd="sng" algn="ctr">
              <a:solidFill>
                <a:srgbClr val="013253"/>
              </a:solidFill>
              <a:prstDash val="solid"/>
              <a:round/>
              <a:headEnd type="none" w="med" len="med"/>
              <a:tailEnd type="none" w="med" len="med"/>
            </a:ln>
          </p:spPr>
          <p:txBody>
            <a:bodyPr lIns="82124" tIns="41061" rIns="82124" bIns="41061"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orbel" panose="020B0503020204020204"/>
                <a:ea typeface="+mn-ea"/>
                <a:cs typeface="+mn-cs"/>
              </a:endParaRPr>
            </a:p>
          </p:txBody>
        </p:sp>
      </p:grpSp>
      <p:grpSp>
        <p:nvGrpSpPr>
          <p:cNvPr id="12" name="Group 15">
            <a:extLst>
              <a:ext uri="{FF2B5EF4-FFF2-40B4-BE49-F238E27FC236}">
                <a16:creationId xmlns:a16="http://schemas.microsoft.com/office/drawing/2014/main" id="{7CEA5ABD-C474-4145-9171-817D2DD09DCE}"/>
              </a:ext>
            </a:extLst>
          </p:cNvPr>
          <p:cNvGrpSpPr>
            <a:grpSpLocks/>
          </p:cNvGrpSpPr>
          <p:nvPr/>
        </p:nvGrpSpPr>
        <p:grpSpPr bwMode="auto">
          <a:xfrm>
            <a:off x="2586038" y="1447800"/>
            <a:ext cx="7015162" cy="2541588"/>
            <a:chOff x="1414463" y="1139834"/>
            <a:chExt cx="7015162" cy="2541588"/>
          </a:xfrm>
        </p:grpSpPr>
        <p:sp>
          <p:nvSpPr>
            <p:cNvPr id="13" name="Freeform 8">
              <a:extLst>
                <a:ext uri="{FF2B5EF4-FFF2-40B4-BE49-F238E27FC236}">
                  <a16:creationId xmlns:a16="http://schemas.microsoft.com/office/drawing/2014/main" id="{6229A818-845B-E340-9BBB-600A84A6F60D}"/>
                </a:ext>
              </a:extLst>
            </p:cNvPr>
            <p:cNvSpPr>
              <a:spLocks/>
            </p:cNvSpPr>
            <p:nvPr/>
          </p:nvSpPr>
          <p:spPr bwMode="auto">
            <a:xfrm>
              <a:off x="1414463" y="1143009"/>
              <a:ext cx="3838575" cy="2538413"/>
            </a:xfrm>
            <a:custGeom>
              <a:avLst/>
              <a:gdLst>
                <a:gd name="T0" fmla="*/ 3838575 w 2418"/>
                <a:gd name="T1" fmla="*/ 1414463 h 1599"/>
                <a:gd name="T2" fmla="*/ 3838575 w 2418"/>
                <a:gd name="T3" fmla="*/ 0 h 1599"/>
                <a:gd name="T4" fmla="*/ 0 w 2418"/>
                <a:gd name="T5" fmla="*/ 2538413 h 1599"/>
                <a:gd name="T6" fmla="*/ 3838575 w 2418"/>
                <a:gd name="T7" fmla="*/ 1414463 h 159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18" h="1599">
                  <a:moveTo>
                    <a:pt x="2418" y="891"/>
                  </a:moveTo>
                  <a:lnTo>
                    <a:pt x="2418" y="0"/>
                  </a:lnTo>
                  <a:lnTo>
                    <a:pt x="0" y="1599"/>
                  </a:lnTo>
                  <a:lnTo>
                    <a:pt x="2418" y="891"/>
                  </a:lnTo>
                  <a:close/>
                </a:path>
              </a:pathLst>
            </a:custGeom>
            <a:gradFill rotWithShape="1">
              <a:gsLst>
                <a:gs pos="0">
                  <a:srgbClr val="037AB5"/>
                </a:gs>
                <a:gs pos="100000">
                  <a:srgbClr val="08A7EE"/>
                </a:gs>
              </a:gsLst>
              <a:lin ang="16200000"/>
            </a:gradFill>
            <a:ln w="9525" cap="flat" cmpd="sng" algn="ctr">
              <a:solidFill>
                <a:srgbClr val="0195F9"/>
              </a:solidFill>
              <a:prstDash val="solid"/>
              <a:round/>
              <a:headEnd type="none" w="med" len="med"/>
              <a:tailEnd type="none" w="med" len="med"/>
            </a:ln>
          </p:spPr>
          <p:txBody>
            <a:bodyPr lIns="82124" tIns="41061" rIns="82124" bIns="41061"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orbel" panose="020B0503020204020204"/>
                <a:ea typeface="+mn-ea"/>
                <a:cs typeface="+mn-cs"/>
              </a:endParaRPr>
            </a:p>
          </p:txBody>
        </p:sp>
        <p:sp>
          <p:nvSpPr>
            <p:cNvPr id="14" name="Freeform 13">
              <a:extLst>
                <a:ext uri="{FF2B5EF4-FFF2-40B4-BE49-F238E27FC236}">
                  <a16:creationId xmlns:a16="http://schemas.microsoft.com/office/drawing/2014/main" id="{8A27C5E2-BDD3-1143-89F4-BE34B721B0E7}"/>
                </a:ext>
              </a:extLst>
            </p:cNvPr>
            <p:cNvSpPr>
              <a:spLocks/>
            </p:cNvSpPr>
            <p:nvPr/>
          </p:nvSpPr>
          <p:spPr bwMode="auto">
            <a:xfrm>
              <a:off x="5253038" y="1139834"/>
              <a:ext cx="3176587" cy="1417638"/>
            </a:xfrm>
            <a:custGeom>
              <a:avLst/>
              <a:gdLst>
                <a:gd name="T0" fmla="*/ 3176587 w 2001"/>
                <a:gd name="T1" fmla="*/ 0 h 893"/>
                <a:gd name="T2" fmla="*/ 4762 w 2001"/>
                <a:gd name="T3" fmla="*/ 0 h 893"/>
                <a:gd name="T4" fmla="*/ 0 w 2001"/>
                <a:gd name="T5" fmla="*/ 6350 h 893"/>
                <a:gd name="T6" fmla="*/ 0 w 2001"/>
                <a:gd name="T7" fmla="*/ 1417638 h 893"/>
                <a:gd name="T8" fmla="*/ 4762 w 2001"/>
                <a:gd name="T9" fmla="*/ 1412875 h 893"/>
                <a:gd name="T10" fmla="*/ 3176587 w 2001"/>
                <a:gd name="T11" fmla="*/ 1412875 h 893"/>
                <a:gd name="T12" fmla="*/ 3176587 w 2001"/>
                <a:gd name="T13" fmla="*/ 0 h 89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01" h="893">
                  <a:moveTo>
                    <a:pt x="2001" y="0"/>
                  </a:moveTo>
                  <a:lnTo>
                    <a:pt x="3" y="0"/>
                  </a:lnTo>
                  <a:lnTo>
                    <a:pt x="0" y="4"/>
                  </a:lnTo>
                  <a:lnTo>
                    <a:pt x="0" y="893"/>
                  </a:lnTo>
                  <a:lnTo>
                    <a:pt x="3" y="890"/>
                  </a:lnTo>
                  <a:lnTo>
                    <a:pt x="2001" y="890"/>
                  </a:lnTo>
                  <a:lnTo>
                    <a:pt x="2001" y="0"/>
                  </a:lnTo>
                  <a:close/>
                </a:path>
              </a:pathLst>
            </a:custGeom>
            <a:gradFill rotWithShape="0">
              <a:gsLst>
                <a:gs pos="0">
                  <a:srgbClr val="08A7EE"/>
                </a:gs>
                <a:gs pos="99001">
                  <a:srgbClr val="17B2F7"/>
                </a:gs>
                <a:gs pos="100000">
                  <a:srgbClr val="17B2F7"/>
                </a:gs>
              </a:gsLst>
              <a:lin ang="5400000" scaled="1"/>
            </a:gradFill>
            <a:ln w="9525" cap="flat" cmpd="sng" algn="ctr">
              <a:solidFill>
                <a:srgbClr val="0195F9"/>
              </a:solidFill>
              <a:prstDash val="solid"/>
              <a:round/>
              <a:headEnd type="none" w="med" len="med"/>
              <a:tailEnd type="none" w="med" len="med"/>
            </a:ln>
          </p:spPr>
          <p:txBody>
            <a:bodyPr lIns="82124" tIns="41061" rIns="82124" bIns="41061"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orbel" panose="020B0503020204020204"/>
                <a:ea typeface="+mn-ea"/>
                <a:cs typeface="+mn-cs"/>
              </a:endParaRPr>
            </a:p>
          </p:txBody>
        </p:sp>
      </p:grpSp>
      <p:sp>
        <p:nvSpPr>
          <p:cNvPr id="15" name="Oval 15">
            <a:extLst>
              <a:ext uri="{FF2B5EF4-FFF2-40B4-BE49-F238E27FC236}">
                <a16:creationId xmlns:a16="http://schemas.microsoft.com/office/drawing/2014/main" id="{BB8AB119-552F-AE48-90BA-D0CDD964718B}"/>
              </a:ext>
            </a:extLst>
          </p:cNvPr>
          <p:cNvSpPr>
            <a:spLocks noChangeArrowheads="1"/>
          </p:cNvSpPr>
          <p:nvPr/>
        </p:nvSpPr>
        <p:spPr bwMode="auto">
          <a:xfrm>
            <a:off x="1887538" y="2593975"/>
            <a:ext cx="3390900" cy="3390900"/>
          </a:xfrm>
          <a:prstGeom prst="ellipse">
            <a:avLst/>
          </a:prstGeom>
          <a:gradFill>
            <a:gsLst>
              <a:gs pos="0">
                <a:srgbClr val="7F7F7F"/>
              </a:gs>
              <a:gs pos="100000">
                <a:schemeClr val="bg1">
                  <a:lumMod val="54000"/>
                </a:schemeClr>
              </a:gs>
            </a:gsLst>
            <a:lin ang="5400000" scaled="1"/>
          </a:gradFill>
          <a:ln w="9525" cap="flat" cmpd="sng" algn="ctr">
            <a:solidFill>
              <a:srgbClr val="606060"/>
            </a:solidFill>
            <a:prstDash val="solid"/>
            <a:round/>
            <a:headEnd type="none" w="med" len="med"/>
            <a:tailEnd type="none" w="med" len="med"/>
          </a:ln>
          <a:effectLst/>
        </p:spPr>
        <p:txBody>
          <a:bodyPr lIns="82124" tIns="41061" rIns="82124" bIns="41061" anchor="ctr"/>
          <a:lstStyle/>
          <a:p>
            <a:pPr marL="0" marR="0" lvl="0" indent="0" algn="ctr" defTabSz="814388" rtl="0" eaLnBrk="1" fontAlgn="auto" latinLnBrk="0" hangingPunct="1">
              <a:lnSpc>
                <a:spcPct val="9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orbel" panose="020B0503020204020204"/>
              <a:ea typeface="+mn-ea"/>
              <a:cs typeface="+mn-cs"/>
            </a:endParaRPr>
          </a:p>
        </p:txBody>
      </p:sp>
      <p:sp>
        <p:nvSpPr>
          <p:cNvPr id="16" name="TextBox 15">
            <a:extLst>
              <a:ext uri="{FF2B5EF4-FFF2-40B4-BE49-F238E27FC236}">
                <a16:creationId xmlns:a16="http://schemas.microsoft.com/office/drawing/2014/main" id="{BE07F05B-D923-A246-B1D5-BF3C931DC8C2}"/>
              </a:ext>
            </a:extLst>
          </p:cNvPr>
          <p:cNvSpPr txBox="1"/>
          <p:nvPr/>
        </p:nvSpPr>
        <p:spPr>
          <a:xfrm>
            <a:off x="1887538" y="3361334"/>
            <a:ext cx="3390900" cy="1846659"/>
          </a:xfrm>
          <a:prstGeom prst="rect">
            <a:avLst/>
          </a:prstGeom>
          <a:noFill/>
          <a:ln w="9525" cap="flat" cmpd="sng" algn="ctr">
            <a:noFill/>
            <a:prstDash val="solid"/>
            <a:round/>
            <a:headEnd type="none" w="med" len="med"/>
            <a:tailEnd type="none" w="med" len="med"/>
          </a:ln>
          <a:effectLst>
            <a:outerShdw blurRad="38100" dist="25400" dir="5400000" algn="t" rotWithShape="0">
              <a:prstClr val="black">
                <a:alpha val="27000"/>
              </a:prstClr>
            </a:outerShdw>
          </a:effectLst>
        </p:spPr>
        <p:txBody>
          <a:bodyPr lIns="0" tIns="0" rIns="0" bIns="0" anchor="ctr">
            <a:spAutoFit/>
          </a:bodyPr>
          <a:lstStyle>
            <a:defPPr>
              <a:defRPr lang="en-US"/>
            </a:defPPr>
            <a:lvl1pPr lvl="0" algn="ctr" defTabSz="814388" eaLnBrk="0" fontAlgn="base" hangingPunct="0">
              <a:lnSpc>
                <a:spcPts val="2100"/>
              </a:lnSpc>
              <a:spcBef>
                <a:spcPct val="0"/>
              </a:spcBef>
              <a:spcAft>
                <a:spcPct val="0"/>
              </a:spcAft>
              <a:defRPr>
                <a:solidFill>
                  <a:srgbClr val="FFFFFF"/>
                </a:solidFill>
                <a:latin typeface="Arial" charset="0"/>
              </a:defRPr>
            </a:lvl1pPr>
          </a:lstStyle>
          <a:p>
            <a:pPr marL="0" marR="0" lvl="0" indent="0" algn="ctr" defTabSz="814388"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charset="0"/>
                <a:ea typeface="+mn-ea"/>
                <a:cs typeface="+mn-cs"/>
              </a:rPr>
              <a:t>Examine prior case</a:t>
            </a:r>
          </a:p>
          <a:p>
            <a:pPr marL="0" marR="0" lvl="0" indent="0" algn="ctr" defTabSz="814388"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rial" charset="0"/>
              <a:ea typeface="+mn-ea"/>
              <a:cs typeface="+mn-cs"/>
            </a:endParaRPr>
          </a:p>
          <a:p>
            <a:pPr marL="0" marR="0" lvl="0" indent="0" algn="ctr" defTabSz="814388"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charset="0"/>
                <a:ea typeface="+mn-ea"/>
                <a:cs typeface="+mn-cs"/>
              </a:rPr>
              <a:t>Identify facts</a:t>
            </a:r>
          </a:p>
          <a:p>
            <a:pPr marL="0" marR="0" lvl="0" indent="0" algn="ctr" defTabSz="814388"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rial" charset="0"/>
              <a:ea typeface="+mn-ea"/>
              <a:cs typeface="+mn-cs"/>
            </a:endParaRPr>
          </a:p>
          <a:p>
            <a:pPr marL="0" marR="0" lvl="0" indent="0" algn="ctr" defTabSz="814388"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charset="0"/>
                <a:ea typeface="+mn-ea"/>
                <a:cs typeface="+mn-cs"/>
              </a:rPr>
              <a:t>Extrapolate Away</a:t>
            </a:r>
          </a:p>
        </p:txBody>
      </p:sp>
      <p:sp>
        <p:nvSpPr>
          <p:cNvPr id="17" name="TextBox 16">
            <a:extLst>
              <a:ext uri="{FF2B5EF4-FFF2-40B4-BE49-F238E27FC236}">
                <a16:creationId xmlns:a16="http://schemas.microsoft.com/office/drawing/2014/main" id="{0E000271-29C8-C247-B9C6-748FB43D5ED6}"/>
              </a:ext>
            </a:extLst>
          </p:cNvPr>
          <p:cNvSpPr txBox="1"/>
          <p:nvPr/>
        </p:nvSpPr>
        <p:spPr>
          <a:xfrm>
            <a:off x="6486525" y="1693367"/>
            <a:ext cx="3065463" cy="923330"/>
          </a:xfrm>
          <a:prstGeom prst="rect">
            <a:avLst/>
          </a:prstGeom>
          <a:noFill/>
          <a:ln w="9525" cap="flat" cmpd="sng" algn="ctr">
            <a:noFill/>
            <a:prstDash val="solid"/>
            <a:round/>
            <a:headEnd type="none" w="med" len="med"/>
            <a:tailEnd type="none" w="med" len="med"/>
          </a:ln>
          <a:effectLst>
            <a:outerShdw blurRad="38100" dist="25400" dir="5400000" algn="t" rotWithShape="0">
              <a:prstClr val="black">
                <a:alpha val="27000"/>
              </a:prstClr>
            </a:outerShdw>
          </a:effectLst>
        </p:spPr>
        <p:txBody>
          <a:bodyPr lIns="0" tIns="0" rIns="0" bIns="0" anchor="ctr">
            <a:spAutoFit/>
          </a:bodyPr>
          <a:lstStyle>
            <a:defPPr>
              <a:defRPr lang="en-US"/>
            </a:defPPr>
            <a:lvl1pPr lvl="0" algn="ctr" defTabSz="814388" eaLnBrk="0" fontAlgn="base" hangingPunct="0">
              <a:lnSpc>
                <a:spcPts val="2100"/>
              </a:lnSpc>
              <a:spcBef>
                <a:spcPct val="0"/>
              </a:spcBef>
              <a:spcAft>
                <a:spcPct val="0"/>
              </a:spcAft>
              <a:defRPr>
                <a:solidFill>
                  <a:srgbClr val="FFFFFF"/>
                </a:solidFill>
                <a:latin typeface="Arial" charset="0"/>
              </a:defRPr>
            </a:lvl1pPr>
          </a:lstStyle>
          <a:p>
            <a:pPr marL="0" marR="0" lvl="0" indent="0" algn="ctr" defTabSz="814388"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Arial" charset="0"/>
                <a:ea typeface="+mn-ea"/>
                <a:cs typeface="+mn-cs"/>
              </a:rPr>
              <a:t>Compare facts of your current case with prior case</a:t>
            </a:r>
          </a:p>
        </p:txBody>
      </p:sp>
      <p:sp>
        <p:nvSpPr>
          <p:cNvPr id="18" name="TextBox 17">
            <a:extLst>
              <a:ext uri="{FF2B5EF4-FFF2-40B4-BE49-F238E27FC236}">
                <a16:creationId xmlns:a16="http://schemas.microsoft.com/office/drawing/2014/main" id="{A4DF110D-207F-624F-80B9-F597342453E9}"/>
              </a:ext>
            </a:extLst>
          </p:cNvPr>
          <p:cNvSpPr txBox="1"/>
          <p:nvPr/>
        </p:nvSpPr>
        <p:spPr>
          <a:xfrm>
            <a:off x="6486525" y="3688755"/>
            <a:ext cx="3065463" cy="615553"/>
          </a:xfrm>
          <a:prstGeom prst="rect">
            <a:avLst/>
          </a:prstGeom>
          <a:noFill/>
          <a:ln w="9525" cap="flat" cmpd="sng" algn="ctr">
            <a:noFill/>
            <a:prstDash val="solid"/>
            <a:round/>
            <a:headEnd type="none" w="med" len="med"/>
            <a:tailEnd type="none" w="med" len="med"/>
          </a:ln>
          <a:effectLst>
            <a:outerShdw blurRad="38100" dist="25400" dir="5400000" algn="t" rotWithShape="0">
              <a:prstClr val="black">
                <a:alpha val="27000"/>
              </a:prstClr>
            </a:outerShdw>
          </a:effectLst>
        </p:spPr>
        <p:txBody>
          <a:bodyPr lIns="0" tIns="0" rIns="0" bIns="0" anchor="ctr">
            <a:spAutoFit/>
          </a:bodyPr>
          <a:lstStyle>
            <a:defPPr>
              <a:defRPr lang="en-US"/>
            </a:defPPr>
            <a:lvl1pPr lvl="0" algn="ctr" defTabSz="814388" eaLnBrk="0" fontAlgn="base" hangingPunct="0">
              <a:lnSpc>
                <a:spcPts val="2100"/>
              </a:lnSpc>
              <a:spcBef>
                <a:spcPct val="0"/>
              </a:spcBef>
              <a:spcAft>
                <a:spcPct val="0"/>
              </a:spcAft>
              <a:defRPr>
                <a:solidFill>
                  <a:srgbClr val="FFFFFF"/>
                </a:solidFill>
                <a:latin typeface="Arial" charset="0"/>
              </a:defRPr>
            </a:lvl1pPr>
          </a:lstStyle>
          <a:p>
            <a:pPr marL="0" marR="0" lvl="0" indent="0" algn="ctr" defTabSz="814388"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Arial" charset="0"/>
                <a:ea typeface="+mn-ea"/>
                <a:cs typeface="+mn-cs"/>
              </a:rPr>
              <a:t>Identify the ways the facts are </a:t>
            </a:r>
            <a:r>
              <a:rPr kumimoji="0" lang="en-US" sz="2000" b="1" i="0" u="none" strike="noStrike" kern="1200" cap="none" spc="0" normalizeH="0" baseline="0" noProof="0">
                <a:ln>
                  <a:noFill/>
                </a:ln>
                <a:solidFill>
                  <a:srgbClr val="FFFFFF"/>
                </a:solidFill>
                <a:effectLst/>
                <a:uLnTx/>
                <a:uFillTx/>
                <a:latin typeface="Arial" charset="0"/>
                <a:ea typeface="+mn-ea"/>
                <a:cs typeface="+mn-cs"/>
              </a:rPr>
              <a:t>DIFFERENT</a:t>
            </a:r>
          </a:p>
        </p:txBody>
      </p:sp>
      <p:sp>
        <p:nvSpPr>
          <p:cNvPr id="19" name="TextBox 18">
            <a:extLst>
              <a:ext uri="{FF2B5EF4-FFF2-40B4-BE49-F238E27FC236}">
                <a16:creationId xmlns:a16="http://schemas.microsoft.com/office/drawing/2014/main" id="{FA8ADAC0-EC24-8149-9DCE-898A1DFFE346}"/>
              </a:ext>
            </a:extLst>
          </p:cNvPr>
          <p:cNvSpPr txBox="1"/>
          <p:nvPr/>
        </p:nvSpPr>
        <p:spPr>
          <a:xfrm>
            <a:off x="6486525" y="5370810"/>
            <a:ext cx="3063875" cy="923330"/>
          </a:xfrm>
          <a:prstGeom prst="rect">
            <a:avLst/>
          </a:prstGeom>
          <a:noFill/>
          <a:ln w="9525" cap="flat" cmpd="sng" algn="ctr">
            <a:noFill/>
            <a:prstDash val="solid"/>
            <a:round/>
            <a:headEnd type="none" w="med" len="med"/>
            <a:tailEnd type="none" w="med" len="med"/>
          </a:ln>
          <a:effectLst>
            <a:outerShdw blurRad="38100" dist="25400" dir="5400000" algn="t" rotWithShape="0">
              <a:prstClr val="black">
                <a:alpha val="27000"/>
              </a:prstClr>
            </a:outerShdw>
          </a:effectLst>
        </p:spPr>
        <p:txBody>
          <a:bodyPr lIns="0" tIns="0" rIns="0" bIns="0" anchor="ctr">
            <a:spAutoFit/>
          </a:bodyPr>
          <a:lstStyle>
            <a:defPPr>
              <a:defRPr lang="en-US"/>
            </a:defPPr>
            <a:lvl1pPr lvl="0" algn="ctr" defTabSz="814388" eaLnBrk="0" fontAlgn="base" hangingPunct="0">
              <a:lnSpc>
                <a:spcPts val="2100"/>
              </a:lnSpc>
              <a:spcBef>
                <a:spcPct val="0"/>
              </a:spcBef>
              <a:spcAft>
                <a:spcPct val="0"/>
              </a:spcAft>
              <a:defRPr>
                <a:solidFill>
                  <a:srgbClr val="FFFFFF"/>
                </a:solidFill>
                <a:latin typeface="Arial" charset="0"/>
              </a:defRPr>
            </a:lvl1pPr>
          </a:lstStyle>
          <a:p>
            <a:pPr marL="0" marR="0" lvl="0" indent="0" algn="ctr" defTabSz="814388"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Arial" charset="0"/>
                <a:ea typeface="+mn-ea"/>
                <a:cs typeface="+mn-cs"/>
              </a:rPr>
              <a:t>Conclude that the rule from the prior case </a:t>
            </a:r>
            <a:r>
              <a:rPr kumimoji="0" lang="en-US" sz="2000" b="1" i="0" u="none" strike="noStrike" kern="1200" cap="none" spc="0" normalizeH="0" baseline="0" noProof="0">
                <a:ln>
                  <a:noFill/>
                </a:ln>
                <a:solidFill>
                  <a:srgbClr val="FFFFFF"/>
                </a:solidFill>
                <a:effectLst/>
                <a:uLnTx/>
                <a:uFillTx/>
                <a:latin typeface="Arial" charset="0"/>
                <a:ea typeface="+mn-ea"/>
                <a:cs typeface="+mn-cs"/>
              </a:rPr>
              <a:t>DOES NOT APPLY </a:t>
            </a:r>
            <a:r>
              <a:rPr kumimoji="0" lang="en-US" sz="2000" b="0" i="0" u="none" strike="noStrike" kern="1200" cap="none" spc="0" normalizeH="0" baseline="0" noProof="0">
                <a:ln>
                  <a:noFill/>
                </a:ln>
                <a:solidFill>
                  <a:srgbClr val="FFFFFF"/>
                </a:solidFill>
                <a:effectLst/>
                <a:uLnTx/>
                <a:uFillTx/>
                <a:latin typeface="Arial" charset="0"/>
                <a:ea typeface="+mn-ea"/>
                <a:cs typeface="+mn-cs"/>
              </a:rPr>
              <a:t>to the current case</a:t>
            </a:r>
          </a:p>
        </p:txBody>
      </p:sp>
      <p:sp>
        <p:nvSpPr>
          <p:cNvPr id="20" name="Oval 19">
            <a:extLst>
              <a:ext uri="{FF2B5EF4-FFF2-40B4-BE49-F238E27FC236}">
                <a16:creationId xmlns:a16="http://schemas.microsoft.com/office/drawing/2014/main" id="{393A9B82-24DF-9049-BA95-F64E3BA4FB10}"/>
              </a:ext>
            </a:extLst>
          </p:cNvPr>
          <p:cNvSpPr/>
          <p:nvPr/>
        </p:nvSpPr>
        <p:spPr>
          <a:xfrm>
            <a:off x="7010400" y="3868590"/>
            <a:ext cx="2514600" cy="556517"/>
          </a:xfrm>
          <a:prstGeom prst="ellipse">
            <a:avLst/>
          </a:prstGeom>
          <a:noFill/>
          <a:ln w="825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22" name="Oval 21">
            <a:extLst>
              <a:ext uri="{FF2B5EF4-FFF2-40B4-BE49-F238E27FC236}">
                <a16:creationId xmlns:a16="http://schemas.microsoft.com/office/drawing/2014/main" id="{A5E78BE2-7543-CD41-86BC-F1CB508B0642}"/>
              </a:ext>
            </a:extLst>
          </p:cNvPr>
          <p:cNvSpPr/>
          <p:nvPr/>
        </p:nvSpPr>
        <p:spPr>
          <a:xfrm>
            <a:off x="6218012" y="5465663"/>
            <a:ext cx="3535588" cy="923330"/>
          </a:xfrm>
          <a:prstGeom prst="ellipse">
            <a:avLst/>
          </a:prstGeom>
          <a:noFill/>
          <a:ln w="825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5" name="Title 1">
            <a:extLst>
              <a:ext uri="{FF2B5EF4-FFF2-40B4-BE49-F238E27FC236}">
                <a16:creationId xmlns:a16="http://schemas.microsoft.com/office/drawing/2014/main" id="{B3BBDF8C-99A5-5947-E772-F053BAF87149}"/>
              </a:ext>
            </a:extLst>
          </p:cNvPr>
          <p:cNvSpPr txBox="1">
            <a:spLocks/>
          </p:cNvSpPr>
          <p:nvPr/>
        </p:nvSpPr>
        <p:spPr>
          <a:xfrm>
            <a:off x="305686" y="188128"/>
            <a:ext cx="115806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Distinguishing a Case </a:t>
            </a:r>
            <a:r>
              <a:rPr lang="en-US" sz="2400" dirty="0"/>
              <a:t>(</a:t>
            </a:r>
            <a:r>
              <a:rPr lang="en-US" sz="2400" i="1" dirty="0"/>
              <a:t>outcome</a:t>
            </a:r>
            <a:r>
              <a:rPr lang="en-US" sz="2400" dirty="0"/>
              <a:t> is the opposite of your </a:t>
            </a:r>
            <a:r>
              <a:rPr lang="en-US" sz="2400" i="1" dirty="0"/>
              <a:t>predicted</a:t>
            </a:r>
            <a:r>
              <a:rPr lang="en-US" sz="2400" dirty="0"/>
              <a:t> outcome)</a:t>
            </a:r>
            <a:endParaRPr lang="en-US" dirty="0"/>
          </a:p>
        </p:txBody>
      </p:sp>
    </p:spTree>
    <p:extLst>
      <p:ext uri="{BB962C8B-B14F-4D97-AF65-F5344CB8AC3E}">
        <p14:creationId xmlns:p14="http://schemas.microsoft.com/office/powerpoint/2010/main" val="2610023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17" grpId="0"/>
      <p:bldP spid="18" grpId="0"/>
      <p:bldP spid="19" grpId="0"/>
      <p:bldP spid="20" grpId="0" animBg="1"/>
      <p:bldP spid="2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A2F66A1-EC35-3BA7-177A-9E3A9BE7AF61}"/>
              </a:ext>
            </a:extLst>
          </p:cNvPr>
          <p:cNvSpPr>
            <a:spLocks noGrp="1"/>
          </p:cNvSpPr>
          <p:nvPr>
            <p:ph type="title"/>
          </p:nvPr>
        </p:nvSpPr>
        <p:spPr>
          <a:xfrm>
            <a:off x="586478" y="1683756"/>
            <a:ext cx="3115265" cy="2396359"/>
          </a:xfrm>
        </p:spPr>
        <p:txBody>
          <a:bodyPr anchor="b">
            <a:normAutofit/>
          </a:bodyPr>
          <a:lstStyle/>
          <a:p>
            <a:pPr algn="r"/>
            <a:r>
              <a:rPr lang="en-US" sz="3100" dirty="0">
                <a:solidFill>
                  <a:srgbClr val="FFFFFF"/>
                </a:solidFill>
              </a:rPr>
              <a:t>Constructing an Effective Analogy or Distinction</a:t>
            </a:r>
          </a:p>
        </p:txBody>
      </p:sp>
      <p:graphicFrame>
        <p:nvGraphicFramePr>
          <p:cNvPr id="5" name="Content Placeholder 2">
            <a:extLst>
              <a:ext uri="{FF2B5EF4-FFF2-40B4-BE49-F238E27FC236}">
                <a16:creationId xmlns:a16="http://schemas.microsoft.com/office/drawing/2014/main" id="{564EE9FA-07C7-7768-E7A3-89A8A8951C69}"/>
              </a:ext>
            </a:extLst>
          </p:cNvPr>
          <p:cNvGraphicFramePr>
            <a:graphicFrameLocks noGrp="1"/>
          </p:cNvGraphicFramePr>
          <p:nvPr>
            <p:ph idx="1"/>
            <p:extLst>
              <p:ext uri="{D42A27DB-BD31-4B8C-83A1-F6EECF244321}">
                <p14:modId xmlns:p14="http://schemas.microsoft.com/office/powerpoint/2010/main" val="122406348"/>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68869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5FC65-9A1D-048A-DE6B-144F86B27C7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5B4E26D-6B8D-043D-170D-1CFC9231F66D}"/>
              </a:ext>
            </a:extLst>
          </p:cNvPr>
          <p:cNvSpPr>
            <a:spLocks noGrp="1"/>
          </p:cNvSpPr>
          <p:nvPr>
            <p:ph type="title"/>
          </p:nvPr>
        </p:nvSpPr>
        <p:spPr>
          <a:xfrm>
            <a:off x="1371599" y="294538"/>
            <a:ext cx="9895951" cy="1033669"/>
          </a:xfrm>
        </p:spPr>
        <p:txBody>
          <a:bodyPr>
            <a:normAutofit/>
          </a:bodyPr>
          <a:lstStyle/>
          <a:p>
            <a:r>
              <a:rPr lang="en-US" sz="3400" dirty="0">
                <a:solidFill>
                  <a:srgbClr val="FFFFFF"/>
                </a:solidFill>
              </a:rPr>
              <a:t>Analogy Examples – Which is Better?</a:t>
            </a:r>
          </a:p>
        </p:txBody>
      </p:sp>
      <p:sp>
        <p:nvSpPr>
          <p:cNvPr id="3" name="Content Placeholder 2">
            <a:extLst>
              <a:ext uri="{FF2B5EF4-FFF2-40B4-BE49-F238E27FC236}">
                <a16:creationId xmlns:a16="http://schemas.microsoft.com/office/drawing/2014/main" id="{CE3A1290-045B-4C08-04EF-F32C16C1A36C}"/>
              </a:ext>
            </a:extLst>
          </p:cNvPr>
          <p:cNvSpPr>
            <a:spLocks noGrp="1"/>
          </p:cNvSpPr>
          <p:nvPr>
            <p:ph idx="1"/>
          </p:nvPr>
        </p:nvSpPr>
        <p:spPr>
          <a:xfrm>
            <a:off x="1371599" y="2318197"/>
            <a:ext cx="9724031" cy="3683358"/>
          </a:xfrm>
        </p:spPr>
        <p:txBody>
          <a:bodyPr anchor="ctr">
            <a:normAutofit/>
          </a:bodyPr>
          <a:lstStyle/>
          <a:p>
            <a:r>
              <a:rPr lang="en-US" sz="1700" dirty="0"/>
              <a:t>Gabrielle </a:t>
            </a:r>
            <a:r>
              <a:rPr lang="en-US" sz="1700" dirty="0" err="1"/>
              <a:t>Lafille</a:t>
            </a:r>
            <a:r>
              <a:rPr lang="en-US" sz="1700" dirty="0"/>
              <a:t> will probably be able to prove she was “then aware” of her husband’s accident. Her situation is similar to the situation in </a:t>
            </a:r>
            <a:r>
              <a:rPr lang="en-US" sz="1700" i="1" dirty="0"/>
              <a:t>Krouse</a:t>
            </a:r>
            <a:r>
              <a:rPr lang="en-US" sz="1700" dirty="0"/>
              <a:t>. In </a:t>
            </a:r>
            <a:r>
              <a:rPr lang="en-US" sz="1700" i="1" dirty="0"/>
              <a:t>Krouse</a:t>
            </a:r>
            <a:r>
              <a:rPr lang="en-US" sz="1700" dirty="0"/>
              <a:t>, a husband knew where his wife was standing and heard and felt the impact of the accident come from that location. Similarly, in our client’s case, Ms. </a:t>
            </a:r>
            <a:r>
              <a:rPr lang="en-US" sz="1700" dirty="0" err="1"/>
              <a:t>Lafille</a:t>
            </a:r>
            <a:r>
              <a:rPr lang="en-US" sz="1700" dirty="0"/>
              <a:t> knew her husband was just around the bend in the road and heard the sounds of the accident, come from that location. Because the </a:t>
            </a:r>
            <a:r>
              <a:rPr lang="en-US" sz="1700" i="1" dirty="0"/>
              <a:t>Krouse </a:t>
            </a:r>
            <a:r>
              <a:rPr lang="en-US" sz="1700" dirty="0"/>
              <a:t>court determined that the plaintiff was then aware, a court should also determine that Ms. </a:t>
            </a:r>
            <a:r>
              <a:rPr lang="en-US" sz="1700" dirty="0" err="1"/>
              <a:t>Lafille</a:t>
            </a:r>
            <a:r>
              <a:rPr lang="en-US" sz="1700" dirty="0"/>
              <a:t> was then aware. </a:t>
            </a:r>
          </a:p>
          <a:p>
            <a:r>
              <a:rPr lang="en-US" sz="1700" dirty="0"/>
              <a:t>Gabrielle </a:t>
            </a:r>
            <a:r>
              <a:rPr lang="en-US" sz="1700" dirty="0" err="1"/>
              <a:t>Lafille</a:t>
            </a:r>
            <a:r>
              <a:rPr lang="en-US" sz="1700" dirty="0"/>
              <a:t> will probably be able to prove she was “then aware” of her husband’s accident. Her situation is similar to the situation in </a:t>
            </a:r>
            <a:r>
              <a:rPr lang="en-US" sz="1700" i="1" dirty="0"/>
              <a:t>Krouse</a:t>
            </a:r>
            <a:r>
              <a:rPr lang="en-US" sz="1700" dirty="0"/>
              <a:t>. In both cases the family member could perceive the injury to the victim at the time of the accident, even though the family member could not see the accident occur. In </a:t>
            </a:r>
            <a:r>
              <a:rPr lang="en-US" sz="1700" i="1" dirty="0"/>
              <a:t>Krouse</a:t>
            </a:r>
            <a:r>
              <a:rPr lang="en-US" sz="1700" dirty="0"/>
              <a:t>, a husband knew where his wife was standing and heard and felt the impact of the accident come from that location. Similarly, in our client’s case, Ms. </a:t>
            </a:r>
            <a:r>
              <a:rPr lang="en-US" sz="1700" dirty="0" err="1"/>
              <a:t>Lafille</a:t>
            </a:r>
            <a:r>
              <a:rPr lang="en-US" sz="1700" dirty="0"/>
              <a:t> knew her husband was just around the bend in the road and heard the sounds of the accident, come from that location. Because the </a:t>
            </a:r>
            <a:r>
              <a:rPr lang="en-US" sz="1700" i="1" dirty="0"/>
              <a:t>Krouse </a:t>
            </a:r>
            <a:r>
              <a:rPr lang="en-US" sz="1700" dirty="0"/>
              <a:t>court determined that the plaintiff was then aware, a court should also determine that Ms. </a:t>
            </a:r>
            <a:r>
              <a:rPr lang="en-US" sz="1700" dirty="0" err="1"/>
              <a:t>Lafille</a:t>
            </a:r>
            <a:r>
              <a:rPr lang="en-US" sz="1700" dirty="0"/>
              <a:t> was then aware. </a:t>
            </a:r>
            <a:endParaRPr lang="en-US" sz="1700" i="1" dirty="0"/>
          </a:p>
          <a:p>
            <a:endParaRPr lang="en-US" sz="1700" i="1" dirty="0"/>
          </a:p>
          <a:p>
            <a:endParaRPr lang="en-US" sz="1700" i="1" dirty="0"/>
          </a:p>
        </p:txBody>
      </p:sp>
    </p:spTree>
    <p:extLst>
      <p:ext uri="{BB962C8B-B14F-4D97-AF65-F5344CB8AC3E}">
        <p14:creationId xmlns:p14="http://schemas.microsoft.com/office/powerpoint/2010/main" val="39504103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513C9-A759-EF3C-D75F-7EDDB4DAEFA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072FA0A-2408-DBF3-D602-603B8A70DE14}"/>
              </a:ext>
            </a:extLst>
          </p:cNvPr>
          <p:cNvSpPr>
            <a:spLocks noGrp="1"/>
          </p:cNvSpPr>
          <p:nvPr>
            <p:ph type="title"/>
          </p:nvPr>
        </p:nvSpPr>
        <p:spPr>
          <a:xfrm>
            <a:off x="1371599" y="294538"/>
            <a:ext cx="9895951" cy="1033669"/>
          </a:xfrm>
        </p:spPr>
        <p:txBody>
          <a:bodyPr>
            <a:normAutofit/>
          </a:bodyPr>
          <a:lstStyle/>
          <a:p>
            <a:r>
              <a:rPr lang="en-US" sz="3400" dirty="0">
                <a:solidFill>
                  <a:srgbClr val="FFFFFF"/>
                </a:solidFill>
              </a:rPr>
              <a:t>Analogy Examples – Which is Better?</a:t>
            </a:r>
          </a:p>
        </p:txBody>
      </p:sp>
      <p:sp>
        <p:nvSpPr>
          <p:cNvPr id="3" name="Content Placeholder 2">
            <a:extLst>
              <a:ext uri="{FF2B5EF4-FFF2-40B4-BE49-F238E27FC236}">
                <a16:creationId xmlns:a16="http://schemas.microsoft.com/office/drawing/2014/main" id="{F4DEE926-CCF9-A691-6E79-FD8A2F23819E}"/>
              </a:ext>
            </a:extLst>
          </p:cNvPr>
          <p:cNvSpPr>
            <a:spLocks noGrp="1"/>
          </p:cNvSpPr>
          <p:nvPr>
            <p:ph idx="1"/>
          </p:nvPr>
        </p:nvSpPr>
        <p:spPr>
          <a:xfrm>
            <a:off x="1371599" y="2318197"/>
            <a:ext cx="9724031" cy="3683358"/>
          </a:xfrm>
        </p:spPr>
        <p:txBody>
          <a:bodyPr anchor="ctr">
            <a:normAutofit/>
          </a:bodyPr>
          <a:lstStyle/>
          <a:p>
            <a:r>
              <a:rPr lang="en-US" sz="1700" dirty="0"/>
              <a:t>Gabrielle </a:t>
            </a:r>
            <a:r>
              <a:rPr lang="en-US" sz="1700" dirty="0" err="1"/>
              <a:t>Lafille</a:t>
            </a:r>
            <a:r>
              <a:rPr lang="en-US" sz="1700" dirty="0"/>
              <a:t> will probably be able to prove she was “then aware” of her husband’s accident. Her situation is similar to the situation in </a:t>
            </a:r>
            <a:r>
              <a:rPr lang="en-US" sz="1700" i="1" dirty="0"/>
              <a:t>Krouse</a:t>
            </a:r>
            <a:r>
              <a:rPr lang="en-US" sz="1700" dirty="0"/>
              <a:t>. In </a:t>
            </a:r>
            <a:r>
              <a:rPr lang="en-US" sz="1700" i="1" dirty="0"/>
              <a:t>Krouse</a:t>
            </a:r>
            <a:r>
              <a:rPr lang="en-US" sz="1700" dirty="0"/>
              <a:t>, a husband knew where his wife was standing and heard and felt the impact of the accident come from that location. Similarly, in our client’s case, Ms. </a:t>
            </a:r>
            <a:r>
              <a:rPr lang="en-US" sz="1700" dirty="0" err="1"/>
              <a:t>Lafille</a:t>
            </a:r>
            <a:r>
              <a:rPr lang="en-US" sz="1700" dirty="0"/>
              <a:t> knew her husband was just around the bend in the road and heard the sounds of the accident, come from that location. Because the </a:t>
            </a:r>
            <a:r>
              <a:rPr lang="en-US" sz="1700" i="1" dirty="0"/>
              <a:t>Krouse </a:t>
            </a:r>
            <a:r>
              <a:rPr lang="en-US" sz="1700" dirty="0"/>
              <a:t>court determined that the plaintiff was then aware, a court should also determine that Ms. </a:t>
            </a:r>
            <a:r>
              <a:rPr lang="en-US" sz="1700" dirty="0" err="1"/>
              <a:t>Lafille</a:t>
            </a:r>
            <a:r>
              <a:rPr lang="en-US" sz="1700" dirty="0"/>
              <a:t> was then aware. </a:t>
            </a:r>
          </a:p>
          <a:p>
            <a:r>
              <a:rPr lang="en-US" sz="1700" dirty="0"/>
              <a:t>Gabrielle </a:t>
            </a:r>
            <a:r>
              <a:rPr lang="en-US" sz="1700" dirty="0" err="1"/>
              <a:t>Lafille</a:t>
            </a:r>
            <a:r>
              <a:rPr lang="en-US" sz="1700" dirty="0"/>
              <a:t> will probably be able to prove she was “then aware” of her husband’s accident. Her situation is similar to the situation in </a:t>
            </a:r>
            <a:r>
              <a:rPr lang="en-US" sz="1700" i="1" dirty="0"/>
              <a:t>Krouse</a:t>
            </a:r>
            <a:r>
              <a:rPr lang="en-US" sz="1700" dirty="0"/>
              <a:t>. </a:t>
            </a:r>
            <a:r>
              <a:rPr lang="en-US" sz="1700" u="sng" dirty="0"/>
              <a:t>In both cases the family member could perceive the injury to the victim at the time of the accident, even though the family member could not see the accident occur</a:t>
            </a:r>
            <a:r>
              <a:rPr lang="en-US" sz="1700" dirty="0"/>
              <a:t>. In </a:t>
            </a:r>
            <a:r>
              <a:rPr lang="en-US" sz="1700" i="1" dirty="0"/>
              <a:t>Krouse</a:t>
            </a:r>
            <a:r>
              <a:rPr lang="en-US" sz="1700" dirty="0"/>
              <a:t>, a husband knew where his wife was standing and heard and felt the impact of the accident come from that location. Similarly, in our client’s case, Ms. </a:t>
            </a:r>
            <a:r>
              <a:rPr lang="en-US" sz="1700" dirty="0" err="1"/>
              <a:t>Lafille</a:t>
            </a:r>
            <a:r>
              <a:rPr lang="en-US" sz="1700" dirty="0"/>
              <a:t> knew her husband was just around the bend in the road and heard the sounds of the accident, come from that location. Because the </a:t>
            </a:r>
            <a:r>
              <a:rPr lang="en-US" sz="1700" i="1" dirty="0"/>
              <a:t>Krouse </a:t>
            </a:r>
            <a:r>
              <a:rPr lang="en-US" sz="1700" dirty="0"/>
              <a:t>court determined that the plaintiff was then aware, a court should also determine that Ms. </a:t>
            </a:r>
            <a:r>
              <a:rPr lang="en-US" sz="1700" dirty="0" err="1"/>
              <a:t>Lafille</a:t>
            </a:r>
            <a:r>
              <a:rPr lang="en-US" sz="1700" dirty="0"/>
              <a:t> was then aware. </a:t>
            </a:r>
            <a:endParaRPr lang="en-US" sz="1700" i="1" dirty="0"/>
          </a:p>
          <a:p>
            <a:endParaRPr lang="en-US" sz="1700" i="1" dirty="0"/>
          </a:p>
          <a:p>
            <a:endParaRPr lang="en-US" sz="1700" i="1" dirty="0"/>
          </a:p>
        </p:txBody>
      </p:sp>
    </p:spTree>
    <p:extLst>
      <p:ext uri="{BB962C8B-B14F-4D97-AF65-F5344CB8AC3E}">
        <p14:creationId xmlns:p14="http://schemas.microsoft.com/office/powerpoint/2010/main" val="11318538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6F178-8937-3DE1-E78A-FB10A0B728C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128B4DB-FA7D-C287-80A4-AEC2A15B4E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4C66CA7C-813F-A4EB-8CDF-CCE03C562A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D7641BFB-5AA7-C578-80E7-CF74B8B75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4E19ADD1-7EF8-CADF-6592-9CD47CDE5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Freeform: Shape 16">
            <a:extLst>
              <a:ext uri="{FF2B5EF4-FFF2-40B4-BE49-F238E27FC236}">
                <a16:creationId xmlns:a16="http://schemas.microsoft.com/office/drawing/2014/main" id="{3F78C9A1-17FB-B7DD-FD2B-C7508A4414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3A365867-FE5B-9AD7-754C-B0FEBA3891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E4446DB-A7F4-CC68-2F0C-3199E988A3C2}"/>
              </a:ext>
            </a:extLst>
          </p:cNvPr>
          <p:cNvSpPr>
            <a:spLocks noGrp="1"/>
          </p:cNvSpPr>
          <p:nvPr>
            <p:ph type="title"/>
          </p:nvPr>
        </p:nvSpPr>
        <p:spPr>
          <a:xfrm>
            <a:off x="586478" y="1683756"/>
            <a:ext cx="3115265" cy="2396359"/>
          </a:xfrm>
        </p:spPr>
        <p:txBody>
          <a:bodyPr anchor="b">
            <a:normAutofit/>
          </a:bodyPr>
          <a:lstStyle/>
          <a:p>
            <a:pPr algn="r"/>
            <a:r>
              <a:rPr lang="en-US" sz="3100" dirty="0">
                <a:solidFill>
                  <a:srgbClr val="FFFFFF"/>
                </a:solidFill>
              </a:rPr>
              <a:t>Constructing an Effective Analogy or Distinction</a:t>
            </a:r>
          </a:p>
        </p:txBody>
      </p:sp>
      <p:graphicFrame>
        <p:nvGraphicFramePr>
          <p:cNvPr id="5" name="Content Placeholder 2">
            <a:extLst>
              <a:ext uri="{FF2B5EF4-FFF2-40B4-BE49-F238E27FC236}">
                <a16:creationId xmlns:a16="http://schemas.microsoft.com/office/drawing/2014/main" id="{9832C93D-6655-AE69-2133-06C048D8F186}"/>
              </a:ext>
            </a:extLst>
          </p:cNvPr>
          <p:cNvGraphicFramePr>
            <a:graphicFrameLocks noGrp="1"/>
          </p:cNvGraphicFramePr>
          <p:nvPr>
            <p:ph idx="1"/>
            <p:extLst>
              <p:ext uri="{D42A27DB-BD31-4B8C-83A1-F6EECF244321}">
                <p14:modId xmlns:p14="http://schemas.microsoft.com/office/powerpoint/2010/main" val="1276287390"/>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59325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055" y="1126902"/>
            <a:ext cx="9374746" cy="650384"/>
          </a:xfrm>
        </p:spPr>
        <p:txBody>
          <a:bodyPr anchor="ctr">
            <a:normAutofit fontScale="90000"/>
          </a:bodyPr>
          <a:lstStyle/>
          <a:p>
            <a:pPr>
              <a:lnSpc>
                <a:spcPct val="110000"/>
              </a:lnSpc>
            </a:pPr>
            <a:r>
              <a:rPr lang="en-US" sz="3400" dirty="0">
                <a:solidFill>
                  <a:srgbClr val="FFFFFF"/>
                </a:solidFill>
              </a:rPr>
              <a:t>Fact-to-fact Analysis: </a:t>
            </a:r>
            <a:r>
              <a:rPr lang="en-US" sz="3400" dirty="0"/>
              <a:t>Analogies and distinctions </a:t>
            </a:r>
            <a:r>
              <a:rPr lang="en-US" sz="3400" dirty="0">
                <a:solidFill>
                  <a:srgbClr val="FFFFFF"/>
                </a:solidFill>
              </a:rPr>
              <a:t>that work.</a:t>
            </a:r>
            <a:br>
              <a:rPr lang="en-US" sz="1000" dirty="0"/>
            </a:br>
            <a:endParaRPr lang="en-US" sz="1000" dirty="0"/>
          </a:p>
        </p:txBody>
      </p:sp>
      <p:graphicFrame>
        <p:nvGraphicFramePr>
          <p:cNvPr id="5" name="Content Placeholder 2">
            <a:extLst>
              <a:ext uri="{FF2B5EF4-FFF2-40B4-BE49-F238E27FC236}">
                <a16:creationId xmlns:a16="http://schemas.microsoft.com/office/drawing/2014/main" id="{5AFB8127-B64D-E46E-DD92-613E505DB9CF}"/>
              </a:ext>
            </a:extLst>
          </p:cNvPr>
          <p:cNvGraphicFramePr>
            <a:graphicFrameLocks noGrp="1"/>
          </p:cNvGraphicFramePr>
          <p:nvPr>
            <p:ph idx="1"/>
            <p:extLst>
              <p:ext uri="{D42A27DB-BD31-4B8C-83A1-F6EECF244321}">
                <p14:modId xmlns:p14="http://schemas.microsoft.com/office/powerpoint/2010/main" val="1859396812"/>
              </p:ext>
            </p:extLst>
          </p:nvPr>
        </p:nvGraphicFramePr>
        <p:xfrm>
          <a:off x="1600200" y="2131454"/>
          <a:ext cx="9160100" cy="35288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6423267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Enough Background</a:t>
            </a:r>
          </a:p>
        </p:txBody>
      </p:sp>
      <p:sp>
        <p:nvSpPr>
          <p:cNvPr id="3" name="Content Placeholder 2"/>
          <p:cNvSpPr>
            <a:spLocks noGrp="1"/>
          </p:cNvSpPr>
          <p:nvPr>
            <p:ph idx="1"/>
          </p:nvPr>
        </p:nvSpPr>
        <p:spPr/>
        <p:txBody>
          <a:bodyPr>
            <a:normAutofit/>
          </a:bodyPr>
          <a:lstStyle/>
          <a:p>
            <a:r>
              <a:rPr lang="en-US" sz="2800" dirty="0"/>
              <a:t>Better example:</a:t>
            </a:r>
          </a:p>
          <a:p>
            <a:r>
              <a:rPr lang="en-US" sz="2800" dirty="0"/>
              <a:t>Unlike the attached garage and enclosed patio in </a:t>
            </a:r>
            <a:r>
              <a:rPr lang="en-US" sz="2800" u="sng" dirty="0"/>
              <a:t>Cook</a:t>
            </a:r>
            <a:r>
              <a:rPr lang="en-US" sz="2800" dirty="0"/>
              <a:t>, which qualified as integral parts of the main house because they were akin to additional rooms, here Ms. Murray's trailer does not share any door with the main residence, even when parked in the driveway.</a:t>
            </a:r>
          </a:p>
        </p:txBody>
      </p:sp>
    </p:spTree>
    <p:custDataLst>
      <p:tags r:id="rId1"/>
    </p:custDataLst>
    <p:extLst>
      <p:ext uri="{BB962C8B-B14F-4D97-AF65-F5344CB8AC3E}">
        <p14:creationId xmlns:p14="http://schemas.microsoft.com/office/powerpoint/2010/main" val="3149168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055" y="1126902"/>
            <a:ext cx="9374746" cy="650384"/>
          </a:xfrm>
        </p:spPr>
        <p:txBody>
          <a:bodyPr anchor="ctr">
            <a:normAutofit/>
          </a:bodyPr>
          <a:lstStyle/>
          <a:p>
            <a:r>
              <a:rPr lang="en-US" sz="2400"/>
              <a:t>A potential issue:</a:t>
            </a:r>
          </a:p>
        </p:txBody>
      </p:sp>
      <p:graphicFrame>
        <p:nvGraphicFramePr>
          <p:cNvPr id="5" name="Content Placeholder 2">
            <a:extLst>
              <a:ext uri="{FF2B5EF4-FFF2-40B4-BE49-F238E27FC236}">
                <a16:creationId xmlns:a16="http://schemas.microsoft.com/office/drawing/2014/main" id="{6E3EA88F-307F-F504-4A28-BDDD685B074D}"/>
              </a:ext>
            </a:extLst>
          </p:cNvPr>
          <p:cNvGraphicFramePr>
            <a:graphicFrameLocks noGrp="1"/>
          </p:cNvGraphicFramePr>
          <p:nvPr>
            <p:ph idx="1"/>
            <p:extLst>
              <p:ext uri="{D42A27DB-BD31-4B8C-83A1-F6EECF244321}">
                <p14:modId xmlns:p14="http://schemas.microsoft.com/office/powerpoint/2010/main" val="390444355"/>
              </p:ext>
            </p:extLst>
          </p:nvPr>
        </p:nvGraphicFramePr>
        <p:xfrm>
          <a:off x="1600200" y="2019300"/>
          <a:ext cx="9160100" cy="36409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2641238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699591"/>
            <a:ext cx="7638168" cy="1470404"/>
          </a:xfrm>
        </p:spPr>
        <p:txBody>
          <a:bodyPr anchor="b">
            <a:normAutofit/>
          </a:bodyPr>
          <a:lstStyle/>
          <a:p>
            <a:pPr>
              <a:lnSpc>
                <a:spcPct val="110000"/>
              </a:lnSpc>
            </a:pPr>
            <a:r>
              <a:rPr lang="en-US" sz="2700"/>
              <a:t>One more sentence would help –</a:t>
            </a:r>
            <a:br>
              <a:rPr lang="en-US" sz="2700"/>
            </a:br>
            <a:endParaRPr lang="en-US" sz="2700"/>
          </a:p>
        </p:txBody>
      </p:sp>
      <p:sp>
        <p:nvSpPr>
          <p:cNvPr id="3" name="Content Placeholder 2"/>
          <p:cNvSpPr>
            <a:spLocks noGrp="1"/>
          </p:cNvSpPr>
          <p:nvPr>
            <p:ph idx="1"/>
          </p:nvPr>
        </p:nvSpPr>
        <p:spPr>
          <a:xfrm>
            <a:off x="1600200" y="2476499"/>
            <a:ext cx="7638168" cy="3614813"/>
          </a:xfrm>
        </p:spPr>
        <p:txBody>
          <a:bodyPr>
            <a:normAutofit/>
          </a:bodyPr>
          <a:lstStyle/>
          <a:p>
            <a:endParaRPr lang="en-US" dirty="0"/>
          </a:p>
          <a:p>
            <a:pPr marL="0" indent="0">
              <a:buNone/>
            </a:pPr>
            <a:r>
              <a:rPr lang="en-US"/>
              <a:t>This enduring and frequent relationship with the clients shows the employer had a  legitimate interest in the employee’s relationship with its customers because it was likely that the customers would follow the employee to a competitor.</a:t>
            </a:r>
          </a:p>
        </p:txBody>
      </p:sp>
    </p:spTree>
    <p:custDataLst>
      <p:tags r:id="rId1"/>
    </p:custDataLst>
    <p:extLst>
      <p:ext uri="{BB962C8B-B14F-4D97-AF65-F5344CB8AC3E}">
        <p14:creationId xmlns:p14="http://schemas.microsoft.com/office/powerpoint/2010/main" val="580606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2F33D41-3701-4CC1-8E06-D46176A1E343}"/>
              </a:ext>
            </a:extLst>
          </p:cNvPr>
          <p:cNvSpPr>
            <a:spLocks noGrp="1"/>
          </p:cNvSpPr>
          <p:nvPr>
            <p:ph type="ctrTitle"/>
          </p:nvPr>
        </p:nvSpPr>
        <p:spPr>
          <a:xfrm>
            <a:off x="965200" y="965200"/>
            <a:ext cx="10261600" cy="3564869"/>
          </a:xfrm>
        </p:spPr>
        <p:txBody>
          <a:bodyPr>
            <a:normAutofit/>
          </a:bodyPr>
          <a:lstStyle/>
          <a:p>
            <a:pPr algn="l"/>
            <a:r>
              <a:rPr lang="en-US" sz="11500">
                <a:ln w="22225">
                  <a:solidFill>
                    <a:schemeClr val="tx1"/>
                  </a:solidFill>
                  <a:miter lim="800000"/>
                </a:ln>
                <a:noFill/>
                <a:effectLst>
                  <a:outerShdw blurRad="38100" dist="38100" dir="2700000" algn="tl">
                    <a:srgbClr val="000000">
                      <a:alpha val="43137"/>
                    </a:srgbClr>
                  </a:outerShdw>
                </a:effectLst>
              </a:rPr>
              <a:t>Work on application</a:t>
            </a:r>
          </a:p>
        </p:txBody>
      </p:sp>
      <p:sp>
        <p:nvSpPr>
          <p:cNvPr id="13" name="Subtitle 2">
            <a:extLst>
              <a:ext uri="{FF2B5EF4-FFF2-40B4-BE49-F238E27FC236}">
                <a16:creationId xmlns:a16="http://schemas.microsoft.com/office/drawing/2014/main" id="{C065F013-CFF1-422E-BFC3-B0B22F915619}"/>
              </a:ext>
            </a:extLst>
          </p:cNvPr>
          <p:cNvSpPr>
            <a:spLocks noGrp="1"/>
          </p:cNvSpPr>
          <p:nvPr>
            <p:ph type="subTitle" idx="1"/>
          </p:nvPr>
        </p:nvSpPr>
        <p:spPr>
          <a:xfrm>
            <a:off x="965200" y="4572002"/>
            <a:ext cx="10261600" cy="1202995"/>
          </a:xfrm>
        </p:spPr>
        <p:txBody>
          <a:bodyPr>
            <a:normAutofit/>
          </a:bodyPr>
          <a:lstStyle/>
          <a:p>
            <a:pPr algn="l"/>
            <a:endParaRPr lang="en-US" sz="3200">
              <a:effectLst>
                <a:outerShdw blurRad="38100" dist="38100" dir="2700000" algn="tl">
                  <a:srgbClr val="000000">
                    <a:alpha val="43137"/>
                  </a:srgbClr>
                </a:outerShdw>
              </a:effectLst>
            </a:endParaRPr>
          </a:p>
        </p:txBody>
      </p:sp>
      <p:sp>
        <p:nvSpPr>
          <p:cNvPr id="17" name="Footer Placeholder 4">
            <a:extLst>
              <a:ext uri="{FF2B5EF4-FFF2-40B4-BE49-F238E27FC236}">
                <a16:creationId xmlns:a16="http://schemas.microsoft.com/office/drawing/2014/main" id="{2F59C538-87BA-4933-ABE5-1BA4EBB62227}"/>
              </a:ext>
            </a:extLst>
          </p:cNvPr>
          <p:cNvSpPr>
            <a:spLocks noGrp="1"/>
          </p:cNvSpPr>
          <p:nvPr>
            <p:ph type="ftr" sz="quarter" idx="11"/>
          </p:nvPr>
        </p:nvSpPr>
        <p:spPr>
          <a:xfrm>
            <a:off x="965201" y="6356350"/>
            <a:ext cx="6569446" cy="365125"/>
          </a:xfrm>
        </p:spPr>
        <p:txBody>
          <a:bodyPr>
            <a:normAutofit/>
          </a:bodyPr>
          <a:lstStyle/>
          <a:p>
            <a:pPr algn="l">
              <a:spcAft>
                <a:spcPts val="600"/>
              </a:spcAft>
            </a:pPr>
            <a:r>
              <a:rPr lang="en-US">
                <a:solidFill>
                  <a:schemeClr val="tx1"/>
                </a:solidFill>
                <a:effectLst>
                  <a:outerShdw blurRad="38100" dist="38100" dir="2700000" algn="tl">
                    <a:srgbClr val="000000">
                      <a:alpha val="43137"/>
                    </a:srgbClr>
                  </a:outerShdw>
                </a:effectLst>
              </a:rPr>
              <a:t>Sample Footer Text</a:t>
            </a:r>
          </a:p>
        </p:txBody>
      </p:sp>
      <p:sp>
        <p:nvSpPr>
          <p:cNvPr id="15" name="Date Placeholder 3">
            <a:extLst>
              <a:ext uri="{FF2B5EF4-FFF2-40B4-BE49-F238E27FC236}">
                <a16:creationId xmlns:a16="http://schemas.microsoft.com/office/drawing/2014/main" id="{65562C84-14F0-4240-B89A-00CA789E2A37}"/>
              </a:ext>
            </a:extLst>
          </p:cNvPr>
          <p:cNvSpPr>
            <a:spLocks noGrp="1"/>
          </p:cNvSpPr>
          <p:nvPr>
            <p:ph type="dt" sz="half" idx="10"/>
          </p:nvPr>
        </p:nvSpPr>
        <p:spPr>
          <a:xfrm>
            <a:off x="7924800" y="6356350"/>
            <a:ext cx="2743200" cy="365125"/>
          </a:xfrm>
        </p:spPr>
        <p:txBody>
          <a:bodyPr>
            <a:normAutofit/>
          </a:bodyPr>
          <a:lstStyle/>
          <a:p>
            <a:pPr algn="r">
              <a:spcAft>
                <a:spcPts val="600"/>
              </a:spcAft>
            </a:pPr>
            <a:endParaRPr lang="en-US">
              <a:solidFill>
                <a:schemeClr val="tx1"/>
              </a:solidFill>
              <a:effectLst>
                <a:outerShdw blurRad="38100" dist="38100" dir="2700000" algn="tl">
                  <a:srgbClr val="000000">
                    <a:alpha val="43137"/>
                  </a:srgbClr>
                </a:outerShdw>
              </a:effectLst>
            </a:endParaRPr>
          </a:p>
        </p:txBody>
      </p:sp>
      <p:sp>
        <p:nvSpPr>
          <p:cNvPr id="19" name="Slide Number Placeholder 5">
            <a:extLst>
              <a:ext uri="{FF2B5EF4-FFF2-40B4-BE49-F238E27FC236}">
                <a16:creationId xmlns:a16="http://schemas.microsoft.com/office/drawing/2014/main" id="{FCBC76CB-4677-4803-9DDD-22B37EA69ADE}"/>
              </a:ext>
            </a:extLst>
          </p:cNvPr>
          <p:cNvSpPr>
            <a:spLocks noGrp="1"/>
          </p:cNvSpPr>
          <p:nvPr>
            <p:ph type="sldNum" sz="quarter" idx="12"/>
          </p:nvPr>
        </p:nvSpPr>
        <p:spPr>
          <a:xfrm>
            <a:off x="10744200" y="6356350"/>
            <a:ext cx="609600" cy="365125"/>
          </a:xfrm>
        </p:spPr>
        <p:txBody>
          <a:bodyPr>
            <a:normAutofit/>
          </a:bodyPr>
          <a:lstStyle/>
          <a:p>
            <a:pPr>
              <a:spcAft>
                <a:spcPts val="600"/>
              </a:spcAft>
            </a:pPr>
            <a:fld id="{8DFDE724-0293-4953-AE9D-4D814FA589B0}" type="slidenum">
              <a:rPr lang="en-US">
                <a:solidFill>
                  <a:schemeClr val="tx1"/>
                </a:solidFill>
                <a:effectLst>
                  <a:outerShdw blurRad="38100" dist="38100" dir="2700000" algn="tl">
                    <a:srgbClr val="000000">
                      <a:alpha val="43137"/>
                    </a:srgbClr>
                  </a:outerShdw>
                </a:effectLst>
              </a:rPr>
              <a:pPr>
                <a:spcAft>
                  <a:spcPts val="600"/>
                </a:spcAft>
              </a:pPr>
              <a:t>19</a:t>
            </a:fld>
            <a:endParaRPr lang="en-US">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79866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11"/>
                                        </p:tgtEl>
                                        <p:attrNameLst>
                                          <p:attrName>style.visibility</p:attrName>
                                        </p:attrNameLst>
                                      </p:cBhvr>
                                      <p:to>
                                        <p:strVal val="visible"/>
                                      </p:to>
                                    </p:set>
                                    <p:animEffect transition="in" filter="fade">
                                      <p:cBhvr>
                                        <p:cTn id="7" dur="7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31799-E8B1-7E39-060F-84DC864FD32C}"/>
              </a:ext>
            </a:extLst>
          </p:cNvPr>
          <p:cNvSpPr>
            <a:spLocks noGrp="1"/>
          </p:cNvSpPr>
          <p:nvPr>
            <p:ph type="title"/>
          </p:nvPr>
        </p:nvSpPr>
        <p:spPr/>
        <p:txBody>
          <a:bodyPr/>
          <a:lstStyle/>
          <a:p>
            <a:r>
              <a:rPr lang="en-US" dirty="0"/>
              <a:t>Homework for Thursday</a:t>
            </a:r>
          </a:p>
        </p:txBody>
      </p:sp>
      <p:sp>
        <p:nvSpPr>
          <p:cNvPr id="3" name="Content Placeholder 2">
            <a:extLst>
              <a:ext uri="{FF2B5EF4-FFF2-40B4-BE49-F238E27FC236}">
                <a16:creationId xmlns:a16="http://schemas.microsoft.com/office/drawing/2014/main" id="{233D6685-268D-8655-5F36-E1C2DABB991C}"/>
              </a:ext>
            </a:extLst>
          </p:cNvPr>
          <p:cNvSpPr>
            <a:spLocks noGrp="1"/>
          </p:cNvSpPr>
          <p:nvPr>
            <p:ph idx="1"/>
          </p:nvPr>
        </p:nvSpPr>
        <p:spPr/>
        <p:txBody>
          <a:bodyPr/>
          <a:lstStyle/>
          <a:p>
            <a:pPr lvl="0"/>
            <a:r>
              <a:rPr lang="en-US" dirty="0"/>
              <a:t>Read BLW Ch. 8.3 intro. and §§ I-III (pp. 197-205)–focus on the counterapplication format</a:t>
            </a:r>
          </a:p>
          <a:p>
            <a:pPr lvl="0"/>
            <a:r>
              <a:rPr lang="en-US" dirty="0"/>
              <a:t>Complete Exercise 8.3.1</a:t>
            </a:r>
          </a:p>
          <a:p>
            <a:pPr lvl="0"/>
            <a:r>
              <a:rPr lang="en-US" i="1" dirty="0"/>
              <a:t>Bring your printed draft Closed Memo Discussion Section to class.</a:t>
            </a:r>
            <a:r>
              <a:rPr lang="en-US" dirty="0">
                <a:solidFill>
                  <a:srgbClr val="FFFFFF"/>
                </a:solidFill>
              </a:rPr>
              <a:t> If you aren’t done, at least have rules, one case illustration, one application paragraph.</a:t>
            </a:r>
            <a:endParaRPr lang="en-US" dirty="0"/>
          </a:p>
          <a:p>
            <a:pPr marL="0" indent="0">
              <a:buNone/>
            </a:pPr>
            <a:endParaRPr lang="en-US" dirty="0"/>
          </a:p>
        </p:txBody>
      </p:sp>
    </p:spTree>
    <p:extLst>
      <p:ext uri="{BB962C8B-B14F-4D97-AF65-F5344CB8AC3E}">
        <p14:creationId xmlns:p14="http://schemas.microsoft.com/office/powerpoint/2010/main" val="19539610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xis">
  <a:themeElements>
    <a:clrScheme name="Southwestern">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xis" id="{2A75EA04-0AE5-4074-9538-7DA6C138DAE9}" vid="{E39B6906-D52F-4B95-B43C-27F512CB479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6664</TotalTime>
  <Words>2065</Words>
  <Application>Microsoft Office PowerPoint</Application>
  <PresentationFormat>Widescreen</PresentationFormat>
  <Paragraphs>138</Paragraphs>
  <Slides>20</Slides>
  <Notes>7</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20</vt:i4>
      </vt:variant>
    </vt:vector>
  </HeadingPairs>
  <TitlesOfParts>
    <vt:vector size="29" baseType="lpstr">
      <vt:lpstr>Aptos</vt:lpstr>
      <vt:lpstr>Arial</vt:lpstr>
      <vt:lpstr>Calibri</vt:lpstr>
      <vt:lpstr>Calibri Light</vt:lpstr>
      <vt:lpstr>Corbel</vt:lpstr>
      <vt:lpstr>Neue Haas Grotesk Text Pro</vt:lpstr>
      <vt:lpstr>Wingdings</vt:lpstr>
      <vt:lpstr>Office Theme</vt:lpstr>
      <vt:lpstr>Axis</vt:lpstr>
      <vt:lpstr>Fact to fact analysis in your memo</vt:lpstr>
      <vt:lpstr>Announcements </vt:lpstr>
      <vt:lpstr>PowerPoint Presentation</vt:lpstr>
      <vt:lpstr>Turn in your rule paragraphs </vt:lpstr>
      <vt:lpstr>New Case to Consider &amp; Application Section Preparation Exercise</vt:lpstr>
      <vt:lpstr>How to Use Edick</vt:lpstr>
      <vt:lpstr>Rule-Based Reasoning</vt:lpstr>
      <vt:lpstr>Reasoning by Analogy</vt:lpstr>
      <vt:lpstr>Comparing a Case (outcome is the same as your predicted outcome)</vt:lpstr>
      <vt:lpstr>PowerPoint Presentation</vt:lpstr>
      <vt:lpstr>Constructing an Effective Analogy or Distinction</vt:lpstr>
      <vt:lpstr>Analogy Examples – Which is Better?</vt:lpstr>
      <vt:lpstr>Analogy Examples – Which is Better?</vt:lpstr>
      <vt:lpstr>Constructing an Effective Analogy or Distinction</vt:lpstr>
      <vt:lpstr>Fact-to-fact Analysis: Analogies and distinctions that work. </vt:lpstr>
      <vt:lpstr>Enough Background</vt:lpstr>
      <vt:lpstr>A potential issue:</vt:lpstr>
      <vt:lpstr>One more sentence would help – </vt:lpstr>
      <vt:lpstr>Work on application</vt:lpstr>
      <vt:lpstr>Homework for Thursday</vt:lpstr>
    </vt:vector>
  </TitlesOfParts>
  <Company>University of Houston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Legal Writing center workshop</dc:title>
  <dc:creator>Reed, Hilary S</dc:creator>
  <cp:lastModifiedBy>Truskett, Harve A</cp:lastModifiedBy>
  <cp:revision>2</cp:revision>
  <dcterms:created xsi:type="dcterms:W3CDTF">2023-09-19T16:13:23Z</dcterms:created>
  <dcterms:modified xsi:type="dcterms:W3CDTF">2026-09-15T22:53:51Z</dcterms:modified>
</cp:coreProperties>
</file>