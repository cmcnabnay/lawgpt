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.xml" ContentType="application/vnd.openxmlformats-officedocument.presentationml.tags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99" r:id="rId2"/>
    <p:sldId id="977" r:id="rId3"/>
    <p:sldId id="1026" r:id="rId4"/>
    <p:sldId id="1003" r:id="rId5"/>
    <p:sldId id="1030" r:id="rId6"/>
    <p:sldId id="1028" r:id="rId7"/>
    <p:sldId id="1031" r:id="rId8"/>
    <p:sldId id="1032" r:id="rId9"/>
    <p:sldId id="1027" r:id="rId10"/>
    <p:sldId id="1033" r:id="rId11"/>
    <p:sldId id="263" r:id="rId12"/>
    <p:sldId id="259" r:id="rId13"/>
    <p:sldId id="268" r:id="rId14"/>
    <p:sldId id="327" r:id="rId15"/>
    <p:sldId id="269" r:id="rId16"/>
    <p:sldId id="270" r:id="rId17"/>
    <p:sldId id="93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947"/>
    <a:srgbClr val="85DA46"/>
    <a:srgbClr val="B5D1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A9AFCD-14DE-46B2-93E1-AD5862979D03}" v="9" dt="2026-10-15T19:24:51.6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5" autoAdjust="0"/>
    <p:restoredTop sz="78693" autoAdjust="0"/>
  </p:normalViewPr>
  <p:slideViewPr>
    <p:cSldViewPr snapToGrid="0">
      <p:cViewPr varScale="1">
        <p:scale>
          <a:sx n="95" d="100"/>
          <a:sy n="95" d="100"/>
        </p:scale>
        <p:origin x="125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uskett, Harve A" userId="213d60ac-aef1-4d38-a1a1-cc3530dfbff5" providerId="ADAL" clId="{8EC71A62-5E40-4231-AF46-196DD9130DD5}"/>
    <pc:docChg chg="undo custSel addSld modSld">
      <pc:chgData name="Truskett, Harve A" userId="213d60ac-aef1-4d38-a1a1-cc3530dfbff5" providerId="ADAL" clId="{8EC71A62-5E40-4231-AF46-196DD9130DD5}" dt="2026-10-15T19:24:51.627" v="18"/>
      <pc:docMkLst>
        <pc:docMk/>
      </pc:docMkLst>
      <pc:sldChg chg="modSp mod modAnim">
        <pc:chgData name="Truskett, Harve A" userId="213d60ac-aef1-4d38-a1a1-cc3530dfbff5" providerId="ADAL" clId="{8EC71A62-5E40-4231-AF46-196DD9130DD5}" dt="2026-10-15T19:24:51.627" v="18"/>
        <pc:sldMkLst>
          <pc:docMk/>
          <pc:sldMk cId="461148225" sldId="259"/>
        </pc:sldMkLst>
        <pc:spChg chg="mod">
          <ac:chgData name="Truskett, Harve A" userId="213d60ac-aef1-4d38-a1a1-cc3530dfbff5" providerId="ADAL" clId="{8EC71A62-5E40-4231-AF46-196DD9130DD5}" dt="2026-10-15T15:16:13.868" v="10" actId="14100"/>
          <ac:spMkLst>
            <pc:docMk/>
            <pc:sldMk cId="461148225" sldId="259"/>
            <ac:spMk id="3" creationId="{00000000-0000-0000-0000-000000000000}"/>
          </ac:spMkLst>
        </pc:spChg>
      </pc:sldChg>
      <pc:sldChg chg="add">
        <pc:chgData name="Truskett, Harve A" userId="213d60ac-aef1-4d38-a1a1-cc3530dfbff5" providerId="ADAL" clId="{8EC71A62-5E40-4231-AF46-196DD9130DD5}" dt="2026-10-15T15:18:13.667" v="13"/>
        <pc:sldMkLst>
          <pc:docMk/>
          <pc:sldMk cId="3101915306" sldId="327"/>
        </pc:sldMkLst>
      </pc:sldChg>
      <pc:sldChg chg="modSp mod">
        <pc:chgData name="Truskett, Harve A" userId="213d60ac-aef1-4d38-a1a1-cc3530dfbff5" providerId="ADAL" clId="{8EC71A62-5E40-4231-AF46-196DD9130DD5}" dt="2026-10-15T15:14:40.370" v="1" actId="20577"/>
        <pc:sldMkLst>
          <pc:docMk/>
          <pc:sldMk cId="842705799" sldId="399"/>
        </pc:sldMkLst>
        <pc:graphicFrameChg chg="mod modGraphic">
          <ac:chgData name="Truskett, Harve A" userId="213d60ac-aef1-4d38-a1a1-cc3530dfbff5" providerId="ADAL" clId="{8EC71A62-5E40-4231-AF46-196DD9130DD5}" dt="2026-10-15T15:14:40.370" v="1" actId="20577"/>
          <ac:graphicFrameMkLst>
            <pc:docMk/>
            <pc:sldMk cId="842705799" sldId="399"/>
            <ac:graphicFrameMk id="14" creationId="{B3E97826-F806-7FD8-40AB-50488E618AF5}"/>
          </ac:graphicFrameMkLst>
        </pc:graphicFrameChg>
      </pc:sldChg>
      <pc:sldChg chg="modSp mod">
        <pc:chgData name="Truskett, Harve A" userId="213d60ac-aef1-4d38-a1a1-cc3530dfbff5" providerId="ADAL" clId="{8EC71A62-5E40-4231-AF46-196DD9130DD5}" dt="2026-10-15T15:16:46.692" v="12" actId="20577"/>
        <pc:sldMkLst>
          <pc:docMk/>
          <pc:sldMk cId="1623937882" sldId="935"/>
        </pc:sldMkLst>
        <pc:spChg chg="mod">
          <ac:chgData name="Truskett, Harve A" userId="213d60ac-aef1-4d38-a1a1-cc3530dfbff5" providerId="ADAL" clId="{8EC71A62-5E40-4231-AF46-196DD9130DD5}" dt="2026-10-15T15:16:46.692" v="12" actId="20577"/>
          <ac:spMkLst>
            <pc:docMk/>
            <pc:sldMk cId="1623937882" sldId="935"/>
            <ac:spMk id="3" creationId="{E3BF0491-6F7D-D8FA-BEC0-6E7F5418F68F}"/>
          </ac:spMkLst>
        </pc:spChg>
      </pc:sldChg>
      <pc:sldChg chg="addSp delSp modSp mod">
        <pc:chgData name="Truskett, Harve A" userId="213d60ac-aef1-4d38-a1a1-cc3530dfbff5" providerId="ADAL" clId="{8EC71A62-5E40-4231-AF46-196DD9130DD5}" dt="2026-10-15T15:15:48.043" v="8" actId="26606"/>
        <pc:sldMkLst>
          <pc:docMk/>
          <pc:sldMk cId="3124513176" sldId="1027"/>
        </pc:sldMkLst>
        <pc:spChg chg="del">
          <ac:chgData name="Truskett, Harve A" userId="213d60ac-aef1-4d38-a1a1-cc3530dfbff5" providerId="ADAL" clId="{8EC71A62-5E40-4231-AF46-196DD9130DD5}" dt="2026-10-15T15:15:48.043" v="8" actId="26606"/>
          <ac:spMkLst>
            <pc:docMk/>
            <pc:sldMk cId="3124513176" sldId="1027"/>
            <ac:spMk id="39" creationId="{25524D10-6DAC-41B8-58C9-CF588E012F6A}"/>
          </ac:spMkLst>
        </pc:spChg>
        <pc:spChg chg="del">
          <ac:chgData name="Truskett, Harve A" userId="213d60ac-aef1-4d38-a1a1-cc3530dfbff5" providerId="ADAL" clId="{8EC71A62-5E40-4231-AF46-196DD9130DD5}" dt="2026-10-15T15:15:48.043" v="8" actId="26606"/>
          <ac:spMkLst>
            <pc:docMk/>
            <pc:sldMk cId="3124513176" sldId="1027"/>
            <ac:spMk id="41" creationId="{F66ADC91-DC12-36A9-0AF2-C2DC3D5B95BD}"/>
          </ac:spMkLst>
        </pc:spChg>
        <pc:spChg chg="add">
          <ac:chgData name="Truskett, Harve A" userId="213d60ac-aef1-4d38-a1a1-cc3530dfbff5" providerId="ADAL" clId="{8EC71A62-5E40-4231-AF46-196DD9130DD5}" dt="2026-10-15T15:15:48.043" v="8" actId="26606"/>
          <ac:spMkLst>
            <pc:docMk/>
            <pc:sldMk cId="3124513176" sldId="1027"/>
            <ac:spMk id="46" creationId="{0B761509-3B9A-49A6-A84B-C3D86811697D}"/>
          </ac:spMkLst>
        </pc:spChg>
        <pc:spChg chg="add">
          <ac:chgData name="Truskett, Harve A" userId="213d60ac-aef1-4d38-a1a1-cc3530dfbff5" providerId="ADAL" clId="{8EC71A62-5E40-4231-AF46-196DD9130DD5}" dt="2026-10-15T15:15:48.043" v="8" actId="26606"/>
          <ac:spMkLst>
            <pc:docMk/>
            <pc:sldMk cId="3124513176" sldId="1027"/>
            <ac:spMk id="48" creationId="{91DE43FD-EB47-414A-B0AB-169B0FFFA527}"/>
          </ac:spMkLst>
        </pc:spChg>
        <pc:grpChg chg="add">
          <ac:chgData name="Truskett, Harve A" userId="213d60ac-aef1-4d38-a1a1-cc3530dfbff5" providerId="ADAL" clId="{8EC71A62-5E40-4231-AF46-196DD9130DD5}" dt="2026-10-15T15:15:48.043" v="8" actId="26606"/>
          <ac:grpSpMkLst>
            <pc:docMk/>
            <pc:sldMk cId="3124513176" sldId="1027"/>
            <ac:grpSpMk id="50" creationId="{58495BCC-CE77-4CC2-952E-846F41119FD5}"/>
          </ac:grpSpMkLst>
        </pc:grpChg>
        <pc:picChg chg="mod ord">
          <ac:chgData name="Truskett, Harve A" userId="213d60ac-aef1-4d38-a1a1-cc3530dfbff5" providerId="ADAL" clId="{8EC71A62-5E40-4231-AF46-196DD9130DD5}" dt="2026-10-15T15:15:48.043" v="8" actId="26606"/>
          <ac:picMkLst>
            <pc:docMk/>
            <pc:sldMk cId="3124513176" sldId="1027"/>
            <ac:picMk id="7" creationId="{E4C1F91D-8437-CA76-1305-1F652F4DF2F7}"/>
          </ac:picMkLst>
        </pc:picChg>
      </pc:sldChg>
      <pc:sldChg chg="addSp delSp modSp mod">
        <pc:chgData name="Truskett, Harve A" userId="213d60ac-aef1-4d38-a1a1-cc3530dfbff5" providerId="ADAL" clId="{8EC71A62-5E40-4231-AF46-196DD9130DD5}" dt="2026-10-15T15:15:34.177" v="7" actId="255"/>
        <pc:sldMkLst>
          <pc:docMk/>
          <pc:sldMk cId="2309026997" sldId="1028"/>
        </pc:sldMkLst>
        <pc:spChg chg="mod ord">
          <ac:chgData name="Truskett, Harve A" userId="213d60ac-aef1-4d38-a1a1-cc3530dfbff5" providerId="ADAL" clId="{8EC71A62-5E40-4231-AF46-196DD9130DD5}" dt="2026-10-15T15:15:34.177" v="7" actId="255"/>
          <ac:spMkLst>
            <pc:docMk/>
            <pc:sldMk cId="2309026997" sldId="1028"/>
            <ac:spMk id="8" creationId="{905F7BBC-229A-B3B7-8D9F-71072DDAED14}"/>
          </ac:spMkLst>
        </pc:spChg>
        <pc:spChg chg="add del">
          <ac:chgData name="Truskett, Harve A" userId="213d60ac-aef1-4d38-a1a1-cc3530dfbff5" providerId="ADAL" clId="{8EC71A62-5E40-4231-AF46-196DD9130DD5}" dt="2026-10-15T15:15:21.755" v="6" actId="26606"/>
          <ac:spMkLst>
            <pc:docMk/>
            <pc:sldMk cId="2309026997" sldId="1028"/>
            <ac:spMk id="39" creationId="{AE5F1308-FF4B-C605-F659-C1F0AAA5CA18}"/>
          </ac:spMkLst>
        </pc:spChg>
        <pc:spChg chg="add del">
          <ac:chgData name="Truskett, Harve A" userId="213d60ac-aef1-4d38-a1a1-cc3530dfbff5" providerId="ADAL" clId="{8EC71A62-5E40-4231-AF46-196DD9130DD5}" dt="2026-10-15T15:15:21.755" v="6" actId="26606"/>
          <ac:spMkLst>
            <pc:docMk/>
            <pc:sldMk cId="2309026997" sldId="1028"/>
            <ac:spMk id="41" creationId="{CAD82DCD-F6FD-B510-D83D-DCFCD22FD1D3}"/>
          </ac:spMkLst>
        </pc:spChg>
        <pc:spChg chg="add del">
          <ac:chgData name="Truskett, Harve A" userId="213d60ac-aef1-4d38-a1a1-cc3530dfbff5" providerId="ADAL" clId="{8EC71A62-5E40-4231-AF46-196DD9130DD5}" dt="2026-10-15T15:15:13.848" v="3" actId="26606"/>
          <ac:spMkLst>
            <pc:docMk/>
            <pc:sldMk cId="2309026997" sldId="1028"/>
            <ac:spMk id="46" creationId="{C2554CA6-288E-4202-BC52-2E5A8F0C0AED}"/>
          </ac:spMkLst>
        </pc:spChg>
        <pc:spChg chg="add del">
          <ac:chgData name="Truskett, Harve A" userId="213d60ac-aef1-4d38-a1a1-cc3530dfbff5" providerId="ADAL" clId="{8EC71A62-5E40-4231-AF46-196DD9130DD5}" dt="2026-10-15T15:15:13.848" v="3" actId="26606"/>
          <ac:spMkLst>
            <pc:docMk/>
            <pc:sldMk cId="2309026997" sldId="1028"/>
            <ac:spMk id="48" creationId="{B10BB131-AC8E-4A8E-A5D1-36260F720C3B}"/>
          </ac:spMkLst>
        </pc:spChg>
        <pc:spChg chg="add del">
          <ac:chgData name="Truskett, Harve A" userId="213d60ac-aef1-4d38-a1a1-cc3530dfbff5" providerId="ADAL" clId="{8EC71A62-5E40-4231-AF46-196DD9130DD5}" dt="2026-10-15T15:15:13.848" v="3" actId="26606"/>
          <ac:spMkLst>
            <pc:docMk/>
            <pc:sldMk cId="2309026997" sldId="1028"/>
            <ac:spMk id="50" creationId="{5B7778FC-632E-4DCA-A7CB-0D7731CCF970}"/>
          </ac:spMkLst>
        </pc:spChg>
        <pc:spChg chg="add del">
          <ac:chgData name="Truskett, Harve A" userId="213d60ac-aef1-4d38-a1a1-cc3530dfbff5" providerId="ADAL" clId="{8EC71A62-5E40-4231-AF46-196DD9130DD5}" dt="2026-10-15T15:15:13.848" v="3" actId="26606"/>
          <ac:spMkLst>
            <pc:docMk/>
            <pc:sldMk cId="2309026997" sldId="1028"/>
            <ac:spMk id="52" creationId="{FA23A907-97FB-4A8F-880A-DD77401C4296}"/>
          </ac:spMkLst>
        </pc:spChg>
        <pc:spChg chg="add del">
          <ac:chgData name="Truskett, Harve A" userId="213d60ac-aef1-4d38-a1a1-cc3530dfbff5" providerId="ADAL" clId="{8EC71A62-5E40-4231-AF46-196DD9130DD5}" dt="2026-10-15T15:15:21.723" v="5" actId="26606"/>
          <ac:spMkLst>
            <pc:docMk/>
            <pc:sldMk cId="2309026997" sldId="1028"/>
            <ac:spMk id="54" creationId="{E3020543-B24B-4EC4-8FFC-8DD88EEA91A8}"/>
          </ac:spMkLst>
        </pc:spChg>
        <pc:spChg chg="add del">
          <ac:chgData name="Truskett, Harve A" userId="213d60ac-aef1-4d38-a1a1-cc3530dfbff5" providerId="ADAL" clId="{8EC71A62-5E40-4231-AF46-196DD9130DD5}" dt="2026-10-15T15:15:21.723" v="5" actId="26606"/>
          <ac:spMkLst>
            <pc:docMk/>
            <pc:sldMk cId="2309026997" sldId="1028"/>
            <ac:spMk id="55" creationId="{327D73B4-9F5C-4A64-A179-51B9500CB8B5}"/>
          </ac:spMkLst>
        </pc:spChg>
        <pc:spChg chg="add del">
          <ac:chgData name="Truskett, Harve A" userId="213d60ac-aef1-4d38-a1a1-cc3530dfbff5" providerId="ADAL" clId="{8EC71A62-5E40-4231-AF46-196DD9130DD5}" dt="2026-10-15T15:15:21.723" v="5" actId="26606"/>
          <ac:spMkLst>
            <pc:docMk/>
            <pc:sldMk cId="2309026997" sldId="1028"/>
            <ac:spMk id="57" creationId="{C1F06963-6374-4B48-844F-071A9BAAAE02}"/>
          </ac:spMkLst>
        </pc:spChg>
        <pc:spChg chg="add del">
          <ac:chgData name="Truskett, Harve A" userId="213d60ac-aef1-4d38-a1a1-cc3530dfbff5" providerId="ADAL" clId="{8EC71A62-5E40-4231-AF46-196DD9130DD5}" dt="2026-10-15T15:15:21.723" v="5" actId="26606"/>
          <ac:spMkLst>
            <pc:docMk/>
            <pc:sldMk cId="2309026997" sldId="1028"/>
            <ac:spMk id="58" creationId="{6CB927A4-E432-4310-9CD5-E89FF5063179}"/>
          </ac:spMkLst>
        </pc:spChg>
        <pc:spChg chg="add del">
          <ac:chgData name="Truskett, Harve A" userId="213d60ac-aef1-4d38-a1a1-cc3530dfbff5" providerId="ADAL" clId="{8EC71A62-5E40-4231-AF46-196DD9130DD5}" dt="2026-10-15T15:15:21.723" v="5" actId="26606"/>
          <ac:spMkLst>
            <pc:docMk/>
            <pc:sldMk cId="2309026997" sldId="1028"/>
            <ac:spMk id="59" creationId="{1453BF6C-B012-48B7-B4E8-6D7AC7C27D02}"/>
          </ac:spMkLst>
        </pc:spChg>
        <pc:spChg chg="add">
          <ac:chgData name="Truskett, Harve A" userId="213d60ac-aef1-4d38-a1a1-cc3530dfbff5" providerId="ADAL" clId="{8EC71A62-5E40-4231-AF46-196DD9130DD5}" dt="2026-10-15T15:15:21.755" v="6" actId="26606"/>
          <ac:spMkLst>
            <pc:docMk/>
            <pc:sldMk cId="2309026997" sldId="1028"/>
            <ac:spMk id="61" creationId="{245A9F99-D9B1-4094-A2E2-B90AC1DB7B9C}"/>
          </ac:spMkLst>
        </pc:spChg>
        <pc:spChg chg="add">
          <ac:chgData name="Truskett, Harve A" userId="213d60ac-aef1-4d38-a1a1-cc3530dfbff5" providerId="ADAL" clId="{8EC71A62-5E40-4231-AF46-196DD9130DD5}" dt="2026-10-15T15:15:21.755" v="6" actId="26606"/>
          <ac:spMkLst>
            <pc:docMk/>
            <pc:sldMk cId="2309026997" sldId="1028"/>
            <ac:spMk id="62" creationId="{B7FAF607-473A-4A43-A23D-BBFF5C4117BB}"/>
          </ac:spMkLst>
        </pc:spChg>
        <pc:grpChg chg="add">
          <ac:chgData name="Truskett, Harve A" userId="213d60ac-aef1-4d38-a1a1-cc3530dfbff5" providerId="ADAL" clId="{8EC71A62-5E40-4231-AF46-196DD9130DD5}" dt="2026-10-15T15:15:21.755" v="6" actId="26606"/>
          <ac:grpSpMkLst>
            <pc:docMk/>
            <pc:sldMk cId="2309026997" sldId="1028"/>
            <ac:grpSpMk id="63" creationId="{C5F6476F-D303-44D3-B30F-1BA348F0F64A}"/>
          </ac:grpSpMkLst>
        </pc:grpChg>
        <pc:picChg chg="add">
          <ac:chgData name="Truskett, Harve A" userId="213d60ac-aef1-4d38-a1a1-cc3530dfbff5" providerId="ADAL" clId="{8EC71A62-5E40-4231-AF46-196DD9130DD5}" dt="2026-10-15T15:15:21.755" v="6" actId="26606"/>
          <ac:picMkLst>
            <pc:docMk/>
            <pc:sldMk cId="2309026997" sldId="1028"/>
            <ac:picMk id="45" creationId="{66DB5F01-C726-58CF-E3E2-13067EC16DBB}"/>
          </ac:picMkLst>
        </pc:picChg>
        <pc:cxnChg chg="add del">
          <ac:chgData name="Truskett, Harve A" userId="213d60ac-aef1-4d38-a1a1-cc3530dfbff5" providerId="ADAL" clId="{8EC71A62-5E40-4231-AF46-196DD9130DD5}" dt="2026-10-15T15:15:21.723" v="5" actId="26606"/>
          <ac:cxnSpMkLst>
            <pc:docMk/>
            <pc:sldMk cId="2309026997" sldId="1028"/>
            <ac:cxnSpMk id="56" creationId="{C49DA8F6-BCC1-4447-B54C-57856834B94B}"/>
          </ac:cxnSpMkLst>
        </pc:cxnChg>
      </pc:sldChg>
      <pc:sldChg chg="modSp">
        <pc:chgData name="Truskett, Harve A" userId="213d60ac-aef1-4d38-a1a1-cc3530dfbff5" providerId="ADAL" clId="{8EC71A62-5E40-4231-AF46-196DD9130DD5}" dt="2026-10-15T19:23:53.540" v="15" actId="20577"/>
        <pc:sldMkLst>
          <pc:docMk/>
          <pc:sldMk cId="3509340947" sldId="1031"/>
        </pc:sldMkLst>
        <pc:spChg chg="mod">
          <ac:chgData name="Truskett, Harve A" userId="213d60ac-aef1-4d38-a1a1-cc3530dfbff5" providerId="ADAL" clId="{8EC71A62-5E40-4231-AF46-196DD9130DD5}" dt="2026-10-15T19:23:53.540" v="15" actId="20577"/>
          <ac:spMkLst>
            <pc:docMk/>
            <pc:sldMk cId="3509340947" sldId="1031"/>
            <ac:spMk id="8" creationId="{F4404F21-9C9F-A604-B3E2-0EAAF8B25F4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B8E129-B831-4CAF-9772-8ACB8C238FFF}" type="doc">
      <dgm:prSet loTypeId="urn:microsoft.com/office/officeart/2005/8/layout/vList2" loCatId="list" qsTypeId="urn:microsoft.com/office/officeart/2005/8/quickstyle/simple4#6" qsCatId="simple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0F95985B-7594-4083-9215-53B438D0E454}">
      <dgm:prSet/>
      <dgm:spPr/>
      <dgm:t>
        <a:bodyPr/>
        <a:lstStyle/>
        <a:p>
          <a:r>
            <a:rPr lang="en-US" dirty="0"/>
            <a:t>Boolean Searching</a:t>
          </a:r>
        </a:p>
      </dgm:t>
    </dgm:pt>
    <dgm:pt modelId="{E6DBA1F5-7738-4CD3-932D-50CE4116FE41}" type="parTrans" cxnId="{3AD937F5-5DCE-45DC-A1A2-00082BE29338}">
      <dgm:prSet/>
      <dgm:spPr/>
      <dgm:t>
        <a:bodyPr/>
        <a:lstStyle/>
        <a:p>
          <a:endParaRPr lang="en-US"/>
        </a:p>
      </dgm:t>
    </dgm:pt>
    <dgm:pt modelId="{F89B3265-60DB-46B1-8001-89F8F7265B63}" type="sibTrans" cxnId="{3AD937F5-5DCE-45DC-A1A2-00082BE29338}">
      <dgm:prSet/>
      <dgm:spPr/>
      <dgm:t>
        <a:bodyPr/>
        <a:lstStyle/>
        <a:p>
          <a:endParaRPr lang="en-US"/>
        </a:p>
      </dgm:t>
    </dgm:pt>
    <dgm:pt modelId="{EC2A9315-4B58-4AF4-A31B-5B1FC91EFAD9}">
      <dgm:prSet/>
      <dgm:spPr/>
      <dgm:t>
        <a:bodyPr/>
        <a:lstStyle/>
        <a:p>
          <a:r>
            <a:rPr lang="en-US" dirty="0"/>
            <a:t>How Do We Get Started?</a:t>
          </a:r>
        </a:p>
      </dgm:t>
    </dgm:pt>
    <dgm:pt modelId="{A0F2DC88-C8EC-44E1-B575-4EC7E2EAF20C}" type="parTrans" cxnId="{8B309552-6231-4C36-84E5-40F3ED0E67D2}">
      <dgm:prSet/>
      <dgm:spPr/>
      <dgm:t>
        <a:bodyPr/>
        <a:lstStyle/>
        <a:p>
          <a:endParaRPr lang="en-US"/>
        </a:p>
      </dgm:t>
    </dgm:pt>
    <dgm:pt modelId="{17E1CB5B-D4ED-4B03-B556-28377ABBB7A7}" type="sibTrans" cxnId="{8B309552-6231-4C36-84E5-40F3ED0E67D2}">
      <dgm:prSet/>
      <dgm:spPr/>
      <dgm:t>
        <a:bodyPr/>
        <a:lstStyle/>
        <a:p>
          <a:endParaRPr lang="en-US"/>
        </a:p>
      </dgm:t>
    </dgm:pt>
    <dgm:pt modelId="{CF86A8AF-585B-4810-8817-229159775B35}">
      <dgm:prSet phldrT="[Text]" phldr="0"/>
      <dgm:spPr/>
      <dgm:t>
        <a:bodyPr/>
        <a:lstStyle/>
        <a:p>
          <a:r>
            <a:rPr lang="en-US" dirty="0"/>
            <a:t>Open Memo Instruction Review</a:t>
          </a:r>
        </a:p>
      </dgm:t>
    </dgm:pt>
    <dgm:pt modelId="{EF4E0E5D-136F-45AC-A60A-533FCC20D4BF}" type="parTrans" cxnId="{37376430-E231-4D59-9204-2FEF890D348B}">
      <dgm:prSet/>
      <dgm:spPr/>
    </dgm:pt>
    <dgm:pt modelId="{0362F17C-84EB-4714-8D7A-CCF8B8946892}" type="sibTrans" cxnId="{37376430-E231-4D59-9204-2FEF890D348B}">
      <dgm:prSet/>
      <dgm:spPr/>
    </dgm:pt>
    <dgm:pt modelId="{D3018D55-36C3-41E0-84E1-9DE562A8E234}" type="pres">
      <dgm:prSet presAssocID="{DFB8E129-B831-4CAF-9772-8ACB8C238FFF}" presName="linear" presStyleCnt="0">
        <dgm:presLayoutVars>
          <dgm:animLvl val="lvl"/>
          <dgm:resizeHandles val="exact"/>
        </dgm:presLayoutVars>
      </dgm:prSet>
      <dgm:spPr/>
    </dgm:pt>
    <dgm:pt modelId="{6472C315-B51E-4BE6-8982-0E73FAC170F4}" type="pres">
      <dgm:prSet presAssocID="{0F95985B-7594-4083-9215-53B438D0E45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087E22-D561-4C52-BC8E-4C1B104C2A58}" type="pres">
      <dgm:prSet presAssocID="{F89B3265-60DB-46B1-8001-89F8F7265B63}" presName="spacer" presStyleCnt="0"/>
      <dgm:spPr/>
    </dgm:pt>
    <dgm:pt modelId="{9D99D879-86EB-4369-AD20-729EEB3FE344}" type="pres">
      <dgm:prSet presAssocID="{CF86A8AF-585B-4810-8817-229159775B3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DBD8AF2-CCEE-44D1-9626-E79288157626}" type="pres">
      <dgm:prSet presAssocID="{0362F17C-84EB-4714-8D7A-CCF8B8946892}" presName="spacer" presStyleCnt="0"/>
      <dgm:spPr/>
    </dgm:pt>
    <dgm:pt modelId="{F9BF4985-C11A-491F-A1CA-48FEE9841A2F}" type="pres">
      <dgm:prSet presAssocID="{EC2A9315-4B58-4AF4-A31B-5B1FC91EFAD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EFB6F03-FB87-4FB0-A5CB-0B8854C3379B}" type="presOf" srcId="{EC2A9315-4B58-4AF4-A31B-5B1FC91EFAD9}" destId="{F9BF4985-C11A-491F-A1CA-48FEE9841A2F}" srcOrd="0" destOrd="0" presId="urn:microsoft.com/office/officeart/2005/8/layout/vList2"/>
    <dgm:cxn modelId="{37376430-E231-4D59-9204-2FEF890D348B}" srcId="{DFB8E129-B831-4CAF-9772-8ACB8C238FFF}" destId="{CF86A8AF-585B-4810-8817-229159775B35}" srcOrd="1" destOrd="0" parTransId="{EF4E0E5D-136F-45AC-A60A-533FCC20D4BF}" sibTransId="{0362F17C-84EB-4714-8D7A-CCF8B8946892}"/>
    <dgm:cxn modelId="{86B6D24A-4F34-4C8D-A478-0A71309320F3}" type="presOf" srcId="{CF86A8AF-585B-4810-8817-229159775B35}" destId="{9D99D879-86EB-4369-AD20-729EEB3FE344}" srcOrd="0" destOrd="0" presId="urn:microsoft.com/office/officeart/2005/8/layout/vList2"/>
    <dgm:cxn modelId="{8B309552-6231-4C36-84E5-40F3ED0E67D2}" srcId="{DFB8E129-B831-4CAF-9772-8ACB8C238FFF}" destId="{EC2A9315-4B58-4AF4-A31B-5B1FC91EFAD9}" srcOrd="2" destOrd="0" parTransId="{A0F2DC88-C8EC-44E1-B575-4EC7E2EAF20C}" sibTransId="{17E1CB5B-D4ED-4B03-B556-28377ABBB7A7}"/>
    <dgm:cxn modelId="{A5C22BAE-BD1C-43C0-B81C-E611B2DD3D9A}" type="presOf" srcId="{0F95985B-7594-4083-9215-53B438D0E454}" destId="{6472C315-B51E-4BE6-8982-0E73FAC170F4}" srcOrd="0" destOrd="0" presId="urn:microsoft.com/office/officeart/2005/8/layout/vList2"/>
    <dgm:cxn modelId="{670FE9BB-A333-4786-A34F-1549B056C71C}" type="presOf" srcId="{DFB8E129-B831-4CAF-9772-8ACB8C238FFF}" destId="{D3018D55-36C3-41E0-84E1-9DE562A8E234}" srcOrd="0" destOrd="0" presId="urn:microsoft.com/office/officeart/2005/8/layout/vList2"/>
    <dgm:cxn modelId="{3AD937F5-5DCE-45DC-A1A2-00082BE29338}" srcId="{DFB8E129-B831-4CAF-9772-8ACB8C238FFF}" destId="{0F95985B-7594-4083-9215-53B438D0E454}" srcOrd="0" destOrd="0" parTransId="{E6DBA1F5-7738-4CD3-932D-50CE4116FE41}" sibTransId="{F89B3265-60DB-46B1-8001-89F8F7265B63}"/>
    <dgm:cxn modelId="{E845EC46-4B3B-4735-A466-DD0FC4B49451}" type="presParOf" srcId="{D3018D55-36C3-41E0-84E1-9DE562A8E234}" destId="{6472C315-B51E-4BE6-8982-0E73FAC170F4}" srcOrd="0" destOrd="0" presId="urn:microsoft.com/office/officeart/2005/8/layout/vList2"/>
    <dgm:cxn modelId="{5CD3445B-821E-411C-85EB-7FF876C21B15}" type="presParOf" srcId="{D3018D55-36C3-41E0-84E1-9DE562A8E234}" destId="{AE087E22-D561-4C52-BC8E-4C1B104C2A58}" srcOrd="1" destOrd="0" presId="urn:microsoft.com/office/officeart/2005/8/layout/vList2"/>
    <dgm:cxn modelId="{31D5057A-A658-4FCD-A6EE-2B2F20E81DE3}" type="presParOf" srcId="{D3018D55-36C3-41E0-84E1-9DE562A8E234}" destId="{9D99D879-86EB-4369-AD20-729EEB3FE344}" srcOrd="2" destOrd="0" presId="urn:microsoft.com/office/officeart/2005/8/layout/vList2"/>
    <dgm:cxn modelId="{CF7877DC-9FB1-49FE-81F8-C81BB52F626C}" type="presParOf" srcId="{D3018D55-36C3-41E0-84E1-9DE562A8E234}" destId="{DDBD8AF2-CCEE-44D1-9626-E79288157626}" srcOrd="3" destOrd="0" presId="urn:microsoft.com/office/officeart/2005/8/layout/vList2"/>
    <dgm:cxn modelId="{824EE2F2-EB26-47C6-9135-A0EB990CB2C2}" type="presParOf" srcId="{D3018D55-36C3-41E0-84E1-9DE562A8E234}" destId="{F9BF4985-C11A-491F-A1CA-48FEE9841A2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7818B5-0778-419B-9192-8DB5137774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F89042-0A74-4973-9590-966C43E0D352}">
      <dgm:prSet custT="1"/>
      <dgm:spPr/>
      <dgm:t>
        <a:bodyPr/>
        <a:lstStyle/>
        <a:p>
          <a:r>
            <a:rPr lang="en-US" sz="3200" dirty="0"/>
            <a:t>Apply a rule to a set of facts (general to specific)</a:t>
          </a:r>
        </a:p>
      </dgm:t>
    </dgm:pt>
    <dgm:pt modelId="{DCAF4F36-72FE-4BBA-8286-8AE9EAE035D0}" type="parTrans" cxnId="{3A468D14-14B7-4866-A2C2-80BD83374B9A}">
      <dgm:prSet/>
      <dgm:spPr/>
      <dgm:t>
        <a:bodyPr/>
        <a:lstStyle/>
        <a:p>
          <a:endParaRPr lang="en-US"/>
        </a:p>
      </dgm:t>
    </dgm:pt>
    <dgm:pt modelId="{44F4F775-75FE-45C4-BA10-9F7FBCD84DBC}" type="sibTrans" cxnId="{3A468D14-14B7-4866-A2C2-80BD83374B9A}">
      <dgm:prSet/>
      <dgm:spPr/>
      <dgm:t>
        <a:bodyPr/>
        <a:lstStyle/>
        <a:p>
          <a:endParaRPr lang="en-US"/>
        </a:p>
      </dgm:t>
    </dgm:pt>
    <dgm:pt modelId="{5A79C8BF-E0ED-4F37-B098-326006ECAFAC}">
      <dgm:prSet custT="1"/>
      <dgm:spPr/>
      <dgm:t>
        <a:bodyPr/>
        <a:lstStyle/>
        <a:p>
          <a:r>
            <a:rPr lang="en-US" sz="3200" dirty="0"/>
            <a:t>Show how facts fit or don’t fit the rule</a:t>
          </a:r>
        </a:p>
      </dgm:t>
    </dgm:pt>
    <dgm:pt modelId="{E8C3D9CF-5EF1-48A6-A500-9BBB639EBA34}" type="parTrans" cxnId="{F3A27BD7-43E5-4403-9DFF-03CF2E450E9C}">
      <dgm:prSet/>
      <dgm:spPr/>
      <dgm:t>
        <a:bodyPr/>
        <a:lstStyle/>
        <a:p>
          <a:endParaRPr lang="en-US"/>
        </a:p>
      </dgm:t>
    </dgm:pt>
    <dgm:pt modelId="{026458B8-19CA-4D88-B904-7E673B1C5E8D}" type="sibTrans" cxnId="{F3A27BD7-43E5-4403-9DFF-03CF2E450E9C}">
      <dgm:prSet/>
      <dgm:spPr/>
      <dgm:t>
        <a:bodyPr/>
        <a:lstStyle/>
        <a:p>
          <a:endParaRPr lang="en-US"/>
        </a:p>
      </dgm:t>
    </dgm:pt>
    <dgm:pt modelId="{1B04FB98-6089-40F7-8B1A-875929CAAFD4}">
      <dgm:prSet custT="1"/>
      <dgm:spPr/>
      <dgm:t>
        <a:bodyPr/>
        <a:lstStyle/>
        <a:p>
          <a:r>
            <a:rPr lang="en-US" sz="3200" dirty="0"/>
            <a:t>Example: Carlos Catastrophe</a:t>
          </a:r>
        </a:p>
      </dgm:t>
    </dgm:pt>
    <dgm:pt modelId="{1534EAC4-EA8B-4925-AAFE-43A4A3FE56FA}" type="parTrans" cxnId="{47A234A3-46AD-4C84-BADA-0C793181D662}">
      <dgm:prSet/>
      <dgm:spPr/>
      <dgm:t>
        <a:bodyPr/>
        <a:lstStyle/>
        <a:p>
          <a:endParaRPr lang="en-US"/>
        </a:p>
      </dgm:t>
    </dgm:pt>
    <dgm:pt modelId="{AE50DD2E-D418-4003-A03A-6EB65D401432}" type="sibTrans" cxnId="{47A234A3-46AD-4C84-BADA-0C793181D662}">
      <dgm:prSet/>
      <dgm:spPr/>
      <dgm:t>
        <a:bodyPr/>
        <a:lstStyle/>
        <a:p>
          <a:endParaRPr lang="en-US"/>
        </a:p>
      </dgm:t>
    </dgm:pt>
    <dgm:pt modelId="{B7E71078-A68C-4E16-B91A-F4396A8A13CB}">
      <dgm:prSet custT="1"/>
      <dgm:spPr/>
      <dgm:t>
        <a:bodyPr/>
        <a:lstStyle/>
        <a:p>
          <a:r>
            <a:rPr lang="en-US" sz="2500" dirty="0">
              <a:solidFill>
                <a:schemeClr val="accent2"/>
              </a:solidFill>
            </a:rPr>
            <a:t>Under</a:t>
          </a:r>
          <a:r>
            <a:rPr lang="en-US" sz="2500" dirty="0"/>
            <a:t> Florida law, to be considered an EPAMD, a vehicle must have two non-tandem wheels, an electric propulsion system, . . .</a:t>
          </a:r>
        </a:p>
      </dgm:t>
    </dgm:pt>
    <dgm:pt modelId="{BB1D82F0-C816-4511-A723-189618007474}" type="parTrans" cxnId="{1753FDAA-DA8F-449E-8B94-4AC9DDD7F67A}">
      <dgm:prSet/>
      <dgm:spPr/>
      <dgm:t>
        <a:bodyPr/>
        <a:lstStyle/>
        <a:p>
          <a:endParaRPr lang="en-US"/>
        </a:p>
      </dgm:t>
    </dgm:pt>
    <dgm:pt modelId="{2275FE87-A22D-4EF5-80A7-12FD67E4E93C}" type="sibTrans" cxnId="{1753FDAA-DA8F-449E-8B94-4AC9DDD7F67A}">
      <dgm:prSet/>
      <dgm:spPr/>
      <dgm:t>
        <a:bodyPr/>
        <a:lstStyle/>
        <a:p>
          <a:endParaRPr lang="en-US"/>
        </a:p>
      </dgm:t>
    </dgm:pt>
    <dgm:pt modelId="{06AA80CE-5E82-E74C-B9CB-F9F73C4091D9}">
      <dgm:prSet custT="1"/>
      <dgm:spPr/>
      <dgm:t>
        <a:bodyPr/>
        <a:lstStyle/>
        <a:p>
          <a:r>
            <a:rPr lang="en-US" sz="2500" dirty="0">
              <a:solidFill>
                <a:schemeClr val="accent2"/>
              </a:solidFill>
            </a:rPr>
            <a:t>Here</a:t>
          </a:r>
          <a:r>
            <a:rPr lang="en-US" sz="2500" dirty="0"/>
            <a:t>, Carlos’s motorized cooler has three wheels, two of which are side by side, and a hybrid propulsion system, . . .</a:t>
          </a:r>
        </a:p>
      </dgm:t>
    </dgm:pt>
    <dgm:pt modelId="{7B466AFB-AEC5-154A-8956-81F7C18AF944}" type="parTrans" cxnId="{3C85A4DD-009E-0D44-9D97-355F97FF0694}">
      <dgm:prSet/>
      <dgm:spPr/>
      <dgm:t>
        <a:bodyPr/>
        <a:lstStyle/>
        <a:p>
          <a:endParaRPr lang="en-US"/>
        </a:p>
      </dgm:t>
    </dgm:pt>
    <dgm:pt modelId="{EFE487B1-CC50-CC44-8848-DDB0AD852864}" type="sibTrans" cxnId="{3C85A4DD-009E-0D44-9D97-355F97FF0694}">
      <dgm:prSet/>
      <dgm:spPr/>
      <dgm:t>
        <a:bodyPr/>
        <a:lstStyle/>
        <a:p>
          <a:endParaRPr lang="en-US"/>
        </a:p>
      </dgm:t>
    </dgm:pt>
    <dgm:pt modelId="{8582D74B-7777-B947-B03D-B26F9EE41889}">
      <dgm:prSet custT="1"/>
      <dgm:spPr/>
      <dgm:t>
        <a:bodyPr/>
        <a:lstStyle/>
        <a:p>
          <a:r>
            <a:rPr lang="en-US" sz="2500" dirty="0">
              <a:solidFill>
                <a:schemeClr val="accent2"/>
              </a:solidFill>
            </a:rPr>
            <a:t>Therefore</a:t>
          </a:r>
          <a:r>
            <a:rPr lang="en-US" sz="2500" dirty="0"/>
            <a:t>, _____________.</a:t>
          </a:r>
        </a:p>
      </dgm:t>
    </dgm:pt>
    <dgm:pt modelId="{D1C7EBB3-165B-224C-976C-1146ACCAA1B2}" type="parTrans" cxnId="{6BF4FAA4-5078-0A4F-83E7-ACC74CAE17C0}">
      <dgm:prSet/>
      <dgm:spPr/>
      <dgm:t>
        <a:bodyPr/>
        <a:lstStyle/>
        <a:p>
          <a:endParaRPr lang="en-US"/>
        </a:p>
      </dgm:t>
    </dgm:pt>
    <dgm:pt modelId="{E984B711-801D-5047-A01C-125D0962DE62}" type="sibTrans" cxnId="{6BF4FAA4-5078-0A4F-83E7-ACC74CAE17C0}">
      <dgm:prSet/>
      <dgm:spPr/>
      <dgm:t>
        <a:bodyPr/>
        <a:lstStyle/>
        <a:p>
          <a:endParaRPr lang="en-US"/>
        </a:p>
      </dgm:t>
    </dgm:pt>
    <dgm:pt modelId="{F757290B-8059-44BA-B4EB-0059F0DAEE4A}" type="pres">
      <dgm:prSet presAssocID="{BD7818B5-0778-419B-9192-8DB513777412}" presName="linear" presStyleCnt="0">
        <dgm:presLayoutVars>
          <dgm:animLvl val="lvl"/>
          <dgm:resizeHandles val="exact"/>
        </dgm:presLayoutVars>
      </dgm:prSet>
      <dgm:spPr/>
    </dgm:pt>
    <dgm:pt modelId="{B88E398B-3FC2-4B77-BF1D-C334BEB05A1B}" type="pres">
      <dgm:prSet presAssocID="{0EF89042-0A74-4973-9590-966C43E0D35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01B6B1E-28B6-47AC-8725-F515718CD947}" type="pres">
      <dgm:prSet presAssocID="{44F4F775-75FE-45C4-BA10-9F7FBCD84DBC}" presName="spacer" presStyleCnt="0"/>
      <dgm:spPr/>
    </dgm:pt>
    <dgm:pt modelId="{F00F62D1-0528-48CA-BD39-AA4379BF8E4D}" type="pres">
      <dgm:prSet presAssocID="{5A79C8BF-E0ED-4F37-B098-326006ECAFA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42CF7EC-8B00-4646-9647-AB1BA7EA79AB}" type="pres">
      <dgm:prSet presAssocID="{026458B8-19CA-4D88-B904-7E673B1C5E8D}" presName="spacer" presStyleCnt="0"/>
      <dgm:spPr/>
    </dgm:pt>
    <dgm:pt modelId="{6DC39205-BFD3-4D53-8FF6-A785EC49AD20}" type="pres">
      <dgm:prSet presAssocID="{1B04FB98-6089-40F7-8B1A-875929CAAFD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D717F9F-DC3B-4D16-8668-53F46CDE39A0}" type="pres">
      <dgm:prSet presAssocID="{1B04FB98-6089-40F7-8B1A-875929CAAFD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A468D14-14B7-4866-A2C2-80BD83374B9A}" srcId="{BD7818B5-0778-419B-9192-8DB513777412}" destId="{0EF89042-0A74-4973-9590-966C43E0D352}" srcOrd="0" destOrd="0" parTransId="{DCAF4F36-72FE-4BBA-8286-8AE9EAE035D0}" sibTransId="{44F4F775-75FE-45C4-BA10-9F7FBCD84DBC}"/>
    <dgm:cxn modelId="{E39B581D-563B-CB41-8235-9BB96412E78D}" type="presOf" srcId="{8582D74B-7777-B947-B03D-B26F9EE41889}" destId="{7D717F9F-DC3B-4D16-8668-53F46CDE39A0}" srcOrd="0" destOrd="2" presId="urn:microsoft.com/office/officeart/2005/8/layout/vList2"/>
    <dgm:cxn modelId="{DD7BE551-0EBC-43FE-9784-860FC224B2D6}" type="presOf" srcId="{0EF89042-0A74-4973-9590-966C43E0D352}" destId="{B88E398B-3FC2-4B77-BF1D-C334BEB05A1B}" srcOrd="0" destOrd="0" presId="urn:microsoft.com/office/officeart/2005/8/layout/vList2"/>
    <dgm:cxn modelId="{47EA2575-EDEC-AB41-9D4B-50FCCB71B9D2}" type="presOf" srcId="{06AA80CE-5E82-E74C-B9CB-F9F73C4091D9}" destId="{7D717F9F-DC3B-4D16-8668-53F46CDE39A0}" srcOrd="0" destOrd="1" presId="urn:microsoft.com/office/officeart/2005/8/layout/vList2"/>
    <dgm:cxn modelId="{F36A0783-5B11-4930-A4C4-18DFF882A094}" type="presOf" srcId="{B7E71078-A68C-4E16-B91A-F4396A8A13CB}" destId="{7D717F9F-DC3B-4D16-8668-53F46CDE39A0}" srcOrd="0" destOrd="0" presId="urn:microsoft.com/office/officeart/2005/8/layout/vList2"/>
    <dgm:cxn modelId="{9595CD96-DC5A-4A39-BA20-7A528E919EFC}" type="presOf" srcId="{1B04FB98-6089-40F7-8B1A-875929CAAFD4}" destId="{6DC39205-BFD3-4D53-8FF6-A785EC49AD20}" srcOrd="0" destOrd="0" presId="urn:microsoft.com/office/officeart/2005/8/layout/vList2"/>
    <dgm:cxn modelId="{47A234A3-46AD-4C84-BADA-0C793181D662}" srcId="{BD7818B5-0778-419B-9192-8DB513777412}" destId="{1B04FB98-6089-40F7-8B1A-875929CAAFD4}" srcOrd="2" destOrd="0" parTransId="{1534EAC4-EA8B-4925-AAFE-43A4A3FE56FA}" sibTransId="{AE50DD2E-D418-4003-A03A-6EB65D401432}"/>
    <dgm:cxn modelId="{6BF4FAA4-5078-0A4F-83E7-ACC74CAE17C0}" srcId="{1B04FB98-6089-40F7-8B1A-875929CAAFD4}" destId="{8582D74B-7777-B947-B03D-B26F9EE41889}" srcOrd="2" destOrd="0" parTransId="{D1C7EBB3-165B-224C-976C-1146ACCAA1B2}" sibTransId="{E984B711-801D-5047-A01C-125D0962DE62}"/>
    <dgm:cxn modelId="{1753FDAA-DA8F-449E-8B94-4AC9DDD7F67A}" srcId="{1B04FB98-6089-40F7-8B1A-875929CAAFD4}" destId="{B7E71078-A68C-4E16-B91A-F4396A8A13CB}" srcOrd="0" destOrd="0" parTransId="{BB1D82F0-C816-4511-A723-189618007474}" sibTransId="{2275FE87-A22D-4EF5-80A7-12FD67E4E93C}"/>
    <dgm:cxn modelId="{0C090AAD-12FD-40A3-81C0-9EFFA27F823B}" type="presOf" srcId="{5A79C8BF-E0ED-4F37-B098-326006ECAFAC}" destId="{F00F62D1-0528-48CA-BD39-AA4379BF8E4D}" srcOrd="0" destOrd="0" presId="urn:microsoft.com/office/officeart/2005/8/layout/vList2"/>
    <dgm:cxn modelId="{F3A27BD7-43E5-4403-9DFF-03CF2E450E9C}" srcId="{BD7818B5-0778-419B-9192-8DB513777412}" destId="{5A79C8BF-E0ED-4F37-B098-326006ECAFAC}" srcOrd="1" destOrd="0" parTransId="{E8C3D9CF-5EF1-48A6-A500-9BBB639EBA34}" sibTransId="{026458B8-19CA-4D88-B904-7E673B1C5E8D}"/>
    <dgm:cxn modelId="{3C85A4DD-009E-0D44-9D97-355F97FF0694}" srcId="{1B04FB98-6089-40F7-8B1A-875929CAAFD4}" destId="{06AA80CE-5E82-E74C-B9CB-F9F73C4091D9}" srcOrd="1" destOrd="0" parTransId="{7B466AFB-AEC5-154A-8956-81F7C18AF944}" sibTransId="{EFE487B1-CC50-CC44-8848-DDB0AD852864}"/>
    <dgm:cxn modelId="{A6F6E5F2-6537-4950-B586-9C56F3529924}" type="presOf" srcId="{BD7818B5-0778-419B-9192-8DB513777412}" destId="{F757290B-8059-44BA-B4EB-0059F0DAEE4A}" srcOrd="0" destOrd="0" presId="urn:microsoft.com/office/officeart/2005/8/layout/vList2"/>
    <dgm:cxn modelId="{B55BD799-B6B5-4593-81FB-FCF70C6C17E9}" type="presParOf" srcId="{F757290B-8059-44BA-B4EB-0059F0DAEE4A}" destId="{B88E398B-3FC2-4B77-BF1D-C334BEB05A1B}" srcOrd="0" destOrd="0" presId="urn:microsoft.com/office/officeart/2005/8/layout/vList2"/>
    <dgm:cxn modelId="{F5128735-A979-495D-82D5-95AFC11B8A51}" type="presParOf" srcId="{F757290B-8059-44BA-B4EB-0059F0DAEE4A}" destId="{801B6B1E-28B6-47AC-8725-F515718CD947}" srcOrd="1" destOrd="0" presId="urn:microsoft.com/office/officeart/2005/8/layout/vList2"/>
    <dgm:cxn modelId="{44424F52-1704-4D10-98F3-C4E73654CEB0}" type="presParOf" srcId="{F757290B-8059-44BA-B4EB-0059F0DAEE4A}" destId="{F00F62D1-0528-48CA-BD39-AA4379BF8E4D}" srcOrd="2" destOrd="0" presId="urn:microsoft.com/office/officeart/2005/8/layout/vList2"/>
    <dgm:cxn modelId="{C4BF46A1-F4D3-4D42-B31B-1471A1A3007E}" type="presParOf" srcId="{F757290B-8059-44BA-B4EB-0059F0DAEE4A}" destId="{742CF7EC-8B00-4646-9647-AB1BA7EA79AB}" srcOrd="3" destOrd="0" presId="urn:microsoft.com/office/officeart/2005/8/layout/vList2"/>
    <dgm:cxn modelId="{1C60E937-6E59-4A89-93A5-0D3B21C6D117}" type="presParOf" srcId="{F757290B-8059-44BA-B4EB-0059F0DAEE4A}" destId="{6DC39205-BFD3-4D53-8FF6-A785EC49AD20}" srcOrd="4" destOrd="0" presId="urn:microsoft.com/office/officeart/2005/8/layout/vList2"/>
    <dgm:cxn modelId="{FE84B127-8F40-46EB-9AEA-B008D71F5C69}" type="presParOf" srcId="{F757290B-8059-44BA-B4EB-0059F0DAEE4A}" destId="{7D717F9F-DC3B-4D16-8668-53F46CDE39A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2C315-B51E-4BE6-8982-0E73FAC170F4}">
      <dsp:nvSpPr>
        <dsp:cNvPr id="0" name=""/>
        <dsp:cNvSpPr/>
      </dsp:nvSpPr>
      <dsp:spPr>
        <a:xfrm>
          <a:off x="0" y="29978"/>
          <a:ext cx="10515600" cy="13267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Boolean Searching</a:t>
          </a:r>
        </a:p>
      </dsp:txBody>
      <dsp:txXfrm>
        <a:off x="64768" y="94746"/>
        <a:ext cx="10386064" cy="1197243"/>
      </dsp:txXfrm>
    </dsp:sp>
    <dsp:sp modelId="{9D99D879-86EB-4369-AD20-729EEB3FE344}">
      <dsp:nvSpPr>
        <dsp:cNvPr id="0" name=""/>
        <dsp:cNvSpPr/>
      </dsp:nvSpPr>
      <dsp:spPr>
        <a:xfrm>
          <a:off x="0" y="1512278"/>
          <a:ext cx="10515600" cy="132677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Open Memo Instruction Review</a:t>
          </a:r>
        </a:p>
      </dsp:txBody>
      <dsp:txXfrm>
        <a:off x="64768" y="1577046"/>
        <a:ext cx="10386064" cy="1197243"/>
      </dsp:txXfrm>
    </dsp:sp>
    <dsp:sp modelId="{F9BF4985-C11A-491F-A1CA-48FEE9841A2F}">
      <dsp:nvSpPr>
        <dsp:cNvPr id="0" name=""/>
        <dsp:cNvSpPr/>
      </dsp:nvSpPr>
      <dsp:spPr>
        <a:xfrm>
          <a:off x="0" y="2994579"/>
          <a:ext cx="10515600" cy="132677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How Do We Get Started?</a:t>
          </a:r>
        </a:p>
      </dsp:txBody>
      <dsp:txXfrm>
        <a:off x="64768" y="3059347"/>
        <a:ext cx="10386064" cy="11972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8E398B-3FC2-4B77-BF1D-C334BEB05A1B}">
      <dsp:nvSpPr>
        <dsp:cNvPr id="0" name=""/>
        <dsp:cNvSpPr/>
      </dsp:nvSpPr>
      <dsp:spPr>
        <a:xfrm>
          <a:off x="0" y="2337"/>
          <a:ext cx="10275345" cy="7541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Apply a rule to a set of facts (general to specific)</a:t>
          </a:r>
        </a:p>
      </dsp:txBody>
      <dsp:txXfrm>
        <a:off x="36813" y="39150"/>
        <a:ext cx="10201719" cy="680492"/>
      </dsp:txXfrm>
    </dsp:sp>
    <dsp:sp modelId="{F00F62D1-0528-48CA-BD39-AA4379BF8E4D}">
      <dsp:nvSpPr>
        <dsp:cNvPr id="0" name=""/>
        <dsp:cNvSpPr/>
      </dsp:nvSpPr>
      <dsp:spPr>
        <a:xfrm>
          <a:off x="0" y="770518"/>
          <a:ext cx="10275345" cy="7541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Show how facts fit or don’t fit the rule</a:t>
          </a:r>
        </a:p>
      </dsp:txBody>
      <dsp:txXfrm>
        <a:off x="36813" y="807331"/>
        <a:ext cx="10201719" cy="680492"/>
      </dsp:txXfrm>
    </dsp:sp>
    <dsp:sp modelId="{6DC39205-BFD3-4D53-8FF6-A785EC49AD20}">
      <dsp:nvSpPr>
        <dsp:cNvPr id="0" name=""/>
        <dsp:cNvSpPr/>
      </dsp:nvSpPr>
      <dsp:spPr>
        <a:xfrm>
          <a:off x="0" y="1538699"/>
          <a:ext cx="10275345" cy="7541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Example: Carlos Catastrophe</a:t>
          </a:r>
        </a:p>
      </dsp:txBody>
      <dsp:txXfrm>
        <a:off x="36813" y="1575512"/>
        <a:ext cx="10201719" cy="680492"/>
      </dsp:txXfrm>
    </dsp:sp>
    <dsp:sp modelId="{7D717F9F-DC3B-4D16-8668-53F46CDE39A0}">
      <dsp:nvSpPr>
        <dsp:cNvPr id="0" name=""/>
        <dsp:cNvSpPr/>
      </dsp:nvSpPr>
      <dsp:spPr>
        <a:xfrm>
          <a:off x="0" y="2292818"/>
          <a:ext cx="10275345" cy="1940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6242" tIns="31750" rIns="177800" bIns="3175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>
              <a:solidFill>
                <a:schemeClr val="accent2"/>
              </a:solidFill>
            </a:rPr>
            <a:t>Under</a:t>
          </a:r>
          <a:r>
            <a:rPr lang="en-US" sz="2500" kern="1200" dirty="0"/>
            <a:t> Florida law, to be considered an EPAMD, a vehicle must have two non-tandem wheels, an electric propulsion system, . . 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>
              <a:solidFill>
                <a:schemeClr val="accent2"/>
              </a:solidFill>
            </a:rPr>
            <a:t>Here</a:t>
          </a:r>
          <a:r>
            <a:rPr lang="en-US" sz="2500" kern="1200" dirty="0"/>
            <a:t>, Carlos’s motorized cooler has three wheels, two of which are side by side, and a hybrid propulsion system, . . 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>
              <a:solidFill>
                <a:schemeClr val="accent2"/>
              </a:solidFill>
            </a:rPr>
            <a:t>Therefore</a:t>
          </a:r>
          <a:r>
            <a:rPr lang="en-US" sz="2500" kern="1200" dirty="0"/>
            <a:t>, _____________.</a:t>
          </a:r>
        </a:p>
      </dsp:txBody>
      <dsp:txXfrm>
        <a:off x="0" y="2292818"/>
        <a:ext cx="10275345" cy="19406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6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CCE61C-15FE-4696-9218-3C5AA3FE667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E9A68-7D98-43AC-843D-5EC5E2E6D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8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60B7D-49FB-F0C1-28F1-1AE4592DC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3AAE1-5674-AEF3-7201-D9177F317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91EA8-D6AB-1751-01CF-C48FE3D34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27678-497C-29CE-9277-AB900D6B7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8345E6-0C1E-47BA-822D-CC11D5579D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36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A6620-A70C-2950-47AD-9F73A8C95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0130F-1BDB-1B54-6B07-B0408DF2B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83C7D-42F7-0CC7-5C15-B8F074B57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1E425-AB69-C623-4D0E-1293479CF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8345E6-0C1E-47BA-822D-CC11D5579D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1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A239F-4909-9D48-9F40-3FF3E3FBA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294FD-3774-76A7-BAE0-EE312434B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0DE62-3ABA-F18F-4206-C6C7D5A17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5082F-8221-94C1-9523-0E6AEC143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8345E6-0C1E-47BA-822D-CC11D5579D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116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F4279-7713-C190-B185-AABF88859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E3407-1E79-C1FA-4DB0-5806F079C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FC89C-338A-76CA-C979-F1EA7036A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E6E4D-FC83-1361-F635-72569BE6B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8345E6-0C1E-47BA-822D-CC11D5579DE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84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BF2A5-3290-47C4-5CBA-63C8E1B92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1545F-7B09-D037-5033-AE6DF9C9C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A9A17-D5FF-D130-D3D1-3718C45A2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B28E7-2AD0-750F-EC9E-41C5B5EC8F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8345E6-0C1E-47BA-822D-CC11D5579DE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59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19873-49CD-BA98-809B-069C3AF8E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EADD4-3671-50E7-0AE0-69855272B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14012-6937-B561-A7E0-F5ABEC998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B2AB9-45B4-C090-D58B-503F523C2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8345E6-0C1E-47BA-822D-CC11D5579D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80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C056E-5CC4-6146-1590-88F00094B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2DB63-7898-3E48-1F15-409447D79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B61EF-08EE-B76E-FB23-25CB1CF1A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0A9BD-9CD1-FAAE-2A8C-DA693D808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8345E6-0C1E-47BA-822D-CC11D5579DE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71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9CD53-17AA-4C2D-B1F8-6E30F96C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50916-94AF-CBDC-5F68-09FC5D8D9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47CE10-1C2B-2D25-C1BE-221F1996E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 “Advanced” search button to see a list of connectors and expanders.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1D58D-46FE-92E4-BD83-BB5A9E0A4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8345E6-0C1E-47BA-822D-CC11D5579D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30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RBR</a:t>
            </a:r>
            <a:r>
              <a:rPr lang="en-US" baseline="0" dirty="0"/>
              <a:t> is a f</a:t>
            </a:r>
            <a:r>
              <a:rPr lang="en-US" dirty="0"/>
              <a:t>orm of deductive reasoning (from the general to the specific).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391BD8-8A38-4349-89B6-948A049AB0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7688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577F-3AAC-42A8-ADF6-40F64E6B6B5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87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199ED-F114-D044-5842-18AC47478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D16E46-DF33-A029-FA0F-9F35E1C59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20152-7E2A-D7E6-73F1-6B177ED7D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9727-6611-4099-BCE5-D9E292BB797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588C0-8D60-3259-CE4F-765B8D6A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E225D-DAF3-4116-8B17-970224B2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6A31-BC79-4133-AD1E-1780AEB03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CFA26-531E-93F7-40FE-6048AA00A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C6AAB-049C-6863-6399-5343E01FA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DC684-1E19-6D64-AEF6-C28961F9E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9727-6611-4099-BCE5-D9E292BB797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B36ED-E1CF-173E-2768-340AE79FE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4A95B-3CC2-36B5-5FAC-0B05D818A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6A31-BC79-4133-AD1E-1780AEB03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94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E29D0-208E-1B1D-0823-CCF553F9B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CCD6C-4352-7403-B790-B900A78BB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5321B-B30E-D406-00E9-501CC5ECA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9727-6611-4099-BCE5-D9E292BB797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0DF9E-2B5A-7F23-2C7C-0149AE4C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CEF04-BC36-E2DC-EF5D-AD34FF44C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6A31-BC79-4133-AD1E-1780AEB03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CB786-FA66-74E3-3EC6-71463DF0A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670F5-E98C-11A0-C26D-942ECAE881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94715-8572-2C61-BD1F-E30704DC1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FBE46-3D73-5F17-6309-C574B76D8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9727-6611-4099-BCE5-D9E292BB797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DF6F8-5CF4-9206-268E-E083FB29D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3537D-410E-81AC-99E7-9E8BE7133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6A31-BC79-4133-AD1E-1780AEB03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2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7FF08-BA2E-C6E5-2E80-B1355E43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9580D-554D-A454-CD77-A72CC939F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09DD8E-F93C-6EA5-5923-F7A03A92E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48924-6324-E56C-F502-75C277B0A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D8F92-E045-992A-5F3C-472D66AD27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93950B-0DEF-6319-177F-33EF26A9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9727-6611-4099-BCE5-D9E292BB797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66788C-B6E5-6DD5-C567-0B794624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ED48A-E984-0CA5-0596-E9D8C2CD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6A31-BC79-4133-AD1E-1780AEB03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33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AD080-A524-B48A-2ABE-DD8FEFA6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C53745-31D8-FEDD-9693-7ADF8108F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9727-6611-4099-BCE5-D9E292BB797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A85A07-7C2C-88D0-A01B-14CF036D4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FEB917-64EF-9040-F4A7-916ADECC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6A31-BC79-4133-AD1E-1780AEB03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999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AD907D-C432-4591-1F5D-28916C854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9727-6611-4099-BCE5-D9E292BB797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0F1BA8-F4E5-85CC-F89A-1C0287F7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2E953-C793-B5CA-F646-DC9BAA68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6A31-BC79-4133-AD1E-1780AEB03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7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84518-AD0E-EC3D-BE89-2F15A8B60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E7535-0C93-A7D8-E7FF-AF865A40B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DA680-2875-88AC-A253-41F14B92B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2D16A-78D1-C418-9270-D7102FBD4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9727-6611-4099-BCE5-D9E292BB797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EA797-0D34-98AC-CB46-5F0DF4FB6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06D05-1FE7-5752-4C03-BC5F15939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6A31-BC79-4133-AD1E-1780AEB03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7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7B468-6A1D-C3B8-4460-4E5F057C3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4B6215-4D34-C55B-3AA6-C42F5E33A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B073A-CEBD-EEDA-6599-1E59B4765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8500-D222-B42D-00E6-6F738A21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9727-6611-4099-BCE5-D9E292BB797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6C00F-20B2-3AF2-512B-76AF47E8B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8A7A4-9FB4-65BB-D4A2-F7236FA6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6A31-BC79-4133-AD1E-1780AEB03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45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C97EC-91BF-6488-F82B-73CB0DB60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3A237-C6F7-90F4-043D-1939B09CC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9EC74-0708-4521-B2EE-CC15D594D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9727-6611-4099-BCE5-D9E292BB797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484E6-F801-0EC8-50EC-4C484BDD9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28F3A-4F75-70CB-82A9-89D9ECA04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6A31-BC79-4133-AD1E-1780AEB03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85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7D286-6B8A-7865-AB5D-F3B56C857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4E843-BD1D-EEB9-2DDC-3CA9F1D7B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1A0D6-0CC9-3EC9-3D8C-67133092C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9727-6611-4099-BCE5-D9E292BB797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6D4A9-C533-3A31-1DB4-94C402DA6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FF498-3FC9-6239-2759-CED9CD16B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46A31-BC79-4133-AD1E-1780AEB03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149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84E616-2FF5-3319-E5D5-B9814D458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2A931-ADCC-8261-644C-770C51DE8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F8C23-21F9-DC3E-0D45-FDC26E634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79727-6611-4099-BCE5-D9E292BB797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0D65D-1FD7-5931-5E09-196C4D193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C232D-7D20-A8C0-9C6E-74EE4EA06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46A31-BC79-4133-AD1E-1780AEB03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82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F48FF2-349E-ED9B-D8FB-048BC76C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21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Today in LSS – </a:t>
            </a:r>
            <a:r>
              <a:rPr lang="en-US"/>
              <a:t>Research Wrap-up </a:t>
            </a:r>
            <a:r>
              <a:rPr lang="en-US" dirty="0"/>
              <a:t>&amp; Open Memo Instruction Review</a:t>
            </a:r>
          </a:p>
        </p:txBody>
      </p:sp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B3E97826-F806-7FD8-40AB-50488E618A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444777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2705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9096B-159B-846B-BE55-DBCF0FF06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6C107E-5407-21DB-FBED-10DF71EB7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>
                <a:latin typeface="Times" panose="02020603050405020304" pitchFamily="18" charset="0"/>
                <a:cs typeface="Times" panose="02020603050405020304" pitchFamily="18" charset="0"/>
              </a:rPr>
              <a:t>Boolean Searching</a:t>
            </a:r>
            <a:endParaRPr lang="en-US" sz="5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C83F4B-C294-3E12-756B-17DC8B4CA084}"/>
              </a:ext>
            </a:extLst>
          </p:cNvPr>
          <p:cNvSpPr txBox="1"/>
          <p:nvPr/>
        </p:nvSpPr>
        <p:spPr>
          <a:xfrm>
            <a:off x="1624818" y="5825227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989534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79DEFF-60B0-A4C1-B493-D13E8CE2A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87DA5-9186-FC7A-4BC7-EFD4B175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/>
              <a:t>Don’t be scared by Boolean</a:t>
            </a:r>
            <a:endParaRPr lang="en-US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8EAA3-5BE5-64F5-93DB-22B712D30980}"/>
              </a:ext>
            </a:extLst>
          </p:cNvPr>
          <p:cNvSpPr txBox="1"/>
          <p:nvPr/>
        </p:nvSpPr>
        <p:spPr>
          <a:xfrm>
            <a:off x="761802" y="2743200"/>
            <a:ext cx="464690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Boolean</a:t>
            </a:r>
            <a:r>
              <a:rPr lang="en-US" sz="1600" b="1"/>
              <a:t> </a:t>
            </a:r>
            <a:r>
              <a:rPr lang="en-US" sz="1600"/>
              <a:t>is a logic-based search method in legal databases like Westlaw and Lexis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1"/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Rather than using ordinary, plain language to run a search, Boolean relies on the combination of </a:t>
            </a:r>
            <a:r>
              <a:rPr lang="en-US" sz="1600" b="1"/>
              <a:t>keywords</a:t>
            </a:r>
            <a:r>
              <a:rPr lang="en-US" sz="1600"/>
              <a:t> with specific </a:t>
            </a:r>
            <a:r>
              <a:rPr lang="en-US" sz="1600" b="1"/>
              <a:t>logical connectors </a:t>
            </a:r>
            <a:r>
              <a:rPr lang="en-US" sz="1600"/>
              <a:t>to control how a database finds, includes, or excludes documents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Unlike natural language searches or AI, Boolean lets the searcher be </a:t>
            </a:r>
            <a:r>
              <a:rPr lang="en-US" sz="1600" b="1"/>
              <a:t>precise</a:t>
            </a:r>
            <a:r>
              <a:rPr lang="en-US" sz="1600"/>
              <a:t> with language. This can help you find a needle in haystack.</a:t>
            </a:r>
          </a:p>
          <a:p>
            <a:pPr marL="9715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</p:txBody>
      </p:sp>
      <p:pic>
        <p:nvPicPr>
          <p:cNvPr id="36" name="Picture 35" descr="Colored organizers on shelves">
            <a:extLst>
              <a:ext uri="{FF2B5EF4-FFF2-40B4-BE49-F238E27FC236}">
                <a16:creationId xmlns:a16="http://schemas.microsoft.com/office/drawing/2014/main" id="{3A4664AB-808E-29D9-983D-27A74EA2D7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36" r="29797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045A1A-8150-51EE-B8B0-FC7500D5BAE2}"/>
              </a:ext>
            </a:extLst>
          </p:cNvPr>
          <p:cNvSpPr txBox="1"/>
          <p:nvPr/>
        </p:nvSpPr>
        <p:spPr>
          <a:xfrm>
            <a:off x="406400" y="1738210"/>
            <a:ext cx="1078807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07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A6B111-7D05-5C33-5D2B-25C599490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79E2F1-58F4-C371-AC6E-B4473020D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Steps to Effective Boolean Searching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4CE5A3-E361-334D-708A-C989541D211C}"/>
              </a:ext>
            </a:extLst>
          </p:cNvPr>
          <p:cNvSpPr txBox="1"/>
          <p:nvPr/>
        </p:nvSpPr>
        <p:spPr>
          <a:xfrm>
            <a:off x="6096000" y="820880"/>
            <a:ext cx="5257799" cy="488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Use Boolean as a </a:t>
            </a:r>
            <a:r>
              <a:rPr lang="en-US" b="1"/>
              <a:t>last step</a:t>
            </a:r>
            <a:r>
              <a:rPr lang="en-US"/>
              <a:t>, only after you have a firm handle on your issue, and you have already tried secondary sources, AI, statutory notes of decision, and the “one good case” method (backward, forward, sideways).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Use Boolean </a:t>
            </a:r>
            <a:r>
              <a:rPr lang="en-US" b="1"/>
              <a:t>along with filters </a:t>
            </a:r>
            <a:r>
              <a:rPr lang="en-US"/>
              <a:t>to cut down possible results.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Capture relevant results by brainstorming </a:t>
            </a:r>
            <a:r>
              <a:rPr lang="en-US" b="1"/>
              <a:t>synonyms</a:t>
            </a:r>
            <a:r>
              <a:rPr lang="en-US"/>
              <a:t> and like terms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Try an iterative </a:t>
            </a:r>
            <a:r>
              <a:rPr lang="en-US" b="1"/>
              <a:t>“search within results” </a:t>
            </a:r>
            <a:r>
              <a:rPr lang="en-US"/>
              <a:t>process to be able to move more quickly through results.</a:t>
            </a: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F60C7-99A2-84C8-7019-8DAA631D3B3E}"/>
              </a:ext>
            </a:extLst>
          </p:cNvPr>
          <p:cNvSpPr txBox="1"/>
          <p:nvPr/>
        </p:nvSpPr>
        <p:spPr>
          <a:xfrm>
            <a:off x="6574420" y="1585732"/>
            <a:ext cx="5441734" cy="5104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00150" lvl="1" indent="-4572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endParaRPr lang="en-US" sz="1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244CA0-44C4-A409-4A98-F0D41149E25B}"/>
              </a:ext>
            </a:extLst>
          </p:cNvPr>
          <p:cNvSpPr txBox="1"/>
          <p:nvPr/>
        </p:nvSpPr>
        <p:spPr>
          <a:xfrm>
            <a:off x="406400" y="1738210"/>
            <a:ext cx="1078807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endParaRPr lang="en-US" dirty="0"/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DCFDBB-FA4B-0D4F-854B-E85DB5E99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1FE1A1-51AB-B70E-100D-0E32B18A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Boolean Tips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1A6243-4C7D-36E5-8FF6-BC366B26AB64}"/>
              </a:ext>
            </a:extLst>
          </p:cNvPr>
          <p:cNvSpPr txBox="1"/>
          <p:nvPr/>
        </p:nvSpPr>
        <p:spPr>
          <a:xfrm>
            <a:off x="5370153" y="1526033"/>
            <a:ext cx="5536397" cy="3935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Click on the </a:t>
            </a:r>
            <a:r>
              <a:rPr lang="en-US" b="1"/>
              <a:t>“Advanced” </a:t>
            </a:r>
            <a:r>
              <a:rPr lang="en-US"/>
              <a:t>button in Westlaw or Lexis to see a list of terms and connectors, or to help you construct a Boolean search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If you type “</a:t>
            </a:r>
            <a:r>
              <a:rPr lang="en-US" b="1"/>
              <a:t>adv:</a:t>
            </a:r>
            <a:r>
              <a:rPr lang="en-US"/>
              <a:t>” into the search bar before your search, it will perform a Boolean search for you. (Sometimes, it understands that’s what you want, and it puts it there automatically).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25CAB0-2E41-B3A7-6C2C-A1F9831644E8}"/>
              </a:ext>
            </a:extLst>
          </p:cNvPr>
          <p:cNvSpPr txBox="1"/>
          <p:nvPr/>
        </p:nvSpPr>
        <p:spPr>
          <a:xfrm>
            <a:off x="6574420" y="1585732"/>
            <a:ext cx="5441734" cy="5104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00150" lvl="1" indent="-4572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endParaRPr lang="en-US" sz="1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F73D2-6A9D-41E1-65BD-908227682155}"/>
              </a:ext>
            </a:extLst>
          </p:cNvPr>
          <p:cNvSpPr txBox="1"/>
          <p:nvPr/>
        </p:nvSpPr>
        <p:spPr>
          <a:xfrm>
            <a:off x="406400" y="1738210"/>
            <a:ext cx="1078807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endParaRPr lang="en-US" dirty="0"/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95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A68633-DFBF-7DE8-B48C-7B848647B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Graphic 44" descr="Robot">
            <a:extLst>
              <a:ext uri="{FF2B5EF4-FFF2-40B4-BE49-F238E27FC236}">
                <a16:creationId xmlns:a16="http://schemas.microsoft.com/office/drawing/2014/main" id="{66DB5F01-C726-58CF-E3E2-13067EC16D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5F7BBC-229A-B3B7-8D9F-71072DDAED14}"/>
              </a:ext>
            </a:extLst>
          </p:cNvPr>
          <p:cNvSpPr txBox="1"/>
          <p:nvPr/>
        </p:nvSpPr>
        <p:spPr>
          <a:xfrm>
            <a:off x="6090574" y="2421682"/>
            <a:ext cx="4977578" cy="36392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In Boolean logic, if you type: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	adv: free speech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you are asking the robot to find you documents with the word “free” </a:t>
            </a:r>
            <a:r>
              <a:rPr lang="en-US" b="1" dirty="0">
                <a:solidFill>
                  <a:schemeClr val="tx2"/>
                </a:solidFill>
              </a:rPr>
              <a:t>or</a:t>
            </a:r>
            <a:r>
              <a:rPr lang="en-US" dirty="0">
                <a:solidFill>
                  <a:schemeClr val="tx2"/>
                </a:solidFill>
              </a:rPr>
              <a:t> the word “speech.”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If you type: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	adv: free &amp; speech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You are asking the robot to find all documents with the word “free” </a:t>
            </a:r>
            <a:r>
              <a:rPr lang="en-US" b="1" dirty="0">
                <a:solidFill>
                  <a:schemeClr val="tx2"/>
                </a:solidFill>
              </a:rPr>
              <a:t>AND</a:t>
            </a:r>
            <a:r>
              <a:rPr lang="en-US" dirty="0">
                <a:solidFill>
                  <a:schemeClr val="tx2"/>
                </a:solidFill>
              </a:rPr>
              <a:t> the word “speech.”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If you type: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	“free speech”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The robot will search documents for that exact phrase.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97F6929-317E-D666-84C3-730456DCFB71}"/>
              </a:ext>
            </a:extLst>
          </p:cNvPr>
          <p:cNvSpPr txBox="1"/>
          <p:nvPr/>
        </p:nvSpPr>
        <p:spPr>
          <a:xfrm>
            <a:off x="6574420" y="1585732"/>
            <a:ext cx="5441734" cy="5104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00150" lvl="1" indent="-4572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endParaRPr lang="en-US" sz="1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181FA-F2F3-5343-0F4B-C2B8BD7A4F75}"/>
              </a:ext>
            </a:extLst>
          </p:cNvPr>
          <p:cNvSpPr txBox="1"/>
          <p:nvPr/>
        </p:nvSpPr>
        <p:spPr>
          <a:xfrm>
            <a:off x="406400" y="1738210"/>
            <a:ext cx="1078807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endParaRPr lang="en-US" dirty="0"/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02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6208A-1898-5552-B4CF-67E0ED150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58703D6-A5BA-FFF9-11E9-6BB6CFF52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B514763-2193-0EE0-D82F-B0E66DA6A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5067B8-8CE2-C1F1-8C8C-9C1EC3D44A39}"/>
              </a:ext>
            </a:extLst>
          </p:cNvPr>
          <p:cNvSpPr txBox="1"/>
          <p:nvPr/>
        </p:nvSpPr>
        <p:spPr>
          <a:xfrm>
            <a:off x="6574420" y="1585732"/>
            <a:ext cx="5441734" cy="5104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00150" lvl="1" indent="-4572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endParaRPr lang="en-US" sz="1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01CA8E-342E-BEDC-36CE-6E3B463F734A}"/>
              </a:ext>
            </a:extLst>
          </p:cNvPr>
          <p:cNvSpPr txBox="1"/>
          <p:nvPr/>
        </p:nvSpPr>
        <p:spPr>
          <a:xfrm>
            <a:off x="406400" y="1738210"/>
            <a:ext cx="1078807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endParaRPr lang="en-US" dirty="0"/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404F21-9C9F-A604-B3E2-0EAAF8B25F4D}"/>
              </a:ext>
            </a:extLst>
          </p:cNvPr>
          <p:cNvSpPr txBox="1"/>
          <p:nvPr/>
        </p:nvSpPr>
        <p:spPr>
          <a:xfrm>
            <a:off x="1423686" y="832896"/>
            <a:ext cx="9537539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Take a look at the terms &amp; connectors list. Construct the following Boolean searches:</a:t>
            </a: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Cases in which the words “prisoner” and “agent” 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appear in the same sentence.</a:t>
            </a:r>
          </a:p>
          <a:p>
            <a:pPr lvl="1"/>
            <a:endParaRPr lang="en-US" sz="2000" b="1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US" sz="20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Adv: prisoner /s agent</a:t>
            </a:r>
          </a:p>
          <a:p>
            <a:pPr marL="457200" indent="-457200">
              <a:buFont typeface="+mj-lt"/>
              <a:buAutoNum type="arabicPeriod"/>
            </a:pPr>
            <a:endParaRPr lang="en-US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Cases in which the word “prisoner” is 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before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the word “agent” 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in the same sentence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63550"/>
            <a:r>
              <a:rPr lang="en-US" sz="20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Adv: prisoner +s agent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Cases in which “prisoner” and “agent” appear in the 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same paragraph 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in any order.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       Adv: prisoner /p agent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Cases in which “agent” precedes the word “prisoner” 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in the same paragraph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       Adv: agent +p prisoner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34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CB838C-F0ED-B812-2715-079442788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987D609-D153-7C85-8DB5-7D9D5CA72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E59EDE-4FC0-60FE-5DC9-97476482E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2F5C6-D235-1A46-A8EF-8F9144DD21B7}"/>
              </a:ext>
            </a:extLst>
          </p:cNvPr>
          <p:cNvSpPr txBox="1"/>
          <p:nvPr/>
        </p:nvSpPr>
        <p:spPr>
          <a:xfrm>
            <a:off x="6574420" y="1585732"/>
            <a:ext cx="5441734" cy="5104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00150" lvl="1" indent="-4572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endParaRPr lang="en-US" sz="1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8EB6B-6E66-3E79-5E00-867D931713B2}"/>
              </a:ext>
            </a:extLst>
          </p:cNvPr>
          <p:cNvSpPr txBox="1"/>
          <p:nvPr/>
        </p:nvSpPr>
        <p:spPr>
          <a:xfrm>
            <a:off x="406400" y="1738210"/>
            <a:ext cx="1078807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endParaRPr lang="en-US" dirty="0"/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07CAF-684C-0567-B6C8-D488A6CFD1F5}"/>
              </a:ext>
            </a:extLst>
          </p:cNvPr>
          <p:cNvSpPr txBox="1"/>
          <p:nvPr/>
        </p:nvSpPr>
        <p:spPr>
          <a:xfrm>
            <a:off x="1423686" y="832896"/>
            <a:ext cx="953753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What if I wanted to search for cases with the words “free” or “freedom” in the same sentence as “speech”?</a:t>
            </a: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	</a:t>
            </a:r>
            <a:r>
              <a:rPr lang="en-US" sz="20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adv: free! /s speech  </a:t>
            </a:r>
            <a:r>
              <a:rPr lang="en-US" sz="20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(actually this will get you free, frees, freed, and freedom)</a:t>
            </a:r>
            <a:endParaRPr lang="en-US" sz="2000" b="1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b="1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	adv: (free freedom) /s speech</a:t>
            </a: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49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ECEDD-2CBD-BD58-E8F3-0E2C3C614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Freeform: Shape 47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C1F91D-8437-CA76-1305-1F652F4DF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124" y="643466"/>
            <a:ext cx="3874608" cy="5566833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436F44D-DFC6-174C-8D88-02B87F76432A}"/>
              </a:ext>
            </a:extLst>
          </p:cNvPr>
          <p:cNvSpPr txBox="1"/>
          <p:nvPr/>
        </p:nvSpPr>
        <p:spPr>
          <a:xfrm>
            <a:off x="6574420" y="1585732"/>
            <a:ext cx="5441734" cy="5104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00150" lvl="1" indent="-4572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endParaRPr lang="en-US" sz="1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C90BE-6B4E-9D70-997E-741E28359025}"/>
              </a:ext>
            </a:extLst>
          </p:cNvPr>
          <p:cNvSpPr txBox="1"/>
          <p:nvPr/>
        </p:nvSpPr>
        <p:spPr>
          <a:xfrm>
            <a:off x="406400" y="1738210"/>
            <a:ext cx="1078807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endParaRPr lang="en-US" dirty="0"/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51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2F7B-1E7E-6963-2608-55CE8DC9D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Memo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D3C48-E2FE-2966-87D4-CE6F46FD1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When is it due?</a:t>
            </a:r>
          </a:p>
          <a:p>
            <a:pPr lvl="1"/>
            <a:r>
              <a:rPr lang="en-US" dirty="0"/>
              <a:t>Nov. 8 at 5 pm on Canvas</a:t>
            </a:r>
          </a:p>
          <a:p>
            <a:r>
              <a:rPr lang="en-US" dirty="0"/>
              <a:t>What are the issues I need to cover?</a:t>
            </a:r>
          </a:p>
          <a:p>
            <a:pPr lvl="1"/>
            <a:r>
              <a:rPr lang="en-US" dirty="0"/>
              <a:t>Diversity Jurisdiction &amp; Malicious Prosecution</a:t>
            </a:r>
          </a:p>
          <a:p>
            <a:r>
              <a:rPr lang="en-US" dirty="0"/>
              <a:t>What issue do I need to research?</a:t>
            </a:r>
          </a:p>
          <a:p>
            <a:pPr lvl="1"/>
            <a:r>
              <a:rPr lang="en-US" dirty="0"/>
              <a:t>Malicious Prosecution</a:t>
            </a:r>
          </a:p>
          <a:p>
            <a:r>
              <a:rPr lang="en-US" dirty="0"/>
              <a:t>Do I need to focus on all elements of the malicious prosecution equally?</a:t>
            </a:r>
          </a:p>
          <a:p>
            <a:pPr lvl="1"/>
            <a:r>
              <a:rPr lang="en-US" dirty="0"/>
              <a:t>No, main focus is on elements 2 &amp; 3. Want of Probable Cause &amp; Malice</a:t>
            </a:r>
          </a:p>
          <a:p>
            <a:r>
              <a:rPr lang="en-US" dirty="0"/>
              <a:t>What do I do with Elements 1 &amp; 4? </a:t>
            </a:r>
          </a:p>
          <a:p>
            <a:pPr lvl="1"/>
            <a:r>
              <a:rPr lang="en-US" dirty="0"/>
              <a:t>Quickly address by Rule – Based Reasoning</a:t>
            </a:r>
          </a:p>
        </p:txBody>
      </p:sp>
    </p:spTree>
    <p:extLst>
      <p:ext uri="{BB962C8B-B14F-4D97-AF65-F5344CB8AC3E}">
        <p14:creationId xmlns:p14="http://schemas.microsoft.com/office/powerpoint/2010/main" val="380313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Rule-Based Reasoning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F88EB6-C5D8-1414-4B43-74FEF8A435B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58327" y="1830051"/>
          <a:ext cx="10275345" cy="4235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83604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831"/>
            <a:ext cx="10515600" cy="1325563"/>
          </a:xfrm>
        </p:spPr>
        <p:txBody>
          <a:bodyPr/>
          <a:lstStyle/>
          <a:p>
            <a:pPr algn="l"/>
            <a:r>
              <a:rPr lang="en-US" dirty="0"/>
              <a:t>Pre-Analysis: Determine the Jurisdiction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23301"/>
          </a:xfrm>
        </p:spPr>
        <p:txBody>
          <a:bodyPr>
            <a:noAutofit/>
          </a:bodyPr>
          <a:lstStyle/>
          <a:p>
            <a:r>
              <a:rPr lang="en-US" sz="2800" dirty="0"/>
              <a:t>Federal or State?</a:t>
            </a:r>
          </a:p>
          <a:p>
            <a:r>
              <a:rPr lang="en-US" sz="2800" dirty="0"/>
              <a:t>State</a:t>
            </a:r>
          </a:p>
          <a:p>
            <a:pPr marL="855663" indent="-4572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800" dirty="0"/>
              <a:t>Which state?</a:t>
            </a:r>
          </a:p>
          <a:p>
            <a:pPr marL="855663" indent="-4572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800" dirty="0"/>
              <a:t>Which court in that state?</a:t>
            </a:r>
          </a:p>
          <a:p>
            <a:pPr marL="855663" indent="-4572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800" dirty="0"/>
              <a:t>What authorities are binding on your court?</a:t>
            </a:r>
          </a:p>
          <a:p>
            <a:r>
              <a:rPr lang="en-US" sz="2800" dirty="0"/>
              <a:t>Federal</a:t>
            </a:r>
          </a:p>
          <a:p>
            <a:pPr marL="855663" indent="-4572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800" dirty="0"/>
              <a:t>Which circuit?</a:t>
            </a:r>
          </a:p>
          <a:p>
            <a:pPr marL="855663" indent="-4572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800" dirty="0"/>
              <a:t>Which court in that circuit?</a:t>
            </a:r>
          </a:p>
          <a:p>
            <a:pPr marL="855663" indent="-4572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800" dirty="0"/>
              <a:t>What authorities are binding on your court?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752600" y="1143000"/>
            <a:ext cx="861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6114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BA1ED9-A8EF-B05B-1E15-DB9F6E267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prstClr val="white"/>
            </a:duotone>
          </a:blip>
          <a:srcRect l="8637" r="13144" b="1834"/>
          <a:stretch/>
        </p:blipFill>
        <p:spPr>
          <a:xfrm>
            <a:off x="1013791" y="1410225"/>
            <a:ext cx="10304339" cy="423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51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F03E26-B79D-3397-9232-4565A974C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62" y="252412"/>
            <a:ext cx="8601075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915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C6DF-7E9A-5B1A-89E2-6751E7B57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064605-B1B6-3CF4-79DB-20BD1F32D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481" y="778590"/>
            <a:ext cx="10335038" cy="6357706"/>
          </a:xfrm>
        </p:spPr>
      </p:pic>
    </p:spTree>
    <p:extLst>
      <p:ext uri="{BB962C8B-B14F-4D97-AF65-F5344CB8AC3E}">
        <p14:creationId xmlns:p14="http://schemas.microsoft.com/office/powerpoint/2010/main" val="2483216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554005-97E9-70D0-6BBA-CA9ED8869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27" y="829069"/>
            <a:ext cx="7852764" cy="610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567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06FB6-CE32-5A9C-7D6B-36F0973AF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F0491-6F7D-D8FA-BEC0-6E7F5418F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lvl="0"/>
            <a:r>
              <a:rPr lang="en-US" sz="2000" b="1" dirty="0"/>
              <a:t>Analyze the issue through the Problem Analysis Template Chart or something similar that can allow you to organize the facts presented</a:t>
            </a:r>
          </a:p>
          <a:p>
            <a:pPr lvl="0"/>
            <a:r>
              <a:rPr lang="en-US" sz="2000" b="1" dirty="0"/>
              <a:t>Start Researching – Focus on Finding a Good Secondary Source </a:t>
            </a:r>
            <a:endParaRPr lang="en-US" sz="2000" dirty="0"/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02B47FC7-A40F-4487-80F1-D1FD769626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7" r="39032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9378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21729</TotalTime>
  <Words>814</Words>
  <Application>Microsoft Office PowerPoint</Application>
  <PresentationFormat>Widescreen</PresentationFormat>
  <Paragraphs>119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Times</vt:lpstr>
      <vt:lpstr>Wingdings</vt:lpstr>
      <vt:lpstr>Office Theme</vt:lpstr>
      <vt:lpstr>Today in LSS – Research Wrap-up &amp; Open Memo Instruction Review</vt:lpstr>
      <vt:lpstr>Boolean Searching</vt:lpstr>
      <vt:lpstr>Don’t be scared by Boolean</vt:lpstr>
      <vt:lpstr>Steps to Effective Boolean Searching</vt:lpstr>
      <vt:lpstr>Boolean Tips</vt:lpstr>
      <vt:lpstr>PowerPoint Presentation</vt:lpstr>
      <vt:lpstr>PowerPoint Presentation</vt:lpstr>
      <vt:lpstr>PowerPoint Presentation</vt:lpstr>
      <vt:lpstr>PowerPoint Presentation</vt:lpstr>
      <vt:lpstr>Open Memo Review</vt:lpstr>
      <vt:lpstr>Rule-Based Reasoning</vt:lpstr>
      <vt:lpstr>Pre-Analysis: Determine the Jurisdiction</vt:lpstr>
      <vt:lpstr>PowerPoint Presentation</vt:lpstr>
      <vt:lpstr>PowerPoint Presentation</vt:lpstr>
      <vt:lpstr>PowerPoint Presentation</vt:lpstr>
      <vt:lpstr>PowerPoint Presentation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Feinstein, Jessica</dc:creator>
  <cp:lastModifiedBy>Truskett, Harve A</cp:lastModifiedBy>
  <cp:revision>7</cp:revision>
  <dcterms:created xsi:type="dcterms:W3CDTF">2025-07-07T17:25:01Z</dcterms:created>
  <dcterms:modified xsi:type="dcterms:W3CDTF">2026-10-15T19:24:58Z</dcterms:modified>
</cp:coreProperties>
</file>