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  <p:sldMasterId id="2147483691" r:id="rId2"/>
  </p:sldMasterIdLst>
  <p:notesMasterIdLst>
    <p:notesMasterId r:id="rId24"/>
  </p:notesMasterIdLst>
  <p:sldIdLst>
    <p:sldId id="936" r:id="rId3"/>
    <p:sldId id="399" r:id="rId4"/>
    <p:sldId id="257" r:id="rId5"/>
    <p:sldId id="933" r:id="rId6"/>
    <p:sldId id="934" r:id="rId7"/>
    <p:sldId id="899" r:id="rId8"/>
    <p:sldId id="258" r:id="rId9"/>
    <p:sldId id="259" r:id="rId10"/>
    <p:sldId id="260" r:id="rId11"/>
    <p:sldId id="261" r:id="rId12"/>
    <p:sldId id="256" r:id="rId13"/>
    <p:sldId id="925" r:id="rId14"/>
    <p:sldId id="926" r:id="rId15"/>
    <p:sldId id="927" r:id="rId16"/>
    <p:sldId id="928" r:id="rId17"/>
    <p:sldId id="929" r:id="rId18"/>
    <p:sldId id="913" r:id="rId19"/>
    <p:sldId id="931" r:id="rId20"/>
    <p:sldId id="930" r:id="rId21"/>
    <p:sldId id="932" r:id="rId22"/>
    <p:sldId id="93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820280-2B94-4F7C-8355-3750F2ABE06D}" v="18" dt="2026-09-29T00:29:56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skett, Harve A" userId="213d60ac-aef1-4d38-a1a1-cc3530dfbff5" providerId="ADAL" clId="{46A6D219-DC58-45E8-8D58-021ACE409CDA}"/>
    <pc:docChg chg="undo custSel addSld delSld modSld">
      <pc:chgData name="Truskett, Harve A" userId="213d60ac-aef1-4d38-a1a1-cc3530dfbff5" providerId="ADAL" clId="{46A6D219-DC58-45E8-8D58-021ACE409CDA}" dt="2026-09-29T00:32:40.774" v="1374" actId="26606"/>
      <pc:docMkLst>
        <pc:docMk/>
      </pc:docMkLst>
      <pc:sldChg chg="addSp delSp modSp mod setBg modClrScheme chgLayout">
        <pc:chgData name="Truskett, Harve A" userId="213d60ac-aef1-4d38-a1a1-cc3530dfbff5" providerId="ADAL" clId="{46A6D219-DC58-45E8-8D58-021ACE409CDA}" dt="2026-09-29T00:17:10.208" v="1203" actId="26606"/>
        <pc:sldMkLst>
          <pc:docMk/>
          <pc:sldMk cId="2211669513" sldId="257"/>
        </pc:sldMkLst>
        <pc:spChg chg="del mod ord">
          <ac:chgData name="Truskett, Harve A" userId="213d60ac-aef1-4d38-a1a1-cc3530dfbff5" providerId="ADAL" clId="{46A6D219-DC58-45E8-8D58-021ACE409CDA}" dt="2026-09-28T23:47:00.118" v="6" actId="700"/>
          <ac:spMkLst>
            <pc:docMk/>
            <pc:sldMk cId="2211669513" sldId="257"/>
            <ac:spMk id="2" creationId="{C6A4DC90-E513-26AD-4791-EDEF7E953E30}"/>
          </ac:spMkLst>
        </pc:spChg>
        <pc:spChg chg="del">
          <ac:chgData name="Truskett, Harve A" userId="213d60ac-aef1-4d38-a1a1-cc3530dfbff5" providerId="ADAL" clId="{46A6D219-DC58-45E8-8D58-021ACE409CDA}" dt="2026-09-28T23:47:00.118" v="6" actId="700"/>
          <ac:spMkLst>
            <pc:docMk/>
            <pc:sldMk cId="2211669513" sldId="257"/>
            <ac:spMk id="3" creationId="{7A9AF3F9-35EE-FA90-429C-F341CE4F0878}"/>
          </ac:spMkLst>
        </pc:spChg>
        <pc:spChg chg="add mod ord">
          <ac:chgData name="Truskett, Harve A" userId="213d60ac-aef1-4d38-a1a1-cc3530dfbff5" providerId="ADAL" clId="{46A6D219-DC58-45E8-8D58-021ACE409CDA}" dt="2026-09-29T00:17:10.208" v="1203" actId="26606"/>
          <ac:spMkLst>
            <pc:docMk/>
            <pc:sldMk cId="2211669513" sldId="257"/>
            <ac:spMk id="4" creationId="{C89C1705-7058-E381-68AD-1E502DA165A9}"/>
          </ac:spMkLst>
        </pc:spChg>
        <pc:spChg chg="add del mod">
          <ac:chgData name="Truskett, Harve A" userId="213d60ac-aef1-4d38-a1a1-cc3530dfbff5" providerId="ADAL" clId="{46A6D219-DC58-45E8-8D58-021ACE409CDA}" dt="2026-09-28T23:50:50.768" v="153"/>
          <ac:spMkLst>
            <pc:docMk/>
            <pc:sldMk cId="2211669513" sldId="257"/>
            <ac:spMk id="5" creationId="{8521F542-46BB-D939-92D7-39616AEC5528}"/>
          </ac:spMkLst>
        </pc:spChg>
        <pc:spChg chg="add del mod ord">
          <ac:chgData name="Truskett, Harve A" userId="213d60ac-aef1-4d38-a1a1-cc3530dfbff5" providerId="ADAL" clId="{46A6D219-DC58-45E8-8D58-021ACE409CDA}" dt="2026-09-29T00:17:10.208" v="1203" actId="26606"/>
          <ac:spMkLst>
            <pc:docMk/>
            <pc:sldMk cId="2211669513" sldId="257"/>
            <ac:spMk id="6" creationId="{3AC02642-8A82-2946-F893-47D5112F9723}"/>
          </ac:spMkLst>
        </pc:spChg>
        <pc:spChg chg="add">
          <ac:chgData name="Truskett, Harve A" userId="213d60ac-aef1-4d38-a1a1-cc3530dfbff5" providerId="ADAL" clId="{46A6D219-DC58-45E8-8D58-021ACE409CDA}" dt="2026-09-29T00:17:10.208" v="1203" actId="26606"/>
          <ac:spMkLst>
            <pc:docMk/>
            <pc:sldMk cId="2211669513" sldId="257"/>
            <ac:spMk id="12" creationId="{BACC6370-2D7E-4714-9D71-7542949D7D5D}"/>
          </ac:spMkLst>
        </pc:spChg>
        <pc:spChg chg="add">
          <ac:chgData name="Truskett, Harve A" userId="213d60ac-aef1-4d38-a1a1-cc3530dfbff5" providerId="ADAL" clId="{46A6D219-DC58-45E8-8D58-021ACE409CDA}" dt="2026-09-29T00:17:10.208" v="1203" actId="26606"/>
          <ac:spMkLst>
            <pc:docMk/>
            <pc:sldMk cId="2211669513" sldId="257"/>
            <ac:spMk id="14" creationId="{F68B3F68-107C-434F-AA38-110D5EA91B85}"/>
          </ac:spMkLst>
        </pc:spChg>
        <pc:spChg chg="add">
          <ac:chgData name="Truskett, Harve A" userId="213d60ac-aef1-4d38-a1a1-cc3530dfbff5" providerId="ADAL" clId="{46A6D219-DC58-45E8-8D58-021ACE409CDA}" dt="2026-09-29T00:17:10.208" v="1203" actId="26606"/>
          <ac:spMkLst>
            <pc:docMk/>
            <pc:sldMk cId="2211669513" sldId="257"/>
            <ac:spMk id="16" creationId="{AAD0DBB9-1A4B-4391-81D4-CB19F9AB918A}"/>
          </ac:spMkLst>
        </pc:spChg>
        <pc:spChg chg="add">
          <ac:chgData name="Truskett, Harve A" userId="213d60ac-aef1-4d38-a1a1-cc3530dfbff5" providerId="ADAL" clId="{46A6D219-DC58-45E8-8D58-021ACE409CDA}" dt="2026-09-29T00:17:10.208" v="1203" actId="26606"/>
          <ac:spMkLst>
            <pc:docMk/>
            <pc:sldMk cId="2211669513" sldId="257"/>
            <ac:spMk id="18" creationId="{063BBA22-50EA-4C4D-BE05-F1CE4E63AA56}"/>
          </ac:spMkLst>
        </pc:spChg>
        <pc:graphicFrameChg chg="add">
          <ac:chgData name="Truskett, Harve A" userId="213d60ac-aef1-4d38-a1a1-cc3530dfbff5" providerId="ADAL" clId="{46A6D219-DC58-45E8-8D58-021ACE409CDA}" dt="2026-09-29T00:17:10.208" v="1203" actId="26606"/>
          <ac:graphicFrameMkLst>
            <pc:docMk/>
            <pc:sldMk cId="2211669513" sldId="257"/>
            <ac:graphicFrameMk id="8" creationId="{48FB0F4D-49ED-9D74-0BE7-9ABF5149B4FE}"/>
          </ac:graphicFrameMkLst>
        </pc:graphicFrameChg>
      </pc:sldChg>
      <pc:sldChg chg="addSp modSp add mod setBg setClrOvrMap">
        <pc:chgData name="Truskett, Harve A" userId="213d60ac-aef1-4d38-a1a1-cc3530dfbff5" providerId="ADAL" clId="{46A6D219-DC58-45E8-8D58-021ACE409CDA}" dt="2026-09-29T00:02:15.949" v="848" actId="20577"/>
        <pc:sldMkLst>
          <pc:docMk/>
          <pc:sldMk cId="842705799" sldId="399"/>
        </pc:sldMkLst>
        <pc:spChg chg="mod">
          <ac:chgData name="Truskett, Harve A" userId="213d60ac-aef1-4d38-a1a1-cc3530dfbff5" providerId="ADAL" clId="{46A6D219-DC58-45E8-8D58-021ACE409CDA}" dt="2026-09-29T00:01:10.824" v="747" actId="26606"/>
          <ac:spMkLst>
            <pc:docMk/>
            <pc:sldMk cId="842705799" sldId="399"/>
            <ac:spMk id="4" creationId="{DDF48FF2-349E-ED9B-D8FB-048BC76C9959}"/>
          </ac:spMkLst>
        </pc:spChg>
        <pc:spChg chg="add">
          <ac:chgData name="Truskett, Harve A" userId="213d60ac-aef1-4d38-a1a1-cc3530dfbff5" providerId="ADAL" clId="{46A6D219-DC58-45E8-8D58-021ACE409CDA}" dt="2026-09-29T00:01:10.824" v="747" actId="26606"/>
          <ac:spMkLst>
            <pc:docMk/>
            <pc:sldMk cId="842705799" sldId="399"/>
            <ac:spMk id="19" creationId="{9228552E-C8B1-4A80-8448-0787CE0FC704}"/>
          </ac:spMkLst>
        </pc:spChg>
        <pc:graphicFrameChg chg="mod modGraphic">
          <ac:chgData name="Truskett, Harve A" userId="213d60ac-aef1-4d38-a1a1-cc3530dfbff5" providerId="ADAL" clId="{46A6D219-DC58-45E8-8D58-021ACE409CDA}" dt="2026-09-29T00:02:15.949" v="848" actId="20577"/>
          <ac:graphicFrameMkLst>
            <pc:docMk/>
            <pc:sldMk cId="842705799" sldId="399"/>
            <ac:graphicFrameMk id="14" creationId="{B3E97826-F806-7FD8-40AB-50488E618AF5}"/>
          </ac:graphicFrameMkLst>
        </pc:graphicFrameChg>
      </pc:sldChg>
      <pc:sldChg chg="addSp delSp modSp add del mod setBg setClrOvrMap">
        <pc:chgData name="Truskett, Harve A" userId="213d60ac-aef1-4d38-a1a1-cc3530dfbff5" providerId="ADAL" clId="{46A6D219-DC58-45E8-8D58-021ACE409CDA}" dt="2026-09-29T00:25:33.824" v="1242" actId="47"/>
        <pc:sldMkLst>
          <pc:docMk/>
          <pc:sldMk cId="1947377994" sldId="400"/>
        </pc:sldMkLst>
        <pc:spChg chg="mod">
          <ac:chgData name="Truskett, Harve A" userId="213d60ac-aef1-4d38-a1a1-cc3530dfbff5" providerId="ADAL" clId="{46A6D219-DC58-45E8-8D58-021ACE409CDA}" dt="2026-09-29T00:19:29.561" v="1209" actId="26606"/>
          <ac:spMkLst>
            <pc:docMk/>
            <pc:sldMk cId="1947377994" sldId="400"/>
            <ac:spMk id="2" creationId="{08706FB6-CE32-5A9C-7D6B-36F0973AF9B2}"/>
          </ac:spMkLst>
        </pc:spChg>
        <pc:spChg chg="del">
          <ac:chgData name="Truskett, Harve A" userId="213d60ac-aef1-4d38-a1a1-cc3530dfbff5" providerId="ADAL" clId="{46A6D219-DC58-45E8-8D58-021ACE409CDA}" dt="2026-09-29T00:19:29.561" v="1209" actId="26606"/>
          <ac:spMkLst>
            <pc:docMk/>
            <pc:sldMk cId="1947377994" sldId="400"/>
            <ac:spMk id="3" creationId="{E3BF0491-6F7D-D8FA-BEC0-6E7F5418F68F}"/>
          </ac:spMkLst>
        </pc:spChg>
        <pc:spChg chg="add">
          <ac:chgData name="Truskett, Harve A" userId="213d60ac-aef1-4d38-a1a1-cc3530dfbff5" providerId="ADAL" clId="{46A6D219-DC58-45E8-8D58-021ACE409CDA}" dt="2026-09-29T00:19:29.561" v="1209" actId="26606"/>
          <ac:spMkLst>
            <pc:docMk/>
            <pc:sldMk cId="1947377994" sldId="400"/>
            <ac:spMk id="10" creationId="{9228552E-C8B1-4A80-8448-0787CE0FC704}"/>
          </ac:spMkLst>
        </pc:spChg>
        <pc:graphicFrameChg chg="add">
          <ac:chgData name="Truskett, Harve A" userId="213d60ac-aef1-4d38-a1a1-cc3530dfbff5" providerId="ADAL" clId="{46A6D219-DC58-45E8-8D58-021ACE409CDA}" dt="2026-09-29T00:19:29.561" v="1209" actId="26606"/>
          <ac:graphicFrameMkLst>
            <pc:docMk/>
            <pc:sldMk cId="1947377994" sldId="400"/>
            <ac:graphicFrameMk id="5" creationId="{16ABCE3B-27E4-83A7-CBCE-A8C615CF4609}"/>
          </ac:graphicFrameMkLst>
        </pc:graphicFrameChg>
        <pc:picChg chg="add">
          <ac:chgData name="Truskett, Harve A" userId="213d60ac-aef1-4d38-a1a1-cc3530dfbff5" providerId="ADAL" clId="{46A6D219-DC58-45E8-8D58-021ACE409CDA}" dt="2026-09-29T00:19:29.561" v="1209" actId="26606"/>
          <ac:picMkLst>
            <pc:docMk/>
            <pc:sldMk cId="1947377994" sldId="400"/>
            <ac:picMk id="6" creationId="{34228CCB-FF98-3348-1160-E4971AA97D72}"/>
          </ac:picMkLst>
        </pc:picChg>
      </pc:sldChg>
      <pc:sldChg chg="add">
        <pc:chgData name="Truskett, Harve A" userId="213d60ac-aef1-4d38-a1a1-cc3530dfbff5" providerId="ADAL" clId="{46A6D219-DC58-45E8-8D58-021ACE409CDA}" dt="2026-09-29T00:02:53.879" v="849"/>
        <pc:sldMkLst>
          <pc:docMk/>
          <pc:sldMk cId="2460193544" sldId="899"/>
        </pc:sldMkLst>
      </pc:sldChg>
      <pc:sldChg chg="delSp add setBg delDesignElem">
        <pc:chgData name="Truskett, Harve A" userId="213d60ac-aef1-4d38-a1a1-cc3530dfbff5" providerId="ADAL" clId="{46A6D219-DC58-45E8-8D58-021ACE409CDA}" dt="2026-09-28T23:39:01.686" v="4"/>
        <pc:sldMkLst>
          <pc:docMk/>
          <pc:sldMk cId="3964424897" sldId="913"/>
        </pc:sldMkLst>
        <pc:spChg chg="del">
          <ac:chgData name="Truskett, Harve A" userId="213d60ac-aef1-4d38-a1a1-cc3530dfbff5" providerId="ADAL" clId="{46A6D219-DC58-45E8-8D58-021ACE409CDA}" dt="2026-09-28T23:39:01.686" v="4"/>
          <ac:spMkLst>
            <pc:docMk/>
            <pc:sldMk cId="3964424897" sldId="913"/>
            <ac:spMk id="8" creationId="{32BC26D8-82FB-445E-AA49-62A77D7C1EE0}"/>
          </ac:spMkLst>
        </pc:spChg>
        <pc:spChg chg="del">
          <ac:chgData name="Truskett, Harve A" userId="213d60ac-aef1-4d38-a1a1-cc3530dfbff5" providerId="ADAL" clId="{46A6D219-DC58-45E8-8D58-021ACE409CDA}" dt="2026-09-28T23:39:01.686" v="4"/>
          <ac:spMkLst>
            <pc:docMk/>
            <pc:sldMk cId="3964424897" sldId="913"/>
            <ac:spMk id="10" creationId="{CB44330D-EA18-4254-AA95-EB49948539B8}"/>
          </ac:spMkLst>
        </pc:spChg>
      </pc:sldChg>
      <pc:sldChg chg="delSp modSp add mod setBg delDesignElem">
        <pc:chgData name="Truskett, Harve A" userId="213d60ac-aef1-4d38-a1a1-cc3530dfbff5" providerId="ADAL" clId="{46A6D219-DC58-45E8-8D58-021ACE409CDA}" dt="2026-09-28T23:39:09.788" v="5" actId="6549"/>
        <pc:sldMkLst>
          <pc:docMk/>
          <pc:sldMk cId="1600364871" sldId="925"/>
        </pc:sldMkLst>
        <pc:spChg chg="del">
          <ac:chgData name="Truskett, Harve A" userId="213d60ac-aef1-4d38-a1a1-cc3530dfbff5" providerId="ADAL" clId="{46A6D219-DC58-45E8-8D58-021ACE409CDA}" dt="2026-09-28T23:39:01.686" v="4"/>
          <ac:spMkLst>
            <pc:docMk/>
            <pc:sldMk cId="1600364871" sldId="925"/>
            <ac:spMk id="18" creationId="{92468898-5A6E-4D55-85EC-308E785EE06C}"/>
          </ac:spMkLst>
        </pc:spChg>
        <pc:spChg chg="del">
          <ac:chgData name="Truskett, Harve A" userId="213d60ac-aef1-4d38-a1a1-cc3530dfbff5" providerId="ADAL" clId="{46A6D219-DC58-45E8-8D58-021ACE409CDA}" dt="2026-09-28T23:39:01.686" v="4"/>
          <ac:spMkLst>
            <pc:docMk/>
            <pc:sldMk cId="1600364871" sldId="925"/>
            <ac:spMk id="19" creationId="{3E23A947-2D45-4208-AE2B-64948C87A3EB}"/>
          </ac:spMkLst>
        </pc:spChg>
        <pc:spChg chg="del">
          <ac:chgData name="Truskett, Harve A" userId="213d60ac-aef1-4d38-a1a1-cc3530dfbff5" providerId="ADAL" clId="{46A6D219-DC58-45E8-8D58-021ACE409CDA}" dt="2026-09-28T23:39:01.686" v="4"/>
          <ac:spMkLst>
            <pc:docMk/>
            <pc:sldMk cId="1600364871" sldId="925"/>
            <ac:spMk id="20" creationId="{E5BBB0F9-6A59-4D02-A9C7-A2D6516684CE}"/>
          </ac:spMkLst>
        </pc:spChg>
        <pc:spChg chg="mod">
          <ac:chgData name="Truskett, Harve A" userId="213d60ac-aef1-4d38-a1a1-cc3530dfbff5" providerId="ADAL" clId="{46A6D219-DC58-45E8-8D58-021ACE409CDA}" dt="2026-09-28T23:39:09.788" v="5" actId="6549"/>
          <ac:spMkLst>
            <pc:docMk/>
            <pc:sldMk cId="1600364871" sldId="925"/>
            <ac:spMk id="21" creationId="{624EE12A-2753-6EB1-037B-3CF13AAB9098}"/>
          </ac:spMkLst>
        </pc:spChg>
      </pc:sldChg>
      <pc:sldChg chg="delSp add setBg delDesignElem">
        <pc:chgData name="Truskett, Harve A" userId="213d60ac-aef1-4d38-a1a1-cc3530dfbff5" providerId="ADAL" clId="{46A6D219-DC58-45E8-8D58-021ACE409CDA}" dt="2026-09-28T23:39:01.686" v="4"/>
        <pc:sldMkLst>
          <pc:docMk/>
          <pc:sldMk cId="1566622404" sldId="926"/>
        </pc:sldMkLst>
        <pc:spChg chg="del">
          <ac:chgData name="Truskett, Harve A" userId="213d60ac-aef1-4d38-a1a1-cc3530dfbff5" providerId="ADAL" clId="{46A6D219-DC58-45E8-8D58-021ACE409CDA}" dt="2026-09-28T23:39:01.686" v="4"/>
          <ac:spMkLst>
            <pc:docMk/>
            <pc:sldMk cId="1566622404" sldId="926"/>
            <ac:spMk id="10" creationId="{A9F529C3-C941-49FD-8C67-82F134F64BDB}"/>
          </ac:spMkLst>
        </pc:spChg>
        <pc:spChg chg="del">
          <ac:chgData name="Truskett, Harve A" userId="213d60ac-aef1-4d38-a1a1-cc3530dfbff5" providerId="ADAL" clId="{46A6D219-DC58-45E8-8D58-021ACE409CDA}" dt="2026-09-28T23:39:01.686" v="4"/>
          <ac:spMkLst>
            <pc:docMk/>
            <pc:sldMk cId="1566622404" sldId="926"/>
            <ac:spMk id="12" creationId="{20586029-32A0-47E5-9AEC-AE3ABA6B94D0}"/>
          </ac:spMkLst>
        </pc:spChg>
        <pc:cxnChg chg="del">
          <ac:chgData name="Truskett, Harve A" userId="213d60ac-aef1-4d38-a1a1-cc3530dfbff5" providerId="ADAL" clId="{46A6D219-DC58-45E8-8D58-021ACE409CDA}" dt="2026-09-28T23:39:01.686" v="4"/>
          <ac:cxnSpMkLst>
            <pc:docMk/>
            <pc:sldMk cId="1566622404" sldId="926"/>
            <ac:cxnSpMk id="14" creationId="{8C730EAB-A532-4295-A302-FB4B90DB9F5E}"/>
          </ac:cxnSpMkLst>
        </pc:cxnChg>
      </pc:sldChg>
      <pc:sldChg chg="delSp add setBg delDesignElem">
        <pc:chgData name="Truskett, Harve A" userId="213d60ac-aef1-4d38-a1a1-cc3530dfbff5" providerId="ADAL" clId="{46A6D219-DC58-45E8-8D58-021ACE409CDA}" dt="2026-09-28T23:39:01.686" v="4"/>
        <pc:sldMkLst>
          <pc:docMk/>
          <pc:sldMk cId="3457341683" sldId="927"/>
        </pc:sldMkLst>
        <pc:spChg chg="del">
          <ac:chgData name="Truskett, Harve A" userId="213d60ac-aef1-4d38-a1a1-cc3530dfbff5" providerId="ADAL" clId="{46A6D219-DC58-45E8-8D58-021ACE409CDA}" dt="2026-09-28T23:39:01.686" v="4"/>
          <ac:spMkLst>
            <pc:docMk/>
            <pc:sldMk cId="3457341683" sldId="927"/>
            <ac:spMk id="8" creationId="{42A4FC2C-047E-45A5-965D-8E1E3BF09BC6}"/>
          </ac:spMkLst>
        </pc:spChg>
      </pc:sldChg>
      <pc:sldChg chg="add">
        <pc:chgData name="Truskett, Harve A" userId="213d60ac-aef1-4d38-a1a1-cc3530dfbff5" providerId="ADAL" clId="{46A6D219-DC58-45E8-8D58-021ACE409CDA}" dt="2026-09-28T23:39:01.686" v="4"/>
        <pc:sldMkLst>
          <pc:docMk/>
          <pc:sldMk cId="1159675821" sldId="928"/>
        </pc:sldMkLst>
      </pc:sldChg>
      <pc:sldChg chg="add">
        <pc:chgData name="Truskett, Harve A" userId="213d60ac-aef1-4d38-a1a1-cc3530dfbff5" providerId="ADAL" clId="{46A6D219-DC58-45E8-8D58-021ACE409CDA}" dt="2026-09-28T23:39:01.686" v="4"/>
        <pc:sldMkLst>
          <pc:docMk/>
          <pc:sldMk cId="4137035648" sldId="929"/>
        </pc:sldMkLst>
      </pc:sldChg>
      <pc:sldChg chg="add">
        <pc:chgData name="Truskett, Harve A" userId="213d60ac-aef1-4d38-a1a1-cc3530dfbff5" providerId="ADAL" clId="{46A6D219-DC58-45E8-8D58-021ACE409CDA}" dt="2026-09-28T23:39:01.686" v="4"/>
        <pc:sldMkLst>
          <pc:docMk/>
          <pc:sldMk cId="748133508" sldId="930"/>
        </pc:sldMkLst>
      </pc:sldChg>
      <pc:sldChg chg="add">
        <pc:chgData name="Truskett, Harve A" userId="213d60ac-aef1-4d38-a1a1-cc3530dfbff5" providerId="ADAL" clId="{46A6D219-DC58-45E8-8D58-021ACE409CDA}" dt="2026-09-28T23:39:01.686" v="4"/>
        <pc:sldMkLst>
          <pc:docMk/>
          <pc:sldMk cId="2221838787" sldId="931"/>
        </pc:sldMkLst>
      </pc:sldChg>
      <pc:sldChg chg="add">
        <pc:chgData name="Truskett, Harve A" userId="213d60ac-aef1-4d38-a1a1-cc3530dfbff5" providerId="ADAL" clId="{46A6D219-DC58-45E8-8D58-021ACE409CDA}" dt="2026-09-28T23:39:01.686" v="4"/>
        <pc:sldMkLst>
          <pc:docMk/>
          <pc:sldMk cId="3256608976" sldId="932"/>
        </pc:sldMkLst>
      </pc:sldChg>
      <pc:sldChg chg="addSp delSp modSp new mod setBg modClrScheme addAnim delAnim chgLayout">
        <pc:chgData name="Truskett, Harve A" userId="213d60ac-aef1-4d38-a1a1-cc3530dfbff5" providerId="ADAL" clId="{46A6D219-DC58-45E8-8D58-021ACE409CDA}" dt="2026-09-29T00:32:40.774" v="1374" actId="26606"/>
        <pc:sldMkLst>
          <pc:docMk/>
          <pc:sldMk cId="3515780047" sldId="933"/>
        </pc:sldMkLst>
        <pc:spChg chg="del mod ord">
          <ac:chgData name="Truskett, Harve A" userId="213d60ac-aef1-4d38-a1a1-cc3530dfbff5" providerId="ADAL" clId="{46A6D219-DC58-45E8-8D58-021ACE409CDA}" dt="2026-09-28T23:57:05.616" v="690" actId="700"/>
          <ac:spMkLst>
            <pc:docMk/>
            <pc:sldMk cId="3515780047" sldId="933"/>
            <ac:spMk id="2" creationId="{B9D3EBC4-091D-41C4-5472-50D25D823E2C}"/>
          </ac:spMkLst>
        </pc:spChg>
        <pc:spChg chg="del">
          <ac:chgData name="Truskett, Harve A" userId="213d60ac-aef1-4d38-a1a1-cc3530dfbff5" providerId="ADAL" clId="{46A6D219-DC58-45E8-8D58-021ACE409CDA}" dt="2026-09-28T23:57:05.616" v="690" actId="700"/>
          <ac:spMkLst>
            <pc:docMk/>
            <pc:sldMk cId="3515780047" sldId="933"/>
            <ac:spMk id="3" creationId="{48842003-CD9F-A14C-F61E-D4E1BD822531}"/>
          </ac:spMkLst>
        </pc:spChg>
        <pc:spChg chg="add mod ord">
          <ac:chgData name="Truskett, Harve A" userId="213d60ac-aef1-4d38-a1a1-cc3530dfbff5" providerId="ADAL" clId="{46A6D219-DC58-45E8-8D58-021ACE409CDA}" dt="2026-09-29T00:32:40.774" v="1374" actId="26606"/>
          <ac:spMkLst>
            <pc:docMk/>
            <pc:sldMk cId="3515780047" sldId="933"/>
            <ac:spMk id="4" creationId="{C032BB98-DC4C-3CC2-8BA8-B703F0195057}"/>
          </ac:spMkLst>
        </pc:spChg>
        <pc:spChg chg="add del">
          <ac:chgData name="Truskett, Harve A" userId="213d60ac-aef1-4d38-a1a1-cc3530dfbff5" providerId="ADAL" clId="{46A6D219-DC58-45E8-8D58-021ACE409CDA}" dt="2026-09-28T23:57:59.366" v="727" actId="26606"/>
          <ac:spMkLst>
            <pc:docMk/>
            <pc:sldMk cId="3515780047" sldId="933"/>
            <ac:spMk id="9" creationId="{577D6B2E-37A3-429E-A37C-F30ED6487282}"/>
          </ac:spMkLst>
        </pc:spChg>
        <pc:spChg chg="add del">
          <ac:chgData name="Truskett, Harve A" userId="213d60ac-aef1-4d38-a1a1-cc3530dfbff5" providerId="ADAL" clId="{46A6D219-DC58-45E8-8D58-021ACE409CDA}" dt="2026-09-28T23:57:47.464" v="725" actId="26606"/>
          <ac:spMkLst>
            <pc:docMk/>
            <pc:sldMk cId="3515780047" sldId="933"/>
            <ac:spMk id="11" creationId="{A3363022-C969-41E9-8EB2-E4C94908C1FA}"/>
          </ac:spMkLst>
        </pc:spChg>
        <pc:spChg chg="add del">
          <ac:chgData name="Truskett, Harve A" userId="213d60ac-aef1-4d38-a1a1-cc3530dfbff5" providerId="ADAL" clId="{46A6D219-DC58-45E8-8D58-021ACE409CDA}" dt="2026-09-28T23:57:47.464" v="725" actId="26606"/>
          <ac:spMkLst>
            <pc:docMk/>
            <pc:sldMk cId="3515780047" sldId="933"/>
            <ac:spMk id="13" creationId="{8D1AD6B3-BE88-4CEB-BA17-790657CC4729}"/>
          </ac:spMkLst>
        </pc:spChg>
        <pc:spChg chg="add del">
          <ac:chgData name="Truskett, Harve A" userId="213d60ac-aef1-4d38-a1a1-cc3530dfbff5" providerId="ADAL" clId="{46A6D219-DC58-45E8-8D58-021ACE409CDA}" dt="2026-09-28T23:57:59.366" v="727" actId="26606"/>
          <ac:spMkLst>
            <pc:docMk/>
            <pc:sldMk cId="3515780047" sldId="933"/>
            <ac:spMk id="19" creationId="{646B67A4-D328-4747-A82B-65E84FA46368}"/>
          </ac:spMkLst>
        </pc:spChg>
        <pc:spChg chg="add del">
          <ac:chgData name="Truskett, Harve A" userId="213d60ac-aef1-4d38-a1a1-cc3530dfbff5" providerId="ADAL" clId="{46A6D219-DC58-45E8-8D58-021ACE409CDA}" dt="2026-09-28T23:57:59.366" v="727" actId="26606"/>
          <ac:spMkLst>
            <pc:docMk/>
            <pc:sldMk cId="3515780047" sldId="933"/>
            <ac:spMk id="20" creationId="{5CEAD642-85CF-4750-8432-7C80C901F001}"/>
          </ac:spMkLst>
        </pc:spChg>
        <pc:spChg chg="add del">
          <ac:chgData name="Truskett, Harve A" userId="213d60ac-aef1-4d38-a1a1-cc3530dfbff5" providerId="ADAL" clId="{46A6D219-DC58-45E8-8D58-021ACE409CDA}" dt="2026-09-28T23:57:59.366" v="727" actId="26606"/>
          <ac:spMkLst>
            <pc:docMk/>
            <pc:sldMk cId="3515780047" sldId="933"/>
            <ac:spMk id="21" creationId="{B5A1B09C-1565-46F8-B70F-621C5EB48A09}"/>
          </ac:spMkLst>
        </pc:spChg>
        <pc:spChg chg="add del">
          <ac:chgData name="Truskett, Harve A" userId="213d60ac-aef1-4d38-a1a1-cc3530dfbff5" providerId="ADAL" clId="{46A6D219-DC58-45E8-8D58-021ACE409CDA}" dt="2026-09-28T23:57:59.366" v="727" actId="26606"/>
          <ac:spMkLst>
            <pc:docMk/>
            <pc:sldMk cId="3515780047" sldId="933"/>
            <ac:spMk id="22" creationId="{FA33EEAE-15D5-4119-8C1E-89D943F911EF}"/>
          </ac:spMkLst>
        </pc:spChg>
        <pc:spChg chg="add del">
          <ac:chgData name="Truskett, Harve A" userId="213d60ac-aef1-4d38-a1a1-cc3530dfbff5" providerId="ADAL" clId="{46A6D219-DC58-45E8-8D58-021ACE409CDA}" dt="2026-09-28T23:57:59.366" v="727" actId="26606"/>
          <ac:spMkLst>
            <pc:docMk/>
            <pc:sldMk cId="3515780047" sldId="933"/>
            <ac:spMk id="23" creationId="{8C516CC8-80AC-446C-A56E-9F54B7210402}"/>
          </ac:spMkLst>
        </pc:spChg>
        <pc:spChg chg="add del">
          <ac:chgData name="Truskett, Harve A" userId="213d60ac-aef1-4d38-a1a1-cc3530dfbff5" providerId="ADAL" clId="{46A6D219-DC58-45E8-8D58-021ACE409CDA}" dt="2026-09-28T23:57:59.366" v="727" actId="26606"/>
          <ac:spMkLst>
            <pc:docMk/>
            <pc:sldMk cId="3515780047" sldId="933"/>
            <ac:spMk id="24" creationId="{730D8B3B-9B80-4025-B934-26DC7D7CD231}"/>
          </ac:spMkLst>
        </pc:spChg>
        <pc:spChg chg="add del">
          <ac:chgData name="Truskett, Harve A" userId="213d60ac-aef1-4d38-a1a1-cc3530dfbff5" providerId="ADAL" clId="{46A6D219-DC58-45E8-8D58-021ACE409CDA}" dt="2026-09-28T23:57:59.366" v="727" actId="26606"/>
          <ac:spMkLst>
            <pc:docMk/>
            <pc:sldMk cId="3515780047" sldId="933"/>
            <ac:spMk id="25" creationId="{1064D5D5-227B-4F66-9AEA-46F570E793BD}"/>
          </ac:spMkLst>
        </pc:spChg>
        <pc:spChg chg="add del">
          <ac:chgData name="Truskett, Harve A" userId="213d60ac-aef1-4d38-a1a1-cc3530dfbff5" providerId="ADAL" clId="{46A6D219-DC58-45E8-8D58-021ACE409CDA}" dt="2026-09-28T23:59:19.896" v="738" actId="26606"/>
          <ac:spMkLst>
            <pc:docMk/>
            <pc:sldMk cId="3515780047" sldId="933"/>
            <ac:spMk id="27" creationId="{A3363022-C969-41E9-8EB2-E4C94908C1FA}"/>
          </ac:spMkLst>
        </pc:spChg>
        <pc:spChg chg="add del">
          <ac:chgData name="Truskett, Harve A" userId="213d60ac-aef1-4d38-a1a1-cc3530dfbff5" providerId="ADAL" clId="{46A6D219-DC58-45E8-8D58-021ACE409CDA}" dt="2026-09-28T23:59:19.896" v="738" actId="26606"/>
          <ac:spMkLst>
            <pc:docMk/>
            <pc:sldMk cId="3515780047" sldId="933"/>
            <ac:spMk id="28" creationId="{8D1AD6B3-BE88-4CEB-BA17-790657CC4729}"/>
          </ac:spMkLst>
        </pc:spChg>
        <pc:spChg chg="add del">
          <ac:chgData name="Truskett, Harve A" userId="213d60ac-aef1-4d38-a1a1-cc3530dfbff5" providerId="ADAL" clId="{46A6D219-DC58-45E8-8D58-021ACE409CDA}" dt="2026-09-28T23:59:16.739" v="732" actId="26606"/>
          <ac:spMkLst>
            <pc:docMk/>
            <pc:sldMk cId="3515780047" sldId="933"/>
            <ac:spMk id="35" creationId="{0671A8AE-40A1-4631-A6B8-581AFF065482}"/>
          </ac:spMkLst>
        </pc:spChg>
        <pc:spChg chg="add del">
          <ac:chgData name="Truskett, Harve A" userId="213d60ac-aef1-4d38-a1a1-cc3530dfbff5" providerId="ADAL" clId="{46A6D219-DC58-45E8-8D58-021ACE409CDA}" dt="2026-09-28T23:59:16.739" v="732" actId="26606"/>
          <ac:spMkLst>
            <pc:docMk/>
            <pc:sldMk cId="3515780047" sldId="933"/>
            <ac:spMk id="37" creationId="{AB58EF07-17C2-48CF-ABB0-EEF1F17CB8F0}"/>
          </ac:spMkLst>
        </pc:spChg>
        <pc:spChg chg="add del">
          <ac:chgData name="Truskett, Harve A" userId="213d60ac-aef1-4d38-a1a1-cc3530dfbff5" providerId="ADAL" clId="{46A6D219-DC58-45E8-8D58-021ACE409CDA}" dt="2026-09-28T23:59:16.739" v="732" actId="26606"/>
          <ac:spMkLst>
            <pc:docMk/>
            <pc:sldMk cId="3515780047" sldId="933"/>
            <ac:spMk id="39" creationId="{AF2F604E-43BE-4DC3-B983-E071523364F8}"/>
          </ac:spMkLst>
        </pc:spChg>
        <pc:spChg chg="add del">
          <ac:chgData name="Truskett, Harve A" userId="213d60ac-aef1-4d38-a1a1-cc3530dfbff5" providerId="ADAL" clId="{46A6D219-DC58-45E8-8D58-021ACE409CDA}" dt="2026-09-28T23:59:16.739" v="732" actId="26606"/>
          <ac:spMkLst>
            <pc:docMk/>
            <pc:sldMk cId="3515780047" sldId="933"/>
            <ac:spMk id="41" creationId="{08C9B587-E65E-4B52-B37C-ABEBB6E87928}"/>
          </ac:spMkLst>
        </pc:spChg>
        <pc:spChg chg="add del">
          <ac:chgData name="Truskett, Harve A" userId="213d60ac-aef1-4d38-a1a1-cc3530dfbff5" providerId="ADAL" clId="{46A6D219-DC58-45E8-8D58-021ACE409CDA}" dt="2026-09-28T23:59:18.133" v="734" actId="26606"/>
          <ac:spMkLst>
            <pc:docMk/>
            <pc:sldMk cId="3515780047" sldId="933"/>
            <ac:spMk id="43" creationId="{A3363022-C969-41E9-8EB2-E4C94908C1FA}"/>
          </ac:spMkLst>
        </pc:spChg>
        <pc:spChg chg="add del">
          <ac:chgData name="Truskett, Harve A" userId="213d60ac-aef1-4d38-a1a1-cc3530dfbff5" providerId="ADAL" clId="{46A6D219-DC58-45E8-8D58-021ACE409CDA}" dt="2026-09-28T23:59:18.133" v="734" actId="26606"/>
          <ac:spMkLst>
            <pc:docMk/>
            <pc:sldMk cId="3515780047" sldId="933"/>
            <ac:spMk id="44" creationId="{8D1AD6B3-BE88-4CEB-BA17-790657CC4729}"/>
          </ac:spMkLst>
        </pc:spChg>
        <pc:spChg chg="add del">
          <ac:chgData name="Truskett, Harve A" userId="213d60ac-aef1-4d38-a1a1-cc3530dfbff5" providerId="ADAL" clId="{46A6D219-DC58-45E8-8D58-021ACE409CDA}" dt="2026-09-28T23:59:19.880" v="737" actId="26606"/>
          <ac:spMkLst>
            <pc:docMk/>
            <pc:sldMk cId="3515780047" sldId="933"/>
            <ac:spMk id="48" creationId="{A9607B8D-5A6C-4ECB-9047-3836C51C14F0}"/>
          </ac:spMkLst>
        </pc:spChg>
        <pc:spChg chg="add del">
          <ac:chgData name="Truskett, Harve A" userId="213d60ac-aef1-4d38-a1a1-cc3530dfbff5" providerId="ADAL" clId="{46A6D219-DC58-45E8-8D58-021ACE409CDA}" dt="2026-09-28T23:59:19.880" v="737" actId="26606"/>
          <ac:spMkLst>
            <pc:docMk/>
            <pc:sldMk cId="3515780047" sldId="933"/>
            <ac:spMk id="49" creationId="{CA84D6C4-24A3-44DC-9607-566CF5A2227A}"/>
          </ac:spMkLst>
        </pc:spChg>
        <pc:spChg chg="add del">
          <ac:chgData name="Truskett, Harve A" userId="213d60ac-aef1-4d38-a1a1-cc3530dfbff5" providerId="ADAL" clId="{46A6D219-DC58-45E8-8D58-021ACE409CDA}" dt="2026-09-28T23:59:19.880" v="737" actId="26606"/>
          <ac:spMkLst>
            <pc:docMk/>
            <pc:sldMk cId="3515780047" sldId="933"/>
            <ac:spMk id="50" creationId="{72F7300B-53A6-4A16-AA84-78597664F02E}"/>
          </ac:spMkLst>
        </pc:spChg>
        <pc:spChg chg="add del">
          <ac:chgData name="Truskett, Harve A" userId="213d60ac-aef1-4d38-a1a1-cc3530dfbff5" providerId="ADAL" clId="{46A6D219-DC58-45E8-8D58-021ACE409CDA}" dt="2026-09-29T00:32:40.774" v="1374" actId="26606"/>
          <ac:spMkLst>
            <pc:docMk/>
            <pc:sldMk cId="3515780047" sldId="933"/>
            <ac:spMk id="52" creationId="{0671A8AE-40A1-4631-A6B8-581AFF065482}"/>
          </ac:spMkLst>
        </pc:spChg>
        <pc:spChg chg="add del">
          <ac:chgData name="Truskett, Harve A" userId="213d60ac-aef1-4d38-a1a1-cc3530dfbff5" providerId="ADAL" clId="{46A6D219-DC58-45E8-8D58-021ACE409CDA}" dt="2026-09-29T00:32:40.774" v="1374" actId="26606"/>
          <ac:spMkLst>
            <pc:docMk/>
            <pc:sldMk cId="3515780047" sldId="933"/>
            <ac:spMk id="53" creationId="{AB58EF07-17C2-48CF-ABB0-EEF1F17CB8F0}"/>
          </ac:spMkLst>
        </pc:spChg>
        <pc:spChg chg="add del">
          <ac:chgData name="Truskett, Harve A" userId="213d60ac-aef1-4d38-a1a1-cc3530dfbff5" providerId="ADAL" clId="{46A6D219-DC58-45E8-8D58-021ACE409CDA}" dt="2026-09-29T00:32:40.774" v="1374" actId="26606"/>
          <ac:spMkLst>
            <pc:docMk/>
            <pc:sldMk cId="3515780047" sldId="933"/>
            <ac:spMk id="54" creationId="{AF2F604E-43BE-4DC3-B983-E071523364F8}"/>
          </ac:spMkLst>
        </pc:spChg>
        <pc:spChg chg="add del">
          <ac:chgData name="Truskett, Harve A" userId="213d60ac-aef1-4d38-a1a1-cc3530dfbff5" providerId="ADAL" clId="{46A6D219-DC58-45E8-8D58-021ACE409CDA}" dt="2026-09-29T00:32:40.774" v="1374" actId="26606"/>
          <ac:spMkLst>
            <pc:docMk/>
            <pc:sldMk cId="3515780047" sldId="933"/>
            <ac:spMk id="55" creationId="{08C9B587-E65E-4B52-B37C-ABEBB6E87928}"/>
          </ac:spMkLst>
        </pc:spChg>
        <pc:spChg chg="add">
          <ac:chgData name="Truskett, Harve A" userId="213d60ac-aef1-4d38-a1a1-cc3530dfbff5" providerId="ADAL" clId="{46A6D219-DC58-45E8-8D58-021ACE409CDA}" dt="2026-09-29T00:32:40.774" v="1374" actId="26606"/>
          <ac:spMkLst>
            <pc:docMk/>
            <pc:sldMk cId="3515780047" sldId="933"/>
            <ac:spMk id="60" creationId="{657F69E0-C4B0-4BEC-A689-4F8D877F05D4}"/>
          </ac:spMkLst>
        </pc:spChg>
        <pc:spChg chg="add">
          <ac:chgData name="Truskett, Harve A" userId="213d60ac-aef1-4d38-a1a1-cc3530dfbff5" providerId="ADAL" clId="{46A6D219-DC58-45E8-8D58-021ACE409CDA}" dt="2026-09-29T00:32:40.774" v="1374" actId="26606"/>
          <ac:spMkLst>
            <pc:docMk/>
            <pc:sldMk cId="3515780047" sldId="933"/>
            <ac:spMk id="62" creationId="{9F6380B4-6A1C-481E-8408-B4E6C75B9B81}"/>
          </ac:spMkLst>
        </pc:spChg>
        <pc:grpChg chg="add del">
          <ac:chgData name="Truskett, Harve A" userId="213d60ac-aef1-4d38-a1a1-cc3530dfbff5" providerId="ADAL" clId="{46A6D219-DC58-45E8-8D58-021ACE409CDA}" dt="2026-09-28T23:57:47.464" v="725" actId="26606"/>
          <ac:grpSpMkLst>
            <pc:docMk/>
            <pc:sldMk cId="3515780047" sldId="933"/>
            <ac:grpSpMk id="15" creationId="{89D1390B-7E13-4B4F-9CB2-391063412E54}"/>
          </ac:grpSpMkLst>
        </pc:grpChg>
        <pc:grpChg chg="add del">
          <ac:chgData name="Truskett, Harve A" userId="213d60ac-aef1-4d38-a1a1-cc3530dfbff5" providerId="ADAL" clId="{46A6D219-DC58-45E8-8D58-021ACE409CDA}" dt="2026-09-28T23:59:19.896" v="738" actId="26606"/>
          <ac:grpSpMkLst>
            <pc:docMk/>
            <pc:sldMk cId="3515780047" sldId="933"/>
            <ac:grpSpMk id="30" creationId="{89D1390B-7E13-4B4F-9CB2-391063412E54}"/>
          </ac:grpSpMkLst>
        </pc:grpChg>
        <pc:grpChg chg="add del">
          <ac:chgData name="Truskett, Harve A" userId="213d60ac-aef1-4d38-a1a1-cc3530dfbff5" providerId="ADAL" clId="{46A6D219-DC58-45E8-8D58-021ACE409CDA}" dt="2026-09-28T23:59:18.133" v="734" actId="26606"/>
          <ac:grpSpMkLst>
            <pc:docMk/>
            <pc:sldMk cId="3515780047" sldId="933"/>
            <ac:grpSpMk id="45" creationId="{89D1390B-7E13-4B4F-9CB2-391063412E54}"/>
          </ac:grpSpMkLst>
        </pc:grpChg>
        <pc:picChg chg="add del">
          <ac:chgData name="Truskett, Harve A" userId="213d60ac-aef1-4d38-a1a1-cc3530dfbff5" providerId="ADAL" clId="{46A6D219-DC58-45E8-8D58-021ACE409CDA}" dt="2026-09-28T23:57:47.464" v="725" actId="26606"/>
          <ac:picMkLst>
            <pc:docMk/>
            <pc:sldMk cId="3515780047" sldId="933"/>
            <ac:picMk id="8" creationId="{6008B7C0-C0FC-2493-75F6-B53DC26DA200}"/>
          </ac:picMkLst>
        </pc:picChg>
        <pc:picChg chg="add mod">
          <ac:chgData name="Truskett, Harve A" userId="213d60ac-aef1-4d38-a1a1-cc3530dfbff5" providerId="ADAL" clId="{46A6D219-DC58-45E8-8D58-021ACE409CDA}" dt="2026-09-29T00:32:40.774" v="1374" actId="26606"/>
          <ac:picMkLst>
            <pc:docMk/>
            <pc:sldMk cId="3515780047" sldId="933"/>
            <ac:picMk id="29" creationId="{6008B7C0-C0FC-2493-75F6-B53DC26DA200}"/>
          </ac:picMkLst>
        </pc:picChg>
      </pc:sldChg>
      <pc:sldChg chg="addSp delSp add del setBg delDesignElem">
        <pc:chgData name="Truskett, Harve A" userId="213d60ac-aef1-4d38-a1a1-cc3530dfbff5" providerId="ADAL" clId="{46A6D219-DC58-45E8-8D58-021ACE409CDA}" dt="2026-09-29T00:00:38.462" v="745"/>
        <pc:sldMkLst>
          <pc:docMk/>
          <pc:sldMk cId="666197103" sldId="934"/>
        </pc:sldMkLst>
        <pc:spChg chg="add del">
          <ac:chgData name="Truskett, Harve A" userId="213d60ac-aef1-4d38-a1a1-cc3530dfbff5" providerId="ADAL" clId="{46A6D219-DC58-45E8-8D58-021ACE409CDA}" dt="2026-09-29T00:00:38.462" v="745"/>
          <ac:spMkLst>
            <pc:docMk/>
            <pc:sldMk cId="666197103" sldId="934"/>
            <ac:spMk id="18" creationId="{92468898-5A6E-4D55-85EC-308E785EE06C}"/>
          </ac:spMkLst>
        </pc:spChg>
        <pc:spChg chg="add del">
          <ac:chgData name="Truskett, Harve A" userId="213d60ac-aef1-4d38-a1a1-cc3530dfbff5" providerId="ADAL" clId="{46A6D219-DC58-45E8-8D58-021ACE409CDA}" dt="2026-09-29T00:00:38.462" v="745"/>
          <ac:spMkLst>
            <pc:docMk/>
            <pc:sldMk cId="666197103" sldId="934"/>
            <ac:spMk id="19" creationId="{3E23A947-2D45-4208-AE2B-64948C87A3EB}"/>
          </ac:spMkLst>
        </pc:spChg>
        <pc:spChg chg="add del">
          <ac:chgData name="Truskett, Harve A" userId="213d60ac-aef1-4d38-a1a1-cc3530dfbff5" providerId="ADAL" clId="{46A6D219-DC58-45E8-8D58-021ACE409CDA}" dt="2026-09-29T00:00:38.462" v="745"/>
          <ac:spMkLst>
            <pc:docMk/>
            <pc:sldMk cId="666197103" sldId="934"/>
            <ac:spMk id="20" creationId="{E5BBB0F9-6A59-4D02-A9C7-A2D6516684CE}"/>
          </ac:spMkLst>
        </pc:spChg>
      </pc:sldChg>
      <pc:sldChg chg="addSp delSp modSp new mod setBg modClrScheme chgLayout">
        <pc:chgData name="Truskett, Harve A" userId="213d60ac-aef1-4d38-a1a1-cc3530dfbff5" providerId="ADAL" clId="{46A6D219-DC58-45E8-8D58-021ACE409CDA}" dt="2026-09-29T00:18:00.815" v="1207" actId="20577"/>
        <pc:sldMkLst>
          <pc:docMk/>
          <pc:sldMk cId="2872433670" sldId="934"/>
        </pc:sldMkLst>
        <pc:spChg chg="del mod ord">
          <ac:chgData name="Truskett, Harve A" userId="213d60ac-aef1-4d38-a1a1-cc3530dfbff5" providerId="ADAL" clId="{46A6D219-DC58-45E8-8D58-021ACE409CDA}" dt="2026-09-29T00:03:28.786" v="851" actId="700"/>
          <ac:spMkLst>
            <pc:docMk/>
            <pc:sldMk cId="2872433670" sldId="934"/>
            <ac:spMk id="2" creationId="{EDA0E538-8554-EFEB-38C3-E0987126F96C}"/>
          </ac:spMkLst>
        </pc:spChg>
        <pc:spChg chg="add mod ord">
          <ac:chgData name="Truskett, Harve A" userId="213d60ac-aef1-4d38-a1a1-cc3530dfbff5" providerId="ADAL" clId="{46A6D219-DC58-45E8-8D58-021ACE409CDA}" dt="2026-09-29T00:18:00.815" v="1207" actId="20577"/>
          <ac:spMkLst>
            <pc:docMk/>
            <pc:sldMk cId="2872433670" sldId="934"/>
            <ac:spMk id="3" creationId="{C89BA509-A968-BD1F-CCFB-FEF4C4CDEBFE}"/>
          </ac:spMkLst>
        </pc:spChg>
        <pc:spChg chg="add mod ord">
          <ac:chgData name="Truskett, Harve A" userId="213d60ac-aef1-4d38-a1a1-cc3530dfbff5" providerId="ADAL" clId="{46A6D219-DC58-45E8-8D58-021ACE409CDA}" dt="2026-09-29T00:17:32.095" v="1204" actId="26606"/>
          <ac:spMkLst>
            <pc:docMk/>
            <pc:sldMk cId="2872433670" sldId="934"/>
            <ac:spMk id="4" creationId="{BA31A9A5-BEC0-B975-65E8-30988207147B}"/>
          </ac:spMkLst>
        </pc:spChg>
        <pc:spChg chg="add">
          <ac:chgData name="Truskett, Harve A" userId="213d60ac-aef1-4d38-a1a1-cc3530dfbff5" providerId="ADAL" clId="{46A6D219-DC58-45E8-8D58-021ACE409CDA}" dt="2026-09-29T00:17:32.095" v="1204" actId="26606"/>
          <ac:spMkLst>
            <pc:docMk/>
            <pc:sldMk cId="2872433670" sldId="934"/>
            <ac:spMk id="10" creationId="{2E17E911-875F-4DE5-8699-99D9F1805A5D}"/>
          </ac:spMkLst>
        </pc:spChg>
        <pc:spChg chg="add">
          <ac:chgData name="Truskett, Harve A" userId="213d60ac-aef1-4d38-a1a1-cc3530dfbff5" providerId="ADAL" clId="{46A6D219-DC58-45E8-8D58-021ACE409CDA}" dt="2026-09-29T00:17:32.095" v="1204" actId="26606"/>
          <ac:spMkLst>
            <pc:docMk/>
            <pc:sldMk cId="2872433670" sldId="934"/>
            <ac:spMk id="12" creationId="{CD9FE4EF-C4D8-49A0-B2FF-81D8DB7D8A24}"/>
          </ac:spMkLst>
        </pc:spChg>
        <pc:spChg chg="add">
          <ac:chgData name="Truskett, Harve A" userId="213d60ac-aef1-4d38-a1a1-cc3530dfbff5" providerId="ADAL" clId="{46A6D219-DC58-45E8-8D58-021ACE409CDA}" dt="2026-09-29T00:17:32.095" v="1204" actId="26606"/>
          <ac:spMkLst>
            <pc:docMk/>
            <pc:sldMk cId="2872433670" sldId="934"/>
            <ac:spMk id="14" creationId="{4300840D-0A0B-4512-BACA-B439D5B9C57C}"/>
          </ac:spMkLst>
        </pc:spChg>
        <pc:spChg chg="add">
          <ac:chgData name="Truskett, Harve A" userId="213d60ac-aef1-4d38-a1a1-cc3530dfbff5" providerId="ADAL" clId="{46A6D219-DC58-45E8-8D58-021ACE409CDA}" dt="2026-09-29T00:17:32.095" v="1204" actId="26606"/>
          <ac:spMkLst>
            <pc:docMk/>
            <pc:sldMk cId="2872433670" sldId="934"/>
            <ac:spMk id="16" creationId="{D2B78728-A580-49A7-84F9-6EF6F583ADE0}"/>
          </ac:spMkLst>
        </pc:spChg>
        <pc:spChg chg="add">
          <ac:chgData name="Truskett, Harve A" userId="213d60ac-aef1-4d38-a1a1-cc3530dfbff5" providerId="ADAL" clId="{46A6D219-DC58-45E8-8D58-021ACE409CDA}" dt="2026-09-29T00:17:32.095" v="1204" actId="26606"/>
          <ac:spMkLst>
            <pc:docMk/>
            <pc:sldMk cId="2872433670" sldId="934"/>
            <ac:spMk id="18" creationId="{38FAA1A1-D861-433F-88FA-1E9D6FD31D11}"/>
          </ac:spMkLst>
        </pc:spChg>
        <pc:spChg chg="add">
          <ac:chgData name="Truskett, Harve A" userId="213d60ac-aef1-4d38-a1a1-cc3530dfbff5" providerId="ADAL" clId="{46A6D219-DC58-45E8-8D58-021ACE409CDA}" dt="2026-09-29T00:17:32.095" v="1204" actId="26606"/>
          <ac:spMkLst>
            <pc:docMk/>
            <pc:sldMk cId="2872433670" sldId="934"/>
            <ac:spMk id="20" creationId="{8D71EDA1-87BF-4D5D-AB79-F346FD19278A}"/>
          </ac:spMkLst>
        </pc:spChg>
        <pc:picChg chg="add">
          <ac:chgData name="Truskett, Harve A" userId="213d60ac-aef1-4d38-a1a1-cc3530dfbff5" providerId="ADAL" clId="{46A6D219-DC58-45E8-8D58-021ACE409CDA}" dt="2026-09-29T00:17:32.095" v="1204" actId="26606"/>
          <ac:picMkLst>
            <pc:docMk/>
            <pc:sldMk cId="2872433670" sldId="934"/>
            <ac:picMk id="6" creationId="{6C7EE711-43FA-17CE-2E29-8DC5B67470CF}"/>
          </ac:picMkLst>
        </pc:picChg>
      </pc:sldChg>
      <pc:sldChg chg="addSp delSp add del setBg delDesignElem">
        <pc:chgData name="Truskett, Harve A" userId="213d60ac-aef1-4d38-a1a1-cc3530dfbff5" providerId="ADAL" clId="{46A6D219-DC58-45E8-8D58-021ACE409CDA}" dt="2026-09-29T00:00:38.462" v="745"/>
        <pc:sldMkLst>
          <pc:docMk/>
          <pc:sldMk cId="1547748292" sldId="935"/>
        </pc:sldMkLst>
        <pc:spChg chg="add del">
          <ac:chgData name="Truskett, Harve A" userId="213d60ac-aef1-4d38-a1a1-cc3530dfbff5" providerId="ADAL" clId="{46A6D219-DC58-45E8-8D58-021ACE409CDA}" dt="2026-09-29T00:00:38.462" v="745"/>
          <ac:spMkLst>
            <pc:docMk/>
            <pc:sldMk cId="1547748292" sldId="935"/>
            <ac:spMk id="10" creationId="{A9F529C3-C941-49FD-8C67-82F134F64BDB}"/>
          </ac:spMkLst>
        </pc:spChg>
        <pc:spChg chg="add del">
          <ac:chgData name="Truskett, Harve A" userId="213d60ac-aef1-4d38-a1a1-cc3530dfbff5" providerId="ADAL" clId="{46A6D219-DC58-45E8-8D58-021ACE409CDA}" dt="2026-09-29T00:00:38.462" v="745"/>
          <ac:spMkLst>
            <pc:docMk/>
            <pc:sldMk cId="1547748292" sldId="935"/>
            <ac:spMk id="12" creationId="{20586029-32A0-47E5-9AEC-AE3ABA6B94D0}"/>
          </ac:spMkLst>
        </pc:spChg>
        <pc:cxnChg chg="add del">
          <ac:chgData name="Truskett, Harve A" userId="213d60ac-aef1-4d38-a1a1-cc3530dfbff5" providerId="ADAL" clId="{46A6D219-DC58-45E8-8D58-021ACE409CDA}" dt="2026-09-29T00:00:38.462" v="745"/>
          <ac:cxnSpMkLst>
            <pc:docMk/>
            <pc:sldMk cId="1547748292" sldId="935"/>
            <ac:cxnSpMk id="14" creationId="{8C730EAB-A532-4295-A302-FB4B90DB9F5E}"/>
          </ac:cxnSpMkLst>
        </pc:cxnChg>
      </pc:sldChg>
      <pc:sldChg chg="modSp add mod">
        <pc:chgData name="Truskett, Harve A" userId="213d60ac-aef1-4d38-a1a1-cc3530dfbff5" providerId="ADAL" clId="{46A6D219-DC58-45E8-8D58-021ACE409CDA}" dt="2026-09-29T00:25:28.192" v="1241"/>
        <pc:sldMkLst>
          <pc:docMk/>
          <pc:sldMk cId="1623937882" sldId="935"/>
        </pc:sldMkLst>
        <pc:spChg chg="mod">
          <ac:chgData name="Truskett, Harve A" userId="213d60ac-aef1-4d38-a1a1-cc3530dfbff5" providerId="ADAL" clId="{46A6D219-DC58-45E8-8D58-021ACE409CDA}" dt="2026-09-29T00:25:28.192" v="1241"/>
          <ac:spMkLst>
            <pc:docMk/>
            <pc:sldMk cId="1623937882" sldId="935"/>
            <ac:spMk id="3" creationId="{E3BF0491-6F7D-D8FA-BEC0-6E7F5418F68F}"/>
          </ac:spMkLst>
        </pc:spChg>
      </pc:sldChg>
      <pc:sldChg chg="add del">
        <pc:chgData name="Truskett, Harve A" userId="213d60ac-aef1-4d38-a1a1-cc3530dfbff5" providerId="ADAL" clId="{46A6D219-DC58-45E8-8D58-021ACE409CDA}" dt="2026-09-29T00:23:48.963" v="1211"/>
        <pc:sldMkLst>
          <pc:docMk/>
          <pc:sldMk cId="4012649015" sldId="935"/>
        </pc:sldMkLst>
      </pc:sldChg>
      <pc:sldChg chg="addSp delSp modSp new mod setBg modClrScheme chgLayout">
        <pc:chgData name="Truskett, Harve A" userId="213d60ac-aef1-4d38-a1a1-cc3530dfbff5" providerId="ADAL" clId="{46A6D219-DC58-45E8-8D58-021ACE409CDA}" dt="2026-09-29T00:31:46.720" v="1373" actId="26606"/>
        <pc:sldMkLst>
          <pc:docMk/>
          <pc:sldMk cId="2746688351" sldId="936"/>
        </pc:sldMkLst>
        <pc:spChg chg="del mod ord">
          <ac:chgData name="Truskett, Harve A" userId="213d60ac-aef1-4d38-a1a1-cc3530dfbff5" providerId="ADAL" clId="{46A6D219-DC58-45E8-8D58-021ACE409CDA}" dt="2026-09-29T00:26:41.841" v="1245" actId="700"/>
          <ac:spMkLst>
            <pc:docMk/>
            <pc:sldMk cId="2746688351" sldId="936"/>
            <ac:spMk id="2" creationId="{A08D6928-CCC3-1FE8-34F4-524B807877D2}"/>
          </ac:spMkLst>
        </pc:spChg>
        <pc:spChg chg="del mod ord">
          <ac:chgData name="Truskett, Harve A" userId="213d60ac-aef1-4d38-a1a1-cc3530dfbff5" providerId="ADAL" clId="{46A6D219-DC58-45E8-8D58-021ACE409CDA}" dt="2026-09-29T00:26:41.841" v="1245" actId="700"/>
          <ac:spMkLst>
            <pc:docMk/>
            <pc:sldMk cId="2746688351" sldId="936"/>
            <ac:spMk id="3" creationId="{60EE8AA7-B549-88C3-D6AC-8BC4EF608BDD}"/>
          </ac:spMkLst>
        </pc:spChg>
        <pc:spChg chg="add mod ord">
          <ac:chgData name="Truskett, Harve A" userId="213d60ac-aef1-4d38-a1a1-cc3530dfbff5" providerId="ADAL" clId="{46A6D219-DC58-45E8-8D58-021ACE409CDA}" dt="2026-09-29T00:31:46.720" v="1373" actId="26606"/>
          <ac:spMkLst>
            <pc:docMk/>
            <pc:sldMk cId="2746688351" sldId="936"/>
            <ac:spMk id="4" creationId="{F79D60BA-337F-FAFF-32DC-ACF3BCA1E1DE}"/>
          </ac:spMkLst>
        </pc:spChg>
        <pc:spChg chg="add del mod ord">
          <ac:chgData name="Truskett, Harve A" userId="213d60ac-aef1-4d38-a1a1-cc3530dfbff5" providerId="ADAL" clId="{46A6D219-DC58-45E8-8D58-021ACE409CDA}" dt="2026-09-29T00:31:46.720" v="1373" actId="26606"/>
          <ac:spMkLst>
            <pc:docMk/>
            <pc:sldMk cId="2746688351" sldId="936"/>
            <ac:spMk id="5" creationId="{4B05ED88-4396-C40F-E523-8C45E7B87F3D}"/>
          </ac:spMkLst>
        </pc:spChg>
        <pc:spChg chg="add">
          <ac:chgData name="Truskett, Harve A" userId="213d60ac-aef1-4d38-a1a1-cc3530dfbff5" providerId="ADAL" clId="{46A6D219-DC58-45E8-8D58-021ACE409CDA}" dt="2026-09-29T00:31:46.720" v="1373" actId="26606"/>
          <ac:spMkLst>
            <pc:docMk/>
            <pc:sldMk cId="2746688351" sldId="936"/>
            <ac:spMk id="11" creationId="{738F59A4-4431-460D-8E49-6E65C189A566}"/>
          </ac:spMkLst>
        </pc:spChg>
        <pc:grpChg chg="add">
          <ac:chgData name="Truskett, Harve A" userId="213d60ac-aef1-4d38-a1a1-cc3530dfbff5" providerId="ADAL" clId="{46A6D219-DC58-45E8-8D58-021ACE409CDA}" dt="2026-09-29T00:31:46.720" v="1373" actId="26606"/>
          <ac:grpSpMkLst>
            <pc:docMk/>
            <pc:sldMk cId="2746688351" sldId="936"/>
            <ac:grpSpMk id="13" creationId="{8A919B9C-5C01-47E4-B2F2-45F589208ABF}"/>
          </ac:grpSpMkLst>
        </pc:grpChg>
        <pc:graphicFrameChg chg="add">
          <ac:chgData name="Truskett, Harve A" userId="213d60ac-aef1-4d38-a1a1-cc3530dfbff5" providerId="ADAL" clId="{46A6D219-DC58-45E8-8D58-021ACE409CDA}" dt="2026-09-29T00:31:46.720" v="1373" actId="26606"/>
          <ac:graphicFrameMkLst>
            <pc:docMk/>
            <pc:sldMk cId="2746688351" sldId="936"/>
            <ac:graphicFrameMk id="7" creationId="{3BF33EC2-2927-BB2A-4B94-E745C3C2C0F4}"/>
          </ac:graphicFrameMkLst>
        </pc:graphicFrameChg>
      </pc:sldChg>
      <pc:sldChg chg="add del">
        <pc:chgData name="Truskett, Harve A" userId="213d60ac-aef1-4d38-a1a1-cc3530dfbff5" providerId="ADAL" clId="{46A6D219-DC58-45E8-8D58-021ACE409CDA}" dt="2026-09-29T00:26:04.424" v="1243" actId="47"/>
        <pc:sldMkLst>
          <pc:docMk/>
          <pc:sldMk cId="3389542413" sldId="936"/>
        </pc:sldMkLst>
      </pc:sldChg>
      <pc:sldChg chg="addSp delSp add del setBg delDesignElem">
        <pc:chgData name="Truskett, Harve A" userId="213d60ac-aef1-4d38-a1a1-cc3530dfbff5" providerId="ADAL" clId="{46A6D219-DC58-45E8-8D58-021ACE409CDA}" dt="2026-09-29T00:00:38.462" v="745"/>
        <pc:sldMkLst>
          <pc:docMk/>
          <pc:sldMk cId="3803348157" sldId="936"/>
        </pc:sldMkLst>
        <pc:spChg chg="add del">
          <ac:chgData name="Truskett, Harve A" userId="213d60ac-aef1-4d38-a1a1-cc3530dfbff5" providerId="ADAL" clId="{46A6D219-DC58-45E8-8D58-021ACE409CDA}" dt="2026-09-29T00:00:38.462" v="745"/>
          <ac:spMkLst>
            <pc:docMk/>
            <pc:sldMk cId="3803348157" sldId="936"/>
            <ac:spMk id="8" creationId="{42A4FC2C-047E-45A5-965D-8E1E3BF09BC6}"/>
          </ac:spMkLst>
        </pc:spChg>
      </pc:sldChg>
      <pc:sldChg chg="add del">
        <pc:chgData name="Truskett, Harve A" userId="213d60ac-aef1-4d38-a1a1-cc3530dfbff5" providerId="ADAL" clId="{46A6D219-DC58-45E8-8D58-021ACE409CDA}" dt="2026-09-29T00:00:38.462" v="745"/>
        <pc:sldMkLst>
          <pc:docMk/>
          <pc:sldMk cId="491948284" sldId="937"/>
        </pc:sldMkLst>
      </pc:sldChg>
      <pc:sldChg chg="add del">
        <pc:chgData name="Truskett, Harve A" userId="213d60ac-aef1-4d38-a1a1-cc3530dfbff5" providerId="ADAL" clId="{46A6D219-DC58-45E8-8D58-021ACE409CDA}" dt="2026-09-29T00:00:38.462" v="745"/>
        <pc:sldMkLst>
          <pc:docMk/>
          <pc:sldMk cId="991689455" sldId="938"/>
        </pc:sldMkLst>
      </pc:sldChg>
      <pc:sldChg chg="addSp delSp add del setBg delDesignElem">
        <pc:chgData name="Truskett, Harve A" userId="213d60ac-aef1-4d38-a1a1-cc3530dfbff5" providerId="ADAL" clId="{46A6D219-DC58-45E8-8D58-021ACE409CDA}" dt="2026-09-29T00:00:38.462" v="745"/>
        <pc:sldMkLst>
          <pc:docMk/>
          <pc:sldMk cId="319268945" sldId="939"/>
        </pc:sldMkLst>
        <pc:spChg chg="add del">
          <ac:chgData name="Truskett, Harve A" userId="213d60ac-aef1-4d38-a1a1-cc3530dfbff5" providerId="ADAL" clId="{46A6D219-DC58-45E8-8D58-021ACE409CDA}" dt="2026-09-29T00:00:38.462" v="745"/>
          <ac:spMkLst>
            <pc:docMk/>
            <pc:sldMk cId="319268945" sldId="939"/>
            <ac:spMk id="8" creationId="{32BC26D8-82FB-445E-AA49-62A77D7C1EE0}"/>
          </ac:spMkLst>
        </pc:spChg>
        <pc:spChg chg="add del">
          <ac:chgData name="Truskett, Harve A" userId="213d60ac-aef1-4d38-a1a1-cc3530dfbff5" providerId="ADAL" clId="{46A6D219-DC58-45E8-8D58-021ACE409CDA}" dt="2026-09-29T00:00:38.462" v="745"/>
          <ac:spMkLst>
            <pc:docMk/>
            <pc:sldMk cId="319268945" sldId="939"/>
            <ac:spMk id="10" creationId="{CB44330D-EA18-4254-AA95-EB49948539B8}"/>
          </ac:spMkLst>
        </pc:spChg>
      </pc:sldChg>
      <pc:sldChg chg="add del">
        <pc:chgData name="Truskett, Harve A" userId="213d60ac-aef1-4d38-a1a1-cc3530dfbff5" providerId="ADAL" clId="{46A6D219-DC58-45E8-8D58-021ACE409CDA}" dt="2026-09-29T00:00:38.462" v="745"/>
        <pc:sldMkLst>
          <pc:docMk/>
          <pc:sldMk cId="2022461410" sldId="940"/>
        </pc:sldMkLst>
      </pc:sldChg>
      <pc:sldChg chg="add del">
        <pc:chgData name="Truskett, Harve A" userId="213d60ac-aef1-4d38-a1a1-cc3530dfbff5" providerId="ADAL" clId="{46A6D219-DC58-45E8-8D58-021ACE409CDA}" dt="2026-09-29T00:00:38.462" v="745"/>
        <pc:sldMkLst>
          <pc:docMk/>
          <pc:sldMk cId="4015974370" sldId="941"/>
        </pc:sldMkLst>
      </pc:sldChg>
      <pc:sldChg chg="add del">
        <pc:chgData name="Truskett, Harve A" userId="213d60ac-aef1-4d38-a1a1-cc3530dfbff5" providerId="ADAL" clId="{46A6D219-DC58-45E8-8D58-021ACE409CDA}" dt="2026-09-29T00:00:38.462" v="745"/>
        <pc:sldMkLst>
          <pc:docMk/>
          <pc:sldMk cId="408520452" sldId="94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5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10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1C735A-A386-438D-9DEF-B253577BCD02}" type="doc">
      <dgm:prSet loTypeId="urn:microsoft.com/office/officeart/2005/8/layout/process1" loCatId="process" qsTypeId="urn:microsoft.com/office/officeart/2005/8/quickstyle/simple1#76" qsCatId="simple" csTypeId="urn:microsoft.com/office/officeart/2005/8/colors/accent1_2#51" csCatId="accent1"/>
      <dgm:spPr/>
      <dgm:t>
        <a:bodyPr/>
        <a:lstStyle/>
        <a:p>
          <a:endParaRPr lang="en-US"/>
        </a:p>
      </dgm:t>
    </dgm:pt>
    <dgm:pt modelId="{4F422C6B-A5AA-4FAF-8272-C748BAAB7EEB}">
      <dgm:prSet/>
      <dgm:spPr/>
      <dgm:t>
        <a:bodyPr/>
        <a:lstStyle/>
        <a:p>
          <a:r>
            <a:rPr lang="en-US"/>
            <a:t>Now locate O’Connor’s Texas Criminal Offenses &amp; Defenses in the Westlaw Secondary Sources</a:t>
          </a:r>
        </a:p>
      </dgm:t>
    </dgm:pt>
    <dgm:pt modelId="{2F1587BE-D549-46E4-95FA-AAFAE650931E}" type="parTrans" cxnId="{9ECB4650-AD40-499F-8AB8-BF312B2402CC}">
      <dgm:prSet/>
      <dgm:spPr/>
      <dgm:t>
        <a:bodyPr/>
        <a:lstStyle/>
        <a:p>
          <a:endParaRPr lang="en-US"/>
        </a:p>
      </dgm:t>
    </dgm:pt>
    <dgm:pt modelId="{88FFA9E6-FE33-44DD-BA7E-3CD9F801EE26}" type="sibTrans" cxnId="{9ECB4650-AD40-499F-8AB8-BF312B2402CC}">
      <dgm:prSet/>
      <dgm:spPr/>
      <dgm:t>
        <a:bodyPr/>
        <a:lstStyle/>
        <a:p>
          <a:endParaRPr lang="en-US"/>
        </a:p>
      </dgm:t>
    </dgm:pt>
    <dgm:pt modelId="{A0BC6118-EEC6-4B4B-A00E-86A867CF5FBF}">
      <dgm:prSet/>
      <dgm:spPr/>
      <dgm:t>
        <a:bodyPr/>
        <a:lstStyle/>
        <a:p>
          <a:r>
            <a:rPr lang="en-US"/>
            <a:t>Find a discussion that helps you better understand burglary in Texas.</a:t>
          </a:r>
        </a:p>
      </dgm:t>
    </dgm:pt>
    <dgm:pt modelId="{40223CBD-9BF2-4018-9593-822EC1361B47}" type="parTrans" cxnId="{BDF45314-A4DD-4EFB-B57D-50EFC0D3EEF1}">
      <dgm:prSet/>
      <dgm:spPr/>
      <dgm:t>
        <a:bodyPr/>
        <a:lstStyle/>
        <a:p>
          <a:endParaRPr lang="en-US"/>
        </a:p>
      </dgm:t>
    </dgm:pt>
    <dgm:pt modelId="{82492916-67C8-45C7-82E3-24D827C610C9}" type="sibTrans" cxnId="{BDF45314-A4DD-4EFB-B57D-50EFC0D3EEF1}">
      <dgm:prSet/>
      <dgm:spPr/>
      <dgm:t>
        <a:bodyPr/>
        <a:lstStyle/>
        <a:p>
          <a:endParaRPr lang="en-US"/>
        </a:p>
      </dgm:t>
    </dgm:pt>
    <dgm:pt modelId="{93BC247E-F4BA-43E1-AF7C-CEE7457CB5D2}">
      <dgm:prSet/>
      <dgm:spPr/>
      <dgm:t>
        <a:bodyPr/>
        <a:lstStyle/>
        <a:p>
          <a:r>
            <a:rPr lang="en-US"/>
            <a:t>Be prepared to explain:</a:t>
          </a:r>
        </a:p>
      </dgm:t>
    </dgm:pt>
    <dgm:pt modelId="{EC14AC7A-F5E4-41F0-B2CF-8E8144D4591A}" type="parTrans" cxnId="{4E692155-46F3-4835-B374-BDFB5DD7A593}">
      <dgm:prSet/>
      <dgm:spPr/>
      <dgm:t>
        <a:bodyPr/>
        <a:lstStyle/>
        <a:p>
          <a:endParaRPr lang="en-US"/>
        </a:p>
      </dgm:t>
    </dgm:pt>
    <dgm:pt modelId="{316CB6B2-F710-4F77-BA49-B717085728CF}" type="sibTrans" cxnId="{4E692155-46F3-4835-B374-BDFB5DD7A593}">
      <dgm:prSet/>
      <dgm:spPr/>
      <dgm:t>
        <a:bodyPr/>
        <a:lstStyle/>
        <a:p>
          <a:endParaRPr lang="en-US"/>
        </a:p>
      </dgm:t>
    </dgm:pt>
    <dgm:pt modelId="{2EBF53CF-861D-4E6B-AF02-6D4934D201C4}">
      <dgm:prSet/>
      <dgm:spPr/>
      <dgm:t>
        <a:bodyPr/>
        <a:lstStyle/>
        <a:p>
          <a:r>
            <a:rPr lang="en-US"/>
            <a:t>what the treatise adds to your understanding that Tex. Jur. did not</a:t>
          </a:r>
        </a:p>
      </dgm:t>
    </dgm:pt>
    <dgm:pt modelId="{CF0953AE-5738-43D8-9BFF-1AF5702A3DF7}" type="parTrans" cxnId="{8AA72619-AC34-4E4C-81E8-1EB07ECBD274}">
      <dgm:prSet/>
      <dgm:spPr/>
      <dgm:t>
        <a:bodyPr/>
        <a:lstStyle/>
        <a:p>
          <a:endParaRPr lang="en-US"/>
        </a:p>
      </dgm:t>
    </dgm:pt>
    <dgm:pt modelId="{4E1F68DA-B91A-4E5B-93F6-F7D0F6CEC4BF}" type="sibTrans" cxnId="{8AA72619-AC34-4E4C-81E8-1EB07ECBD274}">
      <dgm:prSet/>
      <dgm:spPr/>
      <dgm:t>
        <a:bodyPr/>
        <a:lstStyle/>
        <a:p>
          <a:endParaRPr lang="en-US"/>
        </a:p>
      </dgm:t>
    </dgm:pt>
    <dgm:pt modelId="{79E8255E-7C53-4534-8769-AD02FB7B567C}">
      <dgm:prSet/>
      <dgm:spPr/>
      <dgm:t>
        <a:bodyPr/>
        <a:lstStyle/>
        <a:p>
          <a:r>
            <a:rPr lang="en-US"/>
            <a:t>Record the source and section you consulted.</a:t>
          </a:r>
        </a:p>
      </dgm:t>
    </dgm:pt>
    <dgm:pt modelId="{3CE4C747-8997-4B91-B9F6-5B610A3C6E23}" type="parTrans" cxnId="{E34BA8A3-6BB5-4888-999C-C7C56C77E405}">
      <dgm:prSet/>
      <dgm:spPr/>
      <dgm:t>
        <a:bodyPr/>
        <a:lstStyle/>
        <a:p>
          <a:endParaRPr lang="en-US"/>
        </a:p>
      </dgm:t>
    </dgm:pt>
    <dgm:pt modelId="{8D0BDCDD-1607-449E-AD01-EB77F779EB1F}" type="sibTrans" cxnId="{E34BA8A3-6BB5-4888-999C-C7C56C77E405}">
      <dgm:prSet/>
      <dgm:spPr/>
      <dgm:t>
        <a:bodyPr/>
        <a:lstStyle/>
        <a:p>
          <a:endParaRPr lang="en-US"/>
        </a:p>
      </dgm:t>
    </dgm:pt>
    <dgm:pt modelId="{06B7F3F0-B4A3-468D-9044-822FE2B7B098}">
      <dgm:prSet/>
      <dgm:spPr/>
      <dgm:t>
        <a:bodyPr/>
        <a:lstStyle/>
        <a:p>
          <a:r>
            <a:rPr lang="en-US"/>
            <a:t>What issue do you want to research next?</a:t>
          </a:r>
        </a:p>
      </dgm:t>
    </dgm:pt>
    <dgm:pt modelId="{CDF16C73-0F9E-44D0-94D9-C8E25E1F67AB}" type="parTrans" cxnId="{E43863EE-1669-47B0-90EC-C90974D7B12A}">
      <dgm:prSet/>
      <dgm:spPr/>
      <dgm:t>
        <a:bodyPr/>
        <a:lstStyle/>
        <a:p>
          <a:endParaRPr lang="en-US"/>
        </a:p>
      </dgm:t>
    </dgm:pt>
    <dgm:pt modelId="{B687B71D-3A92-4F41-8C84-7E61566B9844}" type="sibTrans" cxnId="{E43863EE-1669-47B0-90EC-C90974D7B12A}">
      <dgm:prSet/>
      <dgm:spPr/>
      <dgm:t>
        <a:bodyPr/>
        <a:lstStyle/>
        <a:p>
          <a:endParaRPr lang="en-US"/>
        </a:p>
      </dgm:t>
    </dgm:pt>
    <dgm:pt modelId="{8841B985-3E09-4CAF-AFFC-F18074B1E1D9}" type="pres">
      <dgm:prSet presAssocID="{001C735A-A386-438D-9DEF-B253577BCD02}" presName="Name0" presStyleCnt="0">
        <dgm:presLayoutVars>
          <dgm:dir/>
          <dgm:resizeHandles val="exact"/>
        </dgm:presLayoutVars>
      </dgm:prSet>
      <dgm:spPr/>
    </dgm:pt>
    <dgm:pt modelId="{FE080A83-50DF-4C1C-8045-93669BDE6724}" type="pres">
      <dgm:prSet presAssocID="{4F422C6B-A5AA-4FAF-8272-C748BAAB7EEB}" presName="node" presStyleLbl="node1" presStyleIdx="0" presStyleCnt="4">
        <dgm:presLayoutVars>
          <dgm:bulletEnabled val="1"/>
        </dgm:presLayoutVars>
      </dgm:prSet>
      <dgm:spPr/>
    </dgm:pt>
    <dgm:pt modelId="{CCB10182-1FE9-4F5D-B81B-450781C57C7A}" type="pres">
      <dgm:prSet presAssocID="{88FFA9E6-FE33-44DD-BA7E-3CD9F801EE26}" presName="sibTrans" presStyleLbl="sibTrans2D1" presStyleIdx="0" presStyleCnt="3"/>
      <dgm:spPr/>
    </dgm:pt>
    <dgm:pt modelId="{29D40754-F9C9-4726-BB19-3D55E13D25DA}" type="pres">
      <dgm:prSet presAssocID="{88FFA9E6-FE33-44DD-BA7E-3CD9F801EE26}" presName="connectorText" presStyleLbl="sibTrans2D1" presStyleIdx="0" presStyleCnt="3"/>
      <dgm:spPr/>
    </dgm:pt>
    <dgm:pt modelId="{CB1EB227-F167-401A-AC42-7A05D9F12601}" type="pres">
      <dgm:prSet presAssocID="{A0BC6118-EEC6-4B4B-A00E-86A867CF5FBF}" presName="node" presStyleLbl="node1" presStyleIdx="1" presStyleCnt="4">
        <dgm:presLayoutVars>
          <dgm:bulletEnabled val="1"/>
        </dgm:presLayoutVars>
      </dgm:prSet>
      <dgm:spPr/>
    </dgm:pt>
    <dgm:pt modelId="{32681A82-FCEF-4A68-A7B6-AB1A04576222}" type="pres">
      <dgm:prSet presAssocID="{82492916-67C8-45C7-82E3-24D827C610C9}" presName="sibTrans" presStyleLbl="sibTrans2D1" presStyleIdx="1" presStyleCnt="3"/>
      <dgm:spPr/>
    </dgm:pt>
    <dgm:pt modelId="{B3BDB1F3-A17F-4069-B288-C6580DC1D240}" type="pres">
      <dgm:prSet presAssocID="{82492916-67C8-45C7-82E3-24D827C610C9}" presName="connectorText" presStyleLbl="sibTrans2D1" presStyleIdx="1" presStyleCnt="3"/>
      <dgm:spPr/>
    </dgm:pt>
    <dgm:pt modelId="{44C7E7A3-68C0-4497-A373-5A4089126F2B}" type="pres">
      <dgm:prSet presAssocID="{93BC247E-F4BA-43E1-AF7C-CEE7457CB5D2}" presName="node" presStyleLbl="node1" presStyleIdx="2" presStyleCnt="4">
        <dgm:presLayoutVars>
          <dgm:bulletEnabled val="1"/>
        </dgm:presLayoutVars>
      </dgm:prSet>
      <dgm:spPr/>
    </dgm:pt>
    <dgm:pt modelId="{446E9250-5153-4A1E-AFD1-D649CC468B33}" type="pres">
      <dgm:prSet presAssocID="{316CB6B2-F710-4F77-BA49-B717085728CF}" presName="sibTrans" presStyleLbl="sibTrans2D1" presStyleIdx="2" presStyleCnt="3"/>
      <dgm:spPr/>
    </dgm:pt>
    <dgm:pt modelId="{96551F10-ED50-4474-B958-DB079D8CFE5D}" type="pres">
      <dgm:prSet presAssocID="{316CB6B2-F710-4F77-BA49-B717085728CF}" presName="connectorText" presStyleLbl="sibTrans2D1" presStyleIdx="2" presStyleCnt="3"/>
      <dgm:spPr/>
    </dgm:pt>
    <dgm:pt modelId="{2AB11558-1DBA-4F81-8E4C-C6822268C407}" type="pres">
      <dgm:prSet presAssocID="{06B7F3F0-B4A3-468D-9044-822FE2B7B098}" presName="node" presStyleLbl="node1" presStyleIdx="3" presStyleCnt="4">
        <dgm:presLayoutVars>
          <dgm:bulletEnabled val="1"/>
        </dgm:presLayoutVars>
      </dgm:prSet>
      <dgm:spPr/>
    </dgm:pt>
  </dgm:ptLst>
  <dgm:cxnLst>
    <dgm:cxn modelId="{BDF45314-A4DD-4EFB-B57D-50EFC0D3EEF1}" srcId="{001C735A-A386-438D-9DEF-B253577BCD02}" destId="{A0BC6118-EEC6-4B4B-A00E-86A867CF5FBF}" srcOrd="1" destOrd="0" parTransId="{40223CBD-9BF2-4018-9593-822EC1361B47}" sibTransId="{82492916-67C8-45C7-82E3-24D827C610C9}"/>
    <dgm:cxn modelId="{8AA72619-AC34-4E4C-81E8-1EB07ECBD274}" srcId="{93BC247E-F4BA-43E1-AF7C-CEE7457CB5D2}" destId="{2EBF53CF-861D-4E6B-AF02-6D4934D201C4}" srcOrd="0" destOrd="0" parTransId="{CF0953AE-5738-43D8-9BFF-1AF5702A3DF7}" sibTransId="{4E1F68DA-B91A-4E5B-93F6-F7D0F6CEC4BF}"/>
    <dgm:cxn modelId="{860C172D-A9B0-4846-9538-22DC3655AFE0}" type="presOf" srcId="{82492916-67C8-45C7-82E3-24D827C610C9}" destId="{B3BDB1F3-A17F-4069-B288-C6580DC1D240}" srcOrd="1" destOrd="0" presId="urn:microsoft.com/office/officeart/2005/8/layout/process1"/>
    <dgm:cxn modelId="{FAACF36C-D385-4A1D-AA0F-3239DEACDA4D}" type="presOf" srcId="{88FFA9E6-FE33-44DD-BA7E-3CD9F801EE26}" destId="{CCB10182-1FE9-4F5D-B81B-450781C57C7A}" srcOrd="0" destOrd="0" presId="urn:microsoft.com/office/officeart/2005/8/layout/process1"/>
    <dgm:cxn modelId="{8197804F-A37E-4284-9A2C-88E9B61B7027}" type="presOf" srcId="{06B7F3F0-B4A3-468D-9044-822FE2B7B098}" destId="{2AB11558-1DBA-4F81-8E4C-C6822268C407}" srcOrd="0" destOrd="0" presId="urn:microsoft.com/office/officeart/2005/8/layout/process1"/>
    <dgm:cxn modelId="{9ECB4650-AD40-499F-8AB8-BF312B2402CC}" srcId="{001C735A-A386-438D-9DEF-B253577BCD02}" destId="{4F422C6B-A5AA-4FAF-8272-C748BAAB7EEB}" srcOrd="0" destOrd="0" parTransId="{2F1587BE-D549-46E4-95FA-AAFAE650931E}" sibTransId="{88FFA9E6-FE33-44DD-BA7E-3CD9F801EE26}"/>
    <dgm:cxn modelId="{779E2F51-CBA8-451E-BF46-352066DB6335}" type="presOf" srcId="{88FFA9E6-FE33-44DD-BA7E-3CD9F801EE26}" destId="{29D40754-F9C9-4726-BB19-3D55E13D25DA}" srcOrd="1" destOrd="0" presId="urn:microsoft.com/office/officeart/2005/8/layout/process1"/>
    <dgm:cxn modelId="{FA8D8D72-BA1D-4514-99CD-4FA2DDF69277}" type="presOf" srcId="{93BC247E-F4BA-43E1-AF7C-CEE7457CB5D2}" destId="{44C7E7A3-68C0-4497-A373-5A4089126F2B}" srcOrd="0" destOrd="0" presId="urn:microsoft.com/office/officeart/2005/8/layout/process1"/>
    <dgm:cxn modelId="{4E692155-46F3-4835-B374-BDFB5DD7A593}" srcId="{001C735A-A386-438D-9DEF-B253577BCD02}" destId="{93BC247E-F4BA-43E1-AF7C-CEE7457CB5D2}" srcOrd="2" destOrd="0" parTransId="{EC14AC7A-F5E4-41F0-B2CF-8E8144D4591A}" sibTransId="{316CB6B2-F710-4F77-BA49-B717085728CF}"/>
    <dgm:cxn modelId="{13EA4596-AA40-40E6-A56C-A1226D431F46}" type="presOf" srcId="{4F422C6B-A5AA-4FAF-8272-C748BAAB7EEB}" destId="{FE080A83-50DF-4C1C-8045-93669BDE6724}" srcOrd="0" destOrd="0" presId="urn:microsoft.com/office/officeart/2005/8/layout/process1"/>
    <dgm:cxn modelId="{A0621DA3-0BBB-48CD-BA53-C25855537D5C}" type="presOf" srcId="{A0BC6118-EEC6-4B4B-A00E-86A867CF5FBF}" destId="{CB1EB227-F167-401A-AC42-7A05D9F12601}" srcOrd="0" destOrd="0" presId="urn:microsoft.com/office/officeart/2005/8/layout/process1"/>
    <dgm:cxn modelId="{E34BA8A3-6BB5-4888-999C-C7C56C77E405}" srcId="{93BC247E-F4BA-43E1-AF7C-CEE7457CB5D2}" destId="{79E8255E-7C53-4534-8769-AD02FB7B567C}" srcOrd="1" destOrd="0" parTransId="{3CE4C747-8997-4B91-B9F6-5B610A3C6E23}" sibTransId="{8D0BDCDD-1607-449E-AD01-EB77F779EB1F}"/>
    <dgm:cxn modelId="{E3B2E9AD-1A13-4821-BC12-E3296E4AB72A}" type="presOf" srcId="{2EBF53CF-861D-4E6B-AF02-6D4934D201C4}" destId="{44C7E7A3-68C0-4497-A373-5A4089126F2B}" srcOrd="0" destOrd="1" presId="urn:microsoft.com/office/officeart/2005/8/layout/process1"/>
    <dgm:cxn modelId="{92B542D0-56C9-4DD6-8257-F736F79D0860}" type="presOf" srcId="{001C735A-A386-438D-9DEF-B253577BCD02}" destId="{8841B985-3E09-4CAF-AFFC-F18074B1E1D9}" srcOrd="0" destOrd="0" presId="urn:microsoft.com/office/officeart/2005/8/layout/process1"/>
    <dgm:cxn modelId="{BA9CF9DB-65B0-4F68-B389-346031D17121}" type="presOf" srcId="{79E8255E-7C53-4534-8769-AD02FB7B567C}" destId="{44C7E7A3-68C0-4497-A373-5A4089126F2B}" srcOrd="0" destOrd="2" presId="urn:microsoft.com/office/officeart/2005/8/layout/process1"/>
    <dgm:cxn modelId="{DBC897E2-CF1F-4CAA-98B3-1EDC7AFAB23F}" type="presOf" srcId="{82492916-67C8-45C7-82E3-24D827C610C9}" destId="{32681A82-FCEF-4A68-A7B6-AB1A04576222}" srcOrd="0" destOrd="0" presId="urn:microsoft.com/office/officeart/2005/8/layout/process1"/>
    <dgm:cxn modelId="{ECD4E6E7-F49C-4D50-884E-99B42687CB2D}" type="presOf" srcId="{316CB6B2-F710-4F77-BA49-B717085728CF}" destId="{96551F10-ED50-4474-B958-DB079D8CFE5D}" srcOrd="1" destOrd="0" presId="urn:microsoft.com/office/officeart/2005/8/layout/process1"/>
    <dgm:cxn modelId="{E41E44E8-F888-4526-9062-187106DABF92}" type="presOf" srcId="{316CB6B2-F710-4F77-BA49-B717085728CF}" destId="{446E9250-5153-4A1E-AFD1-D649CC468B33}" srcOrd="0" destOrd="0" presId="urn:microsoft.com/office/officeart/2005/8/layout/process1"/>
    <dgm:cxn modelId="{E43863EE-1669-47B0-90EC-C90974D7B12A}" srcId="{001C735A-A386-438D-9DEF-B253577BCD02}" destId="{06B7F3F0-B4A3-468D-9044-822FE2B7B098}" srcOrd="3" destOrd="0" parTransId="{CDF16C73-0F9E-44D0-94D9-C8E25E1F67AB}" sibTransId="{B687B71D-3A92-4F41-8C84-7E61566B9844}"/>
    <dgm:cxn modelId="{1A7582BF-685D-4E79-A53F-917AD9FFB54E}" type="presParOf" srcId="{8841B985-3E09-4CAF-AFFC-F18074B1E1D9}" destId="{FE080A83-50DF-4C1C-8045-93669BDE6724}" srcOrd="0" destOrd="0" presId="urn:microsoft.com/office/officeart/2005/8/layout/process1"/>
    <dgm:cxn modelId="{798CB9A6-84B4-4A39-81A5-E03719D301C5}" type="presParOf" srcId="{8841B985-3E09-4CAF-AFFC-F18074B1E1D9}" destId="{CCB10182-1FE9-4F5D-B81B-450781C57C7A}" srcOrd="1" destOrd="0" presId="urn:microsoft.com/office/officeart/2005/8/layout/process1"/>
    <dgm:cxn modelId="{CC0C77A7-AF7D-46CB-97CC-17EEBA2450D3}" type="presParOf" srcId="{CCB10182-1FE9-4F5D-B81B-450781C57C7A}" destId="{29D40754-F9C9-4726-BB19-3D55E13D25DA}" srcOrd="0" destOrd="0" presId="urn:microsoft.com/office/officeart/2005/8/layout/process1"/>
    <dgm:cxn modelId="{5063CD2A-1ADF-4591-A1C8-98804869B7C6}" type="presParOf" srcId="{8841B985-3E09-4CAF-AFFC-F18074B1E1D9}" destId="{CB1EB227-F167-401A-AC42-7A05D9F12601}" srcOrd="2" destOrd="0" presId="urn:microsoft.com/office/officeart/2005/8/layout/process1"/>
    <dgm:cxn modelId="{9DBEAB50-007B-487F-B8B7-26A15A2ADE03}" type="presParOf" srcId="{8841B985-3E09-4CAF-AFFC-F18074B1E1D9}" destId="{32681A82-FCEF-4A68-A7B6-AB1A04576222}" srcOrd="3" destOrd="0" presId="urn:microsoft.com/office/officeart/2005/8/layout/process1"/>
    <dgm:cxn modelId="{62C7C04C-60E8-48CC-AFB5-6220E4D328E0}" type="presParOf" srcId="{32681A82-FCEF-4A68-A7B6-AB1A04576222}" destId="{B3BDB1F3-A17F-4069-B288-C6580DC1D240}" srcOrd="0" destOrd="0" presId="urn:microsoft.com/office/officeart/2005/8/layout/process1"/>
    <dgm:cxn modelId="{785E979A-D69B-47F4-89F1-B52154A57464}" type="presParOf" srcId="{8841B985-3E09-4CAF-AFFC-F18074B1E1D9}" destId="{44C7E7A3-68C0-4497-A373-5A4089126F2B}" srcOrd="4" destOrd="0" presId="urn:microsoft.com/office/officeart/2005/8/layout/process1"/>
    <dgm:cxn modelId="{B6B4DA9B-6E4A-4C32-949D-69296258F696}" type="presParOf" srcId="{8841B985-3E09-4CAF-AFFC-F18074B1E1D9}" destId="{446E9250-5153-4A1E-AFD1-D649CC468B33}" srcOrd="5" destOrd="0" presId="urn:microsoft.com/office/officeart/2005/8/layout/process1"/>
    <dgm:cxn modelId="{A6B3403E-6FD2-464B-9AEF-90A0D466A3F1}" type="presParOf" srcId="{446E9250-5153-4A1E-AFD1-D649CC468B33}" destId="{96551F10-ED50-4474-B958-DB079D8CFE5D}" srcOrd="0" destOrd="0" presId="urn:microsoft.com/office/officeart/2005/8/layout/process1"/>
    <dgm:cxn modelId="{B3A9D28A-FC51-4E52-80AD-C6E7890F756C}" type="presParOf" srcId="{8841B985-3E09-4CAF-AFFC-F18074B1E1D9}" destId="{2AB11558-1DBA-4F81-8E4C-C6822268C40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B8E129-B831-4CAF-9772-8ACB8C238FFF}" type="doc">
      <dgm:prSet loTypeId="urn:microsoft.com/office/officeart/2005/8/layout/vList2" loCatId="list" qsTypeId="urn:microsoft.com/office/officeart/2005/8/quickstyle/simple4#6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0F95985B-7594-4083-9215-53B438D0E454}">
      <dgm:prSet/>
      <dgm:spPr/>
      <dgm:t>
        <a:bodyPr/>
        <a:lstStyle/>
        <a:p>
          <a:r>
            <a:rPr lang="en-US" dirty="0"/>
            <a:t>When can we get to the Primary Sources?</a:t>
          </a:r>
        </a:p>
      </dgm:t>
    </dgm:pt>
    <dgm:pt modelId="{E6DBA1F5-7738-4CD3-932D-50CE4116FE41}" type="parTrans" cxnId="{3AD937F5-5DCE-45DC-A1A2-00082BE29338}">
      <dgm:prSet/>
      <dgm:spPr/>
      <dgm:t>
        <a:bodyPr/>
        <a:lstStyle/>
        <a:p>
          <a:endParaRPr lang="en-US"/>
        </a:p>
      </dgm:t>
    </dgm:pt>
    <dgm:pt modelId="{F89B3265-60DB-46B1-8001-89F8F7265B63}" type="sibTrans" cxnId="{3AD937F5-5DCE-45DC-A1A2-00082BE29338}">
      <dgm:prSet/>
      <dgm:spPr/>
      <dgm:t>
        <a:bodyPr/>
        <a:lstStyle/>
        <a:p>
          <a:endParaRPr lang="en-US"/>
        </a:p>
      </dgm:t>
    </dgm:pt>
    <dgm:pt modelId="{EC2A9315-4B58-4AF4-A31B-5B1FC91EFAD9}">
      <dgm:prSet/>
      <dgm:spPr/>
      <dgm:t>
        <a:bodyPr/>
        <a:lstStyle/>
        <a:p>
          <a:r>
            <a:rPr lang="en-US" dirty="0"/>
            <a:t>Intro to Statutory Analysis</a:t>
          </a:r>
        </a:p>
      </dgm:t>
    </dgm:pt>
    <dgm:pt modelId="{A0F2DC88-C8EC-44E1-B575-4EC7E2EAF20C}" type="parTrans" cxnId="{8B309552-6231-4C36-84E5-40F3ED0E67D2}">
      <dgm:prSet/>
      <dgm:spPr/>
      <dgm:t>
        <a:bodyPr/>
        <a:lstStyle/>
        <a:p>
          <a:endParaRPr lang="en-US"/>
        </a:p>
      </dgm:t>
    </dgm:pt>
    <dgm:pt modelId="{17E1CB5B-D4ED-4B03-B556-28377ABBB7A7}" type="sibTrans" cxnId="{8B309552-6231-4C36-84E5-40F3ED0E67D2}">
      <dgm:prSet/>
      <dgm:spPr/>
      <dgm:t>
        <a:bodyPr/>
        <a:lstStyle/>
        <a:p>
          <a:endParaRPr lang="en-US"/>
        </a:p>
      </dgm:t>
    </dgm:pt>
    <dgm:pt modelId="{00E7AD03-F02E-4334-8B16-11568DF4A94F}">
      <dgm:prSet phldrT="[Text]" phldr="0"/>
      <dgm:spPr/>
      <dgm:t>
        <a:bodyPr/>
        <a:lstStyle/>
        <a:p>
          <a:r>
            <a:rPr lang="en-US" dirty="0"/>
            <a:t>Bennett – Glass Statutory Exercise</a:t>
          </a:r>
        </a:p>
      </dgm:t>
    </dgm:pt>
    <dgm:pt modelId="{7B40D751-D691-447F-8476-0ED39FD16973}" type="parTrans" cxnId="{095223AF-46DF-4F5C-AE2A-C40F1F2B2B25}">
      <dgm:prSet/>
      <dgm:spPr/>
      <dgm:t>
        <a:bodyPr/>
        <a:lstStyle/>
        <a:p>
          <a:endParaRPr lang="en-US"/>
        </a:p>
      </dgm:t>
    </dgm:pt>
    <dgm:pt modelId="{CE33BED7-CFCB-4C89-9436-E6F41AD04F1C}" type="sibTrans" cxnId="{095223AF-46DF-4F5C-AE2A-C40F1F2B2B25}">
      <dgm:prSet/>
      <dgm:spPr/>
    </dgm:pt>
    <dgm:pt modelId="{D3018D55-36C3-41E0-84E1-9DE562A8E234}" type="pres">
      <dgm:prSet presAssocID="{DFB8E129-B831-4CAF-9772-8ACB8C238FFF}" presName="linear" presStyleCnt="0">
        <dgm:presLayoutVars>
          <dgm:animLvl val="lvl"/>
          <dgm:resizeHandles val="exact"/>
        </dgm:presLayoutVars>
      </dgm:prSet>
      <dgm:spPr/>
    </dgm:pt>
    <dgm:pt modelId="{6472C315-B51E-4BE6-8982-0E73FAC170F4}" type="pres">
      <dgm:prSet presAssocID="{0F95985B-7594-4083-9215-53B438D0E45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087E22-D561-4C52-BC8E-4C1B104C2A58}" type="pres">
      <dgm:prSet presAssocID="{F89B3265-60DB-46B1-8001-89F8F7265B63}" presName="spacer" presStyleCnt="0"/>
      <dgm:spPr/>
    </dgm:pt>
    <dgm:pt modelId="{F9BF4985-C11A-491F-A1CA-48FEE9841A2F}" type="pres">
      <dgm:prSet presAssocID="{EC2A9315-4B58-4AF4-A31B-5B1FC91EFAD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D2037AB-69EB-4A8B-8408-ED91945DC1D4}" type="pres">
      <dgm:prSet presAssocID="{17E1CB5B-D4ED-4B03-B556-28377ABBB7A7}" presName="spacer" presStyleCnt="0"/>
      <dgm:spPr/>
    </dgm:pt>
    <dgm:pt modelId="{3D62706A-DE16-47B8-A05C-3B1860B7F5C1}" type="pres">
      <dgm:prSet presAssocID="{00E7AD03-F02E-4334-8B16-11568DF4A94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AAEA41B-8B96-4651-8B39-55DEA618D852}" type="presOf" srcId="{0F95985B-7594-4083-9215-53B438D0E454}" destId="{6472C315-B51E-4BE6-8982-0E73FAC170F4}" srcOrd="0" destOrd="0" presId="urn:microsoft.com/office/officeart/2005/8/layout/vList2"/>
    <dgm:cxn modelId="{8B309552-6231-4C36-84E5-40F3ED0E67D2}" srcId="{DFB8E129-B831-4CAF-9772-8ACB8C238FFF}" destId="{EC2A9315-4B58-4AF4-A31B-5B1FC91EFAD9}" srcOrd="1" destOrd="0" parTransId="{A0F2DC88-C8EC-44E1-B575-4EC7E2EAF20C}" sibTransId="{17E1CB5B-D4ED-4B03-B556-28377ABBB7A7}"/>
    <dgm:cxn modelId="{91994F81-7262-47D1-8864-B9857224F0E7}" type="presOf" srcId="{EC2A9315-4B58-4AF4-A31B-5B1FC91EFAD9}" destId="{F9BF4985-C11A-491F-A1CA-48FEE9841A2F}" srcOrd="0" destOrd="0" presId="urn:microsoft.com/office/officeart/2005/8/layout/vList2"/>
    <dgm:cxn modelId="{095223AF-46DF-4F5C-AE2A-C40F1F2B2B25}" srcId="{DFB8E129-B831-4CAF-9772-8ACB8C238FFF}" destId="{00E7AD03-F02E-4334-8B16-11568DF4A94F}" srcOrd="2" destOrd="0" parTransId="{7B40D751-D691-447F-8476-0ED39FD16973}" sibTransId="{CE33BED7-CFCB-4C89-9436-E6F41AD04F1C}"/>
    <dgm:cxn modelId="{670FE9BB-A333-4786-A34F-1549B056C71C}" type="presOf" srcId="{DFB8E129-B831-4CAF-9772-8ACB8C238FFF}" destId="{D3018D55-36C3-41E0-84E1-9DE562A8E234}" srcOrd="0" destOrd="0" presId="urn:microsoft.com/office/officeart/2005/8/layout/vList2"/>
    <dgm:cxn modelId="{FFB2D4C5-4DBC-49F9-89A3-33F8D28E04A9}" type="presOf" srcId="{00E7AD03-F02E-4334-8B16-11568DF4A94F}" destId="{3D62706A-DE16-47B8-A05C-3B1860B7F5C1}" srcOrd="0" destOrd="0" presId="urn:microsoft.com/office/officeart/2005/8/layout/vList2"/>
    <dgm:cxn modelId="{3AD937F5-5DCE-45DC-A1A2-00082BE29338}" srcId="{DFB8E129-B831-4CAF-9772-8ACB8C238FFF}" destId="{0F95985B-7594-4083-9215-53B438D0E454}" srcOrd="0" destOrd="0" parTransId="{E6DBA1F5-7738-4CD3-932D-50CE4116FE41}" sibTransId="{F89B3265-60DB-46B1-8001-89F8F7265B63}"/>
    <dgm:cxn modelId="{D0D1E139-A298-4264-A656-3204EB8F3031}" type="presParOf" srcId="{D3018D55-36C3-41E0-84E1-9DE562A8E234}" destId="{6472C315-B51E-4BE6-8982-0E73FAC170F4}" srcOrd="0" destOrd="0" presId="urn:microsoft.com/office/officeart/2005/8/layout/vList2"/>
    <dgm:cxn modelId="{C7F4E053-DBE1-4660-A364-FBD3F5CD3D76}" type="presParOf" srcId="{D3018D55-36C3-41E0-84E1-9DE562A8E234}" destId="{AE087E22-D561-4C52-BC8E-4C1B104C2A58}" srcOrd="1" destOrd="0" presId="urn:microsoft.com/office/officeart/2005/8/layout/vList2"/>
    <dgm:cxn modelId="{15CBABFE-72C6-43C1-88A9-AD0FD7600C54}" type="presParOf" srcId="{D3018D55-36C3-41E0-84E1-9DE562A8E234}" destId="{F9BF4985-C11A-491F-A1CA-48FEE9841A2F}" srcOrd="2" destOrd="0" presId="urn:microsoft.com/office/officeart/2005/8/layout/vList2"/>
    <dgm:cxn modelId="{8793A5F1-99F5-4ABD-A499-A695F635B024}" type="presParOf" srcId="{D3018D55-36C3-41E0-84E1-9DE562A8E234}" destId="{8D2037AB-69EB-4A8B-8408-ED91945DC1D4}" srcOrd="3" destOrd="0" presId="urn:microsoft.com/office/officeart/2005/8/layout/vList2"/>
    <dgm:cxn modelId="{1829A44E-D602-463E-8389-A1E0BCFAF781}" type="presParOf" srcId="{D3018D55-36C3-41E0-84E1-9DE562A8E234}" destId="{3D62706A-DE16-47B8-A05C-3B1860B7F5C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C6FC127-ED29-4CBE-AC2C-5E53ECC068A1}" type="doc">
      <dgm:prSet loTypeId="urn:microsoft.com/office/officeart/2005/8/layout/default" loCatId="list" qsTypeId="urn:microsoft.com/office/officeart/2005/8/quickstyle/simple1#24" qsCatId="simple" csTypeId="urn:microsoft.com/office/officeart/2005/8/colors/colorful2#10" csCatId="colorful"/>
      <dgm:spPr/>
      <dgm:t>
        <a:bodyPr/>
        <a:lstStyle/>
        <a:p>
          <a:endParaRPr lang="en-US"/>
        </a:p>
      </dgm:t>
    </dgm:pt>
    <dgm:pt modelId="{249C5091-1E24-4D1F-AE1F-CF28CCC36B4A}">
      <dgm:prSet/>
      <dgm:spPr/>
      <dgm:t>
        <a:bodyPr/>
        <a:lstStyle/>
        <a:p>
          <a:r>
            <a:rPr lang="en-US"/>
            <a:t>When you can make a complete outline of your legal issue at question</a:t>
          </a:r>
        </a:p>
      </dgm:t>
    </dgm:pt>
    <dgm:pt modelId="{4396FBB4-1948-456F-A19C-2C91AB7D86CA}" type="parTrans" cxnId="{A47623EC-3147-46F2-8D47-1A12D7C92172}">
      <dgm:prSet/>
      <dgm:spPr/>
      <dgm:t>
        <a:bodyPr/>
        <a:lstStyle/>
        <a:p>
          <a:endParaRPr lang="en-US"/>
        </a:p>
      </dgm:t>
    </dgm:pt>
    <dgm:pt modelId="{47480CF4-21FF-43E8-A303-121F24124E36}" type="sibTrans" cxnId="{A47623EC-3147-46F2-8D47-1A12D7C92172}">
      <dgm:prSet/>
      <dgm:spPr/>
      <dgm:t>
        <a:bodyPr/>
        <a:lstStyle/>
        <a:p>
          <a:endParaRPr lang="en-US"/>
        </a:p>
      </dgm:t>
    </dgm:pt>
    <dgm:pt modelId="{82E0D476-7F46-433B-A2E2-760E871FDA21}">
      <dgm:prSet/>
      <dgm:spPr/>
      <dgm:t>
        <a:bodyPr/>
        <a:lstStyle/>
        <a:p>
          <a:r>
            <a:rPr lang="en-US"/>
            <a:t>You have identified each element or factor for the legal issue</a:t>
          </a:r>
        </a:p>
      </dgm:t>
    </dgm:pt>
    <dgm:pt modelId="{53FEB4FF-13AB-40C3-8A54-702EEA3DC36A}" type="parTrans" cxnId="{5CEB2523-B5B4-4D0B-B7ED-C02EAC5E97D6}">
      <dgm:prSet/>
      <dgm:spPr/>
      <dgm:t>
        <a:bodyPr/>
        <a:lstStyle/>
        <a:p>
          <a:endParaRPr lang="en-US"/>
        </a:p>
      </dgm:t>
    </dgm:pt>
    <dgm:pt modelId="{F244CFA5-007C-498C-BFD3-F247D06EDA91}" type="sibTrans" cxnId="{5CEB2523-B5B4-4D0B-B7ED-C02EAC5E97D6}">
      <dgm:prSet/>
      <dgm:spPr/>
      <dgm:t>
        <a:bodyPr/>
        <a:lstStyle/>
        <a:p>
          <a:endParaRPr lang="en-US"/>
        </a:p>
      </dgm:t>
    </dgm:pt>
    <dgm:pt modelId="{04CD6897-F178-4CEA-8B63-36479F1DCDF0}">
      <dgm:prSet/>
      <dgm:spPr/>
      <dgm:t>
        <a:bodyPr/>
        <a:lstStyle/>
        <a:p>
          <a:r>
            <a:rPr lang="en-US"/>
            <a:t>You can extract preliminary rules for each element or fact</a:t>
          </a:r>
        </a:p>
      </dgm:t>
    </dgm:pt>
    <dgm:pt modelId="{F663AF21-4128-4BFE-9A6F-78DA552AF282}" type="parTrans" cxnId="{94C85CC0-5489-4E42-A9E9-CF2EE6F4E03C}">
      <dgm:prSet/>
      <dgm:spPr/>
      <dgm:t>
        <a:bodyPr/>
        <a:lstStyle/>
        <a:p>
          <a:endParaRPr lang="en-US"/>
        </a:p>
      </dgm:t>
    </dgm:pt>
    <dgm:pt modelId="{8AB25D5C-CAC1-4B7D-93DD-1E24300C44C4}" type="sibTrans" cxnId="{94C85CC0-5489-4E42-A9E9-CF2EE6F4E03C}">
      <dgm:prSet/>
      <dgm:spPr/>
      <dgm:t>
        <a:bodyPr/>
        <a:lstStyle/>
        <a:p>
          <a:endParaRPr lang="en-US"/>
        </a:p>
      </dgm:t>
    </dgm:pt>
    <dgm:pt modelId="{B63F01CA-7982-4F53-8ED5-711A16B43C0A}">
      <dgm:prSet/>
      <dgm:spPr/>
      <dgm:t>
        <a:bodyPr/>
        <a:lstStyle/>
        <a:p>
          <a:r>
            <a:rPr lang="en-US"/>
            <a:t>Either from the statute or summary of the cases</a:t>
          </a:r>
        </a:p>
      </dgm:t>
    </dgm:pt>
    <dgm:pt modelId="{ABBFCF2F-1E63-4603-9890-BA6D8743101B}" type="parTrans" cxnId="{4B56D555-1DA9-415B-A1C4-B816BF584E51}">
      <dgm:prSet/>
      <dgm:spPr/>
      <dgm:t>
        <a:bodyPr/>
        <a:lstStyle/>
        <a:p>
          <a:endParaRPr lang="en-US"/>
        </a:p>
      </dgm:t>
    </dgm:pt>
    <dgm:pt modelId="{69B71249-85EA-44A1-8F4D-69C3C49DC8CA}" type="sibTrans" cxnId="{4B56D555-1DA9-415B-A1C4-B816BF584E51}">
      <dgm:prSet/>
      <dgm:spPr/>
      <dgm:t>
        <a:bodyPr/>
        <a:lstStyle/>
        <a:p>
          <a:endParaRPr lang="en-US"/>
        </a:p>
      </dgm:t>
    </dgm:pt>
    <dgm:pt modelId="{09F0C359-5CD3-4806-A270-2ED20FD5B215}">
      <dgm:prSet/>
      <dgm:spPr/>
      <dgm:t>
        <a:bodyPr/>
        <a:lstStyle/>
        <a:p>
          <a:r>
            <a:rPr lang="en-US"/>
            <a:t>You have a preliminary list of which cases you need to research for which </a:t>
          </a:r>
        </a:p>
      </dgm:t>
    </dgm:pt>
    <dgm:pt modelId="{6A27BBB5-BD36-4815-AE0F-E6BF28972AA9}" type="parTrans" cxnId="{B5F9E49F-B1E0-4BD1-9560-EE0DFE102AAE}">
      <dgm:prSet/>
      <dgm:spPr/>
      <dgm:t>
        <a:bodyPr/>
        <a:lstStyle/>
        <a:p>
          <a:endParaRPr lang="en-US"/>
        </a:p>
      </dgm:t>
    </dgm:pt>
    <dgm:pt modelId="{15C9B322-9757-4980-BC87-BCA625E6D90D}" type="sibTrans" cxnId="{B5F9E49F-B1E0-4BD1-9560-EE0DFE102AAE}">
      <dgm:prSet/>
      <dgm:spPr/>
      <dgm:t>
        <a:bodyPr/>
        <a:lstStyle/>
        <a:p>
          <a:endParaRPr lang="en-US"/>
        </a:p>
      </dgm:t>
    </dgm:pt>
    <dgm:pt modelId="{5D5BE775-11A0-4F6C-869C-E2A651C70F33}">
      <dgm:prSet/>
      <dgm:spPr/>
      <dgm:t>
        <a:bodyPr/>
        <a:lstStyle/>
        <a:p>
          <a:r>
            <a:rPr lang="en-US"/>
            <a:t>You can see areas where our facts are going to present a problem</a:t>
          </a:r>
        </a:p>
      </dgm:t>
    </dgm:pt>
    <dgm:pt modelId="{FF145B82-F00A-44AE-8CDD-143EF57E1A7A}" type="parTrans" cxnId="{B910C988-48E7-4FF8-828A-DEDEAED319BB}">
      <dgm:prSet/>
      <dgm:spPr/>
      <dgm:t>
        <a:bodyPr/>
        <a:lstStyle/>
        <a:p>
          <a:endParaRPr lang="en-US"/>
        </a:p>
      </dgm:t>
    </dgm:pt>
    <dgm:pt modelId="{3CA925A7-DF9D-4BA4-8C0B-9664B7911171}" type="sibTrans" cxnId="{B910C988-48E7-4FF8-828A-DEDEAED319BB}">
      <dgm:prSet/>
      <dgm:spPr/>
      <dgm:t>
        <a:bodyPr/>
        <a:lstStyle/>
        <a:p>
          <a:endParaRPr lang="en-US"/>
        </a:p>
      </dgm:t>
    </dgm:pt>
    <dgm:pt modelId="{588B9521-488B-4D11-BB82-D9CAAD02A931}" type="pres">
      <dgm:prSet presAssocID="{4C6FC127-ED29-4CBE-AC2C-5E53ECC068A1}" presName="diagram" presStyleCnt="0">
        <dgm:presLayoutVars>
          <dgm:dir/>
          <dgm:resizeHandles val="exact"/>
        </dgm:presLayoutVars>
      </dgm:prSet>
      <dgm:spPr/>
    </dgm:pt>
    <dgm:pt modelId="{95137767-73AC-430D-BE84-957DBDB468F6}" type="pres">
      <dgm:prSet presAssocID="{249C5091-1E24-4D1F-AE1F-CF28CCC36B4A}" presName="node" presStyleLbl="node1" presStyleIdx="0" presStyleCnt="1">
        <dgm:presLayoutVars>
          <dgm:bulletEnabled val="1"/>
        </dgm:presLayoutVars>
      </dgm:prSet>
      <dgm:spPr/>
    </dgm:pt>
  </dgm:ptLst>
  <dgm:cxnLst>
    <dgm:cxn modelId="{5CEB2523-B5B4-4D0B-B7ED-C02EAC5E97D6}" srcId="{249C5091-1E24-4D1F-AE1F-CF28CCC36B4A}" destId="{82E0D476-7F46-433B-A2E2-760E871FDA21}" srcOrd="0" destOrd="0" parTransId="{53FEB4FF-13AB-40C3-8A54-702EEA3DC36A}" sibTransId="{F244CFA5-007C-498C-BFD3-F247D06EDA91}"/>
    <dgm:cxn modelId="{73BD8638-C30C-4F2A-B80D-D81C6A50AAAA}" type="presOf" srcId="{09F0C359-5CD3-4806-A270-2ED20FD5B215}" destId="{95137767-73AC-430D-BE84-957DBDB468F6}" srcOrd="0" destOrd="4" presId="urn:microsoft.com/office/officeart/2005/8/layout/default"/>
    <dgm:cxn modelId="{D94E105F-7C98-4897-AC4A-982427AB3E38}" type="presOf" srcId="{B63F01CA-7982-4F53-8ED5-711A16B43C0A}" destId="{95137767-73AC-430D-BE84-957DBDB468F6}" srcOrd="0" destOrd="3" presId="urn:microsoft.com/office/officeart/2005/8/layout/default"/>
    <dgm:cxn modelId="{A8AAF669-1608-486C-9228-2DEE2D34094D}" type="presOf" srcId="{249C5091-1E24-4D1F-AE1F-CF28CCC36B4A}" destId="{95137767-73AC-430D-BE84-957DBDB468F6}" srcOrd="0" destOrd="0" presId="urn:microsoft.com/office/officeart/2005/8/layout/default"/>
    <dgm:cxn modelId="{4B56D555-1DA9-415B-A1C4-B816BF584E51}" srcId="{04CD6897-F178-4CEA-8B63-36479F1DCDF0}" destId="{B63F01CA-7982-4F53-8ED5-711A16B43C0A}" srcOrd="0" destOrd="0" parTransId="{ABBFCF2F-1E63-4603-9890-BA6D8743101B}" sibTransId="{69B71249-85EA-44A1-8F4D-69C3C49DC8CA}"/>
    <dgm:cxn modelId="{B910C988-48E7-4FF8-828A-DEDEAED319BB}" srcId="{249C5091-1E24-4D1F-AE1F-CF28CCC36B4A}" destId="{5D5BE775-11A0-4F6C-869C-E2A651C70F33}" srcOrd="3" destOrd="0" parTransId="{FF145B82-F00A-44AE-8CDD-143EF57E1A7A}" sibTransId="{3CA925A7-DF9D-4BA4-8C0B-9664B7911171}"/>
    <dgm:cxn modelId="{E4693A94-19C0-43EA-A1AD-6A2451C5235B}" type="presOf" srcId="{4C6FC127-ED29-4CBE-AC2C-5E53ECC068A1}" destId="{588B9521-488B-4D11-BB82-D9CAAD02A931}" srcOrd="0" destOrd="0" presId="urn:microsoft.com/office/officeart/2005/8/layout/default"/>
    <dgm:cxn modelId="{B5F9E49F-B1E0-4BD1-9560-EE0DFE102AAE}" srcId="{249C5091-1E24-4D1F-AE1F-CF28CCC36B4A}" destId="{09F0C359-5CD3-4806-A270-2ED20FD5B215}" srcOrd="2" destOrd="0" parTransId="{6A27BBB5-BD36-4815-AE0F-E6BF28972AA9}" sibTransId="{15C9B322-9757-4980-BC87-BCA625E6D90D}"/>
    <dgm:cxn modelId="{27E9EFA7-172D-4492-A989-B46E6A59FBB8}" type="presOf" srcId="{82E0D476-7F46-433B-A2E2-760E871FDA21}" destId="{95137767-73AC-430D-BE84-957DBDB468F6}" srcOrd="0" destOrd="1" presId="urn:microsoft.com/office/officeart/2005/8/layout/default"/>
    <dgm:cxn modelId="{94C85CC0-5489-4E42-A9E9-CF2EE6F4E03C}" srcId="{249C5091-1E24-4D1F-AE1F-CF28CCC36B4A}" destId="{04CD6897-F178-4CEA-8B63-36479F1DCDF0}" srcOrd="1" destOrd="0" parTransId="{F663AF21-4128-4BFE-9A6F-78DA552AF282}" sibTransId="{8AB25D5C-CAC1-4B7D-93DD-1E24300C44C4}"/>
    <dgm:cxn modelId="{9B3C76E1-3869-4963-AEE0-AEF220AD647D}" type="presOf" srcId="{5D5BE775-11A0-4F6C-869C-E2A651C70F33}" destId="{95137767-73AC-430D-BE84-957DBDB468F6}" srcOrd="0" destOrd="5" presId="urn:microsoft.com/office/officeart/2005/8/layout/default"/>
    <dgm:cxn modelId="{A47623EC-3147-46F2-8D47-1A12D7C92172}" srcId="{4C6FC127-ED29-4CBE-AC2C-5E53ECC068A1}" destId="{249C5091-1E24-4D1F-AE1F-CF28CCC36B4A}" srcOrd="0" destOrd="0" parTransId="{4396FBB4-1948-456F-A19C-2C91AB7D86CA}" sibTransId="{47480CF4-21FF-43E8-A303-121F24124E36}"/>
    <dgm:cxn modelId="{FB318EFC-B968-494C-9D23-66F8F3C93B38}" type="presOf" srcId="{04CD6897-F178-4CEA-8B63-36479F1DCDF0}" destId="{95137767-73AC-430D-BE84-957DBDB468F6}" srcOrd="0" destOrd="2" presId="urn:microsoft.com/office/officeart/2005/8/layout/default"/>
    <dgm:cxn modelId="{380F70AB-7E7F-42C0-82EA-F21D8BDE2CA3}" type="presParOf" srcId="{588B9521-488B-4D11-BB82-D9CAAD02A931}" destId="{95137767-73AC-430D-BE84-957DBDB468F6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080A83-50DF-4C1C-8045-93669BDE6724}">
      <dsp:nvSpPr>
        <dsp:cNvPr id="0" name=""/>
        <dsp:cNvSpPr/>
      </dsp:nvSpPr>
      <dsp:spPr>
        <a:xfrm>
          <a:off x="4875" y="1049726"/>
          <a:ext cx="2131480" cy="20582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Now locate O’Connor’s Texas Criminal Offenses &amp; Defenses in the Westlaw Secondary Sources</a:t>
          </a:r>
        </a:p>
      </dsp:txBody>
      <dsp:txXfrm>
        <a:off x="65158" y="1110009"/>
        <a:ext cx="2010914" cy="1937645"/>
      </dsp:txXfrm>
    </dsp:sp>
    <dsp:sp modelId="{CCB10182-1FE9-4F5D-B81B-450781C57C7A}">
      <dsp:nvSpPr>
        <dsp:cNvPr id="0" name=""/>
        <dsp:cNvSpPr/>
      </dsp:nvSpPr>
      <dsp:spPr>
        <a:xfrm>
          <a:off x="2349503" y="1814528"/>
          <a:ext cx="451873" cy="5286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349503" y="1920249"/>
        <a:ext cx="316311" cy="317165"/>
      </dsp:txXfrm>
    </dsp:sp>
    <dsp:sp modelId="{CB1EB227-F167-401A-AC42-7A05D9F12601}">
      <dsp:nvSpPr>
        <dsp:cNvPr id="0" name=""/>
        <dsp:cNvSpPr/>
      </dsp:nvSpPr>
      <dsp:spPr>
        <a:xfrm>
          <a:off x="2988948" y="1049726"/>
          <a:ext cx="2131480" cy="20582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Find a discussion that helps you better understand burglary in Texas.</a:t>
          </a:r>
        </a:p>
      </dsp:txBody>
      <dsp:txXfrm>
        <a:off x="3049231" y="1110009"/>
        <a:ext cx="2010914" cy="1937645"/>
      </dsp:txXfrm>
    </dsp:sp>
    <dsp:sp modelId="{32681A82-FCEF-4A68-A7B6-AB1A04576222}">
      <dsp:nvSpPr>
        <dsp:cNvPr id="0" name=""/>
        <dsp:cNvSpPr/>
      </dsp:nvSpPr>
      <dsp:spPr>
        <a:xfrm>
          <a:off x="5333576" y="1814528"/>
          <a:ext cx="451873" cy="5286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333576" y="1920249"/>
        <a:ext cx="316311" cy="317165"/>
      </dsp:txXfrm>
    </dsp:sp>
    <dsp:sp modelId="{44C7E7A3-68C0-4497-A373-5A4089126F2B}">
      <dsp:nvSpPr>
        <dsp:cNvPr id="0" name=""/>
        <dsp:cNvSpPr/>
      </dsp:nvSpPr>
      <dsp:spPr>
        <a:xfrm>
          <a:off x="5973021" y="1049726"/>
          <a:ext cx="2131480" cy="20582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 prepared to explain: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what the treatise adds to your understanding that Tex. Jur. did not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Record the source and section you consulted.</a:t>
          </a:r>
        </a:p>
      </dsp:txBody>
      <dsp:txXfrm>
        <a:off x="6033304" y="1110009"/>
        <a:ext cx="2010914" cy="1937645"/>
      </dsp:txXfrm>
    </dsp:sp>
    <dsp:sp modelId="{446E9250-5153-4A1E-AFD1-D649CC468B33}">
      <dsp:nvSpPr>
        <dsp:cNvPr id="0" name=""/>
        <dsp:cNvSpPr/>
      </dsp:nvSpPr>
      <dsp:spPr>
        <a:xfrm>
          <a:off x="8317649" y="1814528"/>
          <a:ext cx="451873" cy="5286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317649" y="1920249"/>
        <a:ext cx="316311" cy="317165"/>
      </dsp:txXfrm>
    </dsp:sp>
    <dsp:sp modelId="{2AB11558-1DBA-4F81-8E4C-C6822268C407}">
      <dsp:nvSpPr>
        <dsp:cNvPr id="0" name=""/>
        <dsp:cNvSpPr/>
      </dsp:nvSpPr>
      <dsp:spPr>
        <a:xfrm>
          <a:off x="8957094" y="1049726"/>
          <a:ext cx="2131480" cy="20582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What issue do you want to research next?</a:t>
          </a:r>
        </a:p>
      </dsp:txBody>
      <dsp:txXfrm>
        <a:off x="9017377" y="1110009"/>
        <a:ext cx="2010914" cy="19376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2C315-B51E-4BE6-8982-0E73FAC170F4}">
      <dsp:nvSpPr>
        <dsp:cNvPr id="0" name=""/>
        <dsp:cNvSpPr/>
      </dsp:nvSpPr>
      <dsp:spPr>
        <a:xfrm>
          <a:off x="0" y="427328"/>
          <a:ext cx="10515600" cy="1081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When can we get to the Primary Sources?</a:t>
          </a:r>
        </a:p>
      </dsp:txBody>
      <dsp:txXfrm>
        <a:off x="52774" y="480102"/>
        <a:ext cx="10410052" cy="975532"/>
      </dsp:txXfrm>
    </dsp:sp>
    <dsp:sp modelId="{F9BF4985-C11A-491F-A1CA-48FEE9841A2F}">
      <dsp:nvSpPr>
        <dsp:cNvPr id="0" name=""/>
        <dsp:cNvSpPr/>
      </dsp:nvSpPr>
      <dsp:spPr>
        <a:xfrm>
          <a:off x="0" y="1635129"/>
          <a:ext cx="10515600" cy="10810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Intro to Statutory Analysis</a:t>
          </a:r>
        </a:p>
      </dsp:txBody>
      <dsp:txXfrm>
        <a:off x="52774" y="1687903"/>
        <a:ext cx="10410052" cy="975532"/>
      </dsp:txXfrm>
    </dsp:sp>
    <dsp:sp modelId="{3D62706A-DE16-47B8-A05C-3B1860B7F5C1}">
      <dsp:nvSpPr>
        <dsp:cNvPr id="0" name=""/>
        <dsp:cNvSpPr/>
      </dsp:nvSpPr>
      <dsp:spPr>
        <a:xfrm>
          <a:off x="0" y="2842929"/>
          <a:ext cx="10515600" cy="10810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Bennett – Glass Statutory Exercise</a:t>
          </a:r>
        </a:p>
      </dsp:txBody>
      <dsp:txXfrm>
        <a:off x="52774" y="2895703"/>
        <a:ext cx="10410052" cy="9755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37767-73AC-430D-BE84-957DBDB468F6}">
      <dsp:nvSpPr>
        <dsp:cNvPr id="0" name=""/>
        <dsp:cNvSpPr/>
      </dsp:nvSpPr>
      <dsp:spPr>
        <a:xfrm>
          <a:off x="1974265" y="2613"/>
          <a:ext cx="6979297" cy="41875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When you can make a complete outline of your legal issue at question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You have identified each element or factor for the legal issue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You can extract preliminary rules for each element or fact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Either from the statute or summary of the cases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You have a preliminary list of which cases you need to research for which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You can see areas where our facts are going to present a problem</a:t>
          </a:r>
        </a:p>
      </dsp:txBody>
      <dsp:txXfrm>
        <a:off x="1974265" y="2613"/>
        <a:ext cx="6979297" cy="4187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7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3BE06-B3F4-448A-9A3F-3B26DEA256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56CB8-EB6F-406C-88A9-52F5CD214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4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1DE6C-8C46-1AEA-9359-19D9B9326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978A2-981C-8121-165E-A4CDAB394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C24FD-5F2C-8735-D68F-099ECA995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the DA identifies 30.02 (a)(1)as the prong she wishes to pursue, what issues will you need to research to understand whether it is possible to charge Glass with burglary?</a:t>
            </a:r>
          </a:p>
          <a:p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Without effective consent of the owner</a:t>
            </a:r>
          </a:p>
          <a:p>
            <a:pPr marL="228600" indent="-228600">
              <a:buAutoNum type="arabicParenR"/>
            </a:pPr>
            <a:r>
              <a:rPr lang="en-US" dirty="0"/>
              <a:t>Entry</a:t>
            </a:r>
          </a:p>
          <a:p>
            <a:pPr marL="228600" indent="-228600">
              <a:buAutoNum type="arabicParenR"/>
            </a:pPr>
            <a:r>
              <a:rPr lang="en-US" dirty="0"/>
              <a:t>Habitation (building probably doesn’t apply)</a:t>
            </a:r>
          </a:p>
          <a:p>
            <a:pPr marL="228600" indent="-228600">
              <a:buAutoNum type="arabicParenR"/>
            </a:pPr>
            <a:r>
              <a:rPr lang="en-US" dirty="0"/>
              <a:t>Intent to commit a felony, theft, or assault.</a:t>
            </a:r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607BE-29BC-4D67-CE2F-8E1148993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48958-D960-41B6-9782-88B52A1721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30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48958-D960-41B6-9782-88B52A17213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52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8C6D5-A311-0DDE-B94B-3DFBAF7E9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958F4-977D-8309-14A6-91AF975D2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E5D9A-4BD5-178A-DCC1-DF45B8ABC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AEFBA-3926-F1E2-1D22-7F6D2217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8C04F-206F-00B5-E551-FF5735D2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9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CD42-4D3A-A852-DF2C-2F28176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5CE58-916F-FE4D-9178-0036B2EFE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939B3-8AC7-8982-A069-DDB32003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55E75-AF04-2D4B-8228-ACD790909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32533-9E97-88BC-8150-C565B7D7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78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6FBD-1CB3-D0D0-1FF7-286F0D838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21390-F63D-9077-C79E-79C302DFC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25F6F-C484-71A3-1E62-B4B64005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44421-2316-1969-256F-0B705B7F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6B278-45FB-9BFB-D30C-E6100637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5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E23C-40F6-2D95-1A47-81EBC9AA2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A799E-5985-1E54-65E1-33541E9EC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17E52-B825-5C9D-82DE-E19EE543B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4447A-B55F-C98A-C440-0F0B04B83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73D25-C858-D05E-4F76-E21E259B0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95520-9AEE-4180-1D70-62D5C06D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2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CF00-178C-A2FF-398D-BCBF8039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051F4-8B0F-D23D-18EC-ADA0E3D6A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2CCAA-7208-A8FF-1BAB-855D85381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6C8F74-0E66-ABBC-6C81-6BD1B86BD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F064AA-5B6F-672D-FDAA-CAF05426C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FB011-09D0-8A56-C8A7-8489D39E7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AF96A8-D15A-E804-CFFF-2972EDD49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4E4BA0-8968-D956-2E31-149A134DA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9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DE41-3D9C-E8F7-6C78-C349E7E76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198103-3213-F4D2-6FD2-419DDA431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6E9EA-5BCB-0159-6FD7-F1D6CACDF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06732-C423-8E5A-A326-3188EF38B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33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E067E6-8E12-F418-4796-F20A892B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2D0BF8-3E01-DAA2-14B7-3EB73774D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17E57-0602-3CC0-5787-965D1696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5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646F3-E6AF-D571-6627-DFD94B04C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74544-83BA-655F-E3C2-23249DD0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8ADF2-DA1B-B880-ABA3-443E5BC02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EA6D2-580E-62FE-3545-D400164D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3BC17-6F7A-BED3-C080-075F32986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B9344-08CC-8D96-6B2C-60EB1092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7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5205C-7C73-10F4-9383-8E85740E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32526B-4CAB-5215-6449-86C9DA172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FB803-BBA0-9634-0BBD-5480036E2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03D6A-0232-D0DC-7EF0-A26A63FF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C5E7B-068A-A27D-41DC-E86D0F7C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9812C-C72A-AFAB-BCDA-A2D62E29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8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7B69-95D6-C969-3F93-EC7F330B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16934-38CD-4DCD-C93C-FFD7ADD3D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E9A83-8F59-A1D5-ED69-142E7C4C6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12DC2-9C27-AB60-DAF1-E517D6C7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DF351-4662-B1FE-F700-5BE79D37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29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F1B4C0-5A8B-BECE-29BD-E27422C49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849341-229C-8D7D-DB21-2ECF6562C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F3E64-54BA-2499-18AA-6E0E4049C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69709-D6B6-9CE2-1DCD-5A6CE7356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A8806-D26F-7E6E-5AA8-D8A5BD059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97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79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04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50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56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84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90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572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0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934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75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19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3948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046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959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270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11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69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C545F9-F4E4-A8AB-3BB0-C380D7BE9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32687-A9F5-3751-B314-C02B446EC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8809D-6B82-0FD0-7855-CA8F7D455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A3222-1D03-4A54-C840-83AA9FAD1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C9D0E-EC95-C473-8955-F87C247CD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79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E072520-4D46-423A-A292-F40B3F894B6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46323-BE5C-4802-8A6C-5DBFE3F3E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59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F79D60BA-337F-FAFF-32DC-ACF3BCA1E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US" sz="4000"/>
              <a:t>Warmup – 10 Mins. 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3BF33EC2-2927-BB2A-4B94-E745C3C2C0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765370"/>
              </p:ext>
            </p:extLst>
          </p:nvPr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6688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F48FF2-349E-ED9B-D8FB-048BC76C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Today in LSS</a:t>
            </a: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B3E97826-F806-7FD8-40AB-50488E618A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718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2705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9C1705-7058-E381-68AD-1E502DA16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When Do We Know When To Move from Secondary to Primary Source Analysis? 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48FB0F4D-49ED-9D74-0BE7-9ABF5149B4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345614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166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 descr="Law books section in library">
            <a:extLst>
              <a:ext uri="{FF2B5EF4-FFF2-40B4-BE49-F238E27FC236}">
                <a16:creationId xmlns:a16="http://schemas.microsoft.com/office/drawing/2014/main" id="{6008B7C0-C0FC-2493-75F6-B53DC26DA2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61" r="-1" b="4347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032BB98-DC4C-3CC2-8BA8-B703F019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chemeClr val="bg1"/>
                </a:solidFill>
              </a:rPr>
              <a:t>Statutory Analysis </a:t>
            </a:r>
          </a:p>
        </p:txBody>
      </p:sp>
      <p:sp>
        <p:nvSpPr>
          <p:cNvPr id="6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8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9BA509-A968-BD1F-CCFB-FEF4C4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ctr">
            <a:normAutofit/>
          </a:bodyPr>
          <a:lstStyle/>
          <a:p>
            <a:pPr algn="r"/>
            <a:r>
              <a:rPr lang="en-US" sz="3400" dirty="0">
                <a:solidFill>
                  <a:srgbClr val="FFFFFF"/>
                </a:solidFill>
              </a:rPr>
              <a:t>Read the Statute, Read the Statute, Read the Statute!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1A9A5-BEC0-B975-65E8-309882071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marL="514350" indent="-514350">
              <a:buAutoNum type="arabicParenBoth"/>
            </a:pPr>
            <a:r>
              <a:rPr lang="en-US" sz="2000"/>
              <a:t>Skim for Relevance </a:t>
            </a:r>
          </a:p>
          <a:p>
            <a:pPr marL="514350" indent="-514350">
              <a:buAutoNum type="arabicParenBoth"/>
            </a:pPr>
            <a:r>
              <a:rPr lang="en-US" sz="2000"/>
              <a:t>Go Back and Read Each Section Until You Understand It</a:t>
            </a:r>
          </a:p>
          <a:p>
            <a:pPr lvl="1"/>
            <a:r>
              <a:rPr lang="en-US" sz="2000"/>
              <a:t>Secondary Sources can help; </a:t>
            </a:r>
          </a:p>
          <a:p>
            <a:pPr lvl="1"/>
            <a:r>
              <a:rPr lang="en-US" sz="2000"/>
              <a:t>Case Law can help</a:t>
            </a:r>
          </a:p>
          <a:p>
            <a:pPr marL="514350" indent="-514350">
              <a:buAutoNum type="arabicParenBoth"/>
            </a:pPr>
            <a:r>
              <a:rPr lang="en-US" sz="2000"/>
              <a:t>Look for Terms of Art</a:t>
            </a:r>
          </a:p>
          <a:p>
            <a:pPr marL="514350" indent="-514350">
              <a:buFont typeface="+mj-lt"/>
              <a:buAutoNum type="arabicPeriod"/>
            </a:pPr>
            <a:endParaRPr lang="en-US" sz="2000"/>
          </a:p>
          <a:p>
            <a:pPr marL="514350" indent="-514350">
              <a:buFont typeface="+mj-lt"/>
              <a:buAutoNum type="arabicPeriod"/>
            </a:pPr>
            <a:endParaRPr lang="en-US" sz="2000"/>
          </a:p>
          <a:p>
            <a:pPr marL="971550" lvl="1" indent="-514350">
              <a:buAutoNum type="arabicParenBoth"/>
            </a:pPr>
            <a:endParaRPr 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7EE711-43FA-17CE-2E29-8DC5B67470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57" r="36207" b="-1"/>
          <a:stretch>
            <a:fillRect/>
          </a:stretch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433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49A40-63A8-1365-AB39-A82050D6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D95A53-4AA4-8821-9957-AC954A04F7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409"/>
          <a:stretch>
            <a:fillRect/>
          </a:stretch>
        </p:blipFill>
        <p:spPr>
          <a:xfrm>
            <a:off x="457200" y="1398744"/>
            <a:ext cx="11277600" cy="4060511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7B5EEA03-8E00-65C5-7995-A061D8E42656}"/>
              </a:ext>
            </a:extLst>
          </p:cNvPr>
          <p:cNvSpPr/>
          <p:nvPr/>
        </p:nvSpPr>
        <p:spPr>
          <a:xfrm>
            <a:off x="838200" y="3276600"/>
            <a:ext cx="800100" cy="552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8DEEF2-86E8-9292-EB48-2B414609FDB3}"/>
              </a:ext>
            </a:extLst>
          </p:cNvPr>
          <p:cNvSpPr/>
          <p:nvPr/>
        </p:nvSpPr>
        <p:spPr>
          <a:xfrm>
            <a:off x="5410200" y="2495550"/>
            <a:ext cx="4648200" cy="26670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38DA8F-BACF-04D3-D765-40DC5737C34F}"/>
              </a:ext>
            </a:extLst>
          </p:cNvPr>
          <p:cNvSpPr/>
          <p:nvPr/>
        </p:nvSpPr>
        <p:spPr>
          <a:xfrm>
            <a:off x="2362200" y="3276600"/>
            <a:ext cx="666750" cy="20912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5C57C6-EBE1-3A71-A5B6-CBA086828D9D}"/>
              </a:ext>
            </a:extLst>
          </p:cNvPr>
          <p:cNvSpPr/>
          <p:nvPr/>
        </p:nvSpPr>
        <p:spPr>
          <a:xfrm>
            <a:off x="3249557" y="3203390"/>
            <a:ext cx="1112893" cy="28233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0C6D6F-6462-1336-AE2F-7461EAF021AA}"/>
              </a:ext>
            </a:extLst>
          </p:cNvPr>
          <p:cNvSpPr/>
          <p:nvPr/>
        </p:nvSpPr>
        <p:spPr>
          <a:xfrm>
            <a:off x="2695574" y="3504770"/>
            <a:ext cx="5381625" cy="32428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9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45857" y="1684440"/>
            <a:ext cx="7361841" cy="5055112"/>
            <a:chOff x="2424181" y="1857563"/>
            <a:chExt cx="8118475" cy="55746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4181" y="1857563"/>
              <a:ext cx="8118358" cy="55742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22533" y="3747498"/>
              <a:ext cx="7573009" cy="953135"/>
            </a:xfrm>
            <a:custGeom>
              <a:avLst/>
              <a:gdLst/>
              <a:ahLst/>
              <a:cxnLst/>
              <a:rect l="l" t="t" r="r" b="b"/>
              <a:pathLst>
                <a:path w="7573009" h="953135">
                  <a:moveTo>
                    <a:pt x="0" y="952859"/>
                  </a:moveTo>
                  <a:lnTo>
                    <a:pt x="0" y="0"/>
                  </a:lnTo>
                  <a:lnTo>
                    <a:pt x="7572400" y="0"/>
                  </a:lnTo>
                  <a:lnTo>
                    <a:pt x="7572400" y="952859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396497" y="2115420"/>
            <a:ext cx="1797706" cy="940312"/>
            <a:chOff x="164193" y="2332838"/>
            <a:chExt cx="1982470" cy="1036955"/>
          </a:xfrm>
        </p:grpSpPr>
        <p:sp>
          <p:nvSpPr>
            <p:cNvPr id="6" name="object 6"/>
            <p:cNvSpPr/>
            <p:nvPr/>
          </p:nvSpPr>
          <p:spPr>
            <a:xfrm>
              <a:off x="164193" y="2332838"/>
              <a:ext cx="1982470" cy="1036955"/>
            </a:xfrm>
            <a:custGeom>
              <a:avLst/>
              <a:gdLst/>
              <a:ahLst/>
              <a:cxnLst/>
              <a:rect l="l" t="t" r="r" b="b"/>
              <a:pathLst>
                <a:path w="1982470" h="1036954">
                  <a:moveTo>
                    <a:pt x="1823670" y="1036596"/>
                  </a:moveTo>
                  <a:lnTo>
                    <a:pt x="262375" y="1036596"/>
                  </a:lnTo>
                  <a:lnTo>
                    <a:pt x="219455" y="1030712"/>
                  </a:lnTo>
                  <a:lnTo>
                    <a:pt x="181012" y="1014129"/>
                  </a:lnTo>
                  <a:lnTo>
                    <a:pt x="148648" y="988451"/>
                  </a:lnTo>
                  <a:lnTo>
                    <a:pt x="123964" y="955282"/>
                  </a:lnTo>
                  <a:lnTo>
                    <a:pt x="83730" y="938975"/>
                  </a:lnTo>
                  <a:lnTo>
                    <a:pt x="49569" y="913177"/>
                  </a:lnTo>
                  <a:lnTo>
                    <a:pt x="23128" y="879536"/>
                  </a:lnTo>
                  <a:lnTo>
                    <a:pt x="6056" y="839698"/>
                  </a:lnTo>
                  <a:lnTo>
                    <a:pt x="0" y="795311"/>
                  </a:lnTo>
                  <a:lnTo>
                    <a:pt x="0" y="165172"/>
                  </a:lnTo>
                  <a:lnTo>
                    <a:pt x="5910" y="121313"/>
                  </a:lnTo>
                  <a:lnTo>
                    <a:pt x="22583" y="81871"/>
                  </a:lnTo>
                  <a:lnTo>
                    <a:pt x="48432" y="48432"/>
                  </a:lnTo>
                  <a:lnTo>
                    <a:pt x="81871" y="22583"/>
                  </a:lnTo>
                  <a:lnTo>
                    <a:pt x="121313" y="5910"/>
                  </a:lnTo>
                  <a:lnTo>
                    <a:pt x="165172" y="0"/>
                  </a:lnTo>
                  <a:lnTo>
                    <a:pt x="1726468" y="0"/>
                  </a:lnTo>
                  <a:lnTo>
                    <a:pt x="1775049" y="7289"/>
                  </a:lnTo>
                  <a:lnTo>
                    <a:pt x="1817929" y="27699"/>
                  </a:lnTo>
                  <a:lnTo>
                    <a:pt x="1852922" y="59037"/>
                  </a:lnTo>
                  <a:lnTo>
                    <a:pt x="1877839" y="99114"/>
                  </a:lnTo>
                  <a:lnTo>
                    <a:pt x="1919788" y="122089"/>
                  </a:lnTo>
                  <a:lnTo>
                    <a:pt x="1952775" y="156195"/>
                  </a:lnTo>
                  <a:lnTo>
                    <a:pt x="1974358" y="198989"/>
                  </a:lnTo>
                  <a:lnTo>
                    <a:pt x="1982095" y="248031"/>
                  </a:lnTo>
                  <a:lnTo>
                    <a:pt x="1982095" y="878171"/>
                  </a:lnTo>
                  <a:lnTo>
                    <a:pt x="1974019" y="928245"/>
                  </a:lnTo>
                  <a:lnTo>
                    <a:pt x="1951528" y="971735"/>
                  </a:lnTo>
                  <a:lnTo>
                    <a:pt x="1917234" y="1006029"/>
                  </a:lnTo>
                  <a:lnTo>
                    <a:pt x="1873745" y="1028519"/>
                  </a:lnTo>
                  <a:lnTo>
                    <a:pt x="1823670" y="10365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" name="object 7"/>
            <p:cNvSpPr/>
            <p:nvPr/>
          </p:nvSpPr>
          <p:spPr>
            <a:xfrm>
              <a:off x="177689" y="2346336"/>
              <a:ext cx="1864995" cy="934085"/>
            </a:xfrm>
            <a:custGeom>
              <a:avLst/>
              <a:gdLst/>
              <a:ahLst/>
              <a:cxnLst/>
              <a:rect l="l" t="t" r="r" b="b"/>
              <a:pathLst>
                <a:path w="1864995" h="934085">
                  <a:moveTo>
                    <a:pt x="1712972" y="933491"/>
                  </a:moveTo>
                  <a:lnTo>
                    <a:pt x="151675" y="933491"/>
                  </a:lnTo>
                  <a:lnTo>
                    <a:pt x="103756" y="925753"/>
                  </a:lnTo>
                  <a:lnTo>
                    <a:pt x="62122" y="904210"/>
                  </a:lnTo>
                  <a:lnTo>
                    <a:pt x="29280" y="871369"/>
                  </a:lnTo>
                  <a:lnTo>
                    <a:pt x="7737" y="829735"/>
                  </a:lnTo>
                  <a:lnTo>
                    <a:pt x="0" y="781815"/>
                  </a:lnTo>
                  <a:lnTo>
                    <a:pt x="0" y="151673"/>
                  </a:lnTo>
                  <a:lnTo>
                    <a:pt x="7738" y="103754"/>
                  </a:lnTo>
                  <a:lnTo>
                    <a:pt x="29281" y="62121"/>
                  </a:lnTo>
                  <a:lnTo>
                    <a:pt x="62123" y="29280"/>
                  </a:lnTo>
                  <a:lnTo>
                    <a:pt x="103756" y="7737"/>
                  </a:lnTo>
                  <a:lnTo>
                    <a:pt x="151675" y="0"/>
                  </a:lnTo>
                  <a:lnTo>
                    <a:pt x="1712972" y="0"/>
                  </a:lnTo>
                  <a:lnTo>
                    <a:pt x="1760892" y="7737"/>
                  </a:lnTo>
                  <a:lnTo>
                    <a:pt x="1802526" y="29280"/>
                  </a:lnTo>
                  <a:lnTo>
                    <a:pt x="1835367" y="62122"/>
                  </a:lnTo>
                  <a:lnTo>
                    <a:pt x="1856910" y="103756"/>
                  </a:lnTo>
                  <a:lnTo>
                    <a:pt x="1864648" y="151675"/>
                  </a:lnTo>
                  <a:lnTo>
                    <a:pt x="1864648" y="781815"/>
                  </a:lnTo>
                  <a:lnTo>
                    <a:pt x="1856910" y="829735"/>
                  </a:lnTo>
                  <a:lnTo>
                    <a:pt x="1835367" y="871369"/>
                  </a:lnTo>
                  <a:lnTo>
                    <a:pt x="1802526" y="904210"/>
                  </a:lnTo>
                  <a:lnTo>
                    <a:pt x="1760892" y="925753"/>
                  </a:lnTo>
                  <a:lnTo>
                    <a:pt x="1712972" y="933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310574" y="637691"/>
            <a:ext cx="1797706" cy="940312"/>
            <a:chOff x="3377772" y="703231"/>
            <a:chExt cx="1982470" cy="1036955"/>
          </a:xfrm>
        </p:grpSpPr>
        <p:sp>
          <p:nvSpPr>
            <p:cNvPr id="9" name="object 9"/>
            <p:cNvSpPr/>
            <p:nvPr/>
          </p:nvSpPr>
          <p:spPr>
            <a:xfrm>
              <a:off x="3377772" y="703231"/>
              <a:ext cx="1982470" cy="1036955"/>
            </a:xfrm>
            <a:custGeom>
              <a:avLst/>
              <a:gdLst/>
              <a:ahLst/>
              <a:cxnLst/>
              <a:rect l="l" t="t" r="r" b="b"/>
              <a:pathLst>
                <a:path w="1982470" h="1036955">
                  <a:moveTo>
                    <a:pt x="1823670" y="1036596"/>
                  </a:moveTo>
                  <a:lnTo>
                    <a:pt x="262375" y="1036596"/>
                  </a:lnTo>
                  <a:lnTo>
                    <a:pt x="219455" y="1030712"/>
                  </a:lnTo>
                  <a:lnTo>
                    <a:pt x="181012" y="1014129"/>
                  </a:lnTo>
                  <a:lnTo>
                    <a:pt x="148648" y="988451"/>
                  </a:lnTo>
                  <a:lnTo>
                    <a:pt x="123964" y="955282"/>
                  </a:lnTo>
                  <a:lnTo>
                    <a:pt x="83730" y="938975"/>
                  </a:lnTo>
                  <a:lnTo>
                    <a:pt x="49569" y="913177"/>
                  </a:lnTo>
                  <a:lnTo>
                    <a:pt x="23128" y="879536"/>
                  </a:lnTo>
                  <a:lnTo>
                    <a:pt x="6056" y="839698"/>
                  </a:lnTo>
                  <a:lnTo>
                    <a:pt x="0" y="795311"/>
                  </a:lnTo>
                  <a:lnTo>
                    <a:pt x="0" y="165172"/>
                  </a:lnTo>
                  <a:lnTo>
                    <a:pt x="5910" y="121313"/>
                  </a:lnTo>
                  <a:lnTo>
                    <a:pt x="22583" y="81871"/>
                  </a:lnTo>
                  <a:lnTo>
                    <a:pt x="48432" y="48432"/>
                  </a:lnTo>
                  <a:lnTo>
                    <a:pt x="81871" y="22583"/>
                  </a:lnTo>
                  <a:lnTo>
                    <a:pt x="121313" y="5910"/>
                  </a:lnTo>
                  <a:lnTo>
                    <a:pt x="165172" y="0"/>
                  </a:lnTo>
                  <a:lnTo>
                    <a:pt x="1726468" y="0"/>
                  </a:lnTo>
                  <a:lnTo>
                    <a:pt x="1775049" y="7289"/>
                  </a:lnTo>
                  <a:lnTo>
                    <a:pt x="1817929" y="27699"/>
                  </a:lnTo>
                  <a:lnTo>
                    <a:pt x="1852922" y="59037"/>
                  </a:lnTo>
                  <a:lnTo>
                    <a:pt x="1877839" y="99114"/>
                  </a:lnTo>
                  <a:lnTo>
                    <a:pt x="1919788" y="122089"/>
                  </a:lnTo>
                  <a:lnTo>
                    <a:pt x="1952775" y="156195"/>
                  </a:lnTo>
                  <a:lnTo>
                    <a:pt x="1974358" y="198989"/>
                  </a:lnTo>
                  <a:lnTo>
                    <a:pt x="1982095" y="248031"/>
                  </a:lnTo>
                  <a:lnTo>
                    <a:pt x="1982095" y="878171"/>
                  </a:lnTo>
                  <a:lnTo>
                    <a:pt x="1974019" y="928245"/>
                  </a:lnTo>
                  <a:lnTo>
                    <a:pt x="1951528" y="971735"/>
                  </a:lnTo>
                  <a:lnTo>
                    <a:pt x="1917234" y="1006029"/>
                  </a:lnTo>
                  <a:lnTo>
                    <a:pt x="1873745" y="1028519"/>
                  </a:lnTo>
                  <a:lnTo>
                    <a:pt x="1823670" y="10365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/>
            <p:cNvSpPr/>
            <p:nvPr/>
          </p:nvSpPr>
          <p:spPr>
            <a:xfrm>
              <a:off x="3391268" y="716729"/>
              <a:ext cx="1864995" cy="934085"/>
            </a:xfrm>
            <a:custGeom>
              <a:avLst/>
              <a:gdLst/>
              <a:ahLst/>
              <a:cxnLst/>
              <a:rect l="l" t="t" r="r" b="b"/>
              <a:pathLst>
                <a:path w="1864995" h="934085">
                  <a:moveTo>
                    <a:pt x="1712972" y="933491"/>
                  </a:moveTo>
                  <a:lnTo>
                    <a:pt x="151675" y="933491"/>
                  </a:lnTo>
                  <a:lnTo>
                    <a:pt x="103756" y="925753"/>
                  </a:lnTo>
                  <a:lnTo>
                    <a:pt x="62122" y="904210"/>
                  </a:lnTo>
                  <a:lnTo>
                    <a:pt x="29280" y="871369"/>
                  </a:lnTo>
                  <a:lnTo>
                    <a:pt x="7737" y="829735"/>
                  </a:lnTo>
                  <a:lnTo>
                    <a:pt x="0" y="781815"/>
                  </a:lnTo>
                  <a:lnTo>
                    <a:pt x="0" y="151673"/>
                  </a:lnTo>
                  <a:lnTo>
                    <a:pt x="7738" y="103754"/>
                  </a:lnTo>
                  <a:lnTo>
                    <a:pt x="29281" y="62121"/>
                  </a:lnTo>
                  <a:lnTo>
                    <a:pt x="62123" y="29280"/>
                  </a:lnTo>
                  <a:lnTo>
                    <a:pt x="103756" y="7737"/>
                  </a:lnTo>
                  <a:lnTo>
                    <a:pt x="151675" y="0"/>
                  </a:lnTo>
                  <a:lnTo>
                    <a:pt x="1712972" y="0"/>
                  </a:lnTo>
                  <a:lnTo>
                    <a:pt x="1760892" y="7737"/>
                  </a:lnTo>
                  <a:lnTo>
                    <a:pt x="1802526" y="29280"/>
                  </a:lnTo>
                  <a:lnTo>
                    <a:pt x="1835367" y="62122"/>
                  </a:lnTo>
                  <a:lnTo>
                    <a:pt x="1856910" y="103756"/>
                  </a:lnTo>
                  <a:lnTo>
                    <a:pt x="1864648" y="151675"/>
                  </a:lnTo>
                  <a:lnTo>
                    <a:pt x="1864648" y="781815"/>
                  </a:lnTo>
                  <a:lnTo>
                    <a:pt x="1856910" y="829735"/>
                  </a:lnTo>
                  <a:lnTo>
                    <a:pt x="1835367" y="871369"/>
                  </a:lnTo>
                  <a:lnTo>
                    <a:pt x="1802526" y="904210"/>
                  </a:lnTo>
                  <a:lnTo>
                    <a:pt x="1760892" y="925753"/>
                  </a:lnTo>
                  <a:lnTo>
                    <a:pt x="1712972" y="933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583691" y="513511"/>
            <a:ext cx="1893867" cy="990408"/>
            <a:chOff x="8090071" y="566288"/>
            <a:chExt cx="2088514" cy="1092200"/>
          </a:xfrm>
        </p:grpSpPr>
        <p:sp>
          <p:nvSpPr>
            <p:cNvPr id="12" name="object 12"/>
            <p:cNvSpPr/>
            <p:nvPr/>
          </p:nvSpPr>
          <p:spPr>
            <a:xfrm>
              <a:off x="8090071" y="566288"/>
              <a:ext cx="2088514" cy="1092200"/>
            </a:xfrm>
            <a:custGeom>
              <a:avLst/>
              <a:gdLst/>
              <a:ahLst/>
              <a:cxnLst/>
              <a:rect l="l" t="t" r="r" b="b"/>
              <a:pathLst>
                <a:path w="2088515" h="1092200">
                  <a:moveTo>
                    <a:pt x="1921340" y="1092113"/>
                  </a:moveTo>
                  <a:lnTo>
                    <a:pt x="276427" y="1092113"/>
                  </a:lnTo>
                  <a:lnTo>
                    <a:pt x="231208" y="1085913"/>
                  </a:lnTo>
                  <a:lnTo>
                    <a:pt x="190707" y="1068442"/>
                  </a:lnTo>
                  <a:lnTo>
                    <a:pt x="156609" y="1041389"/>
                  </a:lnTo>
                  <a:lnTo>
                    <a:pt x="130603" y="1006444"/>
                  </a:lnTo>
                  <a:lnTo>
                    <a:pt x="88214" y="989264"/>
                  </a:lnTo>
                  <a:lnTo>
                    <a:pt x="52223" y="962084"/>
                  </a:lnTo>
                  <a:lnTo>
                    <a:pt x="24367" y="926641"/>
                  </a:lnTo>
                  <a:lnTo>
                    <a:pt x="6381" y="884670"/>
                  </a:lnTo>
                  <a:lnTo>
                    <a:pt x="0" y="837906"/>
                  </a:lnTo>
                  <a:lnTo>
                    <a:pt x="0" y="174018"/>
                  </a:lnTo>
                  <a:lnTo>
                    <a:pt x="6226" y="127810"/>
                  </a:lnTo>
                  <a:lnTo>
                    <a:pt x="23792" y="86256"/>
                  </a:lnTo>
                  <a:lnTo>
                    <a:pt x="51026" y="51026"/>
                  </a:lnTo>
                  <a:lnTo>
                    <a:pt x="86256" y="23792"/>
                  </a:lnTo>
                  <a:lnTo>
                    <a:pt x="127810" y="6226"/>
                  </a:lnTo>
                  <a:lnTo>
                    <a:pt x="174018" y="0"/>
                  </a:lnTo>
                  <a:lnTo>
                    <a:pt x="1818932" y="0"/>
                  </a:lnTo>
                  <a:lnTo>
                    <a:pt x="1870114" y="7680"/>
                  </a:lnTo>
                  <a:lnTo>
                    <a:pt x="1915291" y="29183"/>
                  </a:lnTo>
                  <a:lnTo>
                    <a:pt x="1952158" y="62199"/>
                  </a:lnTo>
                  <a:lnTo>
                    <a:pt x="1978410" y="104422"/>
                  </a:lnTo>
                  <a:lnTo>
                    <a:pt x="2022605" y="128628"/>
                  </a:lnTo>
                  <a:lnTo>
                    <a:pt x="2057359" y="164560"/>
                  </a:lnTo>
                  <a:lnTo>
                    <a:pt x="2080098" y="209646"/>
                  </a:lnTo>
                  <a:lnTo>
                    <a:pt x="2088249" y="261315"/>
                  </a:lnTo>
                  <a:lnTo>
                    <a:pt x="2088249" y="925203"/>
                  </a:lnTo>
                  <a:lnTo>
                    <a:pt x="2082287" y="969574"/>
                  </a:lnTo>
                  <a:lnTo>
                    <a:pt x="2065461" y="1009445"/>
                  </a:lnTo>
                  <a:lnTo>
                    <a:pt x="2039363" y="1043226"/>
                  </a:lnTo>
                  <a:lnTo>
                    <a:pt x="2005582" y="1069324"/>
                  </a:lnTo>
                  <a:lnTo>
                    <a:pt x="1965711" y="1086150"/>
                  </a:lnTo>
                  <a:lnTo>
                    <a:pt x="1921340" y="10921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/>
            <p:cNvSpPr/>
            <p:nvPr/>
          </p:nvSpPr>
          <p:spPr>
            <a:xfrm>
              <a:off x="8104290" y="580509"/>
              <a:ext cx="1964689" cy="983615"/>
            </a:xfrm>
            <a:custGeom>
              <a:avLst/>
              <a:gdLst/>
              <a:ahLst/>
              <a:cxnLst/>
              <a:rect l="l" t="t" r="r" b="b"/>
              <a:pathLst>
                <a:path w="1964690" h="983615">
                  <a:moveTo>
                    <a:pt x="1804713" y="983486"/>
                  </a:moveTo>
                  <a:lnTo>
                    <a:pt x="159799" y="983486"/>
                  </a:lnTo>
                  <a:lnTo>
                    <a:pt x="109313" y="975334"/>
                  </a:lnTo>
                  <a:lnTo>
                    <a:pt x="65449" y="952637"/>
                  </a:lnTo>
                  <a:lnTo>
                    <a:pt x="30849" y="918036"/>
                  </a:lnTo>
                  <a:lnTo>
                    <a:pt x="8152" y="874173"/>
                  </a:lnTo>
                  <a:lnTo>
                    <a:pt x="0" y="823687"/>
                  </a:lnTo>
                  <a:lnTo>
                    <a:pt x="0" y="159797"/>
                  </a:lnTo>
                  <a:lnTo>
                    <a:pt x="8153" y="109311"/>
                  </a:lnTo>
                  <a:lnTo>
                    <a:pt x="30850" y="65448"/>
                  </a:lnTo>
                  <a:lnTo>
                    <a:pt x="65450" y="30848"/>
                  </a:lnTo>
                  <a:lnTo>
                    <a:pt x="109313" y="8152"/>
                  </a:lnTo>
                  <a:lnTo>
                    <a:pt x="159799" y="0"/>
                  </a:lnTo>
                  <a:lnTo>
                    <a:pt x="1804713" y="0"/>
                  </a:lnTo>
                  <a:lnTo>
                    <a:pt x="1855199" y="8152"/>
                  </a:lnTo>
                  <a:lnTo>
                    <a:pt x="1899063" y="30849"/>
                  </a:lnTo>
                  <a:lnTo>
                    <a:pt x="1933663" y="65449"/>
                  </a:lnTo>
                  <a:lnTo>
                    <a:pt x="1956360" y="109313"/>
                  </a:lnTo>
                  <a:lnTo>
                    <a:pt x="1964512" y="159799"/>
                  </a:lnTo>
                  <a:lnTo>
                    <a:pt x="1964512" y="823687"/>
                  </a:lnTo>
                  <a:lnTo>
                    <a:pt x="1956360" y="874173"/>
                  </a:lnTo>
                  <a:lnTo>
                    <a:pt x="1933663" y="918036"/>
                  </a:lnTo>
                  <a:lnTo>
                    <a:pt x="1899063" y="952637"/>
                  </a:lnTo>
                  <a:lnTo>
                    <a:pt x="1855199" y="975334"/>
                  </a:lnTo>
                  <a:lnTo>
                    <a:pt x="1804713" y="9834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376059" y="5086242"/>
            <a:ext cx="1968724" cy="1030140"/>
            <a:chOff x="141654" y="5608994"/>
            <a:chExt cx="2171065" cy="1136015"/>
          </a:xfrm>
        </p:grpSpPr>
        <p:sp>
          <p:nvSpPr>
            <p:cNvPr id="15" name="object 15"/>
            <p:cNvSpPr/>
            <p:nvPr/>
          </p:nvSpPr>
          <p:spPr>
            <a:xfrm>
              <a:off x="141654" y="5608994"/>
              <a:ext cx="2171065" cy="1136015"/>
            </a:xfrm>
            <a:custGeom>
              <a:avLst/>
              <a:gdLst/>
              <a:ahLst/>
              <a:cxnLst/>
              <a:rect l="l" t="t" r="r" b="b"/>
              <a:pathLst>
                <a:path w="2171065" h="1136015">
                  <a:moveTo>
                    <a:pt x="1997503" y="1135404"/>
                  </a:moveTo>
                  <a:lnTo>
                    <a:pt x="287385" y="1135404"/>
                  </a:lnTo>
                  <a:lnTo>
                    <a:pt x="240374" y="1128960"/>
                  </a:lnTo>
                  <a:lnTo>
                    <a:pt x="198267" y="1110796"/>
                  </a:lnTo>
                  <a:lnTo>
                    <a:pt x="162817" y="1082670"/>
                  </a:lnTo>
                  <a:lnTo>
                    <a:pt x="135780" y="1046340"/>
                  </a:lnTo>
                  <a:lnTo>
                    <a:pt x="91711" y="1028479"/>
                  </a:lnTo>
                  <a:lnTo>
                    <a:pt x="54294" y="1000222"/>
                  </a:lnTo>
                  <a:lnTo>
                    <a:pt x="25333" y="963374"/>
                  </a:lnTo>
                  <a:lnTo>
                    <a:pt x="6634" y="919739"/>
                  </a:lnTo>
                  <a:lnTo>
                    <a:pt x="0" y="871121"/>
                  </a:lnTo>
                  <a:lnTo>
                    <a:pt x="0" y="180916"/>
                  </a:lnTo>
                  <a:lnTo>
                    <a:pt x="6473" y="132877"/>
                  </a:lnTo>
                  <a:lnTo>
                    <a:pt x="24736" y="89675"/>
                  </a:lnTo>
                  <a:lnTo>
                    <a:pt x="53049" y="53049"/>
                  </a:lnTo>
                  <a:lnTo>
                    <a:pt x="89675" y="24736"/>
                  </a:lnTo>
                  <a:lnTo>
                    <a:pt x="132877" y="6473"/>
                  </a:lnTo>
                  <a:lnTo>
                    <a:pt x="180916" y="0"/>
                  </a:lnTo>
                  <a:lnTo>
                    <a:pt x="1891036" y="0"/>
                  </a:lnTo>
                  <a:lnTo>
                    <a:pt x="1944247" y="7984"/>
                  </a:lnTo>
                  <a:lnTo>
                    <a:pt x="1991215" y="30339"/>
                  </a:lnTo>
                  <a:lnTo>
                    <a:pt x="2029543" y="64665"/>
                  </a:lnTo>
                  <a:lnTo>
                    <a:pt x="2056835" y="108562"/>
                  </a:lnTo>
                  <a:lnTo>
                    <a:pt x="2102782" y="133727"/>
                  </a:lnTo>
                  <a:lnTo>
                    <a:pt x="2138914" y="171083"/>
                  </a:lnTo>
                  <a:lnTo>
                    <a:pt x="2162554" y="217957"/>
                  </a:lnTo>
                  <a:lnTo>
                    <a:pt x="2171029" y="271673"/>
                  </a:lnTo>
                  <a:lnTo>
                    <a:pt x="2171029" y="961878"/>
                  </a:lnTo>
                  <a:lnTo>
                    <a:pt x="2164830" y="1008009"/>
                  </a:lnTo>
                  <a:lnTo>
                    <a:pt x="2147338" y="1049460"/>
                  </a:lnTo>
                  <a:lnTo>
                    <a:pt x="2120204" y="1084580"/>
                  </a:lnTo>
                  <a:lnTo>
                    <a:pt x="2085085" y="1111713"/>
                  </a:lnTo>
                  <a:lnTo>
                    <a:pt x="2043633" y="1129206"/>
                  </a:lnTo>
                  <a:lnTo>
                    <a:pt x="1997503" y="11354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/>
            <p:cNvSpPr/>
            <p:nvPr/>
          </p:nvSpPr>
          <p:spPr>
            <a:xfrm>
              <a:off x="156436" y="5623778"/>
              <a:ext cx="2042795" cy="1022985"/>
            </a:xfrm>
            <a:custGeom>
              <a:avLst/>
              <a:gdLst/>
              <a:ahLst/>
              <a:cxnLst/>
              <a:rect l="l" t="t" r="r" b="b"/>
              <a:pathLst>
                <a:path w="2042795" h="1022984">
                  <a:moveTo>
                    <a:pt x="1876253" y="1022472"/>
                  </a:moveTo>
                  <a:lnTo>
                    <a:pt x="166133" y="1022472"/>
                  </a:lnTo>
                  <a:lnTo>
                    <a:pt x="121990" y="1016533"/>
                  </a:lnTo>
                  <a:lnTo>
                    <a:pt x="82310" y="999776"/>
                  </a:lnTo>
                  <a:lnTo>
                    <a:pt x="48682" y="973789"/>
                  </a:lnTo>
                  <a:lnTo>
                    <a:pt x="22695" y="940162"/>
                  </a:lnTo>
                  <a:lnTo>
                    <a:pt x="5938" y="900482"/>
                  </a:lnTo>
                  <a:lnTo>
                    <a:pt x="0" y="856338"/>
                  </a:lnTo>
                  <a:lnTo>
                    <a:pt x="0" y="166131"/>
                  </a:lnTo>
                  <a:lnTo>
                    <a:pt x="5939" y="121988"/>
                  </a:lnTo>
                  <a:lnTo>
                    <a:pt x="22696" y="82308"/>
                  </a:lnTo>
                  <a:lnTo>
                    <a:pt x="48683" y="48681"/>
                  </a:lnTo>
                  <a:lnTo>
                    <a:pt x="82310" y="22695"/>
                  </a:lnTo>
                  <a:lnTo>
                    <a:pt x="121990" y="5938"/>
                  </a:lnTo>
                  <a:lnTo>
                    <a:pt x="166133" y="0"/>
                  </a:lnTo>
                  <a:lnTo>
                    <a:pt x="1876253" y="0"/>
                  </a:lnTo>
                  <a:lnTo>
                    <a:pt x="1920397" y="5938"/>
                  </a:lnTo>
                  <a:lnTo>
                    <a:pt x="1960077" y="22695"/>
                  </a:lnTo>
                  <a:lnTo>
                    <a:pt x="1993704" y="48682"/>
                  </a:lnTo>
                  <a:lnTo>
                    <a:pt x="2019691" y="82310"/>
                  </a:lnTo>
                  <a:lnTo>
                    <a:pt x="2036448" y="121990"/>
                  </a:lnTo>
                  <a:lnTo>
                    <a:pt x="2042387" y="166133"/>
                  </a:lnTo>
                  <a:lnTo>
                    <a:pt x="2042387" y="856338"/>
                  </a:lnTo>
                  <a:lnTo>
                    <a:pt x="2036448" y="900482"/>
                  </a:lnTo>
                  <a:lnTo>
                    <a:pt x="2019691" y="940162"/>
                  </a:lnTo>
                  <a:lnTo>
                    <a:pt x="1993704" y="973789"/>
                  </a:lnTo>
                  <a:lnTo>
                    <a:pt x="1960077" y="999776"/>
                  </a:lnTo>
                  <a:lnTo>
                    <a:pt x="1920397" y="1016533"/>
                  </a:lnTo>
                  <a:lnTo>
                    <a:pt x="1876253" y="10224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8663085" y="4664400"/>
            <a:ext cx="1976785" cy="1034170"/>
            <a:chOff x="8177624" y="5143796"/>
            <a:chExt cx="2179955" cy="1140460"/>
          </a:xfrm>
        </p:grpSpPr>
        <p:sp>
          <p:nvSpPr>
            <p:cNvPr id="18" name="object 18"/>
            <p:cNvSpPr/>
            <p:nvPr/>
          </p:nvSpPr>
          <p:spPr>
            <a:xfrm>
              <a:off x="8177624" y="5143796"/>
              <a:ext cx="2179955" cy="1140460"/>
            </a:xfrm>
            <a:custGeom>
              <a:avLst/>
              <a:gdLst/>
              <a:ahLst/>
              <a:cxnLst/>
              <a:rect l="l" t="t" r="r" b="b"/>
              <a:pathLst>
                <a:path w="2179954" h="1140460">
                  <a:moveTo>
                    <a:pt x="2005585" y="1139998"/>
                  </a:moveTo>
                  <a:lnTo>
                    <a:pt x="288548" y="1139998"/>
                  </a:lnTo>
                  <a:lnTo>
                    <a:pt x="241346" y="1133527"/>
                  </a:lnTo>
                  <a:lnTo>
                    <a:pt x="199069" y="1115290"/>
                  </a:lnTo>
                  <a:lnTo>
                    <a:pt x="163476" y="1087051"/>
                  </a:lnTo>
                  <a:lnTo>
                    <a:pt x="136329" y="1050574"/>
                  </a:lnTo>
                  <a:lnTo>
                    <a:pt x="92082" y="1032640"/>
                  </a:lnTo>
                  <a:lnTo>
                    <a:pt x="54513" y="1004269"/>
                  </a:lnTo>
                  <a:lnTo>
                    <a:pt x="25436" y="967272"/>
                  </a:lnTo>
                  <a:lnTo>
                    <a:pt x="6660" y="923460"/>
                  </a:lnTo>
                  <a:lnTo>
                    <a:pt x="0" y="874645"/>
                  </a:lnTo>
                  <a:lnTo>
                    <a:pt x="0" y="181648"/>
                  </a:lnTo>
                  <a:lnTo>
                    <a:pt x="6499" y="133414"/>
                  </a:lnTo>
                  <a:lnTo>
                    <a:pt x="24836" y="90038"/>
                  </a:lnTo>
                  <a:lnTo>
                    <a:pt x="53264" y="53264"/>
                  </a:lnTo>
                  <a:lnTo>
                    <a:pt x="90038" y="24836"/>
                  </a:lnTo>
                  <a:lnTo>
                    <a:pt x="133414" y="6499"/>
                  </a:lnTo>
                  <a:lnTo>
                    <a:pt x="181648" y="0"/>
                  </a:lnTo>
                  <a:lnTo>
                    <a:pt x="1898687" y="0"/>
                  </a:lnTo>
                  <a:lnTo>
                    <a:pt x="1952113" y="8017"/>
                  </a:lnTo>
                  <a:lnTo>
                    <a:pt x="1999271" y="30462"/>
                  </a:lnTo>
                  <a:lnTo>
                    <a:pt x="2037755" y="64927"/>
                  </a:lnTo>
                  <a:lnTo>
                    <a:pt x="2065157" y="109001"/>
                  </a:lnTo>
                  <a:lnTo>
                    <a:pt x="2111290" y="134268"/>
                  </a:lnTo>
                  <a:lnTo>
                    <a:pt x="2147568" y="171775"/>
                  </a:lnTo>
                  <a:lnTo>
                    <a:pt x="2171304" y="218839"/>
                  </a:lnTo>
                  <a:lnTo>
                    <a:pt x="2179813" y="272773"/>
                  </a:lnTo>
                  <a:lnTo>
                    <a:pt x="2179813" y="965770"/>
                  </a:lnTo>
                  <a:lnTo>
                    <a:pt x="2173590" y="1012087"/>
                  </a:lnTo>
                  <a:lnTo>
                    <a:pt x="2156026" y="1053707"/>
                  </a:lnTo>
                  <a:lnTo>
                    <a:pt x="2128783" y="1088968"/>
                  </a:lnTo>
                  <a:lnTo>
                    <a:pt x="2093521" y="1116211"/>
                  </a:lnTo>
                  <a:lnTo>
                    <a:pt x="2051902" y="1133775"/>
                  </a:lnTo>
                  <a:lnTo>
                    <a:pt x="2005585" y="1139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9" name="object 19"/>
            <p:cNvSpPr/>
            <p:nvPr/>
          </p:nvSpPr>
          <p:spPr>
            <a:xfrm>
              <a:off x="8192467" y="5158641"/>
              <a:ext cx="2051050" cy="1026794"/>
            </a:xfrm>
            <a:custGeom>
              <a:avLst/>
              <a:gdLst/>
              <a:ahLst/>
              <a:cxnLst/>
              <a:rect l="l" t="t" r="r" b="b"/>
              <a:pathLst>
                <a:path w="2051050" h="1026795">
                  <a:moveTo>
                    <a:pt x="1883845" y="1026609"/>
                  </a:moveTo>
                  <a:lnTo>
                    <a:pt x="166805" y="1026609"/>
                  </a:lnTo>
                  <a:lnTo>
                    <a:pt x="122483" y="1020646"/>
                  </a:lnTo>
                  <a:lnTo>
                    <a:pt x="82643" y="1003821"/>
                  </a:lnTo>
                  <a:lnTo>
                    <a:pt x="48879" y="977729"/>
                  </a:lnTo>
                  <a:lnTo>
                    <a:pt x="22787" y="943966"/>
                  </a:lnTo>
                  <a:lnTo>
                    <a:pt x="5962" y="904125"/>
                  </a:lnTo>
                  <a:lnTo>
                    <a:pt x="0" y="859803"/>
                  </a:lnTo>
                  <a:lnTo>
                    <a:pt x="0" y="166803"/>
                  </a:lnTo>
                  <a:lnTo>
                    <a:pt x="5963" y="122481"/>
                  </a:lnTo>
                  <a:lnTo>
                    <a:pt x="22788" y="82641"/>
                  </a:lnTo>
                  <a:lnTo>
                    <a:pt x="48880" y="48878"/>
                  </a:lnTo>
                  <a:lnTo>
                    <a:pt x="82643" y="22787"/>
                  </a:lnTo>
                  <a:lnTo>
                    <a:pt x="122483" y="5962"/>
                  </a:lnTo>
                  <a:lnTo>
                    <a:pt x="166805" y="0"/>
                  </a:lnTo>
                  <a:lnTo>
                    <a:pt x="1883845" y="0"/>
                  </a:lnTo>
                  <a:lnTo>
                    <a:pt x="1928167" y="5962"/>
                  </a:lnTo>
                  <a:lnTo>
                    <a:pt x="1968007" y="22787"/>
                  </a:lnTo>
                  <a:lnTo>
                    <a:pt x="2001771" y="48879"/>
                  </a:lnTo>
                  <a:lnTo>
                    <a:pt x="2027863" y="82643"/>
                  </a:lnTo>
                  <a:lnTo>
                    <a:pt x="2044688" y="122483"/>
                  </a:lnTo>
                  <a:lnTo>
                    <a:pt x="2050651" y="166805"/>
                  </a:lnTo>
                  <a:lnTo>
                    <a:pt x="2050651" y="859803"/>
                  </a:lnTo>
                  <a:lnTo>
                    <a:pt x="2044688" y="904125"/>
                  </a:lnTo>
                  <a:lnTo>
                    <a:pt x="2027863" y="943966"/>
                  </a:lnTo>
                  <a:lnTo>
                    <a:pt x="2001771" y="977729"/>
                  </a:lnTo>
                  <a:lnTo>
                    <a:pt x="1968007" y="1003821"/>
                  </a:lnTo>
                  <a:lnTo>
                    <a:pt x="1928167" y="1020646"/>
                  </a:lnTo>
                  <a:lnTo>
                    <a:pt x="1883845" y="10266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577069" y="563953"/>
            <a:ext cx="1797706" cy="940312"/>
            <a:chOff x="5877212" y="621914"/>
            <a:chExt cx="1982470" cy="1036955"/>
          </a:xfrm>
        </p:grpSpPr>
        <p:sp>
          <p:nvSpPr>
            <p:cNvPr id="21" name="object 21"/>
            <p:cNvSpPr/>
            <p:nvPr/>
          </p:nvSpPr>
          <p:spPr>
            <a:xfrm>
              <a:off x="5877212" y="621914"/>
              <a:ext cx="1982470" cy="1036955"/>
            </a:xfrm>
            <a:custGeom>
              <a:avLst/>
              <a:gdLst/>
              <a:ahLst/>
              <a:cxnLst/>
              <a:rect l="l" t="t" r="r" b="b"/>
              <a:pathLst>
                <a:path w="1982470" h="1036955">
                  <a:moveTo>
                    <a:pt x="1823670" y="1036596"/>
                  </a:moveTo>
                  <a:lnTo>
                    <a:pt x="262375" y="1036596"/>
                  </a:lnTo>
                  <a:lnTo>
                    <a:pt x="219455" y="1030712"/>
                  </a:lnTo>
                  <a:lnTo>
                    <a:pt x="181012" y="1014129"/>
                  </a:lnTo>
                  <a:lnTo>
                    <a:pt x="148648" y="988451"/>
                  </a:lnTo>
                  <a:lnTo>
                    <a:pt x="123964" y="955282"/>
                  </a:lnTo>
                  <a:lnTo>
                    <a:pt x="83730" y="938975"/>
                  </a:lnTo>
                  <a:lnTo>
                    <a:pt x="49569" y="913177"/>
                  </a:lnTo>
                  <a:lnTo>
                    <a:pt x="23128" y="879536"/>
                  </a:lnTo>
                  <a:lnTo>
                    <a:pt x="6056" y="839698"/>
                  </a:lnTo>
                  <a:lnTo>
                    <a:pt x="0" y="795311"/>
                  </a:lnTo>
                  <a:lnTo>
                    <a:pt x="0" y="165172"/>
                  </a:lnTo>
                  <a:lnTo>
                    <a:pt x="5910" y="121313"/>
                  </a:lnTo>
                  <a:lnTo>
                    <a:pt x="22583" y="81871"/>
                  </a:lnTo>
                  <a:lnTo>
                    <a:pt x="48432" y="48432"/>
                  </a:lnTo>
                  <a:lnTo>
                    <a:pt x="81871" y="22583"/>
                  </a:lnTo>
                  <a:lnTo>
                    <a:pt x="121313" y="5910"/>
                  </a:lnTo>
                  <a:lnTo>
                    <a:pt x="165172" y="0"/>
                  </a:lnTo>
                  <a:lnTo>
                    <a:pt x="1726468" y="0"/>
                  </a:lnTo>
                  <a:lnTo>
                    <a:pt x="1775049" y="7289"/>
                  </a:lnTo>
                  <a:lnTo>
                    <a:pt x="1817929" y="27699"/>
                  </a:lnTo>
                  <a:lnTo>
                    <a:pt x="1852922" y="59037"/>
                  </a:lnTo>
                  <a:lnTo>
                    <a:pt x="1877839" y="99114"/>
                  </a:lnTo>
                  <a:lnTo>
                    <a:pt x="1919788" y="122089"/>
                  </a:lnTo>
                  <a:lnTo>
                    <a:pt x="1952775" y="156195"/>
                  </a:lnTo>
                  <a:lnTo>
                    <a:pt x="1974358" y="198989"/>
                  </a:lnTo>
                  <a:lnTo>
                    <a:pt x="1982095" y="248031"/>
                  </a:lnTo>
                  <a:lnTo>
                    <a:pt x="1982095" y="878171"/>
                  </a:lnTo>
                  <a:lnTo>
                    <a:pt x="1974019" y="928245"/>
                  </a:lnTo>
                  <a:lnTo>
                    <a:pt x="1951528" y="971735"/>
                  </a:lnTo>
                  <a:lnTo>
                    <a:pt x="1917234" y="1006029"/>
                  </a:lnTo>
                  <a:lnTo>
                    <a:pt x="1873745" y="1028519"/>
                  </a:lnTo>
                  <a:lnTo>
                    <a:pt x="1823670" y="10365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/>
            <p:cNvSpPr/>
            <p:nvPr/>
          </p:nvSpPr>
          <p:spPr>
            <a:xfrm>
              <a:off x="5890709" y="635412"/>
              <a:ext cx="1864995" cy="934085"/>
            </a:xfrm>
            <a:custGeom>
              <a:avLst/>
              <a:gdLst/>
              <a:ahLst/>
              <a:cxnLst/>
              <a:rect l="l" t="t" r="r" b="b"/>
              <a:pathLst>
                <a:path w="1864995" h="934085">
                  <a:moveTo>
                    <a:pt x="1712972" y="933491"/>
                  </a:moveTo>
                  <a:lnTo>
                    <a:pt x="151675" y="933491"/>
                  </a:lnTo>
                  <a:lnTo>
                    <a:pt x="103756" y="925753"/>
                  </a:lnTo>
                  <a:lnTo>
                    <a:pt x="62122" y="904210"/>
                  </a:lnTo>
                  <a:lnTo>
                    <a:pt x="29280" y="871369"/>
                  </a:lnTo>
                  <a:lnTo>
                    <a:pt x="7737" y="829735"/>
                  </a:lnTo>
                  <a:lnTo>
                    <a:pt x="0" y="781815"/>
                  </a:lnTo>
                  <a:lnTo>
                    <a:pt x="0" y="151673"/>
                  </a:lnTo>
                  <a:lnTo>
                    <a:pt x="7738" y="103754"/>
                  </a:lnTo>
                  <a:lnTo>
                    <a:pt x="29281" y="62121"/>
                  </a:lnTo>
                  <a:lnTo>
                    <a:pt x="62123" y="29280"/>
                  </a:lnTo>
                  <a:lnTo>
                    <a:pt x="103756" y="7737"/>
                  </a:lnTo>
                  <a:lnTo>
                    <a:pt x="151675" y="0"/>
                  </a:lnTo>
                  <a:lnTo>
                    <a:pt x="1712972" y="0"/>
                  </a:lnTo>
                  <a:lnTo>
                    <a:pt x="1760892" y="7737"/>
                  </a:lnTo>
                  <a:lnTo>
                    <a:pt x="1802526" y="29280"/>
                  </a:lnTo>
                  <a:lnTo>
                    <a:pt x="1835367" y="62122"/>
                  </a:lnTo>
                  <a:lnTo>
                    <a:pt x="1856910" y="103756"/>
                  </a:lnTo>
                  <a:lnTo>
                    <a:pt x="1864648" y="151675"/>
                  </a:lnTo>
                  <a:lnTo>
                    <a:pt x="1864648" y="781815"/>
                  </a:lnTo>
                  <a:lnTo>
                    <a:pt x="1856910" y="829735"/>
                  </a:lnTo>
                  <a:lnTo>
                    <a:pt x="1835367" y="871369"/>
                  </a:lnTo>
                  <a:lnTo>
                    <a:pt x="1802526" y="904210"/>
                  </a:lnTo>
                  <a:lnTo>
                    <a:pt x="1760892" y="925753"/>
                  </a:lnTo>
                  <a:lnTo>
                    <a:pt x="1712972" y="933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376060" y="3542955"/>
            <a:ext cx="1806343" cy="946070"/>
            <a:chOff x="141654" y="3907092"/>
            <a:chExt cx="1991995" cy="1043305"/>
          </a:xfrm>
        </p:grpSpPr>
        <p:sp>
          <p:nvSpPr>
            <p:cNvPr id="24" name="object 24"/>
            <p:cNvSpPr/>
            <p:nvPr/>
          </p:nvSpPr>
          <p:spPr>
            <a:xfrm>
              <a:off x="141654" y="3907092"/>
              <a:ext cx="1991995" cy="1043305"/>
            </a:xfrm>
            <a:custGeom>
              <a:avLst/>
              <a:gdLst/>
              <a:ahLst/>
              <a:cxnLst/>
              <a:rect l="l" t="t" r="r" b="b"/>
              <a:pathLst>
                <a:path w="1991995" h="1043304">
                  <a:moveTo>
                    <a:pt x="1834766" y="1042903"/>
                  </a:moveTo>
                  <a:lnTo>
                    <a:pt x="263972" y="1042903"/>
                  </a:lnTo>
                  <a:lnTo>
                    <a:pt x="220790" y="1036983"/>
                  </a:lnTo>
                  <a:lnTo>
                    <a:pt x="182114" y="1020299"/>
                  </a:lnTo>
                  <a:lnTo>
                    <a:pt x="149553" y="994465"/>
                  </a:lnTo>
                  <a:lnTo>
                    <a:pt x="124718" y="961095"/>
                  </a:lnTo>
                  <a:lnTo>
                    <a:pt x="84239" y="944688"/>
                  </a:lnTo>
                  <a:lnTo>
                    <a:pt x="49870" y="918733"/>
                  </a:lnTo>
                  <a:lnTo>
                    <a:pt x="23269" y="884887"/>
                  </a:lnTo>
                  <a:lnTo>
                    <a:pt x="6093" y="844807"/>
                  </a:lnTo>
                  <a:lnTo>
                    <a:pt x="0" y="800150"/>
                  </a:lnTo>
                  <a:lnTo>
                    <a:pt x="0" y="166176"/>
                  </a:lnTo>
                  <a:lnTo>
                    <a:pt x="5946" y="122051"/>
                  </a:lnTo>
                  <a:lnTo>
                    <a:pt x="22720" y="82369"/>
                  </a:lnTo>
                  <a:lnTo>
                    <a:pt x="48727" y="48727"/>
                  </a:lnTo>
                  <a:lnTo>
                    <a:pt x="82369" y="22720"/>
                  </a:lnTo>
                  <a:lnTo>
                    <a:pt x="122051" y="5946"/>
                  </a:lnTo>
                  <a:lnTo>
                    <a:pt x="166176" y="0"/>
                  </a:lnTo>
                  <a:lnTo>
                    <a:pt x="1736972" y="0"/>
                  </a:lnTo>
                  <a:lnTo>
                    <a:pt x="1785848" y="7334"/>
                  </a:lnTo>
                  <a:lnTo>
                    <a:pt x="1828990" y="27868"/>
                  </a:lnTo>
                  <a:lnTo>
                    <a:pt x="1864195" y="59397"/>
                  </a:lnTo>
                  <a:lnTo>
                    <a:pt x="1889264" y="99717"/>
                  </a:lnTo>
                  <a:lnTo>
                    <a:pt x="1931468" y="122832"/>
                  </a:lnTo>
                  <a:lnTo>
                    <a:pt x="1964656" y="157145"/>
                  </a:lnTo>
                  <a:lnTo>
                    <a:pt x="1986370" y="200200"/>
                  </a:lnTo>
                  <a:lnTo>
                    <a:pt x="1991475" y="232555"/>
                  </a:lnTo>
                  <a:lnTo>
                    <a:pt x="1991475" y="900127"/>
                  </a:lnTo>
                  <a:lnTo>
                    <a:pt x="1986029" y="933893"/>
                  </a:lnTo>
                  <a:lnTo>
                    <a:pt x="1963402" y="977647"/>
                  </a:lnTo>
                  <a:lnTo>
                    <a:pt x="1928899" y="1012150"/>
                  </a:lnTo>
                  <a:lnTo>
                    <a:pt x="1885145" y="1034777"/>
                  </a:lnTo>
                  <a:lnTo>
                    <a:pt x="1834766" y="10429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5" name="object 25"/>
            <p:cNvSpPr/>
            <p:nvPr/>
          </p:nvSpPr>
          <p:spPr>
            <a:xfrm>
              <a:off x="155232" y="3920672"/>
              <a:ext cx="1876425" cy="939165"/>
            </a:xfrm>
            <a:custGeom>
              <a:avLst/>
              <a:gdLst/>
              <a:ahLst/>
              <a:cxnLst/>
              <a:rect l="l" t="t" r="r" b="b"/>
              <a:pathLst>
                <a:path w="1876425" h="939164">
                  <a:moveTo>
                    <a:pt x="1723394" y="939171"/>
                  </a:moveTo>
                  <a:lnTo>
                    <a:pt x="152598" y="939171"/>
                  </a:lnTo>
                  <a:lnTo>
                    <a:pt x="104387" y="931386"/>
                  </a:lnTo>
                  <a:lnTo>
                    <a:pt x="62500" y="909712"/>
                  </a:lnTo>
                  <a:lnTo>
                    <a:pt x="29459" y="876670"/>
                  </a:lnTo>
                  <a:lnTo>
                    <a:pt x="7785" y="834783"/>
                  </a:lnTo>
                  <a:lnTo>
                    <a:pt x="0" y="786572"/>
                  </a:lnTo>
                  <a:lnTo>
                    <a:pt x="0" y="152596"/>
                  </a:lnTo>
                  <a:lnTo>
                    <a:pt x="7785" y="104385"/>
                  </a:lnTo>
                  <a:lnTo>
                    <a:pt x="29459" y="62499"/>
                  </a:lnTo>
                  <a:lnTo>
                    <a:pt x="62501" y="29458"/>
                  </a:lnTo>
                  <a:lnTo>
                    <a:pt x="104387" y="7784"/>
                  </a:lnTo>
                  <a:lnTo>
                    <a:pt x="152598" y="0"/>
                  </a:lnTo>
                  <a:lnTo>
                    <a:pt x="1723394" y="0"/>
                  </a:lnTo>
                  <a:lnTo>
                    <a:pt x="1771605" y="7785"/>
                  </a:lnTo>
                  <a:lnTo>
                    <a:pt x="1813493" y="29459"/>
                  </a:lnTo>
                  <a:lnTo>
                    <a:pt x="1846534" y="62500"/>
                  </a:lnTo>
                  <a:lnTo>
                    <a:pt x="1868208" y="104387"/>
                  </a:lnTo>
                  <a:lnTo>
                    <a:pt x="1875993" y="152598"/>
                  </a:lnTo>
                  <a:lnTo>
                    <a:pt x="1875993" y="786572"/>
                  </a:lnTo>
                  <a:lnTo>
                    <a:pt x="1868208" y="834783"/>
                  </a:lnTo>
                  <a:lnTo>
                    <a:pt x="1846534" y="876670"/>
                  </a:lnTo>
                  <a:lnTo>
                    <a:pt x="1813493" y="909712"/>
                  </a:lnTo>
                  <a:lnTo>
                    <a:pt x="1771605" y="931386"/>
                  </a:lnTo>
                  <a:lnTo>
                    <a:pt x="1723394" y="9391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486499" y="2272990"/>
            <a:ext cx="1499431" cy="613712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>
              <a:lnSpc>
                <a:spcPts val="889"/>
              </a:lnSpc>
              <a:spcBef>
                <a:spcPts val="286"/>
              </a:spcBef>
            </a:pPr>
            <a:r>
              <a:rPr sz="907" b="1" spc="-9" dirty="0">
                <a:latin typeface="Times New Roman"/>
                <a:cs typeface="Times New Roman"/>
              </a:rPr>
              <a:t>Notes</a:t>
            </a:r>
            <a:r>
              <a:rPr sz="907" b="1" spc="-36" dirty="0">
                <a:latin typeface="Times New Roman"/>
                <a:cs typeface="Times New Roman"/>
              </a:rPr>
              <a:t> </a:t>
            </a:r>
            <a:r>
              <a:rPr sz="907" b="1" dirty="0">
                <a:latin typeface="Times New Roman"/>
                <a:cs typeface="Times New Roman"/>
              </a:rPr>
              <a:t>of</a:t>
            </a:r>
            <a:r>
              <a:rPr sz="907" b="1" spc="-36" dirty="0">
                <a:latin typeface="Times New Roman"/>
                <a:cs typeface="Times New Roman"/>
              </a:rPr>
              <a:t> </a:t>
            </a:r>
            <a:r>
              <a:rPr sz="907" b="1" dirty="0">
                <a:latin typeface="Times New Roman"/>
                <a:cs typeface="Times New Roman"/>
              </a:rPr>
              <a:t>Decisions</a:t>
            </a:r>
            <a:r>
              <a:rPr sz="907" b="1" spc="-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is</a:t>
            </a:r>
            <a:r>
              <a:rPr sz="907" spc="-41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a</a:t>
            </a:r>
            <a:r>
              <a:rPr sz="907" spc="-41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curated </a:t>
            </a:r>
            <a:r>
              <a:rPr sz="907" dirty="0">
                <a:latin typeface="Times New Roman"/>
                <a:cs typeface="Times New Roman"/>
              </a:rPr>
              <a:t>list </a:t>
            </a:r>
            <a:r>
              <a:rPr sz="907" spc="-32" dirty="0">
                <a:latin typeface="Times New Roman"/>
                <a:cs typeface="Times New Roman"/>
              </a:rPr>
              <a:t>of</a:t>
            </a:r>
            <a:r>
              <a:rPr sz="907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cases</a:t>
            </a:r>
            <a:r>
              <a:rPr sz="907" dirty="0">
                <a:latin typeface="Times New Roman"/>
                <a:cs typeface="Times New Roman"/>
              </a:rPr>
              <a:t> that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interpret </a:t>
            </a:r>
            <a:r>
              <a:rPr sz="907" spc="-23" dirty="0">
                <a:latin typeface="Times New Roman"/>
                <a:cs typeface="Times New Roman"/>
              </a:rPr>
              <a:t>the </a:t>
            </a:r>
            <a:r>
              <a:rPr sz="907" dirty="0">
                <a:latin typeface="Times New Roman"/>
                <a:cs typeface="Times New Roman"/>
              </a:rPr>
              <a:t>statute’s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language,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organized </a:t>
            </a:r>
            <a:r>
              <a:rPr sz="907" spc="-23" dirty="0">
                <a:latin typeface="Times New Roman"/>
                <a:cs typeface="Times New Roman"/>
              </a:rPr>
              <a:t>by </a:t>
            </a:r>
            <a:r>
              <a:rPr sz="907" dirty="0">
                <a:latin typeface="Times New Roman"/>
                <a:cs typeface="Times New Roman"/>
              </a:rPr>
              <a:t>important</a:t>
            </a:r>
            <a:r>
              <a:rPr sz="907" spc="27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sub-</a:t>
            </a:r>
            <a:r>
              <a:rPr sz="907" spc="-9" dirty="0">
                <a:latin typeface="Times New Roman"/>
                <a:cs typeface="Times New Roman"/>
              </a:rPr>
              <a:t>issues</a:t>
            </a:r>
            <a:r>
              <a:rPr sz="907" spc="27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related</a:t>
            </a:r>
            <a:r>
              <a:rPr sz="907" spc="32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to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statute.</a:t>
            </a:r>
            <a:endParaRPr sz="907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69491" y="726278"/>
            <a:ext cx="1478126" cy="671437"/>
          </a:xfrm>
          <a:prstGeom prst="rect">
            <a:avLst/>
          </a:prstGeom>
        </p:spPr>
        <p:txBody>
          <a:bodyPr vert="horz" wrap="square" lIns="0" tIns="29943" rIns="0" bIns="0" rtlCol="0">
            <a:spAutoFit/>
          </a:bodyPr>
          <a:lstStyle/>
          <a:p>
            <a:pPr marL="11516" marR="4607">
              <a:lnSpc>
                <a:spcPts val="952"/>
              </a:lnSpc>
              <a:spcBef>
                <a:spcPts val="236"/>
              </a:spcBef>
            </a:pPr>
            <a:r>
              <a:rPr sz="907" spc="-27" dirty="0">
                <a:latin typeface="Times New Roman"/>
                <a:cs typeface="Times New Roman"/>
              </a:rPr>
              <a:t>The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b="1" spc="-23" dirty="0">
                <a:latin typeface="Times New Roman"/>
                <a:cs typeface="Times New Roman"/>
              </a:rPr>
              <a:t>History</a:t>
            </a:r>
            <a:r>
              <a:rPr sz="907" b="1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tab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includes </a:t>
            </a:r>
            <a:r>
              <a:rPr sz="907" dirty="0">
                <a:latin typeface="Times New Roman"/>
                <a:cs typeface="Times New Roman"/>
              </a:rPr>
              <a:t>information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on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earlier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versions </a:t>
            </a:r>
            <a:r>
              <a:rPr sz="907" spc="-32" dirty="0">
                <a:latin typeface="Times New Roman"/>
                <a:cs typeface="Times New Roman"/>
              </a:rPr>
              <a:t>of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9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statute,</a:t>
            </a:r>
            <a:r>
              <a:rPr sz="907" spc="9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including </a:t>
            </a:r>
            <a:r>
              <a:rPr sz="907" dirty="0">
                <a:latin typeface="Times New Roman"/>
                <a:cs typeface="Times New Roman"/>
              </a:rPr>
              <a:t>summaries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spc="-32" dirty="0">
                <a:latin typeface="Times New Roman"/>
                <a:cs typeface="Times New Roman"/>
              </a:rPr>
              <a:t>of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changes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made</a:t>
            </a:r>
            <a:r>
              <a:rPr sz="907" spc="-23" dirty="0">
                <a:latin typeface="Times New Roman"/>
                <a:cs typeface="Times New Roman"/>
              </a:rPr>
              <a:t> by </a:t>
            </a:r>
            <a:r>
              <a:rPr sz="907" spc="-9" dirty="0">
                <a:latin typeface="Times New Roman"/>
                <a:cs typeface="Times New Roman"/>
              </a:rPr>
              <a:t>any</a:t>
            </a:r>
            <a:r>
              <a:rPr sz="907" dirty="0">
                <a:latin typeface="Times New Roman"/>
                <a:cs typeface="Times New Roman"/>
              </a:rPr>
              <a:t> amendments to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 </a:t>
            </a:r>
            <a:r>
              <a:rPr sz="907" spc="-9" dirty="0">
                <a:latin typeface="Times New Roman"/>
                <a:cs typeface="Times New Roman"/>
              </a:rPr>
              <a:t>statute.</a:t>
            </a:r>
            <a:endParaRPr sz="907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51568" y="612907"/>
            <a:ext cx="1673329" cy="729129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>
              <a:lnSpc>
                <a:spcPts val="889"/>
              </a:lnSpc>
              <a:spcBef>
                <a:spcPts val="286"/>
              </a:spcBef>
            </a:pPr>
            <a:r>
              <a:rPr sz="907" spc="-23" dirty="0">
                <a:latin typeface="Times New Roman"/>
                <a:cs typeface="Times New Roman"/>
              </a:rPr>
              <a:t>The </a:t>
            </a:r>
            <a:r>
              <a:rPr sz="907" b="1" spc="-18" dirty="0">
                <a:latin typeface="Times New Roman"/>
                <a:cs typeface="Times New Roman"/>
              </a:rPr>
              <a:t>Context</a:t>
            </a:r>
            <a:r>
              <a:rPr sz="907" b="1" spc="-23" dirty="0">
                <a:latin typeface="Times New Roman"/>
                <a:cs typeface="Times New Roman"/>
              </a:rPr>
              <a:t> </a:t>
            </a:r>
            <a:r>
              <a:rPr sz="907" b="1" spc="-82" dirty="0">
                <a:latin typeface="Times New Roman"/>
                <a:cs typeface="Times New Roman"/>
              </a:rPr>
              <a:t>&amp;</a:t>
            </a:r>
            <a:r>
              <a:rPr sz="907" b="1" spc="-23" dirty="0">
                <a:latin typeface="Times New Roman"/>
                <a:cs typeface="Times New Roman"/>
              </a:rPr>
              <a:t> </a:t>
            </a:r>
            <a:r>
              <a:rPr sz="907" b="1" spc="-18" dirty="0">
                <a:latin typeface="Times New Roman"/>
                <a:cs typeface="Times New Roman"/>
              </a:rPr>
              <a:t>Analysis</a:t>
            </a:r>
            <a:r>
              <a:rPr sz="907" b="1" spc="-27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tab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is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spc="-45" dirty="0">
                <a:latin typeface="Times New Roman"/>
                <a:cs typeface="Times New Roman"/>
              </a:rPr>
              <a:t>a</a:t>
            </a:r>
            <a:r>
              <a:rPr sz="907" dirty="0">
                <a:latin typeface="Times New Roman"/>
                <a:cs typeface="Times New Roman"/>
              </a:rPr>
              <a:t> curated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list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spc="-32" dirty="0">
                <a:latin typeface="Times New Roman"/>
                <a:cs typeface="Times New Roman"/>
              </a:rPr>
              <a:t>of</a:t>
            </a:r>
            <a:r>
              <a:rPr sz="907" spc="-18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non-</a:t>
            </a:r>
            <a:r>
              <a:rPr sz="907" spc="-18" dirty="0">
                <a:latin typeface="Times New Roman"/>
                <a:cs typeface="Times New Roman"/>
              </a:rPr>
              <a:t>case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sources</a:t>
            </a:r>
            <a:r>
              <a:rPr sz="907" spc="-18" dirty="0">
                <a:latin typeface="Times New Roman"/>
                <a:cs typeface="Times New Roman"/>
              </a:rPr>
              <a:t> that </a:t>
            </a:r>
            <a:r>
              <a:rPr sz="907" spc="-9" dirty="0">
                <a:latin typeface="Times New Roman"/>
                <a:cs typeface="Times New Roman"/>
              </a:rPr>
              <a:t>may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be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helpful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for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gaining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helpful </a:t>
            </a:r>
            <a:r>
              <a:rPr sz="907" dirty="0">
                <a:latin typeface="Times New Roman"/>
                <a:cs typeface="Times New Roman"/>
              </a:rPr>
              <a:t>context</a:t>
            </a:r>
            <a:r>
              <a:rPr sz="907" spc="-9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on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statute,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including cross-</a:t>
            </a:r>
            <a:r>
              <a:rPr sz="907" spc="-18" dirty="0">
                <a:latin typeface="Times New Roman"/>
                <a:cs typeface="Times New Roman"/>
              </a:rPr>
              <a:t>references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to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related</a:t>
            </a:r>
            <a:r>
              <a:rPr sz="907" spc="-18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statutes </a:t>
            </a:r>
            <a:r>
              <a:rPr sz="907" dirty="0">
                <a:latin typeface="Times New Roman"/>
                <a:cs typeface="Times New Roman"/>
              </a:rPr>
              <a:t>and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secondary sources.</a:t>
            </a:r>
            <a:endParaRPr sz="907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30305" y="686871"/>
            <a:ext cx="1453942" cy="498296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>
              <a:lnSpc>
                <a:spcPts val="889"/>
              </a:lnSpc>
              <a:spcBef>
                <a:spcPts val="286"/>
              </a:spcBef>
            </a:pPr>
            <a:r>
              <a:rPr sz="907" spc="-27" dirty="0">
                <a:latin typeface="Times New Roman"/>
                <a:cs typeface="Times New Roman"/>
              </a:rPr>
              <a:t>The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b="1" spc="-18" dirty="0">
                <a:latin typeface="Times New Roman"/>
                <a:cs typeface="Times New Roman"/>
              </a:rPr>
              <a:t>Citing</a:t>
            </a:r>
            <a:r>
              <a:rPr sz="907" b="1" dirty="0">
                <a:latin typeface="Times New Roman"/>
                <a:cs typeface="Times New Roman"/>
              </a:rPr>
              <a:t> </a:t>
            </a:r>
            <a:r>
              <a:rPr sz="907" b="1" spc="-23" dirty="0">
                <a:latin typeface="Times New Roman"/>
                <a:cs typeface="Times New Roman"/>
              </a:rPr>
              <a:t>References</a:t>
            </a:r>
            <a:r>
              <a:rPr sz="907" b="1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tab</a:t>
            </a:r>
            <a:r>
              <a:rPr sz="907" spc="-9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lists </a:t>
            </a:r>
            <a:r>
              <a:rPr sz="907" spc="-9" dirty="0">
                <a:latin typeface="Times New Roman"/>
                <a:cs typeface="Times New Roman"/>
              </a:rPr>
              <a:t>all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sources-</a:t>
            </a:r>
            <a:r>
              <a:rPr sz="907" dirty="0">
                <a:latin typeface="Times New Roman"/>
                <a:cs typeface="Times New Roman"/>
              </a:rPr>
              <a:t>-including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cases, secondary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sources,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and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more-</a:t>
            </a:r>
            <a:r>
              <a:rPr sz="907" spc="-45" dirty="0">
                <a:latin typeface="Times New Roman"/>
                <a:cs typeface="Times New Roman"/>
              </a:rPr>
              <a:t>-</a:t>
            </a:r>
            <a:r>
              <a:rPr sz="907" dirty="0">
                <a:latin typeface="Times New Roman"/>
                <a:cs typeface="Times New Roman"/>
              </a:rPr>
              <a:t>that</a:t>
            </a:r>
            <a:r>
              <a:rPr sz="907" spc="9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cite</a:t>
            </a:r>
            <a:r>
              <a:rPr sz="907" spc="9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statute.</a:t>
            </a:r>
            <a:endParaRPr sz="907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82245" y="3686063"/>
            <a:ext cx="1551831" cy="613712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>
              <a:lnSpc>
                <a:spcPts val="889"/>
              </a:lnSpc>
              <a:spcBef>
                <a:spcPts val="286"/>
              </a:spcBef>
            </a:pPr>
            <a:r>
              <a:rPr sz="907" spc="-23" dirty="0">
                <a:latin typeface="Times New Roman"/>
                <a:cs typeface="Times New Roman"/>
              </a:rPr>
              <a:t>The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b="1" spc="-27" dirty="0">
                <a:latin typeface="Times New Roman"/>
                <a:cs typeface="Times New Roman"/>
              </a:rPr>
              <a:t>Table</a:t>
            </a:r>
            <a:r>
              <a:rPr sz="907" b="1" spc="-32" dirty="0">
                <a:latin typeface="Times New Roman"/>
                <a:cs typeface="Times New Roman"/>
              </a:rPr>
              <a:t> </a:t>
            </a:r>
            <a:r>
              <a:rPr sz="907" b="1" dirty="0">
                <a:latin typeface="Times New Roman"/>
                <a:cs typeface="Times New Roman"/>
              </a:rPr>
              <a:t>of</a:t>
            </a:r>
            <a:r>
              <a:rPr sz="907" b="1" spc="-32" dirty="0">
                <a:latin typeface="Times New Roman"/>
                <a:cs typeface="Times New Roman"/>
              </a:rPr>
              <a:t> </a:t>
            </a:r>
            <a:r>
              <a:rPr sz="907" b="1" spc="-9" dirty="0">
                <a:latin typeface="Times New Roman"/>
                <a:cs typeface="Times New Roman"/>
              </a:rPr>
              <a:t>Contents</a:t>
            </a:r>
            <a:r>
              <a:rPr sz="907" b="1" spc="-32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allows researchers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to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see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the</a:t>
            </a:r>
            <a:r>
              <a:rPr sz="907" spc="453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surrounding</a:t>
            </a:r>
            <a:r>
              <a:rPr sz="907" spc="32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statutes</a:t>
            </a:r>
            <a:r>
              <a:rPr sz="907" spc="32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that</a:t>
            </a:r>
            <a:r>
              <a:rPr sz="907" spc="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may</a:t>
            </a:r>
            <a:r>
              <a:rPr sz="907" spc="32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be </a:t>
            </a:r>
            <a:r>
              <a:rPr sz="907" spc="-9" dirty="0">
                <a:latin typeface="Times New Roman"/>
                <a:cs typeface="Times New Roman"/>
              </a:rPr>
              <a:t>relevant </a:t>
            </a:r>
            <a:r>
              <a:rPr sz="907" dirty="0">
                <a:latin typeface="Times New Roman"/>
                <a:cs typeface="Times New Roman"/>
              </a:rPr>
              <a:t>to</a:t>
            </a:r>
            <a:r>
              <a:rPr sz="907" spc="-9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their</a:t>
            </a:r>
            <a:r>
              <a:rPr sz="907" spc="-9" dirty="0">
                <a:latin typeface="Times New Roman"/>
                <a:cs typeface="Times New Roman"/>
              </a:rPr>
              <a:t> research problem.</a:t>
            </a:r>
            <a:endParaRPr sz="907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846893" y="1285271"/>
            <a:ext cx="5969512" cy="4084282"/>
            <a:chOff x="1763657" y="1417368"/>
            <a:chExt cx="6583045" cy="4504055"/>
          </a:xfrm>
        </p:grpSpPr>
        <p:sp>
          <p:nvSpPr>
            <p:cNvPr id="32" name="object 32"/>
            <p:cNvSpPr/>
            <p:nvPr/>
          </p:nvSpPr>
          <p:spPr>
            <a:xfrm>
              <a:off x="2106026" y="3086400"/>
              <a:ext cx="984250" cy="45085"/>
            </a:xfrm>
            <a:custGeom>
              <a:avLst/>
              <a:gdLst/>
              <a:ahLst/>
              <a:cxnLst/>
              <a:rect l="l" t="t" r="r" b="b"/>
              <a:pathLst>
                <a:path w="984250" h="45085">
                  <a:moveTo>
                    <a:pt x="983668" y="44836"/>
                  </a:moveTo>
                  <a:lnTo>
                    <a:pt x="0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1300" y="3009796"/>
              <a:ext cx="116867" cy="15233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863229" y="1616063"/>
              <a:ext cx="212090" cy="1465580"/>
            </a:xfrm>
            <a:custGeom>
              <a:avLst/>
              <a:gdLst/>
              <a:ahLst/>
              <a:cxnLst/>
              <a:rect l="l" t="t" r="r" b="b"/>
              <a:pathLst>
                <a:path w="212089" h="1465580">
                  <a:moveTo>
                    <a:pt x="0" y="1465535"/>
                  </a:moveTo>
                  <a:lnTo>
                    <a:pt x="211485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0433" y="1512128"/>
              <a:ext cx="151285" cy="12172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595852" y="1504737"/>
              <a:ext cx="1196975" cy="1577340"/>
            </a:xfrm>
            <a:custGeom>
              <a:avLst/>
              <a:gdLst/>
              <a:ahLst/>
              <a:cxnLst/>
              <a:rect l="l" t="t" r="r" b="b"/>
              <a:pathLst>
                <a:path w="1196975" h="1577339">
                  <a:moveTo>
                    <a:pt x="0" y="1576883"/>
                  </a:moveTo>
                  <a:lnTo>
                    <a:pt x="1196747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3761" y="1417368"/>
              <a:ext cx="129739" cy="13339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279262" y="1551429"/>
              <a:ext cx="995044" cy="1530350"/>
            </a:xfrm>
            <a:custGeom>
              <a:avLst/>
              <a:gdLst/>
              <a:ahLst/>
              <a:cxnLst/>
              <a:rect l="l" t="t" r="r" b="b"/>
              <a:pathLst>
                <a:path w="995045" h="1530350">
                  <a:moveTo>
                    <a:pt x="0" y="1530195"/>
                  </a:moveTo>
                  <a:lnTo>
                    <a:pt x="994887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12355" y="1460474"/>
              <a:ext cx="133977" cy="13318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54796" y="3603228"/>
              <a:ext cx="668020" cy="430530"/>
            </a:xfrm>
            <a:custGeom>
              <a:avLst/>
              <a:gdLst/>
              <a:ahLst/>
              <a:cxnLst/>
              <a:rect l="l" t="t" r="r" b="b"/>
              <a:pathLst>
                <a:path w="668019" h="430529">
                  <a:moveTo>
                    <a:pt x="667618" y="0"/>
                  </a:moveTo>
                  <a:lnTo>
                    <a:pt x="0" y="430303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63657" y="3971582"/>
              <a:ext cx="133160" cy="13422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784740" y="5727897"/>
              <a:ext cx="1289050" cy="174625"/>
            </a:xfrm>
            <a:custGeom>
              <a:avLst/>
              <a:gdLst/>
              <a:ahLst/>
              <a:cxnLst/>
              <a:rect l="l" t="t" r="r" b="b"/>
              <a:pathLst>
                <a:path w="1289050" h="174625">
                  <a:moveTo>
                    <a:pt x="0" y="174004"/>
                  </a:moveTo>
                  <a:lnTo>
                    <a:pt x="1289011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56489" y="5650907"/>
              <a:ext cx="121306" cy="15142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179535" y="4704869"/>
              <a:ext cx="437515" cy="955040"/>
            </a:xfrm>
            <a:custGeom>
              <a:avLst/>
              <a:gdLst/>
              <a:ahLst/>
              <a:cxnLst/>
              <a:rect l="l" t="t" r="r" b="b"/>
              <a:pathLst>
                <a:path w="437514" h="955039">
                  <a:moveTo>
                    <a:pt x="437396" y="0"/>
                  </a:moveTo>
                  <a:lnTo>
                    <a:pt x="0" y="954879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04532" y="5625545"/>
              <a:ext cx="142070" cy="131227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1303607" y="-251"/>
            <a:ext cx="2745503" cy="1813252"/>
            <a:chOff x="61755" y="-277"/>
            <a:chExt cx="3027680" cy="1999614"/>
          </a:xfrm>
        </p:grpSpPr>
        <p:sp>
          <p:nvSpPr>
            <p:cNvPr id="47" name="object 47"/>
            <p:cNvSpPr/>
            <p:nvPr/>
          </p:nvSpPr>
          <p:spPr>
            <a:xfrm>
              <a:off x="217805" y="292107"/>
              <a:ext cx="2822575" cy="1706880"/>
            </a:xfrm>
            <a:custGeom>
              <a:avLst/>
              <a:gdLst/>
              <a:ahLst/>
              <a:cxnLst/>
              <a:rect l="l" t="t" r="r" b="b"/>
              <a:pathLst>
                <a:path w="2822575" h="1706880">
                  <a:moveTo>
                    <a:pt x="203809" y="1706762"/>
                  </a:moveTo>
                  <a:lnTo>
                    <a:pt x="0" y="504455"/>
                  </a:lnTo>
                  <a:lnTo>
                    <a:pt x="2596622" y="0"/>
                  </a:lnTo>
                  <a:lnTo>
                    <a:pt x="2822436" y="1062778"/>
                  </a:lnTo>
                  <a:lnTo>
                    <a:pt x="203809" y="1706762"/>
                  </a:lnTo>
                  <a:close/>
                </a:path>
              </a:pathLst>
            </a:custGeom>
            <a:solidFill>
              <a:srgbClr val="C70F2E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8" name="object 48"/>
            <p:cNvSpPr/>
            <p:nvPr/>
          </p:nvSpPr>
          <p:spPr>
            <a:xfrm>
              <a:off x="195732" y="137191"/>
              <a:ext cx="2870200" cy="1772920"/>
            </a:xfrm>
            <a:custGeom>
              <a:avLst/>
              <a:gdLst/>
              <a:ahLst/>
              <a:cxnLst/>
              <a:rect l="l" t="t" r="r" b="b"/>
              <a:pathLst>
                <a:path w="2870200" h="1772920">
                  <a:moveTo>
                    <a:pt x="2870006" y="1217385"/>
                  </a:moveTo>
                  <a:lnTo>
                    <a:pt x="258763" y="1772422"/>
                  </a:lnTo>
                  <a:lnTo>
                    <a:pt x="0" y="555036"/>
                  </a:lnTo>
                  <a:lnTo>
                    <a:pt x="2611243" y="0"/>
                  </a:lnTo>
                  <a:lnTo>
                    <a:pt x="2870006" y="1217385"/>
                  </a:lnTo>
                  <a:close/>
                </a:path>
              </a:pathLst>
            </a:custGeom>
            <a:solidFill>
              <a:srgbClr val="F0EBD4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9" name="object 49"/>
            <p:cNvSpPr/>
            <p:nvPr/>
          </p:nvSpPr>
          <p:spPr>
            <a:xfrm>
              <a:off x="61747" y="-267"/>
              <a:ext cx="3027680" cy="1213485"/>
            </a:xfrm>
            <a:custGeom>
              <a:avLst/>
              <a:gdLst/>
              <a:ahLst/>
              <a:cxnLst/>
              <a:rect l="l" t="t" r="r" b="b"/>
              <a:pathLst>
                <a:path w="3027680" h="1213485">
                  <a:moveTo>
                    <a:pt x="604901" y="523684"/>
                  </a:moveTo>
                  <a:lnTo>
                    <a:pt x="538060" y="560336"/>
                  </a:lnTo>
                  <a:lnTo>
                    <a:pt x="547281" y="487857"/>
                  </a:lnTo>
                  <a:lnTo>
                    <a:pt x="479539" y="548805"/>
                  </a:lnTo>
                  <a:lnTo>
                    <a:pt x="499186" y="457936"/>
                  </a:lnTo>
                  <a:lnTo>
                    <a:pt x="438365" y="530555"/>
                  </a:lnTo>
                  <a:lnTo>
                    <a:pt x="462597" y="435178"/>
                  </a:lnTo>
                  <a:lnTo>
                    <a:pt x="395541" y="486676"/>
                  </a:lnTo>
                  <a:lnTo>
                    <a:pt x="403936" y="407200"/>
                  </a:lnTo>
                  <a:lnTo>
                    <a:pt x="346252" y="491261"/>
                  </a:lnTo>
                  <a:lnTo>
                    <a:pt x="25336" y="1004392"/>
                  </a:lnTo>
                  <a:lnTo>
                    <a:pt x="0" y="1062151"/>
                  </a:lnTo>
                  <a:lnTo>
                    <a:pt x="63030" y="1031748"/>
                  </a:lnTo>
                  <a:lnTo>
                    <a:pt x="42900" y="1095260"/>
                  </a:lnTo>
                  <a:lnTo>
                    <a:pt x="129882" y="1053338"/>
                  </a:lnTo>
                  <a:lnTo>
                    <a:pt x="92887" y="1141222"/>
                  </a:lnTo>
                  <a:lnTo>
                    <a:pt x="143967" y="1114348"/>
                  </a:lnTo>
                  <a:lnTo>
                    <a:pt x="140982" y="1173073"/>
                  </a:lnTo>
                  <a:lnTo>
                    <a:pt x="195414" y="1148359"/>
                  </a:lnTo>
                  <a:lnTo>
                    <a:pt x="186728" y="1213129"/>
                  </a:lnTo>
                  <a:lnTo>
                    <a:pt x="247751" y="1146149"/>
                  </a:lnTo>
                  <a:lnTo>
                    <a:pt x="546455" y="623506"/>
                  </a:lnTo>
                  <a:lnTo>
                    <a:pt x="604901" y="523684"/>
                  </a:lnTo>
                  <a:close/>
                </a:path>
                <a:path w="3027680" h="1213485">
                  <a:moveTo>
                    <a:pt x="3027565" y="481965"/>
                  </a:moveTo>
                  <a:lnTo>
                    <a:pt x="2966758" y="414832"/>
                  </a:lnTo>
                  <a:lnTo>
                    <a:pt x="2474938" y="67741"/>
                  </a:lnTo>
                  <a:lnTo>
                    <a:pt x="2381148" y="0"/>
                  </a:lnTo>
                  <a:lnTo>
                    <a:pt x="2411285" y="70040"/>
                  </a:lnTo>
                  <a:lnTo>
                    <a:pt x="2339987" y="53936"/>
                  </a:lnTo>
                  <a:lnTo>
                    <a:pt x="2394204" y="127165"/>
                  </a:lnTo>
                  <a:lnTo>
                    <a:pt x="2305621" y="98983"/>
                  </a:lnTo>
                  <a:lnTo>
                    <a:pt x="2372055" y="166458"/>
                  </a:lnTo>
                  <a:lnTo>
                    <a:pt x="2279459" y="133210"/>
                  </a:lnTo>
                  <a:lnTo>
                    <a:pt x="2324366" y="204851"/>
                  </a:lnTo>
                  <a:lnTo>
                    <a:pt x="2245995" y="188950"/>
                  </a:lnTo>
                  <a:lnTo>
                    <a:pt x="2324227" y="254342"/>
                  </a:lnTo>
                  <a:lnTo>
                    <a:pt x="2804464" y="622808"/>
                  </a:lnTo>
                  <a:lnTo>
                    <a:pt x="2859506" y="653491"/>
                  </a:lnTo>
                  <a:lnTo>
                    <a:pt x="2835275" y="587819"/>
                  </a:lnTo>
                  <a:lnTo>
                    <a:pt x="2896578" y="613918"/>
                  </a:lnTo>
                  <a:lnTo>
                    <a:pt x="2863113" y="523328"/>
                  </a:lnTo>
                  <a:lnTo>
                    <a:pt x="2947047" y="568528"/>
                  </a:lnTo>
                  <a:lnTo>
                    <a:pt x="2925178" y="515073"/>
                  </a:lnTo>
                  <a:lnTo>
                    <a:pt x="2983344" y="523684"/>
                  </a:lnTo>
                  <a:lnTo>
                    <a:pt x="2963976" y="467106"/>
                  </a:lnTo>
                  <a:lnTo>
                    <a:pt x="3027565" y="481965"/>
                  </a:lnTo>
                  <a:close/>
                </a:path>
              </a:pathLst>
            </a:custGeom>
            <a:solidFill>
              <a:srgbClr val="C70F2E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477095" y="5195644"/>
            <a:ext cx="1714788" cy="729129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>
              <a:lnSpc>
                <a:spcPts val="889"/>
              </a:lnSpc>
              <a:spcBef>
                <a:spcPts val="286"/>
              </a:spcBef>
            </a:pPr>
            <a:r>
              <a:rPr sz="907" spc="-27" dirty="0">
                <a:latin typeface="Times New Roman"/>
                <a:cs typeface="Times New Roman"/>
              </a:rPr>
              <a:t>The </a:t>
            </a:r>
            <a:r>
              <a:rPr sz="907" b="1" spc="-18" dirty="0">
                <a:latin typeface="Times New Roman"/>
                <a:cs typeface="Times New Roman"/>
              </a:rPr>
              <a:t>Caption </a:t>
            </a:r>
            <a:r>
              <a:rPr sz="907" b="1" spc="-23" dirty="0">
                <a:latin typeface="Times New Roman"/>
                <a:cs typeface="Times New Roman"/>
              </a:rPr>
              <a:t>or </a:t>
            </a:r>
            <a:r>
              <a:rPr sz="907" b="1" spc="-18" dirty="0">
                <a:latin typeface="Times New Roman"/>
                <a:cs typeface="Times New Roman"/>
              </a:rPr>
              <a:t>Heading</a:t>
            </a:r>
            <a:r>
              <a:rPr sz="907" b="1" spc="-23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tells </a:t>
            </a:r>
            <a:r>
              <a:rPr sz="907" spc="-9" dirty="0">
                <a:latin typeface="Times New Roman"/>
                <a:cs typeface="Times New Roman"/>
              </a:rPr>
              <a:t>researchers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where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they’re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located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in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code-</a:t>
            </a:r>
            <a:r>
              <a:rPr sz="907" dirty="0">
                <a:latin typeface="Times New Roman"/>
                <a:cs typeface="Times New Roman"/>
              </a:rPr>
              <a:t>-title,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subtitle,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chapter,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and </a:t>
            </a:r>
            <a:r>
              <a:rPr sz="907" dirty="0">
                <a:latin typeface="Times New Roman"/>
                <a:cs typeface="Times New Roman"/>
              </a:rPr>
              <a:t>individual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section--</a:t>
            </a:r>
            <a:r>
              <a:rPr sz="907" spc="-9" dirty="0">
                <a:latin typeface="Times New Roman"/>
                <a:cs typeface="Times New Roman"/>
              </a:rPr>
              <a:t>so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they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can</a:t>
            </a:r>
            <a:r>
              <a:rPr sz="907" spc="453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assess</a:t>
            </a:r>
            <a:r>
              <a:rPr sz="907" dirty="0">
                <a:latin typeface="Times New Roman"/>
                <a:cs typeface="Times New Roman"/>
              </a:rPr>
              <a:t> that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they’re</a:t>
            </a:r>
            <a:r>
              <a:rPr sz="907" dirty="0">
                <a:latin typeface="Times New Roman"/>
                <a:cs typeface="Times New Roman"/>
              </a:rPr>
              <a:t> in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appropriate place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for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their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research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issue.</a:t>
            </a:r>
            <a:endParaRPr sz="907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813967" y="4715673"/>
            <a:ext cx="1662388" cy="844545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>
              <a:lnSpc>
                <a:spcPts val="889"/>
              </a:lnSpc>
              <a:spcBef>
                <a:spcPts val="286"/>
              </a:spcBef>
            </a:pPr>
            <a:r>
              <a:rPr sz="907" b="1" spc="-18" dirty="0">
                <a:latin typeface="Times New Roman"/>
                <a:cs typeface="Times New Roman"/>
              </a:rPr>
              <a:t>Currentness</a:t>
            </a:r>
            <a:r>
              <a:rPr sz="907" b="1" spc="-23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tells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researchers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when </a:t>
            </a:r>
            <a:r>
              <a:rPr sz="907" spc="-9" dirty="0">
                <a:latin typeface="Times New Roman"/>
                <a:cs typeface="Times New Roman"/>
              </a:rPr>
              <a:t>Westlaw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last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updated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any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changes </a:t>
            </a:r>
            <a:r>
              <a:rPr sz="907" dirty="0">
                <a:latin typeface="Times New Roman"/>
                <a:cs typeface="Times New Roman"/>
              </a:rPr>
              <a:t>to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 statute made </a:t>
            </a:r>
            <a:r>
              <a:rPr sz="907" spc="-23" dirty="0">
                <a:latin typeface="Times New Roman"/>
                <a:cs typeface="Times New Roman"/>
              </a:rPr>
              <a:t>by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the</a:t>
            </a:r>
            <a:r>
              <a:rPr sz="907" spc="453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legislature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into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database; </a:t>
            </a:r>
            <a:r>
              <a:rPr sz="907" spc="-23" dirty="0">
                <a:latin typeface="Times New Roman"/>
                <a:cs typeface="Times New Roman"/>
              </a:rPr>
              <a:t>typically,</a:t>
            </a:r>
            <a:r>
              <a:rPr sz="907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Westlaw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updates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very regularly,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so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Westlaw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is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usually </a:t>
            </a:r>
            <a:r>
              <a:rPr sz="907" dirty="0">
                <a:latin typeface="Times New Roman"/>
                <a:cs typeface="Times New Roman"/>
              </a:rPr>
              <a:t>current within the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last </a:t>
            </a:r>
            <a:r>
              <a:rPr sz="907" spc="-18" dirty="0">
                <a:latin typeface="Times New Roman"/>
                <a:cs typeface="Times New Roman"/>
              </a:rPr>
              <a:t>week.</a:t>
            </a:r>
            <a:endParaRPr sz="907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 rot="20820000">
            <a:off x="1562889" y="569932"/>
            <a:ext cx="2148066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42"/>
              </a:lnSpc>
            </a:pPr>
            <a:r>
              <a:rPr sz="3174" spc="-408" dirty="0">
                <a:latin typeface="Arial Narrow"/>
                <a:cs typeface="Arial Narrow"/>
              </a:rPr>
              <a:t>Anatomy</a:t>
            </a:r>
            <a:r>
              <a:rPr sz="3174" spc="-240" dirty="0">
                <a:latin typeface="Arial Narrow"/>
                <a:cs typeface="Arial Narrow"/>
              </a:rPr>
              <a:t> </a:t>
            </a:r>
            <a:r>
              <a:rPr sz="3174" spc="-230" dirty="0">
                <a:latin typeface="Arial Narrow"/>
                <a:cs typeface="Arial Narrow"/>
              </a:rPr>
              <a:t>of</a:t>
            </a:r>
            <a:r>
              <a:rPr sz="3174" spc="-240" dirty="0">
                <a:latin typeface="Arial Narrow"/>
                <a:cs typeface="Arial Narrow"/>
              </a:rPr>
              <a:t> </a:t>
            </a:r>
            <a:r>
              <a:rPr sz="3174" spc="-435" dirty="0">
                <a:latin typeface="Arial Narrow"/>
                <a:cs typeface="Arial Narrow"/>
              </a:rPr>
              <a:t>a</a:t>
            </a:r>
            <a:r>
              <a:rPr sz="3174" spc="-236" dirty="0">
                <a:latin typeface="Arial Narrow"/>
                <a:cs typeface="Arial Narrow"/>
              </a:rPr>
              <a:t> </a:t>
            </a:r>
            <a:r>
              <a:rPr sz="3174" spc="-481" dirty="0">
                <a:latin typeface="Arial Narrow"/>
                <a:cs typeface="Arial Narrow"/>
              </a:rPr>
              <a:t>Code:</a:t>
            </a:r>
            <a:endParaRPr sz="3174">
              <a:latin typeface="Arial Narrow"/>
              <a:cs typeface="Arial Narrow"/>
            </a:endParaRPr>
          </a:p>
        </p:txBody>
      </p:sp>
      <p:sp>
        <p:nvSpPr>
          <p:cNvPr id="53" name="object 53"/>
          <p:cNvSpPr txBox="1"/>
          <p:nvPr/>
        </p:nvSpPr>
        <p:spPr>
          <a:xfrm rot="20820000">
            <a:off x="2249293" y="948721"/>
            <a:ext cx="1016942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32"/>
              </a:lnSpc>
            </a:pPr>
            <a:r>
              <a:rPr sz="3174" spc="-394" dirty="0">
                <a:latin typeface="Arial Narrow"/>
                <a:cs typeface="Arial Narrow"/>
              </a:rPr>
              <a:t>Westlaw</a:t>
            </a:r>
            <a:endParaRPr sz="3174">
              <a:latin typeface="Arial Narrow"/>
              <a:cs typeface="Arial Narrow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428624" y="2777143"/>
            <a:ext cx="4601943" cy="2694831"/>
            <a:chOff x="2405177" y="3062572"/>
            <a:chExt cx="5074920" cy="2971800"/>
          </a:xfrm>
        </p:grpSpPr>
        <p:sp>
          <p:nvSpPr>
            <p:cNvPr id="55" name="object 55"/>
            <p:cNvSpPr/>
            <p:nvPr/>
          </p:nvSpPr>
          <p:spPr>
            <a:xfrm>
              <a:off x="3089843" y="3081629"/>
              <a:ext cx="1067435" cy="229235"/>
            </a:xfrm>
            <a:custGeom>
              <a:avLst/>
              <a:gdLst/>
              <a:ahLst/>
              <a:cxnLst/>
              <a:rect l="l" t="t" r="r" b="b"/>
              <a:pathLst>
                <a:path w="1067435" h="229235">
                  <a:moveTo>
                    <a:pt x="0" y="228686"/>
                  </a:moveTo>
                  <a:lnTo>
                    <a:pt x="0" y="0"/>
                  </a:lnTo>
                  <a:lnTo>
                    <a:pt x="1067172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6" name="object 56"/>
            <p:cNvSpPr/>
            <p:nvPr/>
          </p:nvSpPr>
          <p:spPr>
            <a:xfrm>
              <a:off x="4990416" y="3081629"/>
              <a:ext cx="1210310" cy="229235"/>
            </a:xfrm>
            <a:custGeom>
              <a:avLst/>
              <a:gdLst/>
              <a:ahLst/>
              <a:cxnLst/>
              <a:rect l="l" t="t" r="r" b="b"/>
              <a:pathLst>
                <a:path w="1210310" h="229235">
                  <a:moveTo>
                    <a:pt x="0" y="228686"/>
                  </a:moveTo>
                  <a:lnTo>
                    <a:pt x="0" y="0"/>
                  </a:lnTo>
                  <a:lnTo>
                    <a:pt x="1210074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7" name="object 57"/>
            <p:cNvSpPr/>
            <p:nvPr/>
          </p:nvSpPr>
          <p:spPr>
            <a:xfrm>
              <a:off x="6250529" y="3081629"/>
              <a:ext cx="1210310" cy="229235"/>
            </a:xfrm>
            <a:custGeom>
              <a:avLst/>
              <a:gdLst/>
              <a:ahLst/>
              <a:cxnLst/>
              <a:rect l="l" t="t" r="r" b="b"/>
              <a:pathLst>
                <a:path w="1210309" h="229235">
                  <a:moveTo>
                    <a:pt x="0" y="228686"/>
                  </a:moveTo>
                  <a:lnTo>
                    <a:pt x="0" y="0"/>
                  </a:lnTo>
                  <a:lnTo>
                    <a:pt x="1210074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8" name="object 58"/>
            <p:cNvSpPr/>
            <p:nvPr/>
          </p:nvSpPr>
          <p:spPr>
            <a:xfrm>
              <a:off x="4226161" y="3081629"/>
              <a:ext cx="715010" cy="229235"/>
            </a:xfrm>
            <a:custGeom>
              <a:avLst/>
              <a:gdLst/>
              <a:ahLst/>
              <a:cxnLst/>
              <a:rect l="l" t="t" r="r" b="b"/>
              <a:pathLst>
                <a:path w="715010" h="229235">
                  <a:moveTo>
                    <a:pt x="0" y="228686"/>
                  </a:moveTo>
                  <a:lnTo>
                    <a:pt x="0" y="0"/>
                  </a:lnTo>
                  <a:lnTo>
                    <a:pt x="714591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9" name="object 59"/>
            <p:cNvSpPr/>
            <p:nvPr/>
          </p:nvSpPr>
          <p:spPr>
            <a:xfrm>
              <a:off x="2424234" y="3371485"/>
              <a:ext cx="715010" cy="229235"/>
            </a:xfrm>
            <a:custGeom>
              <a:avLst/>
              <a:gdLst/>
              <a:ahLst/>
              <a:cxnLst/>
              <a:rect l="l" t="t" r="r" b="b"/>
              <a:pathLst>
                <a:path w="715010" h="229235">
                  <a:moveTo>
                    <a:pt x="0" y="228686"/>
                  </a:moveTo>
                  <a:lnTo>
                    <a:pt x="0" y="0"/>
                  </a:lnTo>
                  <a:lnTo>
                    <a:pt x="714590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0" name="object 60"/>
            <p:cNvSpPr/>
            <p:nvPr/>
          </p:nvSpPr>
          <p:spPr>
            <a:xfrm>
              <a:off x="5983316" y="5786050"/>
              <a:ext cx="800735" cy="229235"/>
            </a:xfrm>
            <a:custGeom>
              <a:avLst/>
              <a:gdLst/>
              <a:ahLst/>
              <a:cxnLst/>
              <a:rect l="l" t="t" r="r" b="b"/>
              <a:pathLst>
                <a:path w="800734" h="229235">
                  <a:moveTo>
                    <a:pt x="0" y="228686"/>
                  </a:moveTo>
                  <a:lnTo>
                    <a:pt x="0" y="0"/>
                  </a:lnTo>
                  <a:lnTo>
                    <a:pt x="800394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03607" y="-251"/>
            <a:ext cx="9479126" cy="6319610"/>
            <a:chOff x="61755" y="-277"/>
            <a:chExt cx="10453370" cy="696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6339" y="1889670"/>
              <a:ext cx="8318458" cy="507873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7805" y="292107"/>
              <a:ext cx="2822575" cy="1706880"/>
            </a:xfrm>
            <a:custGeom>
              <a:avLst/>
              <a:gdLst/>
              <a:ahLst/>
              <a:cxnLst/>
              <a:rect l="l" t="t" r="r" b="b"/>
              <a:pathLst>
                <a:path w="2822575" h="1706880">
                  <a:moveTo>
                    <a:pt x="203809" y="1706762"/>
                  </a:moveTo>
                  <a:lnTo>
                    <a:pt x="0" y="504455"/>
                  </a:lnTo>
                  <a:lnTo>
                    <a:pt x="2596622" y="0"/>
                  </a:lnTo>
                  <a:lnTo>
                    <a:pt x="2822436" y="1062778"/>
                  </a:lnTo>
                  <a:lnTo>
                    <a:pt x="203809" y="1706762"/>
                  </a:lnTo>
                  <a:close/>
                </a:path>
              </a:pathLst>
            </a:custGeom>
            <a:solidFill>
              <a:srgbClr val="C70F2E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" name="object 5"/>
            <p:cNvSpPr/>
            <p:nvPr/>
          </p:nvSpPr>
          <p:spPr>
            <a:xfrm>
              <a:off x="195732" y="137191"/>
              <a:ext cx="2870200" cy="1772920"/>
            </a:xfrm>
            <a:custGeom>
              <a:avLst/>
              <a:gdLst/>
              <a:ahLst/>
              <a:cxnLst/>
              <a:rect l="l" t="t" r="r" b="b"/>
              <a:pathLst>
                <a:path w="2870200" h="1772920">
                  <a:moveTo>
                    <a:pt x="2870006" y="1217385"/>
                  </a:moveTo>
                  <a:lnTo>
                    <a:pt x="258763" y="1772422"/>
                  </a:lnTo>
                  <a:lnTo>
                    <a:pt x="0" y="555036"/>
                  </a:lnTo>
                  <a:lnTo>
                    <a:pt x="2611243" y="0"/>
                  </a:lnTo>
                  <a:lnTo>
                    <a:pt x="2870006" y="1217385"/>
                  </a:lnTo>
                  <a:close/>
                </a:path>
              </a:pathLst>
            </a:custGeom>
            <a:solidFill>
              <a:srgbClr val="F0EBD4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6" name="object 6"/>
            <p:cNvSpPr/>
            <p:nvPr/>
          </p:nvSpPr>
          <p:spPr>
            <a:xfrm>
              <a:off x="61747" y="-267"/>
              <a:ext cx="3027680" cy="1213485"/>
            </a:xfrm>
            <a:custGeom>
              <a:avLst/>
              <a:gdLst/>
              <a:ahLst/>
              <a:cxnLst/>
              <a:rect l="l" t="t" r="r" b="b"/>
              <a:pathLst>
                <a:path w="3027680" h="1213485">
                  <a:moveTo>
                    <a:pt x="604901" y="523684"/>
                  </a:moveTo>
                  <a:lnTo>
                    <a:pt x="538060" y="560336"/>
                  </a:lnTo>
                  <a:lnTo>
                    <a:pt x="547281" y="487857"/>
                  </a:lnTo>
                  <a:lnTo>
                    <a:pt x="479539" y="548805"/>
                  </a:lnTo>
                  <a:lnTo>
                    <a:pt x="499186" y="457936"/>
                  </a:lnTo>
                  <a:lnTo>
                    <a:pt x="438365" y="530555"/>
                  </a:lnTo>
                  <a:lnTo>
                    <a:pt x="462597" y="435178"/>
                  </a:lnTo>
                  <a:lnTo>
                    <a:pt x="395541" y="486676"/>
                  </a:lnTo>
                  <a:lnTo>
                    <a:pt x="403936" y="407200"/>
                  </a:lnTo>
                  <a:lnTo>
                    <a:pt x="346252" y="491261"/>
                  </a:lnTo>
                  <a:lnTo>
                    <a:pt x="25336" y="1004392"/>
                  </a:lnTo>
                  <a:lnTo>
                    <a:pt x="0" y="1062151"/>
                  </a:lnTo>
                  <a:lnTo>
                    <a:pt x="63030" y="1031748"/>
                  </a:lnTo>
                  <a:lnTo>
                    <a:pt x="42900" y="1095260"/>
                  </a:lnTo>
                  <a:lnTo>
                    <a:pt x="129882" y="1053338"/>
                  </a:lnTo>
                  <a:lnTo>
                    <a:pt x="92887" y="1141222"/>
                  </a:lnTo>
                  <a:lnTo>
                    <a:pt x="143967" y="1114348"/>
                  </a:lnTo>
                  <a:lnTo>
                    <a:pt x="140982" y="1173073"/>
                  </a:lnTo>
                  <a:lnTo>
                    <a:pt x="195414" y="1148359"/>
                  </a:lnTo>
                  <a:lnTo>
                    <a:pt x="186728" y="1213129"/>
                  </a:lnTo>
                  <a:lnTo>
                    <a:pt x="247751" y="1146149"/>
                  </a:lnTo>
                  <a:lnTo>
                    <a:pt x="546455" y="623506"/>
                  </a:lnTo>
                  <a:lnTo>
                    <a:pt x="604901" y="523684"/>
                  </a:lnTo>
                  <a:close/>
                </a:path>
                <a:path w="3027680" h="1213485">
                  <a:moveTo>
                    <a:pt x="3027565" y="481965"/>
                  </a:moveTo>
                  <a:lnTo>
                    <a:pt x="2966758" y="414832"/>
                  </a:lnTo>
                  <a:lnTo>
                    <a:pt x="2474938" y="67741"/>
                  </a:lnTo>
                  <a:lnTo>
                    <a:pt x="2381148" y="0"/>
                  </a:lnTo>
                  <a:lnTo>
                    <a:pt x="2411285" y="70040"/>
                  </a:lnTo>
                  <a:lnTo>
                    <a:pt x="2339987" y="53936"/>
                  </a:lnTo>
                  <a:lnTo>
                    <a:pt x="2394204" y="127165"/>
                  </a:lnTo>
                  <a:lnTo>
                    <a:pt x="2305621" y="98983"/>
                  </a:lnTo>
                  <a:lnTo>
                    <a:pt x="2372055" y="166458"/>
                  </a:lnTo>
                  <a:lnTo>
                    <a:pt x="2279459" y="133210"/>
                  </a:lnTo>
                  <a:lnTo>
                    <a:pt x="2324366" y="204851"/>
                  </a:lnTo>
                  <a:lnTo>
                    <a:pt x="2245995" y="188950"/>
                  </a:lnTo>
                  <a:lnTo>
                    <a:pt x="2324227" y="254342"/>
                  </a:lnTo>
                  <a:lnTo>
                    <a:pt x="2804464" y="622808"/>
                  </a:lnTo>
                  <a:lnTo>
                    <a:pt x="2859506" y="653491"/>
                  </a:lnTo>
                  <a:lnTo>
                    <a:pt x="2835275" y="587819"/>
                  </a:lnTo>
                  <a:lnTo>
                    <a:pt x="2896578" y="613918"/>
                  </a:lnTo>
                  <a:lnTo>
                    <a:pt x="2863113" y="523328"/>
                  </a:lnTo>
                  <a:lnTo>
                    <a:pt x="2947047" y="568528"/>
                  </a:lnTo>
                  <a:lnTo>
                    <a:pt x="2925178" y="515073"/>
                  </a:lnTo>
                  <a:lnTo>
                    <a:pt x="2983344" y="523684"/>
                  </a:lnTo>
                  <a:lnTo>
                    <a:pt x="2963976" y="467106"/>
                  </a:lnTo>
                  <a:lnTo>
                    <a:pt x="3027565" y="481965"/>
                  </a:lnTo>
                  <a:close/>
                </a:path>
              </a:pathLst>
            </a:custGeom>
            <a:solidFill>
              <a:srgbClr val="C70F2E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7" name="object 7"/>
          <p:cNvSpPr txBox="1"/>
          <p:nvPr/>
        </p:nvSpPr>
        <p:spPr>
          <a:xfrm rot="20820000">
            <a:off x="1562889" y="569932"/>
            <a:ext cx="2148066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42"/>
              </a:lnSpc>
            </a:pPr>
            <a:r>
              <a:rPr sz="3174" spc="-408" dirty="0">
                <a:latin typeface="Arial Narrow"/>
                <a:cs typeface="Arial Narrow"/>
              </a:rPr>
              <a:t>Anatomy</a:t>
            </a:r>
            <a:r>
              <a:rPr sz="3174" spc="-240" dirty="0">
                <a:latin typeface="Arial Narrow"/>
                <a:cs typeface="Arial Narrow"/>
              </a:rPr>
              <a:t> </a:t>
            </a:r>
            <a:r>
              <a:rPr sz="3174" spc="-230" dirty="0">
                <a:latin typeface="Arial Narrow"/>
                <a:cs typeface="Arial Narrow"/>
              </a:rPr>
              <a:t>of</a:t>
            </a:r>
            <a:r>
              <a:rPr sz="3174" spc="-240" dirty="0">
                <a:latin typeface="Arial Narrow"/>
                <a:cs typeface="Arial Narrow"/>
              </a:rPr>
              <a:t> </a:t>
            </a:r>
            <a:r>
              <a:rPr sz="3174" spc="-435" dirty="0">
                <a:latin typeface="Arial Narrow"/>
                <a:cs typeface="Arial Narrow"/>
              </a:rPr>
              <a:t>a</a:t>
            </a:r>
            <a:r>
              <a:rPr sz="3174" spc="-236" dirty="0">
                <a:latin typeface="Arial Narrow"/>
                <a:cs typeface="Arial Narrow"/>
              </a:rPr>
              <a:t> </a:t>
            </a:r>
            <a:r>
              <a:rPr sz="3174" spc="-481" dirty="0">
                <a:latin typeface="Arial Narrow"/>
                <a:cs typeface="Arial Narrow"/>
              </a:rPr>
              <a:t>Code:</a:t>
            </a:r>
            <a:endParaRPr sz="3174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 rot="20820000">
            <a:off x="2249293" y="948721"/>
            <a:ext cx="1016942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32"/>
              </a:lnSpc>
            </a:pPr>
            <a:r>
              <a:rPr sz="3174" spc="-394" dirty="0">
                <a:latin typeface="Arial Narrow"/>
                <a:cs typeface="Arial Narrow"/>
              </a:rPr>
              <a:t>Westlaw</a:t>
            </a:r>
            <a:endParaRPr sz="3174">
              <a:latin typeface="Arial Narrow"/>
              <a:cs typeface="Arial Narro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41874" y="3419824"/>
            <a:ext cx="1797706" cy="940312"/>
            <a:chOff x="214233" y="3771306"/>
            <a:chExt cx="1982470" cy="1036955"/>
          </a:xfrm>
        </p:grpSpPr>
        <p:sp>
          <p:nvSpPr>
            <p:cNvPr id="10" name="object 10"/>
            <p:cNvSpPr/>
            <p:nvPr/>
          </p:nvSpPr>
          <p:spPr>
            <a:xfrm>
              <a:off x="214233" y="3771306"/>
              <a:ext cx="1982470" cy="1036955"/>
            </a:xfrm>
            <a:custGeom>
              <a:avLst/>
              <a:gdLst/>
              <a:ahLst/>
              <a:cxnLst/>
              <a:rect l="l" t="t" r="r" b="b"/>
              <a:pathLst>
                <a:path w="1982470" h="1036954">
                  <a:moveTo>
                    <a:pt x="1823670" y="1036596"/>
                  </a:moveTo>
                  <a:lnTo>
                    <a:pt x="262375" y="1036596"/>
                  </a:lnTo>
                  <a:lnTo>
                    <a:pt x="219455" y="1030712"/>
                  </a:lnTo>
                  <a:lnTo>
                    <a:pt x="181012" y="1014129"/>
                  </a:lnTo>
                  <a:lnTo>
                    <a:pt x="148648" y="988451"/>
                  </a:lnTo>
                  <a:lnTo>
                    <a:pt x="123964" y="955282"/>
                  </a:lnTo>
                  <a:lnTo>
                    <a:pt x="83730" y="938975"/>
                  </a:lnTo>
                  <a:lnTo>
                    <a:pt x="49569" y="913177"/>
                  </a:lnTo>
                  <a:lnTo>
                    <a:pt x="23128" y="879536"/>
                  </a:lnTo>
                  <a:lnTo>
                    <a:pt x="6056" y="839698"/>
                  </a:lnTo>
                  <a:lnTo>
                    <a:pt x="0" y="795311"/>
                  </a:lnTo>
                  <a:lnTo>
                    <a:pt x="0" y="165172"/>
                  </a:lnTo>
                  <a:lnTo>
                    <a:pt x="5910" y="121313"/>
                  </a:lnTo>
                  <a:lnTo>
                    <a:pt x="22583" y="81871"/>
                  </a:lnTo>
                  <a:lnTo>
                    <a:pt x="48432" y="48432"/>
                  </a:lnTo>
                  <a:lnTo>
                    <a:pt x="81871" y="22583"/>
                  </a:lnTo>
                  <a:lnTo>
                    <a:pt x="121313" y="5910"/>
                  </a:lnTo>
                  <a:lnTo>
                    <a:pt x="165172" y="0"/>
                  </a:lnTo>
                  <a:lnTo>
                    <a:pt x="1726468" y="0"/>
                  </a:lnTo>
                  <a:lnTo>
                    <a:pt x="1775049" y="7289"/>
                  </a:lnTo>
                  <a:lnTo>
                    <a:pt x="1817929" y="27699"/>
                  </a:lnTo>
                  <a:lnTo>
                    <a:pt x="1852922" y="59037"/>
                  </a:lnTo>
                  <a:lnTo>
                    <a:pt x="1877839" y="99114"/>
                  </a:lnTo>
                  <a:lnTo>
                    <a:pt x="1919788" y="122089"/>
                  </a:lnTo>
                  <a:lnTo>
                    <a:pt x="1952775" y="156195"/>
                  </a:lnTo>
                  <a:lnTo>
                    <a:pt x="1974358" y="198989"/>
                  </a:lnTo>
                  <a:lnTo>
                    <a:pt x="1982095" y="248031"/>
                  </a:lnTo>
                  <a:lnTo>
                    <a:pt x="1982095" y="878171"/>
                  </a:lnTo>
                  <a:lnTo>
                    <a:pt x="1974019" y="928245"/>
                  </a:lnTo>
                  <a:lnTo>
                    <a:pt x="1951528" y="971735"/>
                  </a:lnTo>
                  <a:lnTo>
                    <a:pt x="1917234" y="1006029"/>
                  </a:lnTo>
                  <a:lnTo>
                    <a:pt x="1873745" y="1028519"/>
                  </a:lnTo>
                  <a:lnTo>
                    <a:pt x="1823670" y="10365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1" name="object 11"/>
            <p:cNvSpPr/>
            <p:nvPr/>
          </p:nvSpPr>
          <p:spPr>
            <a:xfrm>
              <a:off x="227730" y="3784804"/>
              <a:ext cx="1864995" cy="934085"/>
            </a:xfrm>
            <a:custGeom>
              <a:avLst/>
              <a:gdLst/>
              <a:ahLst/>
              <a:cxnLst/>
              <a:rect l="l" t="t" r="r" b="b"/>
              <a:pathLst>
                <a:path w="1864995" h="934085">
                  <a:moveTo>
                    <a:pt x="1712972" y="933491"/>
                  </a:moveTo>
                  <a:lnTo>
                    <a:pt x="151675" y="933491"/>
                  </a:lnTo>
                  <a:lnTo>
                    <a:pt x="103756" y="925753"/>
                  </a:lnTo>
                  <a:lnTo>
                    <a:pt x="62122" y="904210"/>
                  </a:lnTo>
                  <a:lnTo>
                    <a:pt x="29280" y="871369"/>
                  </a:lnTo>
                  <a:lnTo>
                    <a:pt x="7737" y="829735"/>
                  </a:lnTo>
                  <a:lnTo>
                    <a:pt x="0" y="781815"/>
                  </a:lnTo>
                  <a:lnTo>
                    <a:pt x="0" y="151673"/>
                  </a:lnTo>
                  <a:lnTo>
                    <a:pt x="7738" y="103754"/>
                  </a:lnTo>
                  <a:lnTo>
                    <a:pt x="29281" y="62121"/>
                  </a:lnTo>
                  <a:lnTo>
                    <a:pt x="62123" y="29280"/>
                  </a:lnTo>
                  <a:lnTo>
                    <a:pt x="103756" y="7737"/>
                  </a:lnTo>
                  <a:lnTo>
                    <a:pt x="151675" y="0"/>
                  </a:lnTo>
                  <a:lnTo>
                    <a:pt x="1712972" y="0"/>
                  </a:lnTo>
                  <a:lnTo>
                    <a:pt x="1760892" y="7737"/>
                  </a:lnTo>
                  <a:lnTo>
                    <a:pt x="1802526" y="29280"/>
                  </a:lnTo>
                  <a:lnTo>
                    <a:pt x="1835367" y="62122"/>
                  </a:lnTo>
                  <a:lnTo>
                    <a:pt x="1856910" y="103756"/>
                  </a:lnTo>
                  <a:lnTo>
                    <a:pt x="1864648" y="151675"/>
                  </a:lnTo>
                  <a:lnTo>
                    <a:pt x="1864648" y="781815"/>
                  </a:lnTo>
                  <a:lnTo>
                    <a:pt x="1856910" y="829735"/>
                  </a:lnTo>
                  <a:lnTo>
                    <a:pt x="1835367" y="871369"/>
                  </a:lnTo>
                  <a:lnTo>
                    <a:pt x="1802526" y="904210"/>
                  </a:lnTo>
                  <a:lnTo>
                    <a:pt x="1760892" y="925753"/>
                  </a:lnTo>
                  <a:lnTo>
                    <a:pt x="1712972" y="933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46797" y="3539620"/>
            <a:ext cx="1482733" cy="613712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>
              <a:lnSpc>
                <a:spcPts val="889"/>
              </a:lnSpc>
              <a:spcBef>
                <a:spcPts val="286"/>
              </a:spcBef>
            </a:pPr>
            <a:r>
              <a:rPr sz="907" b="1" spc="-23" dirty="0">
                <a:latin typeface="Times New Roman"/>
                <a:cs typeface="Times New Roman"/>
              </a:rPr>
              <a:t>T</a:t>
            </a:r>
            <a:r>
              <a:rPr sz="907" spc="-23" dirty="0">
                <a:latin typeface="Times New Roman"/>
                <a:cs typeface="Times New Roman"/>
              </a:rPr>
              <a:t>he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b="1" spc="-9" dirty="0">
                <a:latin typeface="Times New Roman"/>
                <a:cs typeface="Times New Roman"/>
              </a:rPr>
              <a:t>Statutory</a:t>
            </a:r>
            <a:r>
              <a:rPr sz="907" b="1" spc="-23" dirty="0">
                <a:latin typeface="Times New Roman"/>
                <a:cs typeface="Times New Roman"/>
              </a:rPr>
              <a:t> History</a:t>
            </a:r>
            <a:r>
              <a:rPr sz="907" b="1" spc="-32" dirty="0">
                <a:latin typeface="Times New Roman"/>
                <a:cs typeface="Times New Roman"/>
              </a:rPr>
              <a:t> </a:t>
            </a:r>
            <a:r>
              <a:rPr sz="907" spc="-32" dirty="0">
                <a:latin typeface="Times New Roman"/>
                <a:cs typeface="Times New Roman"/>
              </a:rPr>
              <a:t>Line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lets </a:t>
            </a:r>
            <a:r>
              <a:rPr sz="907" spc="-9" dirty="0">
                <a:latin typeface="Times New Roman"/>
                <a:cs typeface="Times New Roman"/>
              </a:rPr>
              <a:t>researchers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know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when</a:t>
            </a:r>
            <a:r>
              <a:rPr sz="907" spc="-18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the </a:t>
            </a:r>
            <a:r>
              <a:rPr sz="907" dirty="0">
                <a:latin typeface="Times New Roman"/>
                <a:cs typeface="Times New Roman"/>
              </a:rPr>
              <a:t>statute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was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originally</a:t>
            </a:r>
            <a:r>
              <a:rPr sz="907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enacted </a:t>
            </a:r>
            <a:r>
              <a:rPr sz="907" dirty="0">
                <a:latin typeface="Times New Roman"/>
                <a:cs typeface="Times New Roman"/>
              </a:rPr>
              <a:t>and</a:t>
            </a:r>
            <a:r>
              <a:rPr sz="907" spc="-9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whether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it’s</a:t>
            </a:r>
            <a:r>
              <a:rPr sz="907" spc="-9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ever</a:t>
            </a:r>
            <a:r>
              <a:rPr sz="907" spc="-9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been </a:t>
            </a:r>
            <a:r>
              <a:rPr sz="907" spc="-9" dirty="0">
                <a:latin typeface="Times New Roman"/>
                <a:cs typeface="Times New Roman"/>
              </a:rPr>
              <a:t>amended.</a:t>
            </a:r>
            <a:endParaRPr sz="907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42908" y="3834805"/>
            <a:ext cx="7528253" cy="2022275"/>
            <a:chOff x="1428429" y="4228938"/>
            <a:chExt cx="8301990" cy="2230120"/>
          </a:xfrm>
        </p:grpSpPr>
        <p:sp>
          <p:nvSpPr>
            <p:cNvPr id="14" name="object 14"/>
            <p:cNvSpPr/>
            <p:nvPr/>
          </p:nvSpPr>
          <p:spPr>
            <a:xfrm>
              <a:off x="2479127" y="4247995"/>
              <a:ext cx="7232015" cy="2192020"/>
            </a:xfrm>
            <a:custGeom>
              <a:avLst/>
              <a:gdLst/>
              <a:ahLst/>
              <a:cxnLst/>
              <a:rect l="l" t="t" r="r" b="b"/>
              <a:pathLst>
                <a:path w="7232015" h="2192020">
                  <a:moveTo>
                    <a:pt x="0" y="2191576"/>
                  </a:moveTo>
                  <a:lnTo>
                    <a:pt x="0" y="0"/>
                  </a:lnTo>
                  <a:lnTo>
                    <a:pt x="7232004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5" name="object 15"/>
            <p:cNvSpPr/>
            <p:nvPr/>
          </p:nvSpPr>
          <p:spPr>
            <a:xfrm>
              <a:off x="1516306" y="4629723"/>
              <a:ext cx="962660" cy="716280"/>
            </a:xfrm>
            <a:custGeom>
              <a:avLst/>
              <a:gdLst/>
              <a:ahLst/>
              <a:cxnLst/>
              <a:rect l="l" t="t" r="r" b="b"/>
              <a:pathLst>
                <a:path w="962660" h="716279">
                  <a:moveTo>
                    <a:pt x="962570" y="715675"/>
                  </a:moveTo>
                  <a:lnTo>
                    <a:pt x="0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8429" y="4559101"/>
              <a:ext cx="133399" cy="1298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95870" y="2784317"/>
            <a:ext cx="1827647" cy="955859"/>
            <a:chOff x="53223" y="3070483"/>
            <a:chExt cx="2015489" cy="1054100"/>
          </a:xfrm>
        </p:grpSpPr>
        <p:sp>
          <p:nvSpPr>
            <p:cNvPr id="3" name="object 3"/>
            <p:cNvSpPr/>
            <p:nvPr/>
          </p:nvSpPr>
          <p:spPr>
            <a:xfrm>
              <a:off x="53223" y="3070483"/>
              <a:ext cx="2015489" cy="1054100"/>
            </a:xfrm>
            <a:custGeom>
              <a:avLst/>
              <a:gdLst/>
              <a:ahLst/>
              <a:cxnLst/>
              <a:rect l="l" t="t" r="r" b="b"/>
              <a:pathLst>
                <a:path w="2015489" h="1054100">
                  <a:moveTo>
                    <a:pt x="1854218" y="1053959"/>
                  </a:moveTo>
                  <a:lnTo>
                    <a:pt x="266770" y="1053959"/>
                  </a:lnTo>
                  <a:lnTo>
                    <a:pt x="223131" y="1047977"/>
                  </a:lnTo>
                  <a:lnTo>
                    <a:pt x="184044" y="1031116"/>
                  </a:lnTo>
                  <a:lnTo>
                    <a:pt x="151138" y="1005008"/>
                  </a:lnTo>
                  <a:lnTo>
                    <a:pt x="126040" y="971284"/>
                  </a:lnTo>
                  <a:lnTo>
                    <a:pt x="85132" y="954704"/>
                  </a:lnTo>
                  <a:lnTo>
                    <a:pt x="50399" y="928474"/>
                  </a:lnTo>
                  <a:lnTo>
                    <a:pt x="23516" y="894269"/>
                  </a:lnTo>
                  <a:lnTo>
                    <a:pt x="6158" y="853764"/>
                  </a:lnTo>
                  <a:lnTo>
                    <a:pt x="0" y="808633"/>
                  </a:lnTo>
                  <a:lnTo>
                    <a:pt x="0" y="167938"/>
                  </a:lnTo>
                  <a:lnTo>
                    <a:pt x="6009" y="123345"/>
                  </a:lnTo>
                  <a:lnTo>
                    <a:pt x="22961" y="83243"/>
                  </a:lnTo>
                  <a:lnTo>
                    <a:pt x="49244" y="49244"/>
                  </a:lnTo>
                  <a:lnTo>
                    <a:pt x="83243" y="22961"/>
                  </a:lnTo>
                  <a:lnTo>
                    <a:pt x="123345" y="6009"/>
                  </a:lnTo>
                  <a:lnTo>
                    <a:pt x="167938" y="0"/>
                  </a:lnTo>
                  <a:lnTo>
                    <a:pt x="1755387" y="0"/>
                  </a:lnTo>
                  <a:lnTo>
                    <a:pt x="1804782" y="7412"/>
                  </a:lnTo>
                  <a:lnTo>
                    <a:pt x="1848380" y="28163"/>
                  </a:lnTo>
                  <a:lnTo>
                    <a:pt x="1883959" y="60026"/>
                  </a:lnTo>
                  <a:lnTo>
                    <a:pt x="1909294" y="100774"/>
                  </a:lnTo>
                  <a:lnTo>
                    <a:pt x="1951945" y="124134"/>
                  </a:lnTo>
                  <a:lnTo>
                    <a:pt x="1985485" y="158811"/>
                  </a:lnTo>
                  <a:lnTo>
                    <a:pt x="2007429" y="202322"/>
                  </a:lnTo>
                  <a:lnTo>
                    <a:pt x="2015296" y="252186"/>
                  </a:lnTo>
                  <a:lnTo>
                    <a:pt x="2015296" y="892881"/>
                  </a:lnTo>
                  <a:lnTo>
                    <a:pt x="2009542" y="935702"/>
                  </a:lnTo>
                  <a:lnTo>
                    <a:pt x="1993304" y="974180"/>
                  </a:lnTo>
                  <a:lnTo>
                    <a:pt x="1968117" y="1006781"/>
                  </a:lnTo>
                  <a:lnTo>
                    <a:pt x="1935517" y="1031967"/>
                  </a:lnTo>
                  <a:lnTo>
                    <a:pt x="1897039" y="1048206"/>
                  </a:lnTo>
                  <a:lnTo>
                    <a:pt x="1854218" y="1053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" name="object 4"/>
            <p:cNvSpPr/>
            <p:nvPr/>
          </p:nvSpPr>
          <p:spPr>
            <a:xfrm>
              <a:off x="66945" y="3084207"/>
              <a:ext cx="1896110" cy="949325"/>
            </a:xfrm>
            <a:custGeom>
              <a:avLst/>
              <a:gdLst/>
              <a:ahLst/>
              <a:cxnLst/>
              <a:rect l="l" t="t" r="r" b="b"/>
              <a:pathLst>
                <a:path w="1896110" h="949325">
                  <a:moveTo>
                    <a:pt x="1741665" y="949128"/>
                  </a:moveTo>
                  <a:lnTo>
                    <a:pt x="154216" y="949128"/>
                  </a:lnTo>
                  <a:lnTo>
                    <a:pt x="105494" y="941260"/>
                  </a:lnTo>
                  <a:lnTo>
                    <a:pt x="63163" y="919356"/>
                  </a:lnTo>
                  <a:lnTo>
                    <a:pt x="29771" y="885965"/>
                  </a:lnTo>
                  <a:lnTo>
                    <a:pt x="7867" y="843633"/>
                  </a:lnTo>
                  <a:lnTo>
                    <a:pt x="0" y="794911"/>
                  </a:lnTo>
                  <a:lnTo>
                    <a:pt x="0" y="154214"/>
                  </a:lnTo>
                  <a:lnTo>
                    <a:pt x="7868" y="105492"/>
                  </a:lnTo>
                  <a:lnTo>
                    <a:pt x="29772" y="63161"/>
                  </a:lnTo>
                  <a:lnTo>
                    <a:pt x="63163" y="29770"/>
                  </a:lnTo>
                  <a:lnTo>
                    <a:pt x="105494" y="7867"/>
                  </a:lnTo>
                  <a:lnTo>
                    <a:pt x="154216" y="0"/>
                  </a:lnTo>
                  <a:lnTo>
                    <a:pt x="1741665" y="0"/>
                  </a:lnTo>
                  <a:lnTo>
                    <a:pt x="1790388" y="7867"/>
                  </a:lnTo>
                  <a:lnTo>
                    <a:pt x="1832719" y="29771"/>
                  </a:lnTo>
                  <a:lnTo>
                    <a:pt x="1866111" y="63163"/>
                  </a:lnTo>
                  <a:lnTo>
                    <a:pt x="1888014" y="105494"/>
                  </a:lnTo>
                  <a:lnTo>
                    <a:pt x="1895882" y="154216"/>
                  </a:lnTo>
                  <a:lnTo>
                    <a:pt x="1895882" y="794911"/>
                  </a:lnTo>
                  <a:lnTo>
                    <a:pt x="1888014" y="843633"/>
                  </a:lnTo>
                  <a:lnTo>
                    <a:pt x="1866111" y="885965"/>
                  </a:lnTo>
                  <a:lnTo>
                    <a:pt x="1832719" y="919356"/>
                  </a:lnTo>
                  <a:lnTo>
                    <a:pt x="1790388" y="941260"/>
                  </a:lnTo>
                  <a:lnTo>
                    <a:pt x="1741665" y="9491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310574" y="637691"/>
            <a:ext cx="1797706" cy="940312"/>
            <a:chOff x="3377772" y="703231"/>
            <a:chExt cx="1982470" cy="1036955"/>
          </a:xfrm>
        </p:grpSpPr>
        <p:sp>
          <p:nvSpPr>
            <p:cNvPr id="6" name="object 6"/>
            <p:cNvSpPr/>
            <p:nvPr/>
          </p:nvSpPr>
          <p:spPr>
            <a:xfrm>
              <a:off x="3377772" y="703231"/>
              <a:ext cx="1982470" cy="1036955"/>
            </a:xfrm>
            <a:custGeom>
              <a:avLst/>
              <a:gdLst/>
              <a:ahLst/>
              <a:cxnLst/>
              <a:rect l="l" t="t" r="r" b="b"/>
              <a:pathLst>
                <a:path w="1982470" h="1036955">
                  <a:moveTo>
                    <a:pt x="1823670" y="1036596"/>
                  </a:moveTo>
                  <a:lnTo>
                    <a:pt x="262375" y="1036596"/>
                  </a:lnTo>
                  <a:lnTo>
                    <a:pt x="219455" y="1030712"/>
                  </a:lnTo>
                  <a:lnTo>
                    <a:pt x="181012" y="1014129"/>
                  </a:lnTo>
                  <a:lnTo>
                    <a:pt x="148648" y="988451"/>
                  </a:lnTo>
                  <a:lnTo>
                    <a:pt x="123964" y="955282"/>
                  </a:lnTo>
                  <a:lnTo>
                    <a:pt x="83730" y="938975"/>
                  </a:lnTo>
                  <a:lnTo>
                    <a:pt x="49569" y="913177"/>
                  </a:lnTo>
                  <a:lnTo>
                    <a:pt x="23128" y="879536"/>
                  </a:lnTo>
                  <a:lnTo>
                    <a:pt x="6056" y="839698"/>
                  </a:lnTo>
                  <a:lnTo>
                    <a:pt x="0" y="795311"/>
                  </a:lnTo>
                  <a:lnTo>
                    <a:pt x="0" y="165172"/>
                  </a:lnTo>
                  <a:lnTo>
                    <a:pt x="5910" y="121313"/>
                  </a:lnTo>
                  <a:lnTo>
                    <a:pt x="22583" y="81871"/>
                  </a:lnTo>
                  <a:lnTo>
                    <a:pt x="48432" y="48432"/>
                  </a:lnTo>
                  <a:lnTo>
                    <a:pt x="81871" y="22583"/>
                  </a:lnTo>
                  <a:lnTo>
                    <a:pt x="121313" y="5910"/>
                  </a:lnTo>
                  <a:lnTo>
                    <a:pt x="165172" y="0"/>
                  </a:lnTo>
                  <a:lnTo>
                    <a:pt x="1726468" y="0"/>
                  </a:lnTo>
                  <a:lnTo>
                    <a:pt x="1775049" y="7289"/>
                  </a:lnTo>
                  <a:lnTo>
                    <a:pt x="1817929" y="27699"/>
                  </a:lnTo>
                  <a:lnTo>
                    <a:pt x="1852922" y="59037"/>
                  </a:lnTo>
                  <a:lnTo>
                    <a:pt x="1877839" y="99114"/>
                  </a:lnTo>
                  <a:lnTo>
                    <a:pt x="1919788" y="122089"/>
                  </a:lnTo>
                  <a:lnTo>
                    <a:pt x="1952775" y="156195"/>
                  </a:lnTo>
                  <a:lnTo>
                    <a:pt x="1974358" y="198989"/>
                  </a:lnTo>
                  <a:lnTo>
                    <a:pt x="1982095" y="248031"/>
                  </a:lnTo>
                  <a:lnTo>
                    <a:pt x="1982095" y="878171"/>
                  </a:lnTo>
                  <a:lnTo>
                    <a:pt x="1974019" y="928245"/>
                  </a:lnTo>
                  <a:lnTo>
                    <a:pt x="1951528" y="971735"/>
                  </a:lnTo>
                  <a:lnTo>
                    <a:pt x="1917234" y="1006029"/>
                  </a:lnTo>
                  <a:lnTo>
                    <a:pt x="1873745" y="1028519"/>
                  </a:lnTo>
                  <a:lnTo>
                    <a:pt x="1823670" y="10365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7" name="object 7"/>
            <p:cNvSpPr/>
            <p:nvPr/>
          </p:nvSpPr>
          <p:spPr>
            <a:xfrm>
              <a:off x="3391268" y="716729"/>
              <a:ext cx="1864995" cy="934085"/>
            </a:xfrm>
            <a:custGeom>
              <a:avLst/>
              <a:gdLst/>
              <a:ahLst/>
              <a:cxnLst/>
              <a:rect l="l" t="t" r="r" b="b"/>
              <a:pathLst>
                <a:path w="1864995" h="934085">
                  <a:moveTo>
                    <a:pt x="1712972" y="933491"/>
                  </a:moveTo>
                  <a:lnTo>
                    <a:pt x="151675" y="933491"/>
                  </a:lnTo>
                  <a:lnTo>
                    <a:pt x="103756" y="925753"/>
                  </a:lnTo>
                  <a:lnTo>
                    <a:pt x="62122" y="904210"/>
                  </a:lnTo>
                  <a:lnTo>
                    <a:pt x="29280" y="871369"/>
                  </a:lnTo>
                  <a:lnTo>
                    <a:pt x="7737" y="829735"/>
                  </a:lnTo>
                  <a:lnTo>
                    <a:pt x="0" y="781815"/>
                  </a:lnTo>
                  <a:lnTo>
                    <a:pt x="0" y="151673"/>
                  </a:lnTo>
                  <a:lnTo>
                    <a:pt x="7738" y="103754"/>
                  </a:lnTo>
                  <a:lnTo>
                    <a:pt x="29281" y="62121"/>
                  </a:lnTo>
                  <a:lnTo>
                    <a:pt x="62123" y="29280"/>
                  </a:lnTo>
                  <a:lnTo>
                    <a:pt x="103756" y="7737"/>
                  </a:lnTo>
                  <a:lnTo>
                    <a:pt x="151675" y="0"/>
                  </a:lnTo>
                  <a:lnTo>
                    <a:pt x="1712972" y="0"/>
                  </a:lnTo>
                  <a:lnTo>
                    <a:pt x="1760892" y="7737"/>
                  </a:lnTo>
                  <a:lnTo>
                    <a:pt x="1802526" y="29280"/>
                  </a:lnTo>
                  <a:lnTo>
                    <a:pt x="1835367" y="62122"/>
                  </a:lnTo>
                  <a:lnTo>
                    <a:pt x="1856910" y="103756"/>
                  </a:lnTo>
                  <a:lnTo>
                    <a:pt x="1864648" y="151675"/>
                  </a:lnTo>
                  <a:lnTo>
                    <a:pt x="1864648" y="781815"/>
                  </a:lnTo>
                  <a:lnTo>
                    <a:pt x="1856910" y="829735"/>
                  </a:lnTo>
                  <a:lnTo>
                    <a:pt x="1835367" y="871369"/>
                  </a:lnTo>
                  <a:lnTo>
                    <a:pt x="1802526" y="904210"/>
                  </a:lnTo>
                  <a:lnTo>
                    <a:pt x="1760892" y="925753"/>
                  </a:lnTo>
                  <a:lnTo>
                    <a:pt x="1712972" y="933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583691" y="513511"/>
            <a:ext cx="1893867" cy="990408"/>
            <a:chOff x="8090071" y="566288"/>
            <a:chExt cx="2088514" cy="1092200"/>
          </a:xfrm>
        </p:grpSpPr>
        <p:sp>
          <p:nvSpPr>
            <p:cNvPr id="9" name="object 9"/>
            <p:cNvSpPr/>
            <p:nvPr/>
          </p:nvSpPr>
          <p:spPr>
            <a:xfrm>
              <a:off x="8090071" y="566288"/>
              <a:ext cx="2088514" cy="1092200"/>
            </a:xfrm>
            <a:custGeom>
              <a:avLst/>
              <a:gdLst/>
              <a:ahLst/>
              <a:cxnLst/>
              <a:rect l="l" t="t" r="r" b="b"/>
              <a:pathLst>
                <a:path w="2088515" h="1092200">
                  <a:moveTo>
                    <a:pt x="1921340" y="1092113"/>
                  </a:moveTo>
                  <a:lnTo>
                    <a:pt x="276427" y="1092113"/>
                  </a:lnTo>
                  <a:lnTo>
                    <a:pt x="231208" y="1085913"/>
                  </a:lnTo>
                  <a:lnTo>
                    <a:pt x="190707" y="1068442"/>
                  </a:lnTo>
                  <a:lnTo>
                    <a:pt x="156609" y="1041389"/>
                  </a:lnTo>
                  <a:lnTo>
                    <a:pt x="130603" y="1006444"/>
                  </a:lnTo>
                  <a:lnTo>
                    <a:pt x="88214" y="989264"/>
                  </a:lnTo>
                  <a:lnTo>
                    <a:pt x="52223" y="962084"/>
                  </a:lnTo>
                  <a:lnTo>
                    <a:pt x="24367" y="926641"/>
                  </a:lnTo>
                  <a:lnTo>
                    <a:pt x="6381" y="884670"/>
                  </a:lnTo>
                  <a:lnTo>
                    <a:pt x="0" y="837906"/>
                  </a:lnTo>
                  <a:lnTo>
                    <a:pt x="0" y="174018"/>
                  </a:lnTo>
                  <a:lnTo>
                    <a:pt x="6226" y="127810"/>
                  </a:lnTo>
                  <a:lnTo>
                    <a:pt x="23792" y="86256"/>
                  </a:lnTo>
                  <a:lnTo>
                    <a:pt x="51026" y="51026"/>
                  </a:lnTo>
                  <a:lnTo>
                    <a:pt x="86256" y="23792"/>
                  </a:lnTo>
                  <a:lnTo>
                    <a:pt x="127810" y="6226"/>
                  </a:lnTo>
                  <a:lnTo>
                    <a:pt x="174018" y="0"/>
                  </a:lnTo>
                  <a:lnTo>
                    <a:pt x="1818932" y="0"/>
                  </a:lnTo>
                  <a:lnTo>
                    <a:pt x="1870114" y="7680"/>
                  </a:lnTo>
                  <a:lnTo>
                    <a:pt x="1915291" y="29183"/>
                  </a:lnTo>
                  <a:lnTo>
                    <a:pt x="1952158" y="62199"/>
                  </a:lnTo>
                  <a:lnTo>
                    <a:pt x="1978410" y="104422"/>
                  </a:lnTo>
                  <a:lnTo>
                    <a:pt x="2022605" y="128628"/>
                  </a:lnTo>
                  <a:lnTo>
                    <a:pt x="2057359" y="164560"/>
                  </a:lnTo>
                  <a:lnTo>
                    <a:pt x="2080098" y="209646"/>
                  </a:lnTo>
                  <a:lnTo>
                    <a:pt x="2088249" y="261315"/>
                  </a:lnTo>
                  <a:lnTo>
                    <a:pt x="2088249" y="925203"/>
                  </a:lnTo>
                  <a:lnTo>
                    <a:pt x="2082287" y="969574"/>
                  </a:lnTo>
                  <a:lnTo>
                    <a:pt x="2065461" y="1009445"/>
                  </a:lnTo>
                  <a:lnTo>
                    <a:pt x="2039363" y="1043226"/>
                  </a:lnTo>
                  <a:lnTo>
                    <a:pt x="2005582" y="1069324"/>
                  </a:lnTo>
                  <a:lnTo>
                    <a:pt x="1965711" y="1086150"/>
                  </a:lnTo>
                  <a:lnTo>
                    <a:pt x="1921340" y="10921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0" name="object 10"/>
            <p:cNvSpPr/>
            <p:nvPr/>
          </p:nvSpPr>
          <p:spPr>
            <a:xfrm>
              <a:off x="8104290" y="580509"/>
              <a:ext cx="1964689" cy="983615"/>
            </a:xfrm>
            <a:custGeom>
              <a:avLst/>
              <a:gdLst/>
              <a:ahLst/>
              <a:cxnLst/>
              <a:rect l="l" t="t" r="r" b="b"/>
              <a:pathLst>
                <a:path w="1964690" h="983615">
                  <a:moveTo>
                    <a:pt x="1804713" y="983486"/>
                  </a:moveTo>
                  <a:lnTo>
                    <a:pt x="159799" y="983486"/>
                  </a:lnTo>
                  <a:lnTo>
                    <a:pt x="109313" y="975334"/>
                  </a:lnTo>
                  <a:lnTo>
                    <a:pt x="65449" y="952637"/>
                  </a:lnTo>
                  <a:lnTo>
                    <a:pt x="30849" y="918036"/>
                  </a:lnTo>
                  <a:lnTo>
                    <a:pt x="8152" y="874173"/>
                  </a:lnTo>
                  <a:lnTo>
                    <a:pt x="0" y="823687"/>
                  </a:lnTo>
                  <a:lnTo>
                    <a:pt x="0" y="159797"/>
                  </a:lnTo>
                  <a:lnTo>
                    <a:pt x="8153" y="109311"/>
                  </a:lnTo>
                  <a:lnTo>
                    <a:pt x="30850" y="65448"/>
                  </a:lnTo>
                  <a:lnTo>
                    <a:pt x="65450" y="30848"/>
                  </a:lnTo>
                  <a:lnTo>
                    <a:pt x="109313" y="8152"/>
                  </a:lnTo>
                  <a:lnTo>
                    <a:pt x="159799" y="0"/>
                  </a:lnTo>
                  <a:lnTo>
                    <a:pt x="1804713" y="0"/>
                  </a:lnTo>
                  <a:lnTo>
                    <a:pt x="1855199" y="8152"/>
                  </a:lnTo>
                  <a:lnTo>
                    <a:pt x="1899063" y="30849"/>
                  </a:lnTo>
                  <a:lnTo>
                    <a:pt x="1933663" y="65449"/>
                  </a:lnTo>
                  <a:lnTo>
                    <a:pt x="1956360" y="109313"/>
                  </a:lnTo>
                  <a:lnTo>
                    <a:pt x="1964512" y="159799"/>
                  </a:lnTo>
                  <a:lnTo>
                    <a:pt x="1964512" y="823687"/>
                  </a:lnTo>
                  <a:lnTo>
                    <a:pt x="1956360" y="874173"/>
                  </a:lnTo>
                  <a:lnTo>
                    <a:pt x="1933663" y="918036"/>
                  </a:lnTo>
                  <a:lnTo>
                    <a:pt x="1899063" y="952637"/>
                  </a:lnTo>
                  <a:lnTo>
                    <a:pt x="1855199" y="975334"/>
                  </a:lnTo>
                  <a:lnTo>
                    <a:pt x="1804713" y="9834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344978" y="2161482"/>
            <a:ext cx="7544952" cy="4396951"/>
            <a:chOff x="2312934" y="2383634"/>
            <a:chExt cx="8320405" cy="484886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893" y="2404592"/>
              <a:ext cx="8277927" cy="480668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22463" y="2393162"/>
              <a:ext cx="8301355" cy="4829810"/>
            </a:xfrm>
            <a:custGeom>
              <a:avLst/>
              <a:gdLst/>
              <a:ahLst/>
              <a:cxnLst/>
              <a:rect l="l" t="t" r="r" b="b"/>
              <a:pathLst>
                <a:path w="8301355" h="4829809">
                  <a:moveTo>
                    <a:pt x="0" y="0"/>
                  </a:moveTo>
                  <a:lnTo>
                    <a:pt x="0" y="4829506"/>
                  </a:lnTo>
                  <a:lnTo>
                    <a:pt x="8300742" y="4829506"/>
                  </a:lnTo>
                  <a:lnTo>
                    <a:pt x="8300742" y="0"/>
                  </a:lnTo>
                  <a:lnTo>
                    <a:pt x="0" y="0"/>
                  </a:lnTo>
                </a:path>
              </a:pathLst>
            </a:custGeom>
            <a:ln w="19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302619" y="5323186"/>
            <a:ext cx="1843195" cy="963920"/>
            <a:chOff x="60665" y="5870291"/>
            <a:chExt cx="2032635" cy="1062990"/>
          </a:xfrm>
        </p:grpSpPr>
        <p:sp>
          <p:nvSpPr>
            <p:cNvPr id="15" name="object 15"/>
            <p:cNvSpPr/>
            <p:nvPr/>
          </p:nvSpPr>
          <p:spPr>
            <a:xfrm>
              <a:off x="60665" y="5870291"/>
              <a:ext cx="2032635" cy="1062990"/>
            </a:xfrm>
            <a:custGeom>
              <a:avLst/>
              <a:gdLst/>
              <a:ahLst/>
              <a:cxnLst/>
              <a:rect l="l" t="t" r="r" b="b"/>
              <a:pathLst>
                <a:path w="2032635" h="1062990">
                  <a:moveTo>
                    <a:pt x="1869697" y="1062758"/>
                  </a:moveTo>
                  <a:lnTo>
                    <a:pt x="268997" y="1062758"/>
                  </a:lnTo>
                  <a:lnTo>
                    <a:pt x="224994" y="1056725"/>
                  </a:lnTo>
                  <a:lnTo>
                    <a:pt x="185581" y="1039724"/>
                  </a:lnTo>
                  <a:lnTo>
                    <a:pt x="152400" y="1013398"/>
                  </a:lnTo>
                  <a:lnTo>
                    <a:pt x="127092" y="979392"/>
                  </a:lnTo>
                  <a:lnTo>
                    <a:pt x="85843" y="962674"/>
                  </a:lnTo>
                  <a:lnTo>
                    <a:pt x="50820" y="936225"/>
                  </a:lnTo>
                  <a:lnTo>
                    <a:pt x="23712" y="901734"/>
                  </a:lnTo>
                  <a:lnTo>
                    <a:pt x="6209" y="860891"/>
                  </a:lnTo>
                  <a:lnTo>
                    <a:pt x="0" y="815384"/>
                  </a:lnTo>
                  <a:lnTo>
                    <a:pt x="0" y="169340"/>
                  </a:lnTo>
                  <a:lnTo>
                    <a:pt x="6059" y="124375"/>
                  </a:lnTo>
                  <a:lnTo>
                    <a:pt x="23153" y="83938"/>
                  </a:lnTo>
                  <a:lnTo>
                    <a:pt x="49655" y="49655"/>
                  </a:lnTo>
                  <a:lnTo>
                    <a:pt x="83938" y="23153"/>
                  </a:lnTo>
                  <a:lnTo>
                    <a:pt x="124375" y="6059"/>
                  </a:lnTo>
                  <a:lnTo>
                    <a:pt x="169340" y="0"/>
                  </a:lnTo>
                  <a:lnTo>
                    <a:pt x="1770041" y="0"/>
                  </a:lnTo>
                  <a:lnTo>
                    <a:pt x="1819848" y="7473"/>
                  </a:lnTo>
                  <a:lnTo>
                    <a:pt x="1863811" y="28398"/>
                  </a:lnTo>
                  <a:lnTo>
                    <a:pt x="1899687" y="60528"/>
                  </a:lnTo>
                  <a:lnTo>
                    <a:pt x="1925232" y="101616"/>
                  </a:lnTo>
                  <a:lnTo>
                    <a:pt x="1968240" y="125171"/>
                  </a:lnTo>
                  <a:lnTo>
                    <a:pt x="2002059" y="160137"/>
                  </a:lnTo>
                  <a:lnTo>
                    <a:pt x="2024187" y="204011"/>
                  </a:lnTo>
                  <a:lnTo>
                    <a:pt x="2032120" y="254291"/>
                  </a:lnTo>
                  <a:lnTo>
                    <a:pt x="2032120" y="900334"/>
                  </a:lnTo>
                  <a:lnTo>
                    <a:pt x="2026318" y="943513"/>
                  </a:lnTo>
                  <a:lnTo>
                    <a:pt x="2009944" y="982313"/>
                  </a:lnTo>
                  <a:lnTo>
                    <a:pt x="1984547" y="1015185"/>
                  </a:lnTo>
                  <a:lnTo>
                    <a:pt x="1951675" y="1040582"/>
                  </a:lnTo>
                  <a:lnTo>
                    <a:pt x="1912875" y="1056956"/>
                  </a:lnTo>
                  <a:lnTo>
                    <a:pt x="1869697" y="10627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6" name="object 16"/>
            <p:cNvSpPr/>
            <p:nvPr/>
          </p:nvSpPr>
          <p:spPr>
            <a:xfrm>
              <a:off x="74502" y="5884130"/>
              <a:ext cx="1911985" cy="957580"/>
            </a:xfrm>
            <a:custGeom>
              <a:avLst/>
              <a:gdLst/>
              <a:ahLst/>
              <a:cxnLst/>
              <a:rect l="l" t="t" r="r" b="b"/>
              <a:pathLst>
                <a:path w="1911985" h="957579">
                  <a:moveTo>
                    <a:pt x="1756205" y="957051"/>
                  </a:moveTo>
                  <a:lnTo>
                    <a:pt x="155503" y="957051"/>
                  </a:lnTo>
                  <a:lnTo>
                    <a:pt x="106374" y="949118"/>
                  </a:lnTo>
                  <a:lnTo>
                    <a:pt x="63690" y="927031"/>
                  </a:lnTo>
                  <a:lnTo>
                    <a:pt x="30019" y="893361"/>
                  </a:lnTo>
                  <a:lnTo>
                    <a:pt x="7933" y="850676"/>
                  </a:lnTo>
                  <a:lnTo>
                    <a:pt x="0" y="801547"/>
                  </a:lnTo>
                  <a:lnTo>
                    <a:pt x="0" y="155501"/>
                  </a:lnTo>
                  <a:lnTo>
                    <a:pt x="7934" y="106373"/>
                  </a:lnTo>
                  <a:lnTo>
                    <a:pt x="30020" y="63689"/>
                  </a:lnTo>
                  <a:lnTo>
                    <a:pt x="63690" y="30019"/>
                  </a:lnTo>
                  <a:lnTo>
                    <a:pt x="106375" y="7933"/>
                  </a:lnTo>
                  <a:lnTo>
                    <a:pt x="155503" y="0"/>
                  </a:lnTo>
                  <a:lnTo>
                    <a:pt x="1756205" y="0"/>
                  </a:lnTo>
                  <a:lnTo>
                    <a:pt x="1805334" y="7933"/>
                  </a:lnTo>
                  <a:lnTo>
                    <a:pt x="1848018" y="30019"/>
                  </a:lnTo>
                  <a:lnTo>
                    <a:pt x="1881689" y="63690"/>
                  </a:lnTo>
                  <a:lnTo>
                    <a:pt x="1903775" y="106374"/>
                  </a:lnTo>
                  <a:lnTo>
                    <a:pt x="1911709" y="155503"/>
                  </a:lnTo>
                  <a:lnTo>
                    <a:pt x="1911709" y="801547"/>
                  </a:lnTo>
                  <a:lnTo>
                    <a:pt x="1903775" y="850676"/>
                  </a:lnTo>
                  <a:lnTo>
                    <a:pt x="1881689" y="893361"/>
                  </a:lnTo>
                  <a:lnTo>
                    <a:pt x="1848018" y="927031"/>
                  </a:lnTo>
                  <a:lnTo>
                    <a:pt x="1805334" y="949118"/>
                  </a:lnTo>
                  <a:lnTo>
                    <a:pt x="1756205" y="95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577069" y="563953"/>
            <a:ext cx="1797706" cy="940312"/>
            <a:chOff x="5877212" y="621914"/>
            <a:chExt cx="1982470" cy="1036955"/>
          </a:xfrm>
        </p:grpSpPr>
        <p:sp>
          <p:nvSpPr>
            <p:cNvPr id="18" name="object 18"/>
            <p:cNvSpPr/>
            <p:nvPr/>
          </p:nvSpPr>
          <p:spPr>
            <a:xfrm>
              <a:off x="5877212" y="621914"/>
              <a:ext cx="1982470" cy="1036955"/>
            </a:xfrm>
            <a:custGeom>
              <a:avLst/>
              <a:gdLst/>
              <a:ahLst/>
              <a:cxnLst/>
              <a:rect l="l" t="t" r="r" b="b"/>
              <a:pathLst>
                <a:path w="1982470" h="1036955">
                  <a:moveTo>
                    <a:pt x="1823670" y="1036596"/>
                  </a:moveTo>
                  <a:lnTo>
                    <a:pt x="262375" y="1036596"/>
                  </a:lnTo>
                  <a:lnTo>
                    <a:pt x="219455" y="1030712"/>
                  </a:lnTo>
                  <a:lnTo>
                    <a:pt x="181012" y="1014129"/>
                  </a:lnTo>
                  <a:lnTo>
                    <a:pt x="148648" y="988451"/>
                  </a:lnTo>
                  <a:lnTo>
                    <a:pt x="123964" y="955282"/>
                  </a:lnTo>
                  <a:lnTo>
                    <a:pt x="83730" y="938975"/>
                  </a:lnTo>
                  <a:lnTo>
                    <a:pt x="49569" y="913177"/>
                  </a:lnTo>
                  <a:lnTo>
                    <a:pt x="23128" y="879536"/>
                  </a:lnTo>
                  <a:lnTo>
                    <a:pt x="6056" y="839698"/>
                  </a:lnTo>
                  <a:lnTo>
                    <a:pt x="0" y="795311"/>
                  </a:lnTo>
                  <a:lnTo>
                    <a:pt x="0" y="165172"/>
                  </a:lnTo>
                  <a:lnTo>
                    <a:pt x="5910" y="121313"/>
                  </a:lnTo>
                  <a:lnTo>
                    <a:pt x="22583" y="81871"/>
                  </a:lnTo>
                  <a:lnTo>
                    <a:pt x="48432" y="48432"/>
                  </a:lnTo>
                  <a:lnTo>
                    <a:pt x="81871" y="22583"/>
                  </a:lnTo>
                  <a:lnTo>
                    <a:pt x="121313" y="5910"/>
                  </a:lnTo>
                  <a:lnTo>
                    <a:pt x="165172" y="0"/>
                  </a:lnTo>
                  <a:lnTo>
                    <a:pt x="1726468" y="0"/>
                  </a:lnTo>
                  <a:lnTo>
                    <a:pt x="1775049" y="7289"/>
                  </a:lnTo>
                  <a:lnTo>
                    <a:pt x="1817929" y="27699"/>
                  </a:lnTo>
                  <a:lnTo>
                    <a:pt x="1852922" y="59037"/>
                  </a:lnTo>
                  <a:lnTo>
                    <a:pt x="1877839" y="99114"/>
                  </a:lnTo>
                  <a:lnTo>
                    <a:pt x="1919788" y="122089"/>
                  </a:lnTo>
                  <a:lnTo>
                    <a:pt x="1952775" y="156195"/>
                  </a:lnTo>
                  <a:lnTo>
                    <a:pt x="1974358" y="198989"/>
                  </a:lnTo>
                  <a:lnTo>
                    <a:pt x="1982095" y="248031"/>
                  </a:lnTo>
                  <a:lnTo>
                    <a:pt x="1982095" y="878171"/>
                  </a:lnTo>
                  <a:lnTo>
                    <a:pt x="1974019" y="928245"/>
                  </a:lnTo>
                  <a:lnTo>
                    <a:pt x="1951528" y="971735"/>
                  </a:lnTo>
                  <a:lnTo>
                    <a:pt x="1917234" y="1006029"/>
                  </a:lnTo>
                  <a:lnTo>
                    <a:pt x="1873745" y="1028519"/>
                  </a:lnTo>
                  <a:lnTo>
                    <a:pt x="1823670" y="10365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9" name="object 19"/>
            <p:cNvSpPr/>
            <p:nvPr/>
          </p:nvSpPr>
          <p:spPr>
            <a:xfrm>
              <a:off x="5890709" y="635412"/>
              <a:ext cx="1864995" cy="934085"/>
            </a:xfrm>
            <a:custGeom>
              <a:avLst/>
              <a:gdLst/>
              <a:ahLst/>
              <a:cxnLst/>
              <a:rect l="l" t="t" r="r" b="b"/>
              <a:pathLst>
                <a:path w="1864995" h="934085">
                  <a:moveTo>
                    <a:pt x="1712972" y="933491"/>
                  </a:moveTo>
                  <a:lnTo>
                    <a:pt x="151675" y="933491"/>
                  </a:lnTo>
                  <a:lnTo>
                    <a:pt x="103756" y="925753"/>
                  </a:lnTo>
                  <a:lnTo>
                    <a:pt x="62122" y="904210"/>
                  </a:lnTo>
                  <a:lnTo>
                    <a:pt x="29280" y="871369"/>
                  </a:lnTo>
                  <a:lnTo>
                    <a:pt x="7737" y="829735"/>
                  </a:lnTo>
                  <a:lnTo>
                    <a:pt x="0" y="781815"/>
                  </a:lnTo>
                  <a:lnTo>
                    <a:pt x="0" y="151673"/>
                  </a:lnTo>
                  <a:lnTo>
                    <a:pt x="7738" y="103754"/>
                  </a:lnTo>
                  <a:lnTo>
                    <a:pt x="29281" y="62121"/>
                  </a:lnTo>
                  <a:lnTo>
                    <a:pt x="62123" y="29280"/>
                  </a:lnTo>
                  <a:lnTo>
                    <a:pt x="103756" y="7737"/>
                  </a:lnTo>
                  <a:lnTo>
                    <a:pt x="151675" y="0"/>
                  </a:lnTo>
                  <a:lnTo>
                    <a:pt x="1712972" y="0"/>
                  </a:lnTo>
                  <a:lnTo>
                    <a:pt x="1760892" y="7737"/>
                  </a:lnTo>
                  <a:lnTo>
                    <a:pt x="1802526" y="29280"/>
                  </a:lnTo>
                  <a:lnTo>
                    <a:pt x="1835367" y="62122"/>
                  </a:lnTo>
                  <a:lnTo>
                    <a:pt x="1856910" y="103756"/>
                  </a:lnTo>
                  <a:lnTo>
                    <a:pt x="1864648" y="151675"/>
                  </a:lnTo>
                  <a:lnTo>
                    <a:pt x="1864648" y="781815"/>
                  </a:lnTo>
                  <a:lnTo>
                    <a:pt x="1856910" y="829735"/>
                  </a:lnTo>
                  <a:lnTo>
                    <a:pt x="1835367" y="871369"/>
                  </a:lnTo>
                  <a:lnTo>
                    <a:pt x="1802526" y="904210"/>
                  </a:lnTo>
                  <a:lnTo>
                    <a:pt x="1760892" y="925753"/>
                  </a:lnTo>
                  <a:lnTo>
                    <a:pt x="1712972" y="933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295870" y="4071093"/>
            <a:ext cx="1875441" cy="982347"/>
            <a:chOff x="53223" y="4489511"/>
            <a:chExt cx="2068195" cy="1083310"/>
          </a:xfrm>
        </p:grpSpPr>
        <p:sp>
          <p:nvSpPr>
            <p:cNvPr id="21" name="object 21"/>
            <p:cNvSpPr/>
            <p:nvPr/>
          </p:nvSpPr>
          <p:spPr>
            <a:xfrm>
              <a:off x="53223" y="4489511"/>
              <a:ext cx="2068195" cy="1083310"/>
            </a:xfrm>
            <a:custGeom>
              <a:avLst/>
              <a:gdLst/>
              <a:ahLst/>
              <a:cxnLst/>
              <a:rect l="l" t="t" r="r" b="b"/>
              <a:pathLst>
                <a:path w="2068195" h="1083310">
                  <a:moveTo>
                    <a:pt x="1904902" y="1082769"/>
                  </a:moveTo>
                  <a:lnTo>
                    <a:pt x="274062" y="1082769"/>
                  </a:lnTo>
                  <a:lnTo>
                    <a:pt x="229230" y="1076623"/>
                  </a:lnTo>
                  <a:lnTo>
                    <a:pt x="189075" y="1059301"/>
                  </a:lnTo>
                  <a:lnTo>
                    <a:pt x="155269" y="1032480"/>
                  </a:lnTo>
                  <a:lnTo>
                    <a:pt x="129485" y="997833"/>
                  </a:lnTo>
                  <a:lnTo>
                    <a:pt x="87459" y="980800"/>
                  </a:lnTo>
                  <a:lnTo>
                    <a:pt x="51777" y="953853"/>
                  </a:lnTo>
                  <a:lnTo>
                    <a:pt x="24159" y="918713"/>
                  </a:lnTo>
                  <a:lnTo>
                    <a:pt x="6326" y="877101"/>
                  </a:lnTo>
                  <a:lnTo>
                    <a:pt x="0" y="830737"/>
                  </a:lnTo>
                  <a:lnTo>
                    <a:pt x="0" y="172529"/>
                  </a:lnTo>
                  <a:lnTo>
                    <a:pt x="6173" y="126717"/>
                  </a:lnTo>
                  <a:lnTo>
                    <a:pt x="23589" y="85518"/>
                  </a:lnTo>
                  <a:lnTo>
                    <a:pt x="50590" y="50590"/>
                  </a:lnTo>
                  <a:lnTo>
                    <a:pt x="85518" y="23589"/>
                  </a:lnTo>
                  <a:lnTo>
                    <a:pt x="126717" y="6173"/>
                  </a:lnTo>
                  <a:lnTo>
                    <a:pt x="172529" y="0"/>
                  </a:lnTo>
                  <a:lnTo>
                    <a:pt x="1803370" y="0"/>
                  </a:lnTo>
                  <a:lnTo>
                    <a:pt x="1854114" y="7614"/>
                  </a:lnTo>
                  <a:lnTo>
                    <a:pt x="1898905" y="28933"/>
                  </a:lnTo>
                  <a:lnTo>
                    <a:pt x="1935456" y="61667"/>
                  </a:lnTo>
                  <a:lnTo>
                    <a:pt x="1961483" y="103529"/>
                  </a:lnTo>
                  <a:lnTo>
                    <a:pt x="2005300" y="127527"/>
                  </a:lnTo>
                  <a:lnTo>
                    <a:pt x="2039757" y="163152"/>
                  </a:lnTo>
                  <a:lnTo>
                    <a:pt x="2062302" y="207853"/>
                  </a:lnTo>
                  <a:lnTo>
                    <a:pt x="2067703" y="242093"/>
                  </a:lnTo>
                  <a:lnTo>
                    <a:pt x="2067703" y="937231"/>
                  </a:lnTo>
                  <a:lnTo>
                    <a:pt x="2047790" y="1000809"/>
                  </a:lnTo>
                  <a:lnTo>
                    <a:pt x="2021915" y="1034300"/>
                  </a:lnTo>
                  <a:lnTo>
                    <a:pt x="1988423" y="1060176"/>
                  </a:lnTo>
                  <a:lnTo>
                    <a:pt x="1948893" y="1076858"/>
                  </a:lnTo>
                  <a:lnTo>
                    <a:pt x="1904902" y="10827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22" name="object 22"/>
            <p:cNvSpPr/>
            <p:nvPr/>
          </p:nvSpPr>
          <p:spPr>
            <a:xfrm>
              <a:off x="67320" y="4503610"/>
              <a:ext cx="1948180" cy="975360"/>
            </a:xfrm>
            <a:custGeom>
              <a:avLst/>
              <a:gdLst/>
              <a:ahLst/>
              <a:cxnLst/>
              <a:rect l="l" t="t" r="r" b="b"/>
              <a:pathLst>
                <a:path w="1948180" h="975360">
                  <a:moveTo>
                    <a:pt x="1789273" y="975072"/>
                  </a:moveTo>
                  <a:lnTo>
                    <a:pt x="158432" y="975072"/>
                  </a:lnTo>
                  <a:lnTo>
                    <a:pt x="108377" y="966989"/>
                  </a:lnTo>
                  <a:lnTo>
                    <a:pt x="64889" y="944487"/>
                  </a:lnTo>
                  <a:lnTo>
                    <a:pt x="30585" y="910182"/>
                  </a:lnTo>
                  <a:lnTo>
                    <a:pt x="8082" y="866694"/>
                  </a:lnTo>
                  <a:lnTo>
                    <a:pt x="0" y="816640"/>
                  </a:lnTo>
                  <a:lnTo>
                    <a:pt x="0" y="158429"/>
                  </a:lnTo>
                  <a:lnTo>
                    <a:pt x="8083" y="108376"/>
                  </a:lnTo>
                  <a:lnTo>
                    <a:pt x="30586" y="64888"/>
                  </a:lnTo>
                  <a:lnTo>
                    <a:pt x="64890" y="30584"/>
                  </a:lnTo>
                  <a:lnTo>
                    <a:pt x="108378" y="8082"/>
                  </a:lnTo>
                  <a:lnTo>
                    <a:pt x="158432" y="0"/>
                  </a:lnTo>
                  <a:lnTo>
                    <a:pt x="1789273" y="0"/>
                  </a:lnTo>
                  <a:lnTo>
                    <a:pt x="1839327" y="8082"/>
                  </a:lnTo>
                  <a:lnTo>
                    <a:pt x="1882815" y="30585"/>
                  </a:lnTo>
                  <a:lnTo>
                    <a:pt x="1917120" y="64889"/>
                  </a:lnTo>
                  <a:lnTo>
                    <a:pt x="1939622" y="108377"/>
                  </a:lnTo>
                  <a:lnTo>
                    <a:pt x="1947705" y="158432"/>
                  </a:lnTo>
                  <a:lnTo>
                    <a:pt x="1947705" y="816640"/>
                  </a:lnTo>
                  <a:lnTo>
                    <a:pt x="1939622" y="866694"/>
                  </a:lnTo>
                  <a:lnTo>
                    <a:pt x="1917120" y="910182"/>
                  </a:lnTo>
                  <a:lnTo>
                    <a:pt x="1882815" y="944487"/>
                  </a:lnTo>
                  <a:lnTo>
                    <a:pt x="1839327" y="966989"/>
                  </a:lnTo>
                  <a:lnTo>
                    <a:pt x="1789273" y="9750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71185" y="2806872"/>
            <a:ext cx="1568529" cy="844545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>
              <a:lnSpc>
                <a:spcPts val="889"/>
              </a:lnSpc>
              <a:spcBef>
                <a:spcPts val="286"/>
              </a:spcBef>
            </a:pPr>
            <a:r>
              <a:rPr sz="907" b="1" spc="-18" dirty="0">
                <a:latin typeface="Times New Roman"/>
                <a:cs typeface="Times New Roman"/>
              </a:rPr>
              <a:t>Currentness</a:t>
            </a:r>
            <a:r>
              <a:rPr sz="907" b="1" spc="-27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tells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you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when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Lexis </a:t>
            </a:r>
            <a:r>
              <a:rPr sz="907" dirty="0">
                <a:latin typeface="Times New Roman"/>
                <a:cs typeface="Times New Roman"/>
              </a:rPr>
              <a:t>last</a:t>
            </a:r>
            <a:r>
              <a:rPr sz="907" spc="-9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updated</a:t>
            </a:r>
            <a:r>
              <a:rPr sz="907" spc="-9" dirty="0">
                <a:latin typeface="Times New Roman"/>
                <a:cs typeface="Times New Roman"/>
              </a:rPr>
              <a:t> any changes </a:t>
            </a:r>
            <a:r>
              <a:rPr sz="907" dirty="0">
                <a:latin typeface="Times New Roman"/>
                <a:cs typeface="Times New Roman"/>
              </a:rPr>
              <a:t>to</a:t>
            </a:r>
            <a:r>
              <a:rPr sz="907" spc="-9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the </a:t>
            </a:r>
            <a:r>
              <a:rPr sz="907" dirty="0">
                <a:latin typeface="Times New Roman"/>
                <a:cs typeface="Times New Roman"/>
              </a:rPr>
              <a:t>statute made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by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legislature </a:t>
            </a:r>
            <a:r>
              <a:rPr sz="907" dirty="0">
                <a:latin typeface="Times New Roman"/>
                <a:cs typeface="Times New Roman"/>
              </a:rPr>
              <a:t>into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database;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typically,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Lexis </a:t>
            </a:r>
            <a:r>
              <a:rPr sz="907" dirty="0">
                <a:latin typeface="Times New Roman"/>
                <a:cs typeface="Times New Roman"/>
              </a:rPr>
              <a:t>updates</a:t>
            </a:r>
            <a:r>
              <a:rPr sz="907" spc="-27" dirty="0">
                <a:latin typeface="Times New Roman"/>
                <a:cs typeface="Times New Roman"/>
              </a:rPr>
              <a:t> very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regularly,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so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spc="-36" dirty="0">
                <a:latin typeface="Times New Roman"/>
                <a:cs typeface="Times New Roman"/>
              </a:rPr>
              <a:t>Lexis</a:t>
            </a:r>
            <a:r>
              <a:rPr sz="907" spc="-23" dirty="0">
                <a:latin typeface="Times New Roman"/>
                <a:cs typeface="Times New Roman"/>
              </a:rPr>
              <a:t> is </a:t>
            </a:r>
            <a:r>
              <a:rPr sz="907" spc="-9" dirty="0">
                <a:latin typeface="Times New Roman"/>
                <a:cs typeface="Times New Roman"/>
              </a:rPr>
              <a:t>usually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current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within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last </a:t>
            </a:r>
            <a:r>
              <a:rPr sz="907" spc="-9" dirty="0">
                <a:latin typeface="Times New Roman"/>
                <a:cs typeface="Times New Roman"/>
              </a:rPr>
              <a:t>week.</a:t>
            </a:r>
            <a:endParaRPr sz="907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35883" y="902019"/>
            <a:ext cx="1390602" cy="287296"/>
          </a:xfrm>
          <a:prstGeom prst="rect">
            <a:avLst/>
          </a:prstGeom>
        </p:spPr>
        <p:txBody>
          <a:bodyPr vert="horz" wrap="square" lIns="0" tIns="30518" rIns="0" bIns="0" rtlCol="0">
            <a:spAutoFit/>
          </a:bodyPr>
          <a:lstStyle/>
          <a:p>
            <a:pPr marL="11516" marR="4607">
              <a:lnSpc>
                <a:spcPts val="952"/>
              </a:lnSpc>
              <a:spcBef>
                <a:spcPts val="240"/>
              </a:spcBef>
            </a:pPr>
            <a:r>
              <a:rPr sz="907" spc="-23" dirty="0">
                <a:latin typeface="Times New Roman"/>
                <a:cs typeface="Times New Roman"/>
              </a:rPr>
              <a:t>The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b="1" spc="-9" dirty="0">
                <a:latin typeface="Times New Roman"/>
                <a:cs typeface="Times New Roman"/>
              </a:rPr>
              <a:t>Citing</a:t>
            </a:r>
            <a:r>
              <a:rPr sz="907" b="1" spc="-23" dirty="0">
                <a:latin typeface="Times New Roman"/>
                <a:cs typeface="Times New Roman"/>
              </a:rPr>
              <a:t> </a:t>
            </a:r>
            <a:r>
              <a:rPr sz="907" b="1" dirty="0">
                <a:latin typeface="Times New Roman"/>
                <a:cs typeface="Times New Roman"/>
              </a:rPr>
              <a:t>Decisions</a:t>
            </a:r>
            <a:r>
              <a:rPr sz="907" b="1" spc="-27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lists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all </a:t>
            </a:r>
            <a:r>
              <a:rPr sz="907" dirty="0">
                <a:latin typeface="Times New Roman"/>
                <a:cs typeface="Times New Roman"/>
              </a:rPr>
              <a:t>the </a:t>
            </a:r>
            <a:r>
              <a:rPr sz="907" spc="-9" dirty="0">
                <a:latin typeface="Times New Roman"/>
                <a:cs typeface="Times New Roman"/>
              </a:rPr>
              <a:t>cases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that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cite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 </a:t>
            </a:r>
            <a:r>
              <a:rPr sz="907" spc="-9" dirty="0">
                <a:latin typeface="Times New Roman"/>
                <a:cs typeface="Times New Roman"/>
              </a:rPr>
              <a:t>statute.</a:t>
            </a:r>
            <a:endParaRPr sz="907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11047" y="738473"/>
            <a:ext cx="1383692" cy="382880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 algn="just">
              <a:lnSpc>
                <a:spcPts val="889"/>
              </a:lnSpc>
              <a:spcBef>
                <a:spcPts val="286"/>
              </a:spcBef>
            </a:pPr>
            <a:r>
              <a:rPr sz="907" b="1" spc="-23" dirty="0">
                <a:latin typeface="Times New Roman"/>
                <a:cs typeface="Times New Roman"/>
              </a:rPr>
              <a:t>Other </a:t>
            </a:r>
            <a:r>
              <a:rPr sz="907" b="1" spc="-18" dirty="0">
                <a:latin typeface="Times New Roman"/>
                <a:cs typeface="Times New Roman"/>
              </a:rPr>
              <a:t>Citing Sources </a:t>
            </a:r>
            <a:r>
              <a:rPr sz="907" dirty="0">
                <a:latin typeface="Times New Roman"/>
                <a:cs typeface="Times New Roman"/>
              </a:rPr>
              <a:t>lists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all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18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non-</a:t>
            </a:r>
            <a:r>
              <a:rPr sz="907" spc="-18" dirty="0">
                <a:latin typeface="Times New Roman"/>
                <a:cs typeface="Times New Roman"/>
              </a:rPr>
              <a:t>case</a:t>
            </a:r>
            <a:r>
              <a:rPr sz="907" spc="18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sources</a:t>
            </a:r>
            <a:r>
              <a:rPr sz="907" spc="23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that</a:t>
            </a:r>
            <a:r>
              <a:rPr sz="907" spc="18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cite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statute.</a:t>
            </a:r>
            <a:endParaRPr sz="907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30305" y="640066"/>
            <a:ext cx="1373327" cy="613712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>
              <a:lnSpc>
                <a:spcPts val="889"/>
              </a:lnSpc>
              <a:spcBef>
                <a:spcPts val="286"/>
              </a:spcBef>
            </a:pPr>
            <a:r>
              <a:rPr sz="907" b="1" spc="-23" dirty="0">
                <a:latin typeface="Times New Roman"/>
                <a:cs typeface="Times New Roman"/>
              </a:rPr>
              <a:t>History</a:t>
            </a:r>
            <a:r>
              <a:rPr sz="907" b="1" spc="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includes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information </a:t>
            </a:r>
            <a:r>
              <a:rPr sz="907" dirty="0">
                <a:latin typeface="Times New Roman"/>
                <a:cs typeface="Times New Roman"/>
              </a:rPr>
              <a:t>on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earlier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versions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32" dirty="0">
                <a:latin typeface="Times New Roman"/>
                <a:cs typeface="Times New Roman"/>
              </a:rPr>
              <a:t>of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the </a:t>
            </a:r>
            <a:r>
              <a:rPr sz="907" dirty="0">
                <a:latin typeface="Times New Roman"/>
                <a:cs typeface="Times New Roman"/>
              </a:rPr>
              <a:t>statute, including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summaries </a:t>
            </a:r>
            <a:r>
              <a:rPr sz="907" spc="-32" dirty="0">
                <a:latin typeface="Times New Roman"/>
                <a:cs typeface="Times New Roman"/>
              </a:rPr>
              <a:t>of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changes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made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by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any </a:t>
            </a:r>
            <a:r>
              <a:rPr sz="907" dirty="0">
                <a:latin typeface="Times New Roman"/>
                <a:cs typeface="Times New Roman"/>
              </a:rPr>
              <a:t>amendments</a:t>
            </a:r>
            <a:r>
              <a:rPr sz="907" spc="14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to</a:t>
            </a:r>
            <a:r>
              <a:rPr sz="907" spc="14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statute.</a:t>
            </a:r>
            <a:endParaRPr sz="907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42183" y="4170636"/>
            <a:ext cx="1749337" cy="729129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>
              <a:lnSpc>
                <a:spcPts val="889"/>
              </a:lnSpc>
              <a:spcBef>
                <a:spcPts val="286"/>
              </a:spcBef>
            </a:pPr>
            <a:r>
              <a:rPr sz="907" spc="-27" dirty="0">
                <a:latin typeface="Times New Roman"/>
                <a:cs typeface="Times New Roman"/>
              </a:rPr>
              <a:t>The </a:t>
            </a:r>
            <a:r>
              <a:rPr sz="907" b="1" spc="-18" dirty="0">
                <a:latin typeface="Times New Roman"/>
                <a:cs typeface="Times New Roman"/>
              </a:rPr>
              <a:t>Caption</a:t>
            </a:r>
            <a:r>
              <a:rPr sz="907" b="1" spc="-23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or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b="1" spc="-18" dirty="0">
                <a:latin typeface="Times New Roman"/>
                <a:cs typeface="Times New Roman"/>
              </a:rPr>
              <a:t>Heading</a:t>
            </a:r>
            <a:r>
              <a:rPr sz="907" b="1" spc="-23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tells </a:t>
            </a:r>
            <a:r>
              <a:rPr sz="907" spc="-9" dirty="0">
                <a:latin typeface="Times New Roman"/>
                <a:cs typeface="Times New Roman"/>
              </a:rPr>
              <a:t>researchers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where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they’re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located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in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code-</a:t>
            </a:r>
            <a:r>
              <a:rPr sz="907" dirty="0">
                <a:latin typeface="Times New Roman"/>
                <a:cs typeface="Times New Roman"/>
              </a:rPr>
              <a:t>-title,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subtitle,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chapter,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and </a:t>
            </a:r>
            <a:r>
              <a:rPr sz="907" dirty="0">
                <a:latin typeface="Times New Roman"/>
                <a:cs typeface="Times New Roman"/>
              </a:rPr>
              <a:t>individual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section--</a:t>
            </a:r>
            <a:r>
              <a:rPr sz="907" spc="-9" dirty="0">
                <a:latin typeface="Times New Roman"/>
                <a:cs typeface="Times New Roman"/>
              </a:rPr>
              <a:t>so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they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can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assess </a:t>
            </a:r>
            <a:r>
              <a:rPr sz="907" dirty="0">
                <a:latin typeface="Times New Roman"/>
                <a:cs typeface="Times New Roman"/>
              </a:rPr>
              <a:t>that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they’re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in</a:t>
            </a:r>
            <a:r>
              <a:rPr sz="907" spc="9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appropriate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place </a:t>
            </a:r>
            <a:r>
              <a:rPr sz="907" spc="-18" dirty="0">
                <a:latin typeface="Times New Roman"/>
                <a:cs typeface="Times New Roman"/>
              </a:rPr>
              <a:t>for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their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research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issue.</a:t>
            </a:r>
            <a:endParaRPr sz="907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971223" y="3281968"/>
            <a:ext cx="2715561" cy="2657403"/>
            <a:chOff x="1900766" y="3619281"/>
            <a:chExt cx="2994660" cy="2930525"/>
          </a:xfrm>
        </p:grpSpPr>
        <p:sp>
          <p:nvSpPr>
            <p:cNvPr id="29" name="object 29"/>
            <p:cNvSpPr/>
            <p:nvPr/>
          </p:nvSpPr>
          <p:spPr>
            <a:xfrm>
              <a:off x="1950214" y="3657162"/>
              <a:ext cx="2935605" cy="1151255"/>
            </a:xfrm>
            <a:custGeom>
              <a:avLst/>
              <a:gdLst/>
              <a:ahLst/>
              <a:cxnLst/>
              <a:rect l="l" t="t" r="r" b="b"/>
              <a:pathLst>
                <a:path w="2935604" h="1151254">
                  <a:moveTo>
                    <a:pt x="2935176" y="1150760"/>
                  </a:moveTo>
                  <a:lnTo>
                    <a:pt x="0" y="0"/>
                  </a:lnTo>
                </a:path>
              </a:pathLst>
            </a:custGeom>
            <a:ln w="19057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766" y="3619281"/>
              <a:ext cx="64975" cy="7228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951518" y="5392139"/>
              <a:ext cx="2912110" cy="902969"/>
            </a:xfrm>
            <a:custGeom>
              <a:avLst/>
              <a:gdLst/>
              <a:ahLst/>
              <a:cxnLst/>
              <a:rect l="l" t="t" r="r" b="b"/>
              <a:pathLst>
                <a:path w="2912110" h="902970">
                  <a:moveTo>
                    <a:pt x="2911702" y="902756"/>
                  </a:moveTo>
                  <a:lnTo>
                    <a:pt x="0" y="0"/>
                  </a:lnTo>
                </a:path>
              </a:pathLst>
            </a:custGeom>
            <a:ln w="19057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1034" y="5353896"/>
              <a:ext cx="63927" cy="7366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953095" y="6383429"/>
              <a:ext cx="883919" cy="156845"/>
            </a:xfrm>
            <a:custGeom>
              <a:avLst/>
              <a:gdLst/>
              <a:ahLst/>
              <a:cxnLst/>
              <a:rect l="l" t="t" r="r" b="b"/>
              <a:pathLst>
                <a:path w="883919" h="156845">
                  <a:moveTo>
                    <a:pt x="883456" y="156336"/>
                  </a:moveTo>
                  <a:lnTo>
                    <a:pt x="0" y="0"/>
                  </a:lnTo>
                </a:path>
              </a:pathLst>
            </a:custGeom>
            <a:ln w="19057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4" name="object 34"/>
            <p:cNvSpPr/>
            <p:nvPr/>
          </p:nvSpPr>
          <p:spPr>
            <a:xfrm>
              <a:off x="1910872" y="6354451"/>
              <a:ext cx="42545" cy="56515"/>
            </a:xfrm>
            <a:custGeom>
              <a:avLst/>
              <a:gdLst/>
              <a:ahLst/>
              <a:cxnLst/>
              <a:rect l="l" t="t" r="r" b="b"/>
              <a:pathLst>
                <a:path w="42544" h="56514">
                  <a:moveTo>
                    <a:pt x="42512" y="0"/>
                  </a:moveTo>
                  <a:lnTo>
                    <a:pt x="32550" y="56296"/>
                  </a:lnTo>
                  <a:lnTo>
                    <a:pt x="0" y="21506"/>
                  </a:lnTo>
                  <a:lnTo>
                    <a:pt x="42512" y="0"/>
                  </a:lnTo>
                  <a:close/>
                </a:path>
              </a:pathLst>
            </a:custGeom>
            <a:solidFill>
              <a:srgbClr val="C70F2E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35" name="object 35"/>
            <p:cNvSpPr/>
            <p:nvPr/>
          </p:nvSpPr>
          <p:spPr>
            <a:xfrm>
              <a:off x="1910872" y="6354451"/>
              <a:ext cx="42545" cy="56515"/>
            </a:xfrm>
            <a:custGeom>
              <a:avLst/>
              <a:gdLst/>
              <a:ahLst/>
              <a:cxnLst/>
              <a:rect l="l" t="t" r="r" b="b"/>
              <a:pathLst>
                <a:path w="42544" h="56514">
                  <a:moveTo>
                    <a:pt x="32550" y="56296"/>
                  </a:moveTo>
                  <a:lnTo>
                    <a:pt x="0" y="21506"/>
                  </a:lnTo>
                  <a:lnTo>
                    <a:pt x="42512" y="0"/>
                  </a:lnTo>
                  <a:lnTo>
                    <a:pt x="32550" y="56296"/>
                  </a:lnTo>
                  <a:close/>
                </a:path>
              </a:pathLst>
            </a:custGeom>
            <a:ln w="19057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719732" y="1294908"/>
            <a:ext cx="1274862" cy="2018820"/>
            <a:chOff x="4931760" y="1427996"/>
            <a:chExt cx="1405890" cy="2226310"/>
          </a:xfrm>
        </p:grpSpPr>
        <p:sp>
          <p:nvSpPr>
            <p:cNvPr id="37" name="object 37"/>
            <p:cNvSpPr/>
            <p:nvPr/>
          </p:nvSpPr>
          <p:spPr>
            <a:xfrm>
              <a:off x="4969554" y="1477220"/>
              <a:ext cx="788035" cy="1929130"/>
            </a:xfrm>
            <a:custGeom>
              <a:avLst/>
              <a:gdLst/>
              <a:ahLst/>
              <a:cxnLst/>
              <a:rect l="l" t="t" r="r" b="b"/>
              <a:pathLst>
                <a:path w="788035" h="1929129">
                  <a:moveTo>
                    <a:pt x="787915" y="1929058"/>
                  </a:moveTo>
                  <a:lnTo>
                    <a:pt x="0" y="0"/>
                  </a:lnTo>
                </a:path>
              </a:pathLst>
            </a:custGeom>
            <a:ln w="19057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31760" y="1427996"/>
              <a:ext cx="71984" cy="6515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194200" y="3406339"/>
              <a:ext cx="1124585" cy="229235"/>
            </a:xfrm>
            <a:custGeom>
              <a:avLst/>
              <a:gdLst/>
              <a:ahLst/>
              <a:cxnLst/>
              <a:rect l="l" t="t" r="r" b="b"/>
              <a:pathLst>
                <a:path w="1124585" h="229235">
                  <a:moveTo>
                    <a:pt x="0" y="228686"/>
                  </a:moveTo>
                  <a:lnTo>
                    <a:pt x="0" y="0"/>
                  </a:lnTo>
                  <a:lnTo>
                    <a:pt x="1124310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7679390" y="1115248"/>
            <a:ext cx="1278893" cy="2198476"/>
            <a:chOff x="7092827" y="1229871"/>
            <a:chExt cx="1410335" cy="2424430"/>
          </a:xfrm>
        </p:grpSpPr>
        <p:sp>
          <p:nvSpPr>
            <p:cNvPr id="41" name="object 41"/>
            <p:cNvSpPr/>
            <p:nvPr/>
          </p:nvSpPr>
          <p:spPr>
            <a:xfrm>
              <a:off x="7732641" y="1279944"/>
              <a:ext cx="732155" cy="2126615"/>
            </a:xfrm>
            <a:custGeom>
              <a:avLst/>
              <a:gdLst/>
              <a:ahLst/>
              <a:cxnLst/>
              <a:rect l="l" t="t" r="r" b="b"/>
              <a:pathLst>
                <a:path w="732154" h="2126615">
                  <a:moveTo>
                    <a:pt x="0" y="2126367"/>
                  </a:moveTo>
                  <a:lnTo>
                    <a:pt x="731901" y="0"/>
                  </a:lnTo>
                </a:path>
              </a:pathLst>
            </a:custGeom>
            <a:ln w="19057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29536" y="1229871"/>
              <a:ext cx="73116" cy="644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111884" y="3406339"/>
              <a:ext cx="1238885" cy="229235"/>
            </a:xfrm>
            <a:custGeom>
              <a:avLst/>
              <a:gdLst/>
              <a:ahLst/>
              <a:cxnLst/>
              <a:rect l="l" t="t" r="r" b="b"/>
              <a:pathLst>
                <a:path w="1238884" h="229235">
                  <a:moveTo>
                    <a:pt x="0" y="228686"/>
                  </a:moveTo>
                  <a:lnTo>
                    <a:pt x="0" y="0"/>
                  </a:lnTo>
                  <a:lnTo>
                    <a:pt x="1238659" y="0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7039514" y="1354253"/>
            <a:ext cx="473899" cy="1959511"/>
            <a:chOff x="6387186" y="1493440"/>
            <a:chExt cx="522605" cy="2160905"/>
          </a:xfrm>
        </p:grpSpPr>
        <p:sp>
          <p:nvSpPr>
            <p:cNvPr id="45" name="object 45"/>
            <p:cNvSpPr/>
            <p:nvPr/>
          </p:nvSpPr>
          <p:spPr>
            <a:xfrm>
              <a:off x="6648339" y="1545597"/>
              <a:ext cx="202565" cy="1861185"/>
            </a:xfrm>
            <a:custGeom>
              <a:avLst/>
              <a:gdLst/>
              <a:ahLst/>
              <a:cxnLst/>
              <a:rect l="l" t="t" r="r" b="b"/>
              <a:pathLst>
                <a:path w="202565" h="1861185">
                  <a:moveTo>
                    <a:pt x="0" y="1860726"/>
                  </a:moveTo>
                  <a:lnTo>
                    <a:pt x="201960" y="0"/>
                  </a:lnTo>
                </a:path>
              </a:pathLst>
            </a:custGeom>
            <a:ln w="19057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6" name="object 46"/>
            <p:cNvSpPr/>
            <p:nvPr/>
          </p:nvSpPr>
          <p:spPr>
            <a:xfrm>
              <a:off x="6822394" y="1502968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56837" y="40976"/>
                  </a:moveTo>
                  <a:lnTo>
                    <a:pt x="0" y="34807"/>
                  </a:lnTo>
                  <a:lnTo>
                    <a:pt x="32531" y="0"/>
                  </a:lnTo>
                  <a:lnTo>
                    <a:pt x="56837" y="40976"/>
                  </a:lnTo>
                  <a:close/>
                </a:path>
              </a:pathLst>
            </a:custGeom>
            <a:solidFill>
              <a:srgbClr val="C70F2E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7" name="object 47"/>
            <p:cNvSpPr/>
            <p:nvPr/>
          </p:nvSpPr>
          <p:spPr>
            <a:xfrm>
              <a:off x="6822394" y="1502968"/>
              <a:ext cx="57150" cy="41275"/>
            </a:xfrm>
            <a:custGeom>
              <a:avLst/>
              <a:gdLst/>
              <a:ahLst/>
              <a:cxnLst/>
              <a:rect l="l" t="t" r="r" b="b"/>
              <a:pathLst>
                <a:path w="57150" h="41275">
                  <a:moveTo>
                    <a:pt x="0" y="34807"/>
                  </a:moveTo>
                  <a:lnTo>
                    <a:pt x="32531" y="0"/>
                  </a:lnTo>
                  <a:lnTo>
                    <a:pt x="56837" y="40976"/>
                  </a:lnTo>
                  <a:lnTo>
                    <a:pt x="0" y="34807"/>
                  </a:lnTo>
                  <a:close/>
                </a:path>
              </a:pathLst>
            </a:custGeom>
            <a:ln w="19057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8" name="object 48"/>
            <p:cNvSpPr/>
            <p:nvPr/>
          </p:nvSpPr>
          <p:spPr>
            <a:xfrm>
              <a:off x="6406244" y="3406339"/>
              <a:ext cx="484505" cy="229235"/>
            </a:xfrm>
            <a:custGeom>
              <a:avLst/>
              <a:gdLst/>
              <a:ahLst/>
              <a:cxnLst/>
              <a:rect l="l" t="t" r="r" b="b"/>
              <a:pathLst>
                <a:path w="484504" h="229235">
                  <a:moveTo>
                    <a:pt x="0" y="228686"/>
                  </a:moveTo>
                  <a:lnTo>
                    <a:pt x="0" y="0"/>
                  </a:lnTo>
                  <a:lnTo>
                    <a:pt x="484148" y="0"/>
                  </a:lnTo>
                  <a:lnTo>
                    <a:pt x="484148" y="228686"/>
                  </a:lnTo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1303607" y="-251"/>
            <a:ext cx="2745503" cy="1813252"/>
            <a:chOff x="61755" y="-277"/>
            <a:chExt cx="3027680" cy="1999614"/>
          </a:xfrm>
        </p:grpSpPr>
        <p:sp>
          <p:nvSpPr>
            <p:cNvPr id="50" name="object 50"/>
            <p:cNvSpPr/>
            <p:nvPr/>
          </p:nvSpPr>
          <p:spPr>
            <a:xfrm>
              <a:off x="217805" y="292107"/>
              <a:ext cx="2822575" cy="1706880"/>
            </a:xfrm>
            <a:custGeom>
              <a:avLst/>
              <a:gdLst/>
              <a:ahLst/>
              <a:cxnLst/>
              <a:rect l="l" t="t" r="r" b="b"/>
              <a:pathLst>
                <a:path w="2822575" h="1706880">
                  <a:moveTo>
                    <a:pt x="203809" y="1706762"/>
                  </a:moveTo>
                  <a:lnTo>
                    <a:pt x="0" y="504455"/>
                  </a:lnTo>
                  <a:lnTo>
                    <a:pt x="2596622" y="0"/>
                  </a:lnTo>
                  <a:lnTo>
                    <a:pt x="2822436" y="1062778"/>
                  </a:lnTo>
                  <a:lnTo>
                    <a:pt x="203809" y="1706762"/>
                  </a:lnTo>
                  <a:close/>
                </a:path>
              </a:pathLst>
            </a:custGeom>
            <a:solidFill>
              <a:srgbClr val="C70F2E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1" name="object 51"/>
            <p:cNvSpPr/>
            <p:nvPr/>
          </p:nvSpPr>
          <p:spPr>
            <a:xfrm>
              <a:off x="195732" y="137191"/>
              <a:ext cx="2870200" cy="1772920"/>
            </a:xfrm>
            <a:custGeom>
              <a:avLst/>
              <a:gdLst/>
              <a:ahLst/>
              <a:cxnLst/>
              <a:rect l="l" t="t" r="r" b="b"/>
              <a:pathLst>
                <a:path w="2870200" h="1772920">
                  <a:moveTo>
                    <a:pt x="2870006" y="1217385"/>
                  </a:moveTo>
                  <a:lnTo>
                    <a:pt x="258763" y="1772422"/>
                  </a:lnTo>
                  <a:lnTo>
                    <a:pt x="0" y="555036"/>
                  </a:lnTo>
                  <a:lnTo>
                    <a:pt x="2611243" y="0"/>
                  </a:lnTo>
                  <a:lnTo>
                    <a:pt x="2870006" y="1217385"/>
                  </a:lnTo>
                  <a:close/>
                </a:path>
              </a:pathLst>
            </a:custGeom>
            <a:solidFill>
              <a:srgbClr val="F0EBD4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2" name="object 52"/>
            <p:cNvSpPr/>
            <p:nvPr/>
          </p:nvSpPr>
          <p:spPr>
            <a:xfrm>
              <a:off x="61747" y="-267"/>
              <a:ext cx="3027680" cy="1213485"/>
            </a:xfrm>
            <a:custGeom>
              <a:avLst/>
              <a:gdLst/>
              <a:ahLst/>
              <a:cxnLst/>
              <a:rect l="l" t="t" r="r" b="b"/>
              <a:pathLst>
                <a:path w="3027680" h="1213485">
                  <a:moveTo>
                    <a:pt x="604901" y="523684"/>
                  </a:moveTo>
                  <a:lnTo>
                    <a:pt x="538060" y="560336"/>
                  </a:lnTo>
                  <a:lnTo>
                    <a:pt x="547281" y="487857"/>
                  </a:lnTo>
                  <a:lnTo>
                    <a:pt x="479539" y="548805"/>
                  </a:lnTo>
                  <a:lnTo>
                    <a:pt x="499186" y="457936"/>
                  </a:lnTo>
                  <a:lnTo>
                    <a:pt x="438365" y="530555"/>
                  </a:lnTo>
                  <a:lnTo>
                    <a:pt x="462597" y="435178"/>
                  </a:lnTo>
                  <a:lnTo>
                    <a:pt x="395541" y="486676"/>
                  </a:lnTo>
                  <a:lnTo>
                    <a:pt x="403936" y="407200"/>
                  </a:lnTo>
                  <a:lnTo>
                    <a:pt x="346252" y="491261"/>
                  </a:lnTo>
                  <a:lnTo>
                    <a:pt x="25336" y="1004392"/>
                  </a:lnTo>
                  <a:lnTo>
                    <a:pt x="0" y="1062151"/>
                  </a:lnTo>
                  <a:lnTo>
                    <a:pt x="63030" y="1031748"/>
                  </a:lnTo>
                  <a:lnTo>
                    <a:pt x="42900" y="1095260"/>
                  </a:lnTo>
                  <a:lnTo>
                    <a:pt x="129882" y="1053338"/>
                  </a:lnTo>
                  <a:lnTo>
                    <a:pt x="92887" y="1141222"/>
                  </a:lnTo>
                  <a:lnTo>
                    <a:pt x="143967" y="1114348"/>
                  </a:lnTo>
                  <a:lnTo>
                    <a:pt x="140982" y="1173073"/>
                  </a:lnTo>
                  <a:lnTo>
                    <a:pt x="195414" y="1148359"/>
                  </a:lnTo>
                  <a:lnTo>
                    <a:pt x="186728" y="1213129"/>
                  </a:lnTo>
                  <a:lnTo>
                    <a:pt x="247751" y="1146149"/>
                  </a:lnTo>
                  <a:lnTo>
                    <a:pt x="546455" y="623506"/>
                  </a:lnTo>
                  <a:lnTo>
                    <a:pt x="604901" y="523684"/>
                  </a:lnTo>
                  <a:close/>
                </a:path>
                <a:path w="3027680" h="1213485">
                  <a:moveTo>
                    <a:pt x="3027565" y="481965"/>
                  </a:moveTo>
                  <a:lnTo>
                    <a:pt x="2966758" y="414832"/>
                  </a:lnTo>
                  <a:lnTo>
                    <a:pt x="2474938" y="67741"/>
                  </a:lnTo>
                  <a:lnTo>
                    <a:pt x="2381148" y="0"/>
                  </a:lnTo>
                  <a:lnTo>
                    <a:pt x="2411285" y="70040"/>
                  </a:lnTo>
                  <a:lnTo>
                    <a:pt x="2339987" y="53936"/>
                  </a:lnTo>
                  <a:lnTo>
                    <a:pt x="2394204" y="127165"/>
                  </a:lnTo>
                  <a:lnTo>
                    <a:pt x="2305621" y="98983"/>
                  </a:lnTo>
                  <a:lnTo>
                    <a:pt x="2372055" y="166458"/>
                  </a:lnTo>
                  <a:lnTo>
                    <a:pt x="2279459" y="133210"/>
                  </a:lnTo>
                  <a:lnTo>
                    <a:pt x="2324366" y="204851"/>
                  </a:lnTo>
                  <a:lnTo>
                    <a:pt x="2245995" y="188950"/>
                  </a:lnTo>
                  <a:lnTo>
                    <a:pt x="2324227" y="254342"/>
                  </a:lnTo>
                  <a:lnTo>
                    <a:pt x="2804464" y="622808"/>
                  </a:lnTo>
                  <a:lnTo>
                    <a:pt x="2859506" y="653491"/>
                  </a:lnTo>
                  <a:lnTo>
                    <a:pt x="2835275" y="587819"/>
                  </a:lnTo>
                  <a:lnTo>
                    <a:pt x="2896578" y="613918"/>
                  </a:lnTo>
                  <a:lnTo>
                    <a:pt x="2863113" y="523328"/>
                  </a:lnTo>
                  <a:lnTo>
                    <a:pt x="2947047" y="568528"/>
                  </a:lnTo>
                  <a:lnTo>
                    <a:pt x="2925178" y="515073"/>
                  </a:lnTo>
                  <a:lnTo>
                    <a:pt x="2983344" y="523684"/>
                  </a:lnTo>
                  <a:lnTo>
                    <a:pt x="2963976" y="467106"/>
                  </a:lnTo>
                  <a:lnTo>
                    <a:pt x="3027565" y="481965"/>
                  </a:lnTo>
                  <a:close/>
                </a:path>
              </a:pathLst>
            </a:custGeom>
            <a:solidFill>
              <a:srgbClr val="C70F2E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364597" y="5467754"/>
            <a:ext cx="1655479" cy="613712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>
              <a:lnSpc>
                <a:spcPts val="889"/>
              </a:lnSpc>
              <a:spcBef>
                <a:spcPts val="286"/>
              </a:spcBef>
            </a:pPr>
            <a:r>
              <a:rPr sz="907" spc="-27" dirty="0">
                <a:latin typeface="Times New Roman"/>
                <a:cs typeface="Times New Roman"/>
              </a:rPr>
              <a:t>The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b="1" spc="-9" dirty="0">
                <a:latin typeface="Times New Roman"/>
                <a:cs typeface="Times New Roman"/>
              </a:rPr>
              <a:t>Notes</a:t>
            </a:r>
            <a:r>
              <a:rPr sz="907" b="1" spc="-32" dirty="0">
                <a:latin typeface="Times New Roman"/>
                <a:cs typeface="Times New Roman"/>
              </a:rPr>
              <a:t> </a:t>
            </a:r>
            <a:r>
              <a:rPr sz="907" b="1" dirty="0">
                <a:latin typeface="Times New Roman"/>
                <a:cs typeface="Times New Roman"/>
              </a:rPr>
              <a:t>to</a:t>
            </a:r>
            <a:r>
              <a:rPr sz="907" b="1" spc="-32" dirty="0">
                <a:latin typeface="Times New Roman"/>
                <a:cs typeface="Times New Roman"/>
              </a:rPr>
              <a:t> </a:t>
            </a:r>
            <a:r>
              <a:rPr sz="907" b="1" dirty="0">
                <a:latin typeface="Times New Roman"/>
                <a:cs typeface="Times New Roman"/>
              </a:rPr>
              <a:t>Decision</a:t>
            </a:r>
            <a:r>
              <a:rPr sz="907" dirty="0">
                <a:latin typeface="Times New Roman"/>
                <a:cs typeface="Times New Roman"/>
              </a:rPr>
              <a:t>s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is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a</a:t>
            </a:r>
            <a:r>
              <a:rPr sz="907" spc="-36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curated </a:t>
            </a:r>
            <a:r>
              <a:rPr sz="907" dirty="0">
                <a:latin typeface="Times New Roman"/>
                <a:cs typeface="Times New Roman"/>
              </a:rPr>
              <a:t>list </a:t>
            </a:r>
            <a:r>
              <a:rPr sz="907" spc="-32" dirty="0">
                <a:latin typeface="Times New Roman"/>
                <a:cs typeface="Times New Roman"/>
              </a:rPr>
              <a:t>of</a:t>
            </a:r>
            <a:r>
              <a:rPr sz="907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cases</a:t>
            </a:r>
            <a:r>
              <a:rPr sz="907" dirty="0">
                <a:latin typeface="Times New Roman"/>
                <a:cs typeface="Times New Roman"/>
              </a:rPr>
              <a:t> that</a:t>
            </a:r>
            <a:r>
              <a:rPr sz="907" spc="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interpret </a:t>
            </a:r>
            <a:r>
              <a:rPr sz="907" spc="-23" dirty="0">
                <a:latin typeface="Times New Roman"/>
                <a:cs typeface="Times New Roman"/>
              </a:rPr>
              <a:t>the </a:t>
            </a:r>
            <a:r>
              <a:rPr sz="907" dirty="0">
                <a:latin typeface="Times New Roman"/>
                <a:cs typeface="Times New Roman"/>
              </a:rPr>
              <a:t>statute’s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language,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organized </a:t>
            </a:r>
            <a:r>
              <a:rPr sz="907" spc="-23" dirty="0">
                <a:latin typeface="Times New Roman"/>
                <a:cs typeface="Times New Roman"/>
              </a:rPr>
              <a:t>by </a:t>
            </a:r>
            <a:r>
              <a:rPr sz="907" dirty="0">
                <a:latin typeface="Times New Roman"/>
                <a:cs typeface="Times New Roman"/>
              </a:rPr>
              <a:t>important</a:t>
            </a:r>
            <a:r>
              <a:rPr sz="907" spc="14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sub-</a:t>
            </a:r>
            <a:r>
              <a:rPr sz="907" spc="-9" dirty="0">
                <a:latin typeface="Times New Roman"/>
                <a:cs typeface="Times New Roman"/>
              </a:rPr>
              <a:t>issues</a:t>
            </a:r>
            <a:r>
              <a:rPr sz="907" spc="18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related</a:t>
            </a:r>
            <a:r>
              <a:rPr sz="907" spc="14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to</a:t>
            </a:r>
            <a:r>
              <a:rPr sz="907" spc="18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the </a:t>
            </a:r>
            <a:r>
              <a:rPr sz="907" spc="-9" dirty="0">
                <a:latin typeface="Times New Roman"/>
                <a:cs typeface="Times New Roman"/>
              </a:rPr>
              <a:t>statute.</a:t>
            </a:r>
            <a:endParaRPr sz="907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 rot="20820000">
            <a:off x="1562889" y="569932"/>
            <a:ext cx="2148066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42"/>
              </a:lnSpc>
            </a:pPr>
            <a:r>
              <a:rPr sz="3174" spc="-608" dirty="0">
                <a:latin typeface="Gill Sans MT"/>
                <a:cs typeface="Gill Sans MT"/>
              </a:rPr>
              <a:t>Anatomy</a:t>
            </a:r>
            <a:r>
              <a:rPr sz="3174" spc="-404" dirty="0">
                <a:latin typeface="Gill Sans MT"/>
                <a:cs typeface="Gill Sans MT"/>
              </a:rPr>
              <a:t> </a:t>
            </a:r>
            <a:r>
              <a:rPr sz="3174" spc="-416" dirty="0">
                <a:latin typeface="Gill Sans MT"/>
                <a:cs typeface="Gill Sans MT"/>
              </a:rPr>
              <a:t>of</a:t>
            </a:r>
            <a:r>
              <a:rPr sz="3174" spc="-404" dirty="0">
                <a:latin typeface="Gill Sans MT"/>
                <a:cs typeface="Gill Sans MT"/>
              </a:rPr>
              <a:t> </a:t>
            </a:r>
            <a:r>
              <a:rPr sz="3174" spc="-326" dirty="0">
                <a:latin typeface="Gill Sans MT"/>
                <a:cs typeface="Gill Sans MT"/>
              </a:rPr>
              <a:t>a</a:t>
            </a:r>
            <a:r>
              <a:rPr sz="3174" spc="-404" dirty="0">
                <a:latin typeface="Gill Sans MT"/>
                <a:cs typeface="Gill Sans MT"/>
              </a:rPr>
              <a:t> </a:t>
            </a:r>
            <a:r>
              <a:rPr sz="3174" spc="-653" dirty="0">
                <a:latin typeface="Gill Sans MT"/>
                <a:cs typeface="Gill Sans MT"/>
              </a:rPr>
              <a:t>Code:</a:t>
            </a:r>
            <a:endParaRPr sz="3174">
              <a:latin typeface="Gill Sans MT"/>
              <a:cs typeface="Gill Sans MT"/>
            </a:endParaRPr>
          </a:p>
        </p:txBody>
      </p:sp>
      <p:sp>
        <p:nvSpPr>
          <p:cNvPr id="55" name="object 55"/>
          <p:cNvSpPr txBox="1"/>
          <p:nvPr/>
        </p:nvSpPr>
        <p:spPr>
          <a:xfrm rot="20820000">
            <a:off x="2319996" y="948605"/>
            <a:ext cx="874885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32"/>
              </a:lnSpc>
            </a:pPr>
            <a:r>
              <a:rPr sz="3174" spc="-422" dirty="0">
                <a:latin typeface="Gill Sans MT"/>
                <a:cs typeface="Gill Sans MT"/>
              </a:rPr>
              <a:t>Lexis+</a:t>
            </a:r>
            <a:endParaRPr sz="3174">
              <a:latin typeface="Gill Sans MT"/>
              <a:cs typeface="Gill Sans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802615" y="4231408"/>
            <a:ext cx="5009046" cy="2258937"/>
            <a:chOff x="2817605" y="4666302"/>
            <a:chExt cx="5523865" cy="2491105"/>
          </a:xfrm>
        </p:grpSpPr>
        <p:sp>
          <p:nvSpPr>
            <p:cNvPr id="57" name="object 57"/>
            <p:cNvSpPr/>
            <p:nvPr/>
          </p:nvSpPr>
          <p:spPr>
            <a:xfrm>
              <a:off x="2836662" y="6401705"/>
              <a:ext cx="1038225" cy="276225"/>
            </a:xfrm>
            <a:custGeom>
              <a:avLst/>
              <a:gdLst/>
              <a:ahLst/>
              <a:cxnLst/>
              <a:rect l="l" t="t" r="r" b="b"/>
              <a:pathLst>
                <a:path w="1038225" h="276225">
                  <a:moveTo>
                    <a:pt x="0" y="0"/>
                  </a:moveTo>
                  <a:lnTo>
                    <a:pt x="1037663" y="0"/>
                  </a:lnTo>
                  <a:lnTo>
                    <a:pt x="1037663" y="276031"/>
                  </a:lnTo>
                  <a:lnTo>
                    <a:pt x="0" y="276031"/>
                  </a:lnTo>
                  <a:lnTo>
                    <a:pt x="0" y="0"/>
                  </a:lnTo>
                  <a:close/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8" name="object 58"/>
            <p:cNvSpPr/>
            <p:nvPr/>
          </p:nvSpPr>
          <p:spPr>
            <a:xfrm>
              <a:off x="4885463" y="4685359"/>
              <a:ext cx="3436620" cy="691515"/>
            </a:xfrm>
            <a:custGeom>
              <a:avLst/>
              <a:gdLst/>
              <a:ahLst/>
              <a:cxnLst/>
              <a:rect l="l" t="t" r="r" b="b"/>
              <a:pathLst>
                <a:path w="3436620" h="691514">
                  <a:moveTo>
                    <a:pt x="0" y="0"/>
                  </a:moveTo>
                  <a:lnTo>
                    <a:pt x="3436396" y="0"/>
                  </a:lnTo>
                  <a:lnTo>
                    <a:pt x="3436396" y="691257"/>
                  </a:lnTo>
                  <a:lnTo>
                    <a:pt x="0" y="691257"/>
                  </a:lnTo>
                  <a:lnTo>
                    <a:pt x="0" y="0"/>
                  </a:lnTo>
                  <a:close/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9" name="object 59"/>
            <p:cNvSpPr/>
            <p:nvPr/>
          </p:nvSpPr>
          <p:spPr>
            <a:xfrm>
              <a:off x="4863286" y="5451737"/>
              <a:ext cx="3436620" cy="1686560"/>
            </a:xfrm>
            <a:custGeom>
              <a:avLst/>
              <a:gdLst/>
              <a:ahLst/>
              <a:cxnLst/>
              <a:rect l="l" t="t" r="r" b="b"/>
              <a:pathLst>
                <a:path w="3436620" h="1686559">
                  <a:moveTo>
                    <a:pt x="0" y="0"/>
                  </a:moveTo>
                  <a:lnTo>
                    <a:pt x="3436336" y="0"/>
                  </a:lnTo>
                  <a:lnTo>
                    <a:pt x="3436336" y="1686262"/>
                  </a:lnTo>
                  <a:lnTo>
                    <a:pt x="0" y="1686262"/>
                  </a:lnTo>
                  <a:lnTo>
                    <a:pt x="0" y="0"/>
                  </a:lnTo>
                  <a:close/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03607" y="-251"/>
            <a:ext cx="2745503" cy="1813252"/>
            <a:chOff x="61755" y="-277"/>
            <a:chExt cx="3027680" cy="1999614"/>
          </a:xfrm>
        </p:grpSpPr>
        <p:sp>
          <p:nvSpPr>
            <p:cNvPr id="3" name="object 3"/>
            <p:cNvSpPr/>
            <p:nvPr/>
          </p:nvSpPr>
          <p:spPr>
            <a:xfrm>
              <a:off x="217805" y="292107"/>
              <a:ext cx="2822575" cy="1706880"/>
            </a:xfrm>
            <a:custGeom>
              <a:avLst/>
              <a:gdLst/>
              <a:ahLst/>
              <a:cxnLst/>
              <a:rect l="l" t="t" r="r" b="b"/>
              <a:pathLst>
                <a:path w="2822575" h="1706880">
                  <a:moveTo>
                    <a:pt x="203809" y="1706762"/>
                  </a:moveTo>
                  <a:lnTo>
                    <a:pt x="0" y="504455"/>
                  </a:lnTo>
                  <a:lnTo>
                    <a:pt x="2596622" y="0"/>
                  </a:lnTo>
                  <a:lnTo>
                    <a:pt x="2822436" y="1062778"/>
                  </a:lnTo>
                  <a:lnTo>
                    <a:pt x="203809" y="1706762"/>
                  </a:lnTo>
                  <a:close/>
                </a:path>
              </a:pathLst>
            </a:custGeom>
            <a:solidFill>
              <a:srgbClr val="C70F2E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4" name="object 4"/>
            <p:cNvSpPr/>
            <p:nvPr/>
          </p:nvSpPr>
          <p:spPr>
            <a:xfrm>
              <a:off x="195732" y="137191"/>
              <a:ext cx="2870200" cy="1772920"/>
            </a:xfrm>
            <a:custGeom>
              <a:avLst/>
              <a:gdLst/>
              <a:ahLst/>
              <a:cxnLst/>
              <a:rect l="l" t="t" r="r" b="b"/>
              <a:pathLst>
                <a:path w="2870200" h="1772920">
                  <a:moveTo>
                    <a:pt x="2870006" y="1217385"/>
                  </a:moveTo>
                  <a:lnTo>
                    <a:pt x="258763" y="1772422"/>
                  </a:lnTo>
                  <a:lnTo>
                    <a:pt x="0" y="555036"/>
                  </a:lnTo>
                  <a:lnTo>
                    <a:pt x="2611243" y="0"/>
                  </a:lnTo>
                  <a:lnTo>
                    <a:pt x="2870006" y="1217385"/>
                  </a:lnTo>
                  <a:close/>
                </a:path>
              </a:pathLst>
            </a:custGeom>
            <a:solidFill>
              <a:srgbClr val="F0EBD4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5" name="object 5"/>
            <p:cNvSpPr/>
            <p:nvPr/>
          </p:nvSpPr>
          <p:spPr>
            <a:xfrm>
              <a:off x="61747" y="-267"/>
              <a:ext cx="3027680" cy="1213485"/>
            </a:xfrm>
            <a:custGeom>
              <a:avLst/>
              <a:gdLst/>
              <a:ahLst/>
              <a:cxnLst/>
              <a:rect l="l" t="t" r="r" b="b"/>
              <a:pathLst>
                <a:path w="3027680" h="1213485">
                  <a:moveTo>
                    <a:pt x="604901" y="523684"/>
                  </a:moveTo>
                  <a:lnTo>
                    <a:pt x="538060" y="560336"/>
                  </a:lnTo>
                  <a:lnTo>
                    <a:pt x="547281" y="487857"/>
                  </a:lnTo>
                  <a:lnTo>
                    <a:pt x="479539" y="548805"/>
                  </a:lnTo>
                  <a:lnTo>
                    <a:pt x="499186" y="457936"/>
                  </a:lnTo>
                  <a:lnTo>
                    <a:pt x="438365" y="530555"/>
                  </a:lnTo>
                  <a:lnTo>
                    <a:pt x="462597" y="435178"/>
                  </a:lnTo>
                  <a:lnTo>
                    <a:pt x="395541" y="486676"/>
                  </a:lnTo>
                  <a:lnTo>
                    <a:pt x="403936" y="407200"/>
                  </a:lnTo>
                  <a:lnTo>
                    <a:pt x="346252" y="491261"/>
                  </a:lnTo>
                  <a:lnTo>
                    <a:pt x="25336" y="1004392"/>
                  </a:lnTo>
                  <a:lnTo>
                    <a:pt x="0" y="1062151"/>
                  </a:lnTo>
                  <a:lnTo>
                    <a:pt x="63030" y="1031748"/>
                  </a:lnTo>
                  <a:lnTo>
                    <a:pt x="42900" y="1095260"/>
                  </a:lnTo>
                  <a:lnTo>
                    <a:pt x="129882" y="1053338"/>
                  </a:lnTo>
                  <a:lnTo>
                    <a:pt x="92887" y="1141222"/>
                  </a:lnTo>
                  <a:lnTo>
                    <a:pt x="143967" y="1114348"/>
                  </a:lnTo>
                  <a:lnTo>
                    <a:pt x="140982" y="1173073"/>
                  </a:lnTo>
                  <a:lnTo>
                    <a:pt x="195414" y="1148359"/>
                  </a:lnTo>
                  <a:lnTo>
                    <a:pt x="186728" y="1213129"/>
                  </a:lnTo>
                  <a:lnTo>
                    <a:pt x="247751" y="1146149"/>
                  </a:lnTo>
                  <a:lnTo>
                    <a:pt x="546455" y="623506"/>
                  </a:lnTo>
                  <a:lnTo>
                    <a:pt x="604901" y="523684"/>
                  </a:lnTo>
                  <a:close/>
                </a:path>
                <a:path w="3027680" h="1213485">
                  <a:moveTo>
                    <a:pt x="3027565" y="481965"/>
                  </a:moveTo>
                  <a:lnTo>
                    <a:pt x="2966758" y="414832"/>
                  </a:lnTo>
                  <a:lnTo>
                    <a:pt x="2474938" y="67741"/>
                  </a:lnTo>
                  <a:lnTo>
                    <a:pt x="2381148" y="0"/>
                  </a:lnTo>
                  <a:lnTo>
                    <a:pt x="2411285" y="70040"/>
                  </a:lnTo>
                  <a:lnTo>
                    <a:pt x="2339987" y="53936"/>
                  </a:lnTo>
                  <a:lnTo>
                    <a:pt x="2394204" y="127165"/>
                  </a:lnTo>
                  <a:lnTo>
                    <a:pt x="2305621" y="98983"/>
                  </a:lnTo>
                  <a:lnTo>
                    <a:pt x="2372055" y="166458"/>
                  </a:lnTo>
                  <a:lnTo>
                    <a:pt x="2279459" y="133210"/>
                  </a:lnTo>
                  <a:lnTo>
                    <a:pt x="2324366" y="204851"/>
                  </a:lnTo>
                  <a:lnTo>
                    <a:pt x="2245995" y="188950"/>
                  </a:lnTo>
                  <a:lnTo>
                    <a:pt x="2324227" y="254342"/>
                  </a:lnTo>
                  <a:lnTo>
                    <a:pt x="2804464" y="622808"/>
                  </a:lnTo>
                  <a:lnTo>
                    <a:pt x="2859506" y="653491"/>
                  </a:lnTo>
                  <a:lnTo>
                    <a:pt x="2835275" y="587819"/>
                  </a:lnTo>
                  <a:lnTo>
                    <a:pt x="2896578" y="613918"/>
                  </a:lnTo>
                  <a:lnTo>
                    <a:pt x="2863113" y="523328"/>
                  </a:lnTo>
                  <a:lnTo>
                    <a:pt x="2947047" y="568528"/>
                  </a:lnTo>
                  <a:lnTo>
                    <a:pt x="2925178" y="515073"/>
                  </a:lnTo>
                  <a:lnTo>
                    <a:pt x="2983344" y="523684"/>
                  </a:lnTo>
                  <a:lnTo>
                    <a:pt x="2963976" y="467106"/>
                  </a:lnTo>
                  <a:lnTo>
                    <a:pt x="3027565" y="481965"/>
                  </a:lnTo>
                  <a:close/>
                </a:path>
              </a:pathLst>
            </a:custGeom>
            <a:solidFill>
              <a:srgbClr val="C70F2E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02618" y="2869394"/>
            <a:ext cx="1797706" cy="940312"/>
            <a:chOff x="60665" y="3164304"/>
            <a:chExt cx="1982470" cy="1036955"/>
          </a:xfrm>
        </p:grpSpPr>
        <p:sp>
          <p:nvSpPr>
            <p:cNvPr id="7" name="object 7"/>
            <p:cNvSpPr/>
            <p:nvPr/>
          </p:nvSpPr>
          <p:spPr>
            <a:xfrm>
              <a:off x="60665" y="3164304"/>
              <a:ext cx="1982470" cy="1036955"/>
            </a:xfrm>
            <a:custGeom>
              <a:avLst/>
              <a:gdLst/>
              <a:ahLst/>
              <a:cxnLst/>
              <a:rect l="l" t="t" r="r" b="b"/>
              <a:pathLst>
                <a:path w="1982470" h="1036954">
                  <a:moveTo>
                    <a:pt x="1823670" y="1036596"/>
                  </a:moveTo>
                  <a:lnTo>
                    <a:pt x="262375" y="1036596"/>
                  </a:lnTo>
                  <a:lnTo>
                    <a:pt x="219455" y="1030712"/>
                  </a:lnTo>
                  <a:lnTo>
                    <a:pt x="181012" y="1014129"/>
                  </a:lnTo>
                  <a:lnTo>
                    <a:pt x="148648" y="988451"/>
                  </a:lnTo>
                  <a:lnTo>
                    <a:pt x="123964" y="955282"/>
                  </a:lnTo>
                  <a:lnTo>
                    <a:pt x="83730" y="938975"/>
                  </a:lnTo>
                  <a:lnTo>
                    <a:pt x="49569" y="913177"/>
                  </a:lnTo>
                  <a:lnTo>
                    <a:pt x="23128" y="879536"/>
                  </a:lnTo>
                  <a:lnTo>
                    <a:pt x="6056" y="839698"/>
                  </a:lnTo>
                  <a:lnTo>
                    <a:pt x="0" y="795311"/>
                  </a:lnTo>
                  <a:lnTo>
                    <a:pt x="0" y="165172"/>
                  </a:lnTo>
                  <a:lnTo>
                    <a:pt x="5910" y="121313"/>
                  </a:lnTo>
                  <a:lnTo>
                    <a:pt x="22583" y="81871"/>
                  </a:lnTo>
                  <a:lnTo>
                    <a:pt x="48432" y="48432"/>
                  </a:lnTo>
                  <a:lnTo>
                    <a:pt x="81871" y="22583"/>
                  </a:lnTo>
                  <a:lnTo>
                    <a:pt x="121313" y="5910"/>
                  </a:lnTo>
                  <a:lnTo>
                    <a:pt x="165172" y="0"/>
                  </a:lnTo>
                  <a:lnTo>
                    <a:pt x="1726468" y="0"/>
                  </a:lnTo>
                  <a:lnTo>
                    <a:pt x="1775049" y="7289"/>
                  </a:lnTo>
                  <a:lnTo>
                    <a:pt x="1817929" y="27699"/>
                  </a:lnTo>
                  <a:lnTo>
                    <a:pt x="1852922" y="59037"/>
                  </a:lnTo>
                  <a:lnTo>
                    <a:pt x="1877839" y="99114"/>
                  </a:lnTo>
                  <a:lnTo>
                    <a:pt x="1919788" y="122089"/>
                  </a:lnTo>
                  <a:lnTo>
                    <a:pt x="1952775" y="156195"/>
                  </a:lnTo>
                  <a:lnTo>
                    <a:pt x="1974358" y="198989"/>
                  </a:lnTo>
                  <a:lnTo>
                    <a:pt x="1982095" y="248031"/>
                  </a:lnTo>
                  <a:lnTo>
                    <a:pt x="1982095" y="878171"/>
                  </a:lnTo>
                  <a:lnTo>
                    <a:pt x="1974019" y="928245"/>
                  </a:lnTo>
                  <a:lnTo>
                    <a:pt x="1951528" y="971735"/>
                  </a:lnTo>
                  <a:lnTo>
                    <a:pt x="1917234" y="1006029"/>
                  </a:lnTo>
                  <a:lnTo>
                    <a:pt x="1873745" y="1028519"/>
                  </a:lnTo>
                  <a:lnTo>
                    <a:pt x="1823670" y="10365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8" name="object 8"/>
            <p:cNvSpPr/>
            <p:nvPr/>
          </p:nvSpPr>
          <p:spPr>
            <a:xfrm>
              <a:off x="74162" y="3177802"/>
              <a:ext cx="1864995" cy="934085"/>
            </a:xfrm>
            <a:custGeom>
              <a:avLst/>
              <a:gdLst/>
              <a:ahLst/>
              <a:cxnLst/>
              <a:rect l="l" t="t" r="r" b="b"/>
              <a:pathLst>
                <a:path w="1864995" h="934085">
                  <a:moveTo>
                    <a:pt x="1712972" y="933491"/>
                  </a:moveTo>
                  <a:lnTo>
                    <a:pt x="151675" y="933491"/>
                  </a:lnTo>
                  <a:lnTo>
                    <a:pt x="103756" y="925753"/>
                  </a:lnTo>
                  <a:lnTo>
                    <a:pt x="62122" y="904210"/>
                  </a:lnTo>
                  <a:lnTo>
                    <a:pt x="29280" y="871369"/>
                  </a:lnTo>
                  <a:lnTo>
                    <a:pt x="7737" y="829735"/>
                  </a:lnTo>
                  <a:lnTo>
                    <a:pt x="0" y="781815"/>
                  </a:lnTo>
                  <a:lnTo>
                    <a:pt x="0" y="151673"/>
                  </a:lnTo>
                  <a:lnTo>
                    <a:pt x="7738" y="103754"/>
                  </a:lnTo>
                  <a:lnTo>
                    <a:pt x="29281" y="62121"/>
                  </a:lnTo>
                  <a:lnTo>
                    <a:pt x="62123" y="29280"/>
                  </a:lnTo>
                  <a:lnTo>
                    <a:pt x="103756" y="7737"/>
                  </a:lnTo>
                  <a:lnTo>
                    <a:pt x="151675" y="0"/>
                  </a:lnTo>
                  <a:lnTo>
                    <a:pt x="1712972" y="0"/>
                  </a:lnTo>
                  <a:lnTo>
                    <a:pt x="1760892" y="7737"/>
                  </a:lnTo>
                  <a:lnTo>
                    <a:pt x="1802526" y="29280"/>
                  </a:lnTo>
                  <a:lnTo>
                    <a:pt x="1835367" y="62122"/>
                  </a:lnTo>
                  <a:lnTo>
                    <a:pt x="1856910" y="103756"/>
                  </a:lnTo>
                  <a:lnTo>
                    <a:pt x="1864648" y="151675"/>
                  </a:lnTo>
                  <a:lnTo>
                    <a:pt x="1864648" y="781815"/>
                  </a:lnTo>
                  <a:lnTo>
                    <a:pt x="1856910" y="829735"/>
                  </a:lnTo>
                  <a:lnTo>
                    <a:pt x="1835367" y="871369"/>
                  </a:lnTo>
                  <a:lnTo>
                    <a:pt x="1802526" y="904210"/>
                  </a:lnTo>
                  <a:lnTo>
                    <a:pt x="1760892" y="925753"/>
                  </a:lnTo>
                  <a:lnTo>
                    <a:pt x="1712972" y="933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47243" y="2989190"/>
            <a:ext cx="1482733" cy="613712"/>
          </a:xfrm>
          <a:prstGeom prst="rect">
            <a:avLst/>
          </a:prstGeom>
        </p:spPr>
        <p:txBody>
          <a:bodyPr vert="horz" wrap="square" lIns="0" tIns="36277" rIns="0" bIns="0" rtlCol="0">
            <a:spAutoFit/>
          </a:bodyPr>
          <a:lstStyle/>
          <a:p>
            <a:pPr marL="11516" marR="4607">
              <a:lnSpc>
                <a:spcPts val="889"/>
              </a:lnSpc>
              <a:spcBef>
                <a:spcPts val="286"/>
              </a:spcBef>
            </a:pPr>
            <a:r>
              <a:rPr sz="907" b="1" spc="-23" dirty="0">
                <a:latin typeface="Times New Roman"/>
                <a:cs typeface="Times New Roman"/>
              </a:rPr>
              <a:t>T</a:t>
            </a:r>
            <a:r>
              <a:rPr sz="907" spc="-23" dirty="0">
                <a:latin typeface="Times New Roman"/>
                <a:cs typeface="Times New Roman"/>
              </a:rPr>
              <a:t>he</a:t>
            </a:r>
            <a:r>
              <a:rPr sz="907" spc="-32" dirty="0">
                <a:latin typeface="Times New Roman"/>
                <a:cs typeface="Times New Roman"/>
              </a:rPr>
              <a:t> </a:t>
            </a:r>
            <a:r>
              <a:rPr sz="907" b="1" spc="-9" dirty="0">
                <a:latin typeface="Times New Roman"/>
                <a:cs typeface="Times New Roman"/>
              </a:rPr>
              <a:t>Statutory</a:t>
            </a:r>
            <a:r>
              <a:rPr sz="907" b="1" spc="-23" dirty="0">
                <a:latin typeface="Times New Roman"/>
                <a:cs typeface="Times New Roman"/>
              </a:rPr>
              <a:t> History</a:t>
            </a:r>
            <a:r>
              <a:rPr sz="907" b="1" spc="-32" dirty="0">
                <a:latin typeface="Times New Roman"/>
                <a:cs typeface="Times New Roman"/>
              </a:rPr>
              <a:t> </a:t>
            </a:r>
            <a:r>
              <a:rPr sz="907" spc="-32" dirty="0">
                <a:latin typeface="Times New Roman"/>
                <a:cs typeface="Times New Roman"/>
              </a:rPr>
              <a:t>Line</a:t>
            </a:r>
            <a:r>
              <a:rPr sz="907" spc="-27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lets </a:t>
            </a:r>
            <a:r>
              <a:rPr sz="907" spc="-9" dirty="0">
                <a:latin typeface="Times New Roman"/>
                <a:cs typeface="Times New Roman"/>
              </a:rPr>
              <a:t>researchers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know</a:t>
            </a:r>
            <a:r>
              <a:rPr sz="907" spc="-23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when</a:t>
            </a:r>
            <a:r>
              <a:rPr sz="907" spc="-18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the </a:t>
            </a:r>
            <a:r>
              <a:rPr sz="907" dirty="0">
                <a:latin typeface="Times New Roman"/>
                <a:cs typeface="Times New Roman"/>
              </a:rPr>
              <a:t>statute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was</a:t>
            </a:r>
            <a:r>
              <a:rPr sz="907" spc="-5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originally</a:t>
            </a:r>
            <a:r>
              <a:rPr sz="907" dirty="0">
                <a:latin typeface="Times New Roman"/>
                <a:cs typeface="Times New Roman"/>
              </a:rPr>
              <a:t> </a:t>
            </a:r>
            <a:r>
              <a:rPr sz="907" spc="-9" dirty="0">
                <a:latin typeface="Times New Roman"/>
                <a:cs typeface="Times New Roman"/>
              </a:rPr>
              <a:t>enacted </a:t>
            </a:r>
            <a:r>
              <a:rPr sz="907" dirty="0">
                <a:latin typeface="Times New Roman"/>
                <a:cs typeface="Times New Roman"/>
              </a:rPr>
              <a:t>and</a:t>
            </a:r>
            <a:r>
              <a:rPr sz="907" spc="-9" dirty="0">
                <a:latin typeface="Times New Roman"/>
                <a:cs typeface="Times New Roman"/>
              </a:rPr>
              <a:t> </a:t>
            </a:r>
            <a:r>
              <a:rPr sz="907" dirty="0">
                <a:latin typeface="Times New Roman"/>
                <a:cs typeface="Times New Roman"/>
              </a:rPr>
              <a:t>whether</a:t>
            </a:r>
            <a:r>
              <a:rPr sz="907" spc="-14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it’s</a:t>
            </a:r>
            <a:r>
              <a:rPr sz="907" spc="-9" dirty="0">
                <a:latin typeface="Times New Roman"/>
                <a:cs typeface="Times New Roman"/>
              </a:rPr>
              <a:t> </a:t>
            </a:r>
            <a:r>
              <a:rPr sz="907" spc="-23" dirty="0">
                <a:latin typeface="Times New Roman"/>
                <a:cs typeface="Times New Roman"/>
              </a:rPr>
              <a:t>ever</a:t>
            </a:r>
            <a:r>
              <a:rPr sz="907" spc="-9" dirty="0">
                <a:latin typeface="Times New Roman"/>
                <a:cs typeface="Times New Roman"/>
              </a:rPr>
              <a:t> </a:t>
            </a:r>
            <a:r>
              <a:rPr sz="907" spc="-18" dirty="0">
                <a:latin typeface="Times New Roman"/>
                <a:cs typeface="Times New Roman"/>
              </a:rPr>
              <a:t>been </a:t>
            </a:r>
            <a:r>
              <a:rPr sz="907" spc="-9" dirty="0">
                <a:latin typeface="Times New Roman"/>
                <a:cs typeface="Times New Roman"/>
              </a:rPr>
              <a:t>amended.</a:t>
            </a:r>
            <a:endParaRPr sz="907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46026" y="1804270"/>
            <a:ext cx="8461655" cy="4565666"/>
            <a:chOff x="1211312" y="1989708"/>
            <a:chExt cx="9331325" cy="503491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2627" y="2010667"/>
              <a:ext cx="8241863" cy="498343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71197" y="1999236"/>
              <a:ext cx="8261350" cy="5002530"/>
            </a:xfrm>
            <a:custGeom>
              <a:avLst/>
              <a:gdLst/>
              <a:ahLst/>
              <a:cxnLst/>
              <a:rect l="l" t="t" r="r" b="b"/>
              <a:pathLst>
                <a:path w="8261350" h="5002530">
                  <a:moveTo>
                    <a:pt x="8261287" y="0"/>
                  </a:moveTo>
                  <a:lnTo>
                    <a:pt x="0" y="0"/>
                  </a:lnTo>
                  <a:lnTo>
                    <a:pt x="0" y="5002510"/>
                  </a:lnTo>
                </a:path>
              </a:pathLst>
            </a:custGeom>
            <a:ln w="19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3" name="object 13"/>
            <p:cNvSpPr/>
            <p:nvPr/>
          </p:nvSpPr>
          <p:spPr>
            <a:xfrm>
              <a:off x="4013589" y="3405096"/>
              <a:ext cx="4838065" cy="3600450"/>
            </a:xfrm>
            <a:custGeom>
              <a:avLst/>
              <a:gdLst/>
              <a:ahLst/>
              <a:cxnLst/>
              <a:rect l="l" t="t" r="r" b="b"/>
              <a:pathLst>
                <a:path w="4838065" h="3600450">
                  <a:moveTo>
                    <a:pt x="0" y="0"/>
                  </a:moveTo>
                  <a:lnTo>
                    <a:pt x="4838003" y="0"/>
                  </a:lnTo>
                  <a:lnTo>
                    <a:pt x="4838003" y="3600318"/>
                  </a:lnTo>
                  <a:lnTo>
                    <a:pt x="0" y="3600318"/>
                  </a:lnTo>
                  <a:lnTo>
                    <a:pt x="0" y="0"/>
                  </a:lnTo>
                  <a:close/>
                </a:path>
              </a:pathLst>
            </a:custGeom>
            <a:ln w="38114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sp>
          <p:nvSpPr>
            <p:cNvPr id="14" name="object 14"/>
            <p:cNvSpPr/>
            <p:nvPr/>
          </p:nvSpPr>
          <p:spPr>
            <a:xfrm>
              <a:off x="1260023" y="3981475"/>
              <a:ext cx="2753995" cy="1224280"/>
            </a:xfrm>
            <a:custGeom>
              <a:avLst/>
              <a:gdLst/>
              <a:ahLst/>
              <a:cxnLst/>
              <a:rect l="l" t="t" r="r" b="b"/>
              <a:pathLst>
                <a:path w="2753995" h="1224279">
                  <a:moveTo>
                    <a:pt x="2753444" y="1223826"/>
                  </a:moveTo>
                  <a:lnTo>
                    <a:pt x="0" y="0"/>
                  </a:lnTo>
                </a:path>
              </a:pathLst>
            </a:custGeom>
            <a:ln w="19057">
              <a:solidFill>
                <a:srgbClr val="C70F2E"/>
              </a:solidFill>
            </a:ln>
          </p:spPr>
          <p:txBody>
            <a:bodyPr wrap="square" lIns="0" tIns="0" rIns="0" bIns="0" rtlCol="0"/>
            <a:lstStyle/>
            <a:p>
              <a:endParaRPr sz="1632"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1312" y="3943890"/>
              <a:ext cx="65496" cy="713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 rot="20820000">
            <a:off x="1562889" y="569932"/>
            <a:ext cx="2148066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42"/>
              </a:lnSpc>
            </a:pPr>
            <a:r>
              <a:rPr sz="3174" spc="-608" dirty="0">
                <a:latin typeface="Gill Sans MT"/>
                <a:cs typeface="Gill Sans MT"/>
              </a:rPr>
              <a:t>Anatomy</a:t>
            </a:r>
            <a:r>
              <a:rPr sz="3174" spc="-404" dirty="0">
                <a:latin typeface="Gill Sans MT"/>
                <a:cs typeface="Gill Sans MT"/>
              </a:rPr>
              <a:t> </a:t>
            </a:r>
            <a:r>
              <a:rPr sz="3174" spc="-416" dirty="0">
                <a:latin typeface="Gill Sans MT"/>
                <a:cs typeface="Gill Sans MT"/>
              </a:rPr>
              <a:t>of</a:t>
            </a:r>
            <a:r>
              <a:rPr sz="3174" spc="-404" dirty="0">
                <a:latin typeface="Gill Sans MT"/>
                <a:cs typeface="Gill Sans MT"/>
              </a:rPr>
              <a:t> </a:t>
            </a:r>
            <a:r>
              <a:rPr sz="3174" spc="-326" dirty="0">
                <a:latin typeface="Gill Sans MT"/>
                <a:cs typeface="Gill Sans MT"/>
              </a:rPr>
              <a:t>a</a:t>
            </a:r>
            <a:r>
              <a:rPr sz="3174" spc="-404" dirty="0">
                <a:latin typeface="Gill Sans MT"/>
                <a:cs typeface="Gill Sans MT"/>
              </a:rPr>
              <a:t> </a:t>
            </a:r>
            <a:r>
              <a:rPr sz="3174" spc="-653" dirty="0">
                <a:latin typeface="Gill Sans MT"/>
                <a:cs typeface="Gill Sans MT"/>
              </a:rPr>
              <a:t>Code:</a:t>
            </a:r>
            <a:endParaRPr sz="3174">
              <a:latin typeface="Gill Sans MT"/>
              <a:cs typeface="Gill Sans MT"/>
            </a:endParaRPr>
          </a:p>
        </p:txBody>
      </p:sp>
      <p:sp>
        <p:nvSpPr>
          <p:cNvPr id="17" name="object 17"/>
          <p:cNvSpPr txBox="1"/>
          <p:nvPr/>
        </p:nvSpPr>
        <p:spPr>
          <a:xfrm rot="20820000">
            <a:off x="2319996" y="948605"/>
            <a:ext cx="874885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32"/>
              </a:lnSpc>
            </a:pPr>
            <a:r>
              <a:rPr sz="3174" spc="-422" dirty="0">
                <a:latin typeface="Gill Sans MT"/>
                <a:cs typeface="Gill Sans MT"/>
              </a:rPr>
              <a:t>Lexis+</a:t>
            </a:r>
            <a:endParaRPr sz="3174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02AC54-45A0-B312-0346-AF5B5CA00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Determining if Statute is Good Law - Citator Symbols</a:t>
            </a:r>
          </a:p>
        </p:txBody>
      </p:sp>
      <p:pic>
        <p:nvPicPr>
          <p:cNvPr id="4" name="Picture 3" descr="https://d28xzasi0ukh2h.cloudfront.net/64ee00b426d52f40393d9210">
            <a:extLst>
              <a:ext uri="{FF2B5EF4-FFF2-40B4-BE49-F238E27FC236}">
                <a16:creationId xmlns:a16="http://schemas.microsoft.com/office/drawing/2014/main" id="{AAC44280-2B0F-0554-4FF2-4270A49B2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558" y="578738"/>
            <a:ext cx="3459034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689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63B1-5533-070F-B33F-B21A171D5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2400" dirty="0"/>
              <a:t>Research Exercise 3</a:t>
            </a:r>
            <a:br>
              <a:rPr lang="en-US" sz="3600" dirty="0"/>
            </a:br>
            <a:r>
              <a:rPr lang="en-US" sz="3600" dirty="0"/>
              <a:t>Statutory Research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739CFC-4302-69F6-0EC4-9FCA1718F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1740663"/>
            <a:ext cx="6702552" cy="4473953"/>
          </a:xfrm>
          <a:prstGeom prst="rect">
            <a:avLst/>
          </a:prstGeom>
        </p:spPr>
      </p:pic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624EE12A-2753-6EB1-037B-3CF13AAB9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Once you find</a:t>
            </a:r>
          </a:p>
          <a:p>
            <a:pPr marL="0" indent="0" algn="ctr">
              <a:buNone/>
            </a:pPr>
            <a:r>
              <a:rPr lang="en-US" sz="3600" dirty="0">
                <a:solidFill>
                  <a:schemeClr val="accent2"/>
                </a:solidFill>
              </a:rPr>
              <a:t>ONE GOOD CASE </a:t>
            </a:r>
            <a:r>
              <a:rPr lang="en-US" sz="2400" dirty="0"/>
              <a:t>you can find the whole universe of relevant case law within a jurisdiction.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Thursday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00364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57EBBC-F16E-38F8-6205-FE7029308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05320"/>
            <a:ext cx="5294716" cy="26473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553ECF-3E54-5773-108A-11D55AB5D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886914"/>
            <a:ext cx="5294715" cy="308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22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90B80F-7F52-AA89-1C35-6900B481E6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08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341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CFBB76-91D1-1296-9A0A-6E6C43525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687" y="45427"/>
            <a:ext cx="7902625" cy="6767146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5D93F4D8-DBF7-A8DF-A11B-EEF07AE157BB}"/>
              </a:ext>
            </a:extLst>
          </p:cNvPr>
          <p:cNvSpPr/>
          <p:nvPr/>
        </p:nvSpPr>
        <p:spPr>
          <a:xfrm>
            <a:off x="5189517" y="2965861"/>
            <a:ext cx="1588325" cy="3765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90D97ED-D5AC-EDD7-F906-C84E14EE039B}"/>
              </a:ext>
            </a:extLst>
          </p:cNvPr>
          <p:cNvSpPr/>
          <p:nvPr/>
        </p:nvSpPr>
        <p:spPr>
          <a:xfrm>
            <a:off x="926275" y="6424125"/>
            <a:ext cx="1588325" cy="3765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93460D-947C-B587-4577-A89530AB9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273" y="2706759"/>
            <a:ext cx="4381880" cy="51820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159675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475B61-7289-2AEE-82C7-7937E5BC5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671" y="171167"/>
            <a:ext cx="8504657" cy="6515665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69BFCB50-972F-D197-621A-543140D12B2E}"/>
              </a:ext>
            </a:extLst>
          </p:cNvPr>
          <p:cNvSpPr/>
          <p:nvPr/>
        </p:nvSpPr>
        <p:spPr>
          <a:xfrm>
            <a:off x="1239253" y="4235116"/>
            <a:ext cx="854242" cy="2767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35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06F0BD-3599-9156-B135-4FC7D91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65" y="643467"/>
            <a:ext cx="8570869" cy="5571066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B0AD87FC-D696-F439-5270-03927AAF83B3}"/>
              </a:ext>
            </a:extLst>
          </p:cNvPr>
          <p:cNvSpPr/>
          <p:nvPr/>
        </p:nvSpPr>
        <p:spPr>
          <a:xfrm>
            <a:off x="2113808" y="3642981"/>
            <a:ext cx="4366821" cy="4896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Austin Court of Appeals</a:t>
            </a:r>
          </a:p>
        </p:txBody>
      </p:sp>
    </p:spTree>
    <p:extLst>
      <p:ext uri="{BB962C8B-B14F-4D97-AF65-F5344CB8AC3E}">
        <p14:creationId xmlns:p14="http://schemas.microsoft.com/office/powerpoint/2010/main" val="3964424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3AFC36-8107-0193-195D-3206BB44C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008" y="0"/>
            <a:ext cx="8157984" cy="6858000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4B250579-8FC2-F90E-2545-959367FEBB09}"/>
              </a:ext>
            </a:extLst>
          </p:cNvPr>
          <p:cNvSpPr/>
          <p:nvPr/>
        </p:nvSpPr>
        <p:spPr>
          <a:xfrm>
            <a:off x="929869" y="4710598"/>
            <a:ext cx="1263316" cy="1564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6BA8A88-EA5A-0083-BB73-C5EEC099819A}"/>
              </a:ext>
            </a:extLst>
          </p:cNvPr>
          <p:cNvSpPr/>
          <p:nvPr/>
        </p:nvSpPr>
        <p:spPr>
          <a:xfrm>
            <a:off x="2673563" y="1442904"/>
            <a:ext cx="1263316" cy="1564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38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909E18-0E76-B697-95EF-AF68014D7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086" y="0"/>
            <a:ext cx="7667827" cy="6858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B445C35D-52F5-1739-804A-D1D7F7424751}"/>
              </a:ext>
            </a:extLst>
          </p:cNvPr>
          <p:cNvSpPr/>
          <p:nvPr/>
        </p:nvSpPr>
        <p:spPr>
          <a:xfrm>
            <a:off x="1191126" y="5185611"/>
            <a:ext cx="1263316" cy="1564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33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6F8B3E-4F58-63EA-F51E-16FCD07FB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19" y="0"/>
            <a:ext cx="8780962" cy="6858000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769FE8A-0E1D-4102-0BFB-25331FC05831}"/>
              </a:ext>
            </a:extLst>
          </p:cNvPr>
          <p:cNvSpPr/>
          <p:nvPr/>
        </p:nvSpPr>
        <p:spPr>
          <a:xfrm>
            <a:off x="520803" y="6468146"/>
            <a:ext cx="1263316" cy="1564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08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6FB6-CE32-5A9C-7D6B-36F0973A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F0491-6F7D-D8FA-BEC0-6E7F5418F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Complete Legal Research Modules 4.1-4.4 by CLASS TIME Thursday, 10/1</a:t>
            </a:r>
          </a:p>
          <a:p>
            <a:pPr lvl="0"/>
            <a:r>
              <a:rPr lang="en-US" b="1" dirty="0"/>
              <a:t>Complete Legal Research Modules 4.5 -4.9 by CLASS TIME Tuesday, 10/6</a:t>
            </a:r>
            <a:endParaRPr lang="en-US" dirty="0"/>
          </a:p>
          <a:p>
            <a:pPr lvl="0"/>
            <a:r>
              <a:rPr lang="en-US" b="1" dirty="0"/>
              <a:t>Graded Research Assessment, In-Class Thursday, 10/8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93788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</TotalTime>
  <Words>760</Words>
  <Application>Microsoft Office PowerPoint</Application>
  <PresentationFormat>Widescreen</PresentationFormat>
  <Paragraphs>68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Aptos Display</vt:lpstr>
      <vt:lpstr>Arial</vt:lpstr>
      <vt:lpstr>Arial Narrow</vt:lpstr>
      <vt:lpstr>Century Gothic</vt:lpstr>
      <vt:lpstr>Gill Sans MT</vt:lpstr>
      <vt:lpstr>Times New Roman</vt:lpstr>
      <vt:lpstr>Wingdings 3</vt:lpstr>
      <vt:lpstr>Office Theme</vt:lpstr>
      <vt:lpstr>Ion</vt:lpstr>
      <vt:lpstr>Warmup – 10 Mins. </vt:lpstr>
      <vt:lpstr>Today in LSS</vt:lpstr>
      <vt:lpstr>When Do We Know When To Move from Secondary to Primary Source Analysis? </vt:lpstr>
      <vt:lpstr>Statutory Analysis </vt:lpstr>
      <vt:lpstr>Read the Statute, Read the Statute, Read the Statute!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Determining if Statute is Good Law - Citator Symbols</vt:lpstr>
      <vt:lpstr>Research Exercise 3 Statutory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Truskett, Harve A</dc:creator>
  <cp:lastModifiedBy>Truskett, Harve A</cp:lastModifiedBy>
  <cp:revision>1</cp:revision>
  <dcterms:created xsi:type="dcterms:W3CDTF">2026-09-27T20:53:57Z</dcterms:created>
  <dcterms:modified xsi:type="dcterms:W3CDTF">2026-09-29T00:32:49Z</dcterms:modified>
</cp:coreProperties>
</file>