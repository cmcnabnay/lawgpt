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73" r:id="rId1"/>
    <p:sldMasterId id="2147483789" r:id="rId2"/>
  </p:sldMasterIdLst>
  <p:notesMasterIdLst>
    <p:notesMasterId r:id="rId23"/>
  </p:notesMasterIdLst>
  <p:sldIdLst>
    <p:sldId id="256" r:id="rId3"/>
    <p:sldId id="274" r:id="rId4"/>
    <p:sldId id="270" r:id="rId5"/>
    <p:sldId id="273" r:id="rId6"/>
    <p:sldId id="269" r:id="rId7"/>
    <p:sldId id="570" r:id="rId8"/>
    <p:sldId id="272" r:id="rId9"/>
    <p:sldId id="268" r:id="rId10"/>
    <p:sldId id="267" r:id="rId11"/>
    <p:sldId id="266" r:id="rId12"/>
    <p:sldId id="265" r:id="rId13"/>
    <p:sldId id="264" r:id="rId14"/>
    <p:sldId id="263" r:id="rId15"/>
    <p:sldId id="262" r:id="rId16"/>
    <p:sldId id="261" r:id="rId17"/>
    <p:sldId id="271" r:id="rId18"/>
    <p:sldId id="260" r:id="rId19"/>
    <p:sldId id="582" r:id="rId20"/>
    <p:sldId id="576" r:id="rId21"/>
    <p:sldId id="27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AD53FB-91DF-41EC-A56A-B8B009500203}" v="81" dt="2026-10-20T22:42:03.5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970" autoAdjust="0"/>
    <p:restoredTop sz="94667" autoAdjust="0"/>
  </p:normalViewPr>
  <p:slideViewPr>
    <p:cSldViewPr snapToGrid="0">
      <p:cViewPr varScale="1">
        <p:scale>
          <a:sx n="115" d="100"/>
          <a:sy n="115" d="100"/>
        </p:scale>
        <p:origin x="19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758B3D-C88F-4F2E-9E6C-A449C50084F6}" type="datetimeFigureOut">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F90055-CC55-4A79-890A-7B9B0950294F}" type="slidenum">
              <a:t>‹#›</a:t>
            </a:fld>
            <a:endParaRPr lang="en-US"/>
          </a:p>
        </p:txBody>
      </p:sp>
    </p:spTree>
    <p:extLst>
      <p:ext uri="{BB962C8B-B14F-4D97-AF65-F5344CB8AC3E}">
        <p14:creationId xmlns:p14="http://schemas.microsoft.com/office/powerpoint/2010/main" val="12744097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u="sng"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EA3472-32B8-48BA-B3FD-E0DA7654616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184126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C51B564-FCD4-4C82-B637-DF0CB88AFB98}" type="slidenum">
              <a:rPr lang="en-US" smtClean="0"/>
              <a:pPr/>
              <a:t>10</a:t>
            </a:fld>
            <a:endParaRPr lang="en-US"/>
          </a:p>
        </p:txBody>
      </p:sp>
    </p:spTree>
    <p:extLst>
      <p:ext uri="{BB962C8B-B14F-4D97-AF65-F5344CB8AC3E}">
        <p14:creationId xmlns:p14="http://schemas.microsoft.com/office/powerpoint/2010/main" val="19903212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1F0029-DEF9-4517-9319-42378B59BFF4}" type="slidenum">
              <a:rPr lang="en-US" smtClean="0"/>
              <a:pPr/>
              <a:t>11</a:t>
            </a:fld>
            <a:endParaRPr lang="en-US"/>
          </a:p>
        </p:txBody>
      </p:sp>
    </p:spTree>
    <p:extLst>
      <p:ext uri="{BB962C8B-B14F-4D97-AF65-F5344CB8AC3E}">
        <p14:creationId xmlns:p14="http://schemas.microsoft.com/office/powerpoint/2010/main" val="35465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u="none"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EA3472-32B8-48BA-B3FD-E0DA7654616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654333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u="none"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EA3472-32B8-48BA-B3FD-E0DA7654616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402416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u="none"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EA3472-32B8-48BA-B3FD-E0DA7654616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92603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D3B3C7E-BC2D-4436-8B03-AC421FA66787}"/>
              </a:ext>
            </a:extLst>
          </p:cNvPr>
          <p:cNvSpPr/>
          <p:nvPr/>
        </p:nvSpPr>
        <p:spPr>
          <a:xfrm>
            <a:off x="160920" y="157606"/>
            <a:ext cx="11870161" cy="65427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66887E-4265-46F7-9DE0-605FFFC90761}"/>
              </a:ext>
            </a:extLst>
          </p:cNvPr>
          <p:cNvSpPr>
            <a:spLocks noGrp="1"/>
          </p:cNvSpPr>
          <p:nvPr>
            <p:ph type="ctrTitle" hasCustomPrompt="1"/>
          </p:nvPr>
        </p:nvSpPr>
        <p:spPr>
          <a:xfrm>
            <a:off x="2035130" y="1066800"/>
            <a:ext cx="8112369" cy="2073119"/>
          </a:xfrm>
        </p:spPr>
        <p:txBody>
          <a:bodyPr anchor="b">
            <a:normAutofit/>
          </a:bodyPr>
          <a:lstStyle>
            <a:lvl1pPr algn="ctr">
              <a:lnSpc>
                <a:spcPct val="110000"/>
              </a:lnSpc>
              <a:defRPr sz="2800" cap="all" spc="390" baseline="0"/>
            </a:lvl1pPr>
          </a:lstStyle>
          <a:p>
            <a:r>
              <a:rPr lang="en-US" dirty="0"/>
              <a:t>CLICK TO EDIT MASTER TITLE STYLE</a:t>
            </a:r>
          </a:p>
        </p:txBody>
      </p:sp>
      <p:sp>
        <p:nvSpPr>
          <p:cNvPr id="3" name="Subtitle 2">
            <a:extLst>
              <a:ext uri="{FF2B5EF4-FFF2-40B4-BE49-F238E27FC236}">
                <a16:creationId xmlns:a16="http://schemas.microsoft.com/office/drawing/2014/main" id="{7EDB1A74-54F5-45CA-8922-87FFD57515D4}"/>
              </a:ext>
            </a:extLst>
          </p:cNvPr>
          <p:cNvSpPr>
            <a:spLocks noGrp="1"/>
          </p:cNvSpPr>
          <p:nvPr>
            <p:ph type="subTitle" idx="1"/>
          </p:nvPr>
        </p:nvSpPr>
        <p:spPr>
          <a:xfrm>
            <a:off x="2175804" y="4876802"/>
            <a:ext cx="7821637" cy="1028697"/>
          </a:xfrm>
        </p:spPr>
        <p:txBody>
          <a:bodyPr>
            <a:normAutofit/>
          </a:bodyPr>
          <a:lstStyle>
            <a:lvl1pPr marL="0" indent="0" algn="ct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0B6BE6EF-9D0F-4ABF-B92C-E967FE3F16CF}"/>
              </a:ext>
            </a:extLst>
          </p:cNvPr>
          <p:cNvSpPr>
            <a:spLocks noGrp="1"/>
          </p:cNvSpPr>
          <p:nvPr>
            <p:ph type="dt" sz="half" idx="10"/>
          </p:nvPr>
        </p:nvSpPr>
        <p:spPr/>
        <p:txBody>
          <a:bodyPr/>
          <a:lstStyle/>
          <a:p>
            <a:fld id="{C485584D-7D79-4248-9986-4CA35242F944}" type="datetimeFigureOut">
              <a:rPr lang="en-US" smtClean="0"/>
              <a:t>10/20/2026</a:t>
            </a:fld>
            <a:endParaRPr lang="en-US"/>
          </a:p>
        </p:txBody>
      </p:sp>
      <p:sp>
        <p:nvSpPr>
          <p:cNvPr id="5" name="Footer Placeholder 4">
            <a:extLst>
              <a:ext uri="{FF2B5EF4-FFF2-40B4-BE49-F238E27FC236}">
                <a16:creationId xmlns:a16="http://schemas.microsoft.com/office/drawing/2014/main" id="{4E4AB150-954C-4F02-89AC-DA7163D75C39}"/>
              </a:ext>
            </a:extLst>
          </p:cNvPr>
          <p:cNvSpPr>
            <a:spLocks noGrp="1"/>
          </p:cNvSpPr>
          <p:nvPr>
            <p:ph type="ftr" sz="quarter" idx="11"/>
          </p:nvPr>
        </p:nvSpPr>
        <p:spPr>
          <a:xfrm>
            <a:off x="7279965" y="6245352"/>
            <a:ext cx="4114800" cy="365125"/>
          </a:xfrm>
        </p:spPr>
        <p:txBody>
          <a:bodyPr/>
          <a:lstStyle/>
          <a:p>
            <a:endParaRPr lang="en-US"/>
          </a:p>
        </p:txBody>
      </p:sp>
      <p:sp>
        <p:nvSpPr>
          <p:cNvPr id="6" name="Slide Number Placeholder 5">
            <a:extLst>
              <a:ext uri="{FF2B5EF4-FFF2-40B4-BE49-F238E27FC236}">
                <a16:creationId xmlns:a16="http://schemas.microsoft.com/office/drawing/2014/main" id="{E8E16270-CBD7-4ACC-BFC5-9CADE7226688}"/>
              </a:ext>
            </a:extLst>
          </p:cNvPr>
          <p:cNvSpPr>
            <a:spLocks noGrp="1"/>
          </p:cNvSpPr>
          <p:nvPr>
            <p:ph type="sldNum" sz="quarter" idx="12"/>
          </p:nvPr>
        </p:nvSpPr>
        <p:spPr/>
        <p:txBody>
          <a:bodyPr/>
          <a:lstStyle/>
          <a:p>
            <a:fld id="{19590046-DA73-4BBF-84B5-C08E6F75191A}" type="slidenum">
              <a:rPr lang="en-US" smtClean="0"/>
              <a:t>‹#›</a:t>
            </a:fld>
            <a:endParaRPr lang="en-US"/>
          </a:p>
        </p:txBody>
      </p:sp>
      <p:grpSp>
        <p:nvGrpSpPr>
          <p:cNvPr id="7" name="Group 6">
            <a:extLst>
              <a:ext uri="{FF2B5EF4-FFF2-40B4-BE49-F238E27FC236}">
                <a16:creationId xmlns:a16="http://schemas.microsoft.com/office/drawing/2014/main" id="{79B5D0C1-066E-4C02-A6B8-59FAE4A19724}"/>
              </a:ext>
            </a:extLst>
          </p:cNvPr>
          <p:cNvGrpSpPr/>
          <p:nvPr/>
        </p:nvGrpSpPr>
        <p:grpSpPr>
          <a:xfrm>
            <a:off x="5662258" y="4240546"/>
            <a:ext cx="867485" cy="115439"/>
            <a:chOff x="8910933" y="1861308"/>
            <a:chExt cx="867485" cy="115439"/>
          </a:xfrm>
        </p:grpSpPr>
        <p:sp>
          <p:nvSpPr>
            <p:cNvPr id="8" name="Rectangle 7">
              <a:extLst>
                <a:ext uri="{FF2B5EF4-FFF2-40B4-BE49-F238E27FC236}">
                  <a16:creationId xmlns:a16="http://schemas.microsoft.com/office/drawing/2014/main" id="{D4386904-AFDC-449E-8D1B-906B305EBDA7}"/>
                </a:ext>
              </a:extLst>
            </p:cNvPr>
            <p:cNvSpPr/>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9" name="Straight Connector 8">
              <a:extLst>
                <a:ext uri="{FF2B5EF4-FFF2-40B4-BE49-F238E27FC236}">
                  <a16:creationId xmlns:a16="http://schemas.microsoft.com/office/drawing/2014/main" id="{F70778F2-11E8-428C-8324-479CA9D6FE92}"/>
                </a:ext>
              </a:extLst>
            </p:cNvPr>
            <p:cNvCxnSpPr/>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A0BE89E-CB2D-48BA-A8D2-533FAAAA725F}"/>
                </a:ext>
              </a:extLst>
            </p:cNvPr>
            <p:cNvCxnSpPr/>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6212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2DC87-4B97-4A7C-BC4C-6E772456161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4B59FD9-57FD-4ABA-9FCD-7954052534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7BD40E-B0AA-47B8-900F-488A8AEC1BC2}"/>
              </a:ext>
            </a:extLst>
          </p:cNvPr>
          <p:cNvSpPr>
            <a:spLocks noGrp="1"/>
          </p:cNvSpPr>
          <p:nvPr>
            <p:ph type="dt" sz="half" idx="10"/>
          </p:nvPr>
        </p:nvSpPr>
        <p:spPr/>
        <p:txBody>
          <a:bodyPr/>
          <a:lstStyle/>
          <a:p>
            <a:fld id="{C485584D-7D79-4248-9986-4CA35242F944}" type="datetimeFigureOut">
              <a:rPr lang="en-US" smtClean="0"/>
              <a:t>10/20/2026</a:t>
            </a:fld>
            <a:endParaRPr lang="en-US"/>
          </a:p>
        </p:txBody>
      </p:sp>
      <p:sp>
        <p:nvSpPr>
          <p:cNvPr id="5" name="Footer Placeholder 4">
            <a:extLst>
              <a:ext uri="{FF2B5EF4-FFF2-40B4-BE49-F238E27FC236}">
                <a16:creationId xmlns:a16="http://schemas.microsoft.com/office/drawing/2014/main" id="{865E623C-1E35-4485-A5B4-A71969BE70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5C6BB9-EF4F-465E-985B-34521F68C583}"/>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4892145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87F5577-D71B-4279-B07A-62F703E5D1DC}"/>
              </a:ext>
            </a:extLst>
          </p:cNvPr>
          <p:cNvSpPr>
            <a:spLocks noGrp="1"/>
          </p:cNvSpPr>
          <p:nvPr>
            <p:ph type="dt" sz="half" idx="10"/>
          </p:nvPr>
        </p:nvSpPr>
        <p:spPr/>
        <p:txBody>
          <a:bodyPr/>
          <a:lstStyle/>
          <a:p>
            <a:fld id="{C485584D-7D79-4248-9986-4CA35242F944}" type="datetimeFigureOut">
              <a:rPr lang="en-US" smtClean="0"/>
              <a:t>10/20/2026</a:t>
            </a:fld>
            <a:endParaRPr lang="en-US"/>
          </a:p>
        </p:txBody>
      </p:sp>
      <p:sp>
        <p:nvSpPr>
          <p:cNvPr id="5" name="Footer Placeholder 4">
            <a:extLst>
              <a:ext uri="{FF2B5EF4-FFF2-40B4-BE49-F238E27FC236}">
                <a16:creationId xmlns:a16="http://schemas.microsoft.com/office/drawing/2014/main" id="{F648367D-C35C-4023-BEBE-F834D033B0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BFCF8A-B8C6-496A-98A5-BBB52DB70F16}"/>
              </a:ext>
            </a:extLst>
          </p:cNvPr>
          <p:cNvSpPr>
            <a:spLocks noGrp="1"/>
          </p:cNvSpPr>
          <p:nvPr>
            <p:ph type="sldNum" sz="quarter" idx="12"/>
          </p:nvPr>
        </p:nvSpPr>
        <p:spPr/>
        <p:txBody>
          <a:bodyPr/>
          <a:lstStyle/>
          <a:p>
            <a:fld id="{19590046-DA73-4BBF-84B5-C08E6F75191A}" type="slidenum">
              <a:rPr lang="en-US" smtClean="0"/>
              <a:t>‹#›</a:t>
            </a:fld>
            <a:endParaRPr lang="en-US"/>
          </a:p>
        </p:txBody>
      </p:sp>
      <p:sp>
        <p:nvSpPr>
          <p:cNvPr id="11" name="Rectangle 5">
            <a:extLst>
              <a:ext uri="{FF2B5EF4-FFF2-40B4-BE49-F238E27FC236}">
                <a16:creationId xmlns:a16="http://schemas.microsoft.com/office/drawing/2014/main" id="{CDE45C10-227D-42DF-A888-EEFD3784FA8E}"/>
              </a:ext>
              <a:ext uri="{C183D7F6-B498-43B3-948B-1728B52AA6E4}">
                <adec:decorative xmlns:adec="http://schemas.microsoft.com/office/drawing/2017/decorative" val="1"/>
              </a:ext>
            </a:extLst>
          </p:cNvPr>
          <p:cNvSpPr/>
          <p:nvPr/>
        </p:nvSpPr>
        <p:spPr>
          <a:xfrm>
            <a:off x="723900" y="750338"/>
            <a:ext cx="4580642" cy="5494694"/>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6096000 w 6096000"/>
              <a:gd name="connsiteY2" fmla="*/ 6858000 h 6858000"/>
              <a:gd name="connsiteX3" fmla="*/ 3058886 w 6096000"/>
              <a:gd name="connsiteY3" fmla="*/ 6858000 h 6858000"/>
              <a:gd name="connsiteX4" fmla="*/ 0 w 6096000"/>
              <a:gd name="connsiteY4" fmla="*/ 6858000 h 6858000"/>
              <a:gd name="connsiteX5" fmla="*/ 0 w 6096000"/>
              <a:gd name="connsiteY5" fmla="*/ 0 h 6858000"/>
              <a:gd name="connsiteX0" fmla="*/ 0 w 6096000"/>
              <a:gd name="connsiteY0" fmla="*/ 0 h 6858000"/>
              <a:gd name="connsiteX1" fmla="*/ 6096000 w 6096000"/>
              <a:gd name="connsiteY1" fmla="*/ 0 h 6858000"/>
              <a:gd name="connsiteX2" fmla="*/ 6096000 w 6096000"/>
              <a:gd name="connsiteY2" fmla="*/ 6858000 h 6858000"/>
              <a:gd name="connsiteX3" fmla="*/ 3037115 w 6096000"/>
              <a:gd name="connsiteY3" fmla="*/ 5889172 h 6858000"/>
              <a:gd name="connsiteX4" fmla="*/ 0 w 6096000"/>
              <a:gd name="connsiteY4" fmla="*/ 6858000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6096000" y="0"/>
                </a:lnTo>
                <a:lnTo>
                  <a:pt x="6096000" y="6858000"/>
                </a:lnTo>
                <a:lnTo>
                  <a:pt x="3037115" y="5889172"/>
                </a:lnTo>
                <a:lnTo>
                  <a:pt x="0" y="6858000"/>
                </a:lnTo>
                <a:lnTo>
                  <a:pt x="0" y="0"/>
                </a:lnTo>
                <a:close/>
              </a:path>
            </a:pathLst>
          </a:custGeom>
          <a:solidFill>
            <a:schemeClr val="bg2">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DA214944-8898-48BC-AE6F-065DA7BBB8E8}"/>
              </a:ext>
              <a:ext uri="{C183D7F6-B498-43B3-948B-1728B52AA6E4}">
                <adec:decorative xmlns:adec="http://schemas.microsoft.com/office/drawing/2017/decorative" val="1"/>
              </a:ext>
            </a:extLst>
          </p:cNvPr>
          <p:cNvGrpSpPr/>
          <p:nvPr/>
        </p:nvGrpSpPr>
        <p:grpSpPr>
          <a:xfrm>
            <a:off x="2580478" y="4714704"/>
            <a:ext cx="867485" cy="115439"/>
            <a:chOff x="8910933" y="1861308"/>
            <a:chExt cx="867485" cy="115439"/>
          </a:xfrm>
        </p:grpSpPr>
        <p:sp>
          <p:nvSpPr>
            <p:cNvPr id="8" name="Rectangle 7">
              <a:extLst>
                <a:ext uri="{FF2B5EF4-FFF2-40B4-BE49-F238E27FC236}">
                  <a16:creationId xmlns:a16="http://schemas.microsoft.com/office/drawing/2014/main" id="{B94B3AAB-30C4-441D-B481-D253F8325953}"/>
                </a:ext>
              </a:extLst>
            </p:cNvPr>
            <p:cNvSpPr/>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9" name="Straight Connector 8">
              <a:extLst>
                <a:ext uri="{FF2B5EF4-FFF2-40B4-BE49-F238E27FC236}">
                  <a16:creationId xmlns:a16="http://schemas.microsoft.com/office/drawing/2014/main" id="{FDCB6176-5585-40BC-BC9C-CA625F989F1B}"/>
                </a:ext>
              </a:extLst>
            </p:cNvPr>
            <p:cNvCxnSpPr/>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7C4F1D9-97D8-43DD-A319-C56367F97FCE}"/>
                </a:ext>
              </a:extLst>
            </p:cNvPr>
            <p:cNvCxnSpPr/>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25E64ED-B373-4866-B5A2-E805D3168BBB}"/>
              </a:ext>
            </a:extLst>
          </p:cNvPr>
          <p:cNvSpPr>
            <a:spLocks noGrp="1"/>
          </p:cNvSpPr>
          <p:nvPr>
            <p:ph type="title"/>
          </p:nvPr>
        </p:nvSpPr>
        <p:spPr>
          <a:xfrm>
            <a:off x="1151291" y="1274475"/>
            <a:ext cx="3761832" cy="2823913"/>
          </a:xfrm>
        </p:spPr>
        <p:txBody>
          <a:bodyPr anchor="b">
            <a:normAutofit/>
          </a:bodyPr>
          <a:lstStyle>
            <a:lvl1pPr algn="ctr">
              <a:defRPr sz="3200" cap="all" spc="600" baseline="0"/>
            </a:lvl1pPr>
          </a:lstStyle>
          <a:p>
            <a:r>
              <a:rPr lang="en-US" dirty="0"/>
              <a:t>Click to edit Master title style</a:t>
            </a:r>
          </a:p>
        </p:txBody>
      </p:sp>
      <p:sp>
        <p:nvSpPr>
          <p:cNvPr id="3" name="Text Placeholder 2">
            <a:extLst>
              <a:ext uri="{FF2B5EF4-FFF2-40B4-BE49-F238E27FC236}">
                <a16:creationId xmlns:a16="http://schemas.microsoft.com/office/drawing/2014/main" id="{AB6D6168-DDAE-41B2-A0D5-42185A2D028C}"/>
              </a:ext>
            </a:extLst>
          </p:cNvPr>
          <p:cNvSpPr>
            <a:spLocks noGrp="1"/>
          </p:cNvSpPr>
          <p:nvPr>
            <p:ph type="body" idx="1"/>
          </p:nvPr>
        </p:nvSpPr>
        <p:spPr>
          <a:xfrm>
            <a:off x="6556756" y="2730304"/>
            <a:ext cx="4383030" cy="1397390"/>
          </a:xfrm>
        </p:spPr>
        <p:txBody>
          <a:bodyPr anchor="ctr">
            <a:normAutofit/>
          </a:bodyPr>
          <a:lstStyle>
            <a:lvl1pPr marL="0" indent="0" algn="ctr">
              <a:buNone/>
              <a:defRPr sz="20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1114280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825EB-71EE-41B3-89D2-47A0C7C359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662F7D-C4AD-4BD4-AAC8-F0223EE4A38B}"/>
              </a:ext>
            </a:extLst>
          </p:cNvPr>
          <p:cNvSpPr>
            <a:spLocks noGrp="1"/>
          </p:cNvSpPr>
          <p:nvPr>
            <p:ph sz="half" idx="1"/>
          </p:nvPr>
        </p:nvSpPr>
        <p:spPr>
          <a:xfrm>
            <a:off x="1037305" y="2155369"/>
            <a:ext cx="4953000" cy="399832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9D0FB088-28C6-4667-8DF2-0DE32AE3EC30}"/>
              </a:ext>
            </a:extLst>
          </p:cNvPr>
          <p:cNvSpPr>
            <a:spLocks noGrp="1"/>
          </p:cNvSpPr>
          <p:nvPr>
            <p:ph sz="half" idx="2"/>
          </p:nvPr>
        </p:nvSpPr>
        <p:spPr>
          <a:xfrm>
            <a:off x="6172200" y="2155369"/>
            <a:ext cx="4953000" cy="39983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F36095F-AE34-4E94-B722-E3A1205AEEDC}"/>
              </a:ext>
            </a:extLst>
          </p:cNvPr>
          <p:cNvSpPr>
            <a:spLocks noGrp="1"/>
          </p:cNvSpPr>
          <p:nvPr>
            <p:ph type="dt" sz="half" idx="10"/>
          </p:nvPr>
        </p:nvSpPr>
        <p:spPr/>
        <p:txBody>
          <a:bodyPr/>
          <a:lstStyle/>
          <a:p>
            <a:fld id="{C485584D-7D79-4248-9986-4CA35242F944}" type="datetimeFigureOut">
              <a:rPr lang="en-US" smtClean="0"/>
              <a:t>10/20/2026</a:t>
            </a:fld>
            <a:endParaRPr lang="en-US"/>
          </a:p>
        </p:txBody>
      </p:sp>
      <p:sp>
        <p:nvSpPr>
          <p:cNvPr id="6" name="Footer Placeholder 5">
            <a:extLst>
              <a:ext uri="{FF2B5EF4-FFF2-40B4-BE49-F238E27FC236}">
                <a16:creationId xmlns:a16="http://schemas.microsoft.com/office/drawing/2014/main" id="{6E06A8E6-BD94-48EA-8F35-DA0DF910AC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478AEF-56B8-49F5-81E8-663B1FFA073B}"/>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544146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F873F-001F-4254-97F3-05329E6A7B67}"/>
              </a:ext>
            </a:extLst>
          </p:cNvPr>
          <p:cNvSpPr>
            <a:spLocks noGrp="1"/>
          </p:cNvSpPr>
          <p:nvPr>
            <p:ph type="title"/>
          </p:nvPr>
        </p:nvSpPr>
        <p:spPr>
          <a:xfrm>
            <a:off x="1028700" y="555171"/>
            <a:ext cx="10134600" cy="1135517"/>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4A37B575-060F-4296-A28A-93DA109F96F5}"/>
              </a:ext>
            </a:extLst>
          </p:cNvPr>
          <p:cNvSpPr>
            <a:spLocks noGrp="1"/>
          </p:cNvSpPr>
          <p:nvPr>
            <p:ph type="body" idx="1"/>
          </p:nvPr>
        </p:nvSpPr>
        <p:spPr>
          <a:xfrm>
            <a:off x="1037306" y="1801620"/>
            <a:ext cx="4849036" cy="814387"/>
          </a:xfrm>
        </p:spPr>
        <p:txBody>
          <a:bodyPr anchor="b">
            <a:normAutofit/>
          </a:bodyPr>
          <a:lstStyle>
            <a:lvl1pPr marL="0" indent="0">
              <a:buNone/>
              <a:defRPr sz="18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BA581A51-F4D1-4A02-9918-C416F820B646}"/>
              </a:ext>
            </a:extLst>
          </p:cNvPr>
          <p:cNvSpPr>
            <a:spLocks noGrp="1"/>
          </p:cNvSpPr>
          <p:nvPr>
            <p:ph sz="half" idx="2"/>
          </p:nvPr>
        </p:nvSpPr>
        <p:spPr>
          <a:xfrm>
            <a:off x="1037306" y="2619103"/>
            <a:ext cx="4849036" cy="3514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32916D0-3DFE-455D-9888-3FDEFD3DE0CD}"/>
              </a:ext>
            </a:extLst>
          </p:cNvPr>
          <p:cNvSpPr>
            <a:spLocks noGrp="1"/>
          </p:cNvSpPr>
          <p:nvPr>
            <p:ph type="body" sz="quarter" idx="3"/>
          </p:nvPr>
        </p:nvSpPr>
        <p:spPr>
          <a:xfrm>
            <a:off x="6250108" y="1801620"/>
            <a:ext cx="4904585" cy="814387"/>
          </a:xfrm>
        </p:spPr>
        <p:txBody>
          <a:bodyPr anchor="b">
            <a:normAutofit/>
          </a:bodyPr>
          <a:lstStyle>
            <a:lvl1pPr marL="0" indent="0">
              <a:buNone/>
              <a:defRPr sz="18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F093D763-0643-4A48-8007-93391C59F6D5}"/>
              </a:ext>
            </a:extLst>
          </p:cNvPr>
          <p:cNvSpPr>
            <a:spLocks noGrp="1"/>
          </p:cNvSpPr>
          <p:nvPr>
            <p:ph sz="quarter" idx="4"/>
          </p:nvPr>
        </p:nvSpPr>
        <p:spPr>
          <a:xfrm>
            <a:off x="6250108" y="2619103"/>
            <a:ext cx="4904585" cy="3514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9A2D07B-3A5D-41C2-83B8-BD1AD6522CAD}"/>
              </a:ext>
            </a:extLst>
          </p:cNvPr>
          <p:cNvSpPr>
            <a:spLocks noGrp="1"/>
          </p:cNvSpPr>
          <p:nvPr>
            <p:ph type="dt" sz="half" idx="10"/>
          </p:nvPr>
        </p:nvSpPr>
        <p:spPr/>
        <p:txBody>
          <a:bodyPr/>
          <a:lstStyle/>
          <a:p>
            <a:fld id="{C485584D-7D79-4248-9986-4CA35242F944}" type="datetimeFigureOut">
              <a:rPr lang="en-US" smtClean="0"/>
              <a:t>10/20/2026</a:t>
            </a:fld>
            <a:endParaRPr lang="en-US"/>
          </a:p>
        </p:txBody>
      </p:sp>
      <p:sp>
        <p:nvSpPr>
          <p:cNvPr id="8" name="Footer Placeholder 7">
            <a:extLst>
              <a:ext uri="{FF2B5EF4-FFF2-40B4-BE49-F238E27FC236}">
                <a16:creationId xmlns:a16="http://schemas.microsoft.com/office/drawing/2014/main" id="{0E2C1367-FE5A-4CDD-B85B-724FFFE5B5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992F244-23EB-4E1A-B74F-77F23F87978D}"/>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9024444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76C0A-BEF4-4DE4-A9D2-C60298FC7F9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67C0AC-3C98-4D68-AE72-CFFA1638CC02}"/>
              </a:ext>
            </a:extLst>
          </p:cNvPr>
          <p:cNvSpPr>
            <a:spLocks noGrp="1"/>
          </p:cNvSpPr>
          <p:nvPr>
            <p:ph type="dt" sz="half" idx="10"/>
          </p:nvPr>
        </p:nvSpPr>
        <p:spPr/>
        <p:txBody>
          <a:bodyPr/>
          <a:lstStyle/>
          <a:p>
            <a:fld id="{C485584D-7D79-4248-9986-4CA35242F944}" type="datetimeFigureOut">
              <a:rPr lang="en-US" smtClean="0"/>
              <a:t>10/20/2026</a:t>
            </a:fld>
            <a:endParaRPr lang="en-US"/>
          </a:p>
        </p:txBody>
      </p:sp>
      <p:sp>
        <p:nvSpPr>
          <p:cNvPr id="4" name="Footer Placeholder 3">
            <a:extLst>
              <a:ext uri="{FF2B5EF4-FFF2-40B4-BE49-F238E27FC236}">
                <a16:creationId xmlns:a16="http://schemas.microsoft.com/office/drawing/2014/main" id="{FEA7722A-E2E4-45D2-8A20-4853ED6837B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46B9201-B20B-4412-B745-F2F6A91487E8}"/>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704636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C4889A-9ABE-4409-BAD8-F84C36C1FA09}"/>
              </a:ext>
            </a:extLst>
          </p:cNvPr>
          <p:cNvSpPr>
            <a:spLocks noGrp="1"/>
          </p:cNvSpPr>
          <p:nvPr>
            <p:ph type="dt" sz="half" idx="10"/>
          </p:nvPr>
        </p:nvSpPr>
        <p:spPr/>
        <p:txBody>
          <a:bodyPr/>
          <a:lstStyle/>
          <a:p>
            <a:fld id="{C485584D-7D79-4248-9986-4CA35242F944}" type="datetimeFigureOut">
              <a:rPr lang="en-US" smtClean="0"/>
              <a:t>10/20/2026</a:t>
            </a:fld>
            <a:endParaRPr lang="en-US"/>
          </a:p>
        </p:txBody>
      </p:sp>
      <p:sp>
        <p:nvSpPr>
          <p:cNvPr id="3" name="Footer Placeholder 2">
            <a:extLst>
              <a:ext uri="{FF2B5EF4-FFF2-40B4-BE49-F238E27FC236}">
                <a16:creationId xmlns:a16="http://schemas.microsoft.com/office/drawing/2014/main" id="{7DDA5A70-FE21-4CB6-A67B-1DC798E9E3B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984AD11-7FD2-432C-A6AB-395BE9275C1B}"/>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3273523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397CF-9CDD-4E78-8F35-A2FFE7867419}"/>
              </a:ext>
            </a:extLst>
          </p:cNvPr>
          <p:cNvSpPr>
            <a:spLocks noGrp="1"/>
          </p:cNvSpPr>
          <p:nvPr>
            <p:ph type="title"/>
          </p:nvPr>
        </p:nvSpPr>
        <p:spPr>
          <a:xfrm>
            <a:off x="1066800" y="457200"/>
            <a:ext cx="3705225" cy="1600200"/>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7194BFE-7A85-4123-B0F7-4DB1C141CE60}"/>
              </a:ext>
            </a:extLst>
          </p:cNvPr>
          <p:cNvSpPr>
            <a:spLocks noGrp="1"/>
          </p:cNvSpPr>
          <p:nvPr>
            <p:ph idx="1"/>
          </p:nvPr>
        </p:nvSpPr>
        <p:spPr>
          <a:xfrm>
            <a:off x="5183188" y="1066800"/>
            <a:ext cx="6172200" cy="483869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641EFD6D-1929-4A73-A860-22A36FF5C17D}"/>
              </a:ext>
            </a:extLst>
          </p:cNvPr>
          <p:cNvSpPr>
            <a:spLocks noGrp="1"/>
          </p:cNvSpPr>
          <p:nvPr>
            <p:ph type="body" sz="half" idx="2"/>
          </p:nvPr>
        </p:nvSpPr>
        <p:spPr>
          <a:xfrm>
            <a:off x="1066800" y="2057400"/>
            <a:ext cx="37052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B399A5-94A1-4452-AFF0-918BDA8B14F9}"/>
              </a:ext>
            </a:extLst>
          </p:cNvPr>
          <p:cNvSpPr>
            <a:spLocks noGrp="1"/>
          </p:cNvSpPr>
          <p:nvPr>
            <p:ph type="dt" sz="half" idx="10"/>
          </p:nvPr>
        </p:nvSpPr>
        <p:spPr/>
        <p:txBody>
          <a:bodyPr/>
          <a:lstStyle/>
          <a:p>
            <a:fld id="{C485584D-7D79-4248-9986-4CA35242F944}" type="datetimeFigureOut">
              <a:rPr lang="en-US" smtClean="0"/>
              <a:t>10/20/2026</a:t>
            </a:fld>
            <a:endParaRPr lang="en-US"/>
          </a:p>
        </p:txBody>
      </p:sp>
      <p:sp>
        <p:nvSpPr>
          <p:cNvPr id="6" name="Footer Placeholder 5">
            <a:extLst>
              <a:ext uri="{FF2B5EF4-FFF2-40B4-BE49-F238E27FC236}">
                <a16:creationId xmlns:a16="http://schemas.microsoft.com/office/drawing/2014/main" id="{489589D8-DD83-406C-A77A-176D23993B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E46024-82ED-40EF-8846-F6CC44BC53DE}"/>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3612765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D12FA-83A4-42AF-98D7-312C4C5A7128}"/>
              </a:ext>
            </a:extLst>
          </p:cNvPr>
          <p:cNvSpPr>
            <a:spLocks noGrp="1"/>
          </p:cNvSpPr>
          <p:nvPr>
            <p:ph type="title"/>
          </p:nvPr>
        </p:nvSpPr>
        <p:spPr>
          <a:xfrm>
            <a:off x="1066800" y="457200"/>
            <a:ext cx="3705225"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46CF1DC8-2932-4C6E-BFBB-8BA1C9598425}"/>
              </a:ext>
            </a:extLst>
          </p:cNvPr>
          <p:cNvSpPr>
            <a:spLocks noGrp="1"/>
          </p:cNvSpPr>
          <p:nvPr>
            <p:ph type="pic" idx="1"/>
          </p:nvPr>
        </p:nvSpPr>
        <p:spPr>
          <a:xfrm>
            <a:off x="5183188" y="1066800"/>
            <a:ext cx="5942012" cy="48387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D6E0000-EF01-46A5-8A71-25FB7EA3F94A}"/>
              </a:ext>
            </a:extLst>
          </p:cNvPr>
          <p:cNvSpPr>
            <a:spLocks noGrp="1"/>
          </p:cNvSpPr>
          <p:nvPr>
            <p:ph type="body" sz="half" idx="2"/>
          </p:nvPr>
        </p:nvSpPr>
        <p:spPr>
          <a:xfrm>
            <a:off x="1066800" y="2057400"/>
            <a:ext cx="37052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1AD40B-9246-4532-9F73-5BA9061C3ABA}"/>
              </a:ext>
            </a:extLst>
          </p:cNvPr>
          <p:cNvSpPr>
            <a:spLocks noGrp="1"/>
          </p:cNvSpPr>
          <p:nvPr>
            <p:ph type="dt" sz="half" idx="10"/>
          </p:nvPr>
        </p:nvSpPr>
        <p:spPr/>
        <p:txBody>
          <a:bodyPr/>
          <a:lstStyle/>
          <a:p>
            <a:fld id="{C485584D-7D79-4248-9986-4CA35242F944}" type="datetimeFigureOut">
              <a:rPr lang="en-US" smtClean="0"/>
              <a:t>10/20/2026</a:t>
            </a:fld>
            <a:endParaRPr lang="en-US"/>
          </a:p>
        </p:txBody>
      </p:sp>
      <p:sp>
        <p:nvSpPr>
          <p:cNvPr id="6" name="Footer Placeholder 5">
            <a:extLst>
              <a:ext uri="{FF2B5EF4-FFF2-40B4-BE49-F238E27FC236}">
                <a16:creationId xmlns:a16="http://schemas.microsoft.com/office/drawing/2014/main" id="{8BE6B9A0-5B1C-4F7B-828A-EF74E51478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2E99FB-C932-4165-A612-8B302D8F7229}"/>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41903038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1126-542A-43AD-8078-EE35651654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4A5F98B-5F32-4561-BFBC-9F6E5DA0A347}"/>
              </a:ext>
            </a:extLst>
          </p:cNvPr>
          <p:cNvSpPr>
            <a:spLocks noGrp="1"/>
          </p:cNvSpPr>
          <p:nvPr>
            <p:ph type="body" orient="vert" idx="1"/>
          </p:nvPr>
        </p:nvSpPr>
        <p:spPr>
          <a:xfrm>
            <a:off x="1028700" y="2161903"/>
            <a:ext cx="10134600" cy="374359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73D0DD-B04E-4E48-8EE1-51E46131A9A2}"/>
              </a:ext>
            </a:extLst>
          </p:cNvPr>
          <p:cNvSpPr>
            <a:spLocks noGrp="1"/>
          </p:cNvSpPr>
          <p:nvPr>
            <p:ph type="dt" sz="half" idx="10"/>
          </p:nvPr>
        </p:nvSpPr>
        <p:spPr/>
        <p:txBody>
          <a:bodyPr/>
          <a:lstStyle/>
          <a:p>
            <a:fld id="{C485584D-7D79-4248-9986-4CA35242F944}" type="datetimeFigureOut">
              <a:rPr lang="en-US" smtClean="0"/>
              <a:t>10/20/2026</a:t>
            </a:fld>
            <a:endParaRPr lang="en-US"/>
          </a:p>
        </p:txBody>
      </p:sp>
      <p:sp>
        <p:nvSpPr>
          <p:cNvPr id="5" name="Footer Placeholder 4">
            <a:extLst>
              <a:ext uri="{FF2B5EF4-FFF2-40B4-BE49-F238E27FC236}">
                <a16:creationId xmlns:a16="http://schemas.microsoft.com/office/drawing/2014/main" id="{0481352D-F9C0-4442-9601-A09A7655E6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FC0801-9C45-40AE-AB33-5742CDA4DAC7}"/>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0189361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946561-59BF-4566-AD2C-9B05C4771DF4}"/>
              </a:ext>
            </a:extLst>
          </p:cNvPr>
          <p:cNvSpPr>
            <a:spLocks noGrp="1"/>
          </p:cNvSpPr>
          <p:nvPr>
            <p:ph type="title" orient="vert"/>
          </p:nvPr>
        </p:nvSpPr>
        <p:spPr>
          <a:xfrm>
            <a:off x="9196250" y="723899"/>
            <a:ext cx="2271849" cy="5410201"/>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1DF7870-6CBD-47E2-854C-68141BAA101D}"/>
              </a:ext>
            </a:extLst>
          </p:cNvPr>
          <p:cNvSpPr>
            <a:spLocks noGrp="1"/>
          </p:cNvSpPr>
          <p:nvPr>
            <p:ph type="body" orient="vert" idx="1"/>
          </p:nvPr>
        </p:nvSpPr>
        <p:spPr>
          <a:xfrm>
            <a:off x="723900" y="723899"/>
            <a:ext cx="8302534" cy="54102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712FAF3-C106-49CB-A845-1FC7F731399D}"/>
              </a:ext>
            </a:extLst>
          </p:cNvPr>
          <p:cNvSpPr>
            <a:spLocks noGrp="1"/>
          </p:cNvSpPr>
          <p:nvPr>
            <p:ph type="dt" sz="half" idx="10"/>
          </p:nvPr>
        </p:nvSpPr>
        <p:spPr/>
        <p:txBody>
          <a:bodyPr/>
          <a:lstStyle/>
          <a:p>
            <a:fld id="{C485584D-7D79-4248-9986-4CA35242F944}" type="datetimeFigureOut">
              <a:rPr lang="en-US" smtClean="0"/>
              <a:t>10/20/2026</a:t>
            </a:fld>
            <a:endParaRPr lang="en-US"/>
          </a:p>
        </p:txBody>
      </p:sp>
      <p:sp>
        <p:nvSpPr>
          <p:cNvPr id="5" name="Footer Placeholder 4">
            <a:extLst>
              <a:ext uri="{FF2B5EF4-FFF2-40B4-BE49-F238E27FC236}">
                <a16:creationId xmlns:a16="http://schemas.microsoft.com/office/drawing/2014/main" id="{E34D5CCC-00E8-48FA-91A6-921E7B6440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7E1751-E7AA-406D-A977-1ACEF1FBD134}"/>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29341231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B7F81-AC41-9C35-97F9-2F0AC3AABCA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AE3271A-EC2E-3451-2D29-10D5E25083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23F8AC4-8DC4-39B9-73A9-6C813CF12570}"/>
              </a:ext>
            </a:extLst>
          </p:cNvPr>
          <p:cNvSpPr>
            <a:spLocks noGrp="1"/>
          </p:cNvSpPr>
          <p:nvPr>
            <p:ph type="dt" sz="half" idx="10"/>
          </p:nvPr>
        </p:nvSpPr>
        <p:spPr/>
        <p:txBody>
          <a:bodyPr/>
          <a:lstStyle/>
          <a:p>
            <a:fld id="{F4D57BDD-E64A-4D27-8978-82FFCA18A12C}" type="datetimeFigureOut">
              <a:rPr lang="en-US" smtClean="0"/>
              <a:t>10/20/2026</a:t>
            </a:fld>
            <a:endParaRPr lang="en-US"/>
          </a:p>
        </p:txBody>
      </p:sp>
      <p:sp>
        <p:nvSpPr>
          <p:cNvPr id="5" name="Footer Placeholder 4">
            <a:extLst>
              <a:ext uri="{FF2B5EF4-FFF2-40B4-BE49-F238E27FC236}">
                <a16:creationId xmlns:a16="http://schemas.microsoft.com/office/drawing/2014/main" id="{D387227C-3049-238C-EB94-2984D14CC1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1B0CB3-DAF8-1FCB-A65B-AEAEB44BC6C5}"/>
              </a:ext>
            </a:extLst>
          </p:cNvPr>
          <p:cNvSpPr>
            <a:spLocks noGrp="1"/>
          </p:cNvSpPr>
          <p:nvPr>
            <p:ph type="sldNum" sz="quarter" idx="12"/>
          </p:nvPr>
        </p:nvSpPr>
        <p:spPr/>
        <p:txBody>
          <a:bodyPr/>
          <a:lstStyle/>
          <a:p>
            <a:fld id="{D643A852-0206-46AC-B0EB-645612933129}" type="slidenum">
              <a:rPr lang="en-US" smtClean="0"/>
              <a:t>‹#›</a:t>
            </a:fld>
            <a:endParaRPr lang="en-US" dirty="0"/>
          </a:p>
        </p:txBody>
      </p:sp>
    </p:spTree>
    <p:extLst>
      <p:ext uri="{BB962C8B-B14F-4D97-AF65-F5344CB8AC3E}">
        <p14:creationId xmlns:p14="http://schemas.microsoft.com/office/powerpoint/2010/main" val="21845507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77526-79C1-35D3-C1DE-4D77888534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41E3CD-B18C-45B9-D019-72FE65F6C4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30F88D-9198-C550-A0D7-A7DBCB240F11}"/>
              </a:ext>
            </a:extLst>
          </p:cNvPr>
          <p:cNvSpPr>
            <a:spLocks noGrp="1"/>
          </p:cNvSpPr>
          <p:nvPr>
            <p:ph type="dt" sz="half" idx="10"/>
          </p:nvPr>
        </p:nvSpPr>
        <p:spPr/>
        <p:txBody>
          <a:bodyPr/>
          <a:lstStyle/>
          <a:p>
            <a:fld id="{F4D57BDD-E64A-4D27-8978-82FFCA18A12C}" type="datetimeFigureOut">
              <a:rPr lang="en-US" smtClean="0"/>
              <a:t>10/20/2026</a:t>
            </a:fld>
            <a:endParaRPr lang="en-US"/>
          </a:p>
        </p:txBody>
      </p:sp>
      <p:sp>
        <p:nvSpPr>
          <p:cNvPr id="5" name="Footer Placeholder 4">
            <a:extLst>
              <a:ext uri="{FF2B5EF4-FFF2-40B4-BE49-F238E27FC236}">
                <a16:creationId xmlns:a16="http://schemas.microsoft.com/office/drawing/2014/main" id="{CAF7EE20-2454-2908-C334-7A29C84A8D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ADA8CF-3E02-A0D9-A30D-467BA16309C8}"/>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38955804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7A934-4D26-3996-E1A5-95BA119BCC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0575833-DFAC-14BD-59EC-13227E9E795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CC83E1-F527-D63A-A853-C22FA4717203}"/>
              </a:ext>
            </a:extLst>
          </p:cNvPr>
          <p:cNvSpPr>
            <a:spLocks noGrp="1"/>
          </p:cNvSpPr>
          <p:nvPr>
            <p:ph type="dt" sz="half" idx="10"/>
          </p:nvPr>
        </p:nvSpPr>
        <p:spPr/>
        <p:txBody>
          <a:bodyPr/>
          <a:lstStyle/>
          <a:p>
            <a:fld id="{F4D57BDD-E64A-4D27-8978-82FFCA18A12C}" type="datetimeFigureOut">
              <a:rPr lang="en-US" smtClean="0"/>
              <a:t>10/20/2026</a:t>
            </a:fld>
            <a:endParaRPr lang="en-US"/>
          </a:p>
        </p:txBody>
      </p:sp>
      <p:sp>
        <p:nvSpPr>
          <p:cNvPr id="5" name="Footer Placeholder 4">
            <a:extLst>
              <a:ext uri="{FF2B5EF4-FFF2-40B4-BE49-F238E27FC236}">
                <a16:creationId xmlns:a16="http://schemas.microsoft.com/office/drawing/2014/main" id="{238B804F-4A8C-D73A-A96B-E7BBE624B1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BA364-F0C1-9E81-2964-700EA88BD1DF}"/>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19337062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12E5F-7DC4-E871-71E4-FE2A88A3A1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22A789-70E1-2785-4EF1-592719DE3E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434F3C2-4946-0E7D-ABB9-18A897B8783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6CB55AF-82BF-8360-6E5D-C44FD123A4AE}"/>
              </a:ext>
            </a:extLst>
          </p:cNvPr>
          <p:cNvSpPr>
            <a:spLocks noGrp="1"/>
          </p:cNvSpPr>
          <p:nvPr>
            <p:ph type="dt" sz="half" idx="10"/>
          </p:nvPr>
        </p:nvSpPr>
        <p:spPr/>
        <p:txBody>
          <a:bodyPr/>
          <a:lstStyle/>
          <a:p>
            <a:fld id="{F4D57BDD-E64A-4D27-8978-82FFCA18A12C}" type="datetimeFigureOut">
              <a:rPr lang="en-US" smtClean="0"/>
              <a:t>10/20/2026</a:t>
            </a:fld>
            <a:endParaRPr lang="en-US"/>
          </a:p>
        </p:txBody>
      </p:sp>
      <p:sp>
        <p:nvSpPr>
          <p:cNvPr id="6" name="Footer Placeholder 5">
            <a:extLst>
              <a:ext uri="{FF2B5EF4-FFF2-40B4-BE49-F238E27FC236}">
                <a16:creationId xmlns:a16="http://schemas.microsoft.com/office/drawing/2014/main" id="{9BB1477A-4F72-A1E7-E9A1-A870C833FDD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897AF30-9215-D33E-0EEE-EEDF48056F2F}"/>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14933633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27AA2-3F36-61E1-C20A-F051B0B324D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BDFD9AF-D0F2-0EF2-7723-2EA8DCC75A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DDD2EA-80B3-CD9E-F3D2-2B28050032E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14B02E1-5F21-DBAF-FF89-B54C626975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A10662F-6895-58E0-2AFA-B0E4EE59EA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9BFB017-ADDC-57A8-D647-F40282FC7DAC}"/>
              </a:ext>
            </a:extLst>
          </p:cNvPr>
          <p:cNvSpPr>
            <a:spLocks noGrp="1"/>
          </p:cNvSpPr>
          <p:nvPr>
            <p:ph type="dt" sz="half" idx="10"/>
          </p:nvPr>
        </p:nvSpPr>
        <p:spPr/>
        <p:txBody>
          <a:bodyPr/>
          <a:lstStyle/>
          <a:p>
            <a:fld id="{F4D57BDD-E64A-4D27-8978-82FFCA18A12C}" type="datetimeFigureOut">
              <a:rPr lang="en-US" smtClean="0"/>
              <a:t>10/20/2026</a:t>
            </a:fld>
            <a:endParaRPr lang="en-US"/>
          </a:p>
        </p:txBody>
      </p:sp>
      <p:sp>
        <p:nvSpPr>
          <p:cNvPr id="8" name="Footer Placeholder 7">
            <a:extLst>
              <a:ext uri="{FF2B5EF4-FFF2-40B4-BE49-F238E27FC236}">
                <a16:creationId xmlns:a16="http://schemas.microsoft.com/office/drawing/2014/main" id="{C006886D-DB07-1495-A0DE-73F6D50D29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0E74D81-8EAD-C636-6E16-C9B96D717C75}"/>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30401483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B9423-B31E-8533-70DA-8B7E932FA4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9CF2AFB-59D8-EE19-D56B-2A6B83AB4F7E}"/>
              </a:ext>
            </a:extLst>
          </p:cNvPr>
          <p:cNvSpPr>
            <a:spLocks noGrp="1"/>
          </p:cNvSpPr>
          <p:nvPr>
            <p:ph type="dt" sz="half" idx="10"/>
          </p:nvPr>
        </p:nvSpPr>
        <p:spPr/>
        <p:txBody>
          <a:bodyPr/>
          <a:lstStyle/>
          <a:p>
            <a:fld id="{F4D57BDD-E64A-4D27-8978-82FFCA18A12C}" type="datetimeFigureOut">
              <a:rPr lang="en-US" smtClean="0"/>
              <a:t>10/20/2026</a:t>
            </a:fld>
            <a:endParaRPr lang="en-US"/>
          </a:p>
        </p:txBody>
      </p:sp>
      <p:sp>
        <p:nvSpPr>
          <p:cNvPr id="4" name="Footer Placeholder 3">
            <a:extLst>
              <a:ext uri="{FF2B5EF4-FFF2-40B4-BE49-F238E27FC236}">
                <a16:creationId xmlns:a16="http://schemas.microsoft.com/office/drawing/2014/main" id="{747330B6-C8AC-5FD2-96DD-3DB22A96C5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5BAD100-B399-5941-082A-BB288DC89210}"/>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8083266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DEEAAB-43EF-C37C-F5F1-F31DAFFC04CA}"/>
              </a:ext>
            </a:extLst>
          </p:cNvPr>
          <p:cNvSpPr>
            <a:spLocks noGrp="1"/>
          </p:cNvSpPr>
          <p:nvPr>
            <p:ph type="dt" sz="half" idx="10"/>
          </p:nvPr>
        </p:nvSpPr>
        <p:spPr/>
        <p:txBody>
          <a:bodyPr/>
          <a:lstStyle/>
          <a:p>
            <a:fld id="{F4D57BDD-E64A-4D27-8978-82FFCA18A12C}" type="datetimeFigureOut">
              <a:rPr lang="en-US" smtClean="0"/>
              <a:t>10/20/2026</a:t>
            </a:fld>
            <a:endParaRPr lang="en-US"/>
          </a:p>
        </p:txBody>
      </p:sp>
      <p:sp>
        <p:nvSpPr>
          <p:cNvPr id="3" name="Footer Placeholder 2">
            <a:extLst>
              <a:ext uri="{FF2B5EF4-FFF2-40B4-BE49-F238E27FC236}">
                <a16:creationId xmlns:a16="http://schemas.microsoft.com/office/drawing/2014/main" id="{B032B3F5-F9B1-089C-C075-A3E0A2F0FA4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2C3686C-C491-BF46-1084-E76B8A9B9CDA}"/>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200554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E0D21-8D62-763C-A3E9-9CB753095F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630F157-3804-DEA8-1188-DE2F5D8242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D49D27C-5AE7-8056-582E-0407EE8FF1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86D772-7DD8-B62D-B60C-D04630233541}"/>
              </a:ext>
            </a:extLst>
          </p:cNvPr>
          <p:cNvSpPr>
            <a:spLocks noGrp="1"/>
          </p:cNvSpPr>
          <p:nvPr>
            <p:ph type="dt" sz="half" idx="10"/>
          </p:nvPr>
        </p:nvSpPr>
        <p:spPr/>
        <p:txBody>
          <a:bodyPr/>
          <a:lstStyle/>
          <a:p>
            <a:fld id="{F4D57BDD-E64A-4D27-8978-82FFCA18A12C}" type="datetimeFigureOut">
              <a:rPr lang="en-US" smtClean="0"/>
              <a:t>10/20/2026</a:t>
            </a:fld>
            <a:endParaRPr lang="en-US"/>
          </a:p>
        </p:txBody>
      </p:sp>
      <p:sp>
        <p:nvSpPr>
          <p:cNvPr id="6" name="Footer Placeholder 5">
            <a:extLst>
              <a:ext uri="{FF2B5EF4-FFF2-40B4-BE49-F238E27FC236}">
                <a16:creationId xmlns:a16="http://schemas.microsoft.com/office/drawing/2014/main" id="{FCC3615B-B266-A6C6-1D96-DAF2E64CC3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AEE538-13F1-F2AF-D233-3B298EF6F70F}"/>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14737367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1FC85-A8A3-501B-66A5-5E98D229E5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91C5BD8-E652-80AB-150C-F04A3DA9E5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356C47C-A35B-0562-D6AD-F25B4AC8C2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C87582-A5A6-F2B4-3EA9-7FDEF6468201}"/>
              </a:ext>
            </a:extLst>
          </p:cNvPr>
          <p:cNvSpPr>
            <a:spLocks noGrp="1"/>
          </p:cNvSpPr>
          <p:nvPr>
            <p:ph type="dt" sz="half" idx="10"/>
          </p:nvPr>
        </p:nvSpPr>
        <p:spPr/>
        <p:txBody>
          <a:bodyPr/>
          <a:lstStyle/>
          <a:p>
            <a:fld id="{F4D57BDD-E64A-4D27-8978-82FFCA18A12C}" type="datetimeFigureOut">
              <a:rPr lang="en-US" smtClean="0"/>
              <a:t>10/20/2026</a:t>
            </a:fld>
            <a:endParaRPr lang="en-US"/>
          </a:p>
        </p:txBody>
      </p:sp>
      <p:sp>
        <p:nvSpPr>
          <p:cNvPr id="6" name="Footer Placeholder 5">
            <a:extLst>
              <a:ext uri="{FF2B5EF4-FFF2-40B4-BE49-F238E27FC236}">
                <a16:creationId xmlns:a16="http://schemas.microsoft.com/office/drawing/2014/main" id="{3FB6E7B3-FD97-0E46-1286-8258B522D9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1053FD-D578-55FB-B16C-700833A5F71F}"/>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20887274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9592A-D283-5898-6EA3-2D9CF7FC136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855621A-9B7A-325A-67B6-CBA9AFDEE9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6809C8-340F-1CD0-4283-4685AB229ACA}"/>
              </a:ext>
            </a:extLst>
          </p:cNvPr>
          <p:cNvSpPr>
            <a:spLocks noGrp="1"/>
          </p:cNvSpPr>
          <p:nvPr>
            <p:ph type="dt" sz="half" idx="10"/>
          </p:nvPr>
        </p:nvSpPr>
        <p:spPr/>
        <p:txBody>
          <a:bodyPr/>
          <a:lstStyle/>
          <a:p>
            <a:fld id="{F4D57BDD-E64A-4D27-8978-82FFCA18A12C}" type="datetimeFigureOut">
              <a:rPr lang="en-US" smtClean="0"/>
              <a:t>10/20/2026</a:t>
            </a:fld>
            <a:endParaRPr lang="en-US"/>
          </a:p>
        </p:txBody>
      </p:sp>
      <p:sp>
        <p:nvSpPr>
          <p:cNvPr id="5" name="Footer Placeholder 4">
            <a:extLst>
              <a:ext uri="{FF2B5EF4-FFF2-40B4-BE49-F238E27FC236}">
                <a16:creationId xmlns:a16="http://schemas.microsoft.com/office/drawing/2014/main" id="{DC63F165-0146-FF14-EE15-31B15487C9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B23D2A-6B59-4D6C-4CD9-356E7E278F92}"/>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39126303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BDF818-CF70-3D94-367F-14CE31E5B17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3423ACD-6F09-3989-1748-E98787FA1E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592C19-7D43-8A30-835E-D5D8ADFBC47A}"/>
              </a:ext>
            </a:extLst>
          </p:cNvPr>
          <p:cNvSpPr>
            <a:spLocks noGrp="1"/>
          </p:cNvSpPr>
          <p:nvPr>
            <p:ph type="dt" sz="half" idx="10"/>
          </p:nvPr>
        </p:nvSpPr>
        <p:spPr/>
        <p:txBody>
          <a:bodyPr/>
          <a:lstStyle/>
          <a:p>
            <a:fld id="{F4D57BDD-E64A-4D27-8978-82FFCA18A12C}" type="datetimeFigureOut">
              <a:rPr lang="en-US" smtClean="0"/>
              <a:t>10/20/2026</a:t>
            </a:fld>
            <a:endParaRPr lang="en-US"/>
          </a:p>
        </p:txBody>
      </p:sp>
      <p:sp>
        <p:nvSpPr>
          <p:cNvPr id="5" name="Footer Placeholder 4">
            <a:extLst>
              <a:ext uri="{FF2B5EF4-FFF2-40B4-BE49-F238E27FC236}">
                <a16:creationId xmlns:a16="http://schemas.microsoft.com/office/drawing/2014/main" id="{659D9232-FC7A-770C-1193-D4CE37F240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87F07E-92E0-B206-A662-9B6A9CD5A4CB}"/>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1324090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CE7638-D991-46E7-BF2C-67D1AC829628}"/>
              </a:ext>
            </a:extLst>
          </p:cNvPr>
          <p:cNvSpPr>
            <a:spLocks noGrp="1"/>
          </p:cNvSpPr>
          <p:nvPr>
            <p:ph type="title"/>
          </p:nvPr>
        </p:nvSpPr>
        <p:spPr>
          <a:xfrm>
            <a:off x="1028700" y="723900"/>
            <a:ext cx="10134600" cy="1288489"/>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CA7C6B9C-4923-4DAB-9748-D5CD289EB978}"/>
              </a:ext>
            </a:extLst>
          </p:cNvPr>
          <p:cNvSpPr>
            <a:spLocks noGrp="1"/>
          </p:cNvSpPr>
          <p:nvPr>
            <p:ph type="body" idx="1"/>
          </p:nvPr>
        </p:nvSpPr>
        <p:spPr>
          <a:xfrm>
            <a:off x="1028700" y="2161903"/>
            <a:ext cx="10134600" cy="39693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E7578CF6-4B33-40E4-B881-5F4C568378E1}"/>
              </a:ext>
            </a:extLst>
          </p:cNvPr>
          <p:cNvSpPr>
            <a:spLocks noGrp="1"/>
          </p:cNvSpPr>
          <p:nvPr>
            <p:ph type="sldNum" sz="quarter" idx="4"/>
          </p:nvPr>
        </p:nvSpPr>
        <p:spPr>
          <a:xfrm>
            <a:off x="11394765" y="6245032"/>
            <a:ext cx="524491" cy="365125"/>
          </a:xfrm>
          <a:prstGeom prst="rect">
            <a:avLst/>
          </a:prstGeom>
        </p:spPr>
        <p:txBody>
          <a:bodyPr vert="horz" lIns="91440" tIns="45720" rIns="91440" bIns="45720" rtlCol="0" anchor="ctr"/>
          <a:lstStyle>
            <a:lvl1pPr algn="r">
              <a:defRPr sz="1050">
                <a:solidFill>
                  <a:schemeClr val="tx2"/>
                </a:solidFill>
              </a:defRPr>
            </a:lvl1pPr>
          </a:lstStyle>
          <a:p>
            <a:fld id="{19590046-DA73-4BBF-84B5-C08E6F75191A}" type="slidenum">
              <a:rPr lang="en-US" smtClean="0"/>
              <a:t>‹#›</a:t>
            </a:fld>
            <a:endParaRPr lang="en-US"/>
          </a:p>
        </p:txBody>
      </p:sp>
      <p:sp>
        <p:nvSpPr>
          <p:cNvPr id="4" name="Date Placeholder 3">
            <a:extLst>
              <a:ext uri="{FF2B5EF4-FFF2-40B4-BE49-F238E27FC236}">
                <a16:creationId xmlns:a16="http://schemas.microsoft.com/office/drawing/2014/main" id="{25AE857E-F564-4539-9984-10435B6140AC}"/>
              </a:ext>
            </a:extLst>
          </p:cNvPr>
          <p:cNvSpPr>
            <a:spLocks noGrp="1"/>
          </p:cNvSpPr>
          <p:nvPr>
            <p:ph type="dt" sz="half" idx="2"/>
          </p:nvPr>
        </p:nvSpPr>
        <p:spPr>
          <a:xfrm>
            <a:off x="354841" y="6245032"/>
            <a:ext cx="2659380" cy="365125"/>
          </a:xfrm>
          <a:prstGeom prst="rect">
            <a:avLst/>
          </a:prstGeom>
        </p:spPr>
        <p:txBody>
          <a:bodyPr vert="horz" lIns="91440" tIns="45720" rIns="91440" bIns="45720" rtlCol="0" anchor="ctr"/>
          <a:lstStyle>
            <a:lvl1pPr algn="l">
              <a:defRPr sz="1050">
                <a:solidFill>
                  <a:schemeClr val="tx2"/>
                </a:solidFill>
              </a:defRPr>
            </a:lvl1pPr>
          </a:lstStyle>
          <a:p>
            <a:fld id="{C485584D-7D79-4248-9986-4CA35242F944}" type="datetimeFigureOut">
              <a:rPr lang="en-US" smtClean="0"/>
              <a:t>10/20/2026</a:t>
            </a:fld>
            <a:endParaRPr lang="en-US"/>
          </a:p>
        </p:txBody>
      </p:sp>
      <p:sp>
        <p:nvSpPr>
          <p:cNvPr id="5" name="Footer Placeholder 4">
            <a:extLst>
              <a:ext uri="{FF2B5EF4-FFF2-40B4-BE49-F238E27FC236}">
                <a16:creationId xmlns:a16="http://schemas.microsoft.com/office/drawing/2014/main" id="{7D1EABEF-B998-4B11-A878-8F492F8E3983}"/>
              </a:ext>
            </a:extLst>
          </p:cNvPr>
          <p:cNvSpPr>
            <a:spLocks noGrp="1"/>
          </p:cNvSpPr>
          <p:nvPr>
            <p:ph type="ftr" sz="quarter" idx="3"/>
          </p:nvPr>
        </p:nvSpPr>
        <p:spPr>
          <a:xfrm>
            <a:off x="7279964" y="6245033"/>
            <a:ext cx="4112222" cy="365125"/>
          </a:xfrm>
          <a:prstGeom prst="rect">
            <a:avLst/>
          </a:prstGeom>
        </p:spPr>
        <p:txBody>
          <a:bodyPr vert="horz" lIns="91440" tIns="45720" rIns="91440" bIns="45720" rtlCol="0" anchor="ctr"/>
          <a:lstStyle>
            <a:lvl1pPr algn="r">
              <a:defRPr sz="1050">
                <a:solidFill>
                  <a:schemeClr val="tx2"/>
                </a:solidFill>
              </a:defRPr>
            </a:lvl1pPr>
          </a:lstStyle>
          <a:p>
            <a:endParaRPr lang="en-US"/>
          </a:p>
        </p:txBody>
      </p:sp>
      <p:sp>
        <p:nvSpPr>
          <p:cNvPr id="16" name="Freeform: Shape 15">
            <a:extLst>
              <a:ext uri="{FF2B5EF4-FFF2-40B4-BE49-F238E27FC236}">
                <a16:creationId xmlns:a16="http://schemas.microsoft.com/office/drawing/2014/main" id="{9EB54D17-3792-403D-9127-495845021D2B}"/>
              </a:ext>
            </a:extLst>
          </p:cNvPr>
          <p:cNvSpPr/>
          <p:nvPr/>
        </p:nvSpPr>
        <p:spPr>
          <a:xfrm>
            <a:off x="0" y="0"/>
            <a:ext cx="12192000" cy="6858000"/>
          </a:xfrm>
          <a:custGeom>
            <a:avLst/>
            <a:gdLst>
              <a:gd name="connsiteX0" fmla="*/ 160920 w 12192000"/>
              <a:gd name="connsiteY0" fmla="*/ 157606 h 6858000"/>
              <a:gd name="connsiteX1" fmla="*/ 160920 w 12192000"/>
              <a:gd name="connsiteY1" fmla="*/ 6700394 h 6858000"/>
              <a:gd name="connsiteX2" fmla="*/ 12031081 w 12192000"/>
              <a:gd name="connsiteY2" fmla="*/ 6700394 h 6858000"/>
              <a:gd name="connsiteX3" fmla="*/ 12031081 w 12192000"/>
              <a:gd name="connsiteY3" fmla="*/ 157606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160920" y="157606"/>
                </a:moveTo>
                <a:lnTo>
                  <a:pt x="160920" y="6700394"/>
                </a:lnTo>
                <a:lnTo>
                  <a:pt x="12031081" y="6700394"/>
                </a:lnTo>
                <a:lnTo>
                  <a:pt x="12031081" y="157606"/>
                </a:lnTo>
                <a:close/>
                <a:moveTo>
                  <a:pt x="0" y="0"/>
                </a:moveTo>
                <a:lnTo>
                  <a:pt x="12192000" y="0"/>
                </a:lnTo>
                <a:lnTo>
                  <a:pt x="12192000" y="6858000"/>
                </a:lnTo>
                <a:lnTo>
                  <a:pt x="0" y="6858000"/>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614008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72" r:id="rId6"/>
    <p:sldLayoutId id="2147483667" r:id="rId7"/>
    <p:sldLayoutId id="2147483668" r:id="rId8"/>
    <p:sldLayoutId id="2147483669" r:id="rId9"/>
    <p:sldLayoutId id="2147483671" r:id="rId10"/>
    <p:sldLayoutId id="2147483670" r:id="rId11"/>
  </p:sldLayoutIdLst>
  <p:txStyles>
    <p:titleStyle>
      <a:lvl1pPr algn="l" defTabSz="914400" rtl="0" eaLnBrk="1" latinLnBrk="0" hangingPunct="1">
        <a:lnSpc>
          <a:spcPct val="110000"/>
        </a:lnSpc>
        <a:spcBef>
          <a:spcPct val="0"/>
        </a:spcBef>
        <a:buNone/>
        <a:defRPr sz="3200" kern="1200" cap="none" baseline="0">
          <a:solidFill>
            <a:schemeClr val="tx2"/>
          </a:solidFill>
          <a:latin typeface="+mj-lt"/>
          <a:ea typeface="+mj-ea"/>
          <a:cs typeface="+mj-cs"/>
        </a:defRPr>
      </a:lvl1pPr>
    </p:titleStyle>
    <p:bodyStyle>
      <a:lvl1pPr marL="0" indent="0" algn="l" defTabSz="914400" rtl="0" eaLnBrk="1" latinLnBrk="0" hangingPunct="1">
        <a:lnSpc>
          <a:spcPct val="110000"/>
        </a:lnSpc>
        <a:spcBef>
          <a:spcPts val="1000"/>
        </a:spcBef>
        <a:buFontTx/>
        <a:buNone/>
        <a:defRPr sz="2000" kern="1200">
          <a:solidFill>
            <a:schemeClr val="tx2"/>
          </a:solidFill>
          <a:latin typeface="+mn-lt"/>
          <a:ea typeface="+mn-ea"/>
          <a:cs typeface="+mn-cs"/>
        </a:defRPr>
      </a:lvl1pPr>
      <a:lvl2pPr marL="274320" indent="-228600" algn="l" defTabSz="914400" rtl="0" eaLnBrk="1" latinLnBrk="0" hangingPunct="1">
        <a:lnSpc>
          <a:spcPct val="110000"/>
        </a:lnSpc>
        <a:spcBef>
          <a:spcPts val="500"/>
        </a:spcBef>
        <a:buSzPct val="85000"/>
        <a:buFont typeface="Arial" panose="020B0604020202020204" pitchFamily="34" charset="0"/>
        <a:buChar char="•"/>
        <a:defRPr sz="1800" kern="1200">
          <a:solidFill>
            <a:schemeClr val="tx2"/>
          </a:solidFill>
          <a:latin typeface="+mn-lt"/>
          <a:ea typeface="+mn-ea"/>
          <a:cs typeface="+mn-cs"/>
        </a:defRPr>
      </a:lvl2pPr>
      <a:lvl3pPr marL="274320" indent="0" algn="l" defTabSz="914400" rtl="0" eaLnBrk="1" latinLnBrk="0" hangingPunct="1">
        <a:lnSpc>
          <a:spcPct val="110000"/>
        </a:lnSpc>
        <a:spcBef>
          <a:spcPts val="500"/>
        </a:spcBef>
        <a:buFontTx/>
        <a:buNone/>
        <a:defRPr sz="1600" kern="1200">
          <a:solidFill>
            <a:schemeClr val="tx2"/>
          </a:solidFill>
          <a:latin typeface="+mn-lt"/>
          <a:ea typeface="+mn-ea"/>
          <a:cs typeface="+mn-cs"/>
        </a:defRPr>
      </a:lvl3pPr>
      <a:lvl4pPr marL="548640" indent="-228600" algn="l" defTabSz="914400" rtl="0" eaLnBrk="1" latinLnBrk="0" hangingPunct="1">
        <a:lnSpc>
          <a:spcPct val="110000"/>
        </a:lnSpc>
        <a:spcBef>
          <a:spcPts val="500"/>
        </a:spcBef>
        <a:buFont typeface="Arial" panose="020B0604020202020204" pitchFamily="34" charset="0"/>
        <a:buChar char="•"/>
        <a:defRPr sz="1400" kern="1200">
          <a:solidFill>
            <a:schemeClr val="tx2"/>
          </a:solidFill>
          <a:latin typeface="+mn-lt"/>
          <a:ea typeface="+mn-ea"/>
          <a:cs typeface="+mn-cs"/>
        </a:defRPr>
      </a:lvl4pPr>
      <a:lvl5pPr marL="548640" indent="0" algn="l" defTabSz="914400" rtl="0" eaLnBrk="1" latinLnBrk="0" hangingPunct="1">
        <a:lnSpc>
          <a:spcPct val="110000"/>
        </a:lnSpc>
        <a:spcBef>
          <a:spcPts val="500"/>
        </a:spcBef>
        <a:buFontTx/>
        <a:buNone/>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DFA806-2CA4-D374-8B68-DEF47C7131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EAD714B-D30F-7426-D8D2-E5C07CA42B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DB8B4C-0FBD-01F6-67A2-E65E3B42B3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D57BDD-E64A-4D27-8978-82FFCA18A12C}" type="datetimeFigureOut">
              <a:rPr lang="en-US" smtClean="0"/>
              <a:pPr/>
              <a:t>10/20/2026</a:t>
            </a:fld>
            <a:endParaRPr lang="en-US" dirty="0"/>
          </a:p>
        </p:txBody>
      </p:sp>
      <p:sp>
        <p:nvSpPr>
          <p:cNvPr id="5" name="Footer Placeholder 4">
            <a:extLst>
              <a:ext uri="{FF2B5EF4-FFF2-40B4-BE49-F238E27FC236}">
                <a16:creationId xmlns:a16="http://schemas.microsoft.com/office/drawing/2014/main" id="{BFE53732-6347-241E-F1A7-0BB2E3C909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6966CE03-940E-0907-562D-0472AE510E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643A852-0206-46AC-B0EB-645612933129}" type="slidenum">
              <a:rPr lang="en-US" smtClean="0"/>
              <a:pPr/>
              <a:t>‹#›</a:t>
            </a:fld>
            <a:endParaRPr lang="en-US" dirty="0"/>
          </a:p>
        </p:txBody>
      </p:sp>
    </p:spTree>
    <p:extLst>
      <p:ext uri="{BB962C8B-B14F-4D97-AF65-F5344CB8AC3E}">
        <p14:creationId xmlns:p14="http://schemas.microsoft.com/office/powerpoint/2010/main" val="3513726838"/>
      </p:ext>
    </p:extLst>
  </p:cSld>
  <p:clrMap bg1="lt1" tx1="dk1" bg2="lt2" tx2="dk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 id="2147483794" r:id="rId5"/>
    <p:sldLayoutId id="2147483795" r:id="rId6"/>
    <p:sldLayoutId id="2147483796" r:id="rId7"/>
    <p:sldLayoutId id="2147483797" r:id="rId8"/>
    <p:sldLayoutId id="2147483798" r:id="rId9"/>
    <p:sldLayoutId id="2147483799" r:id="rId10"/>
    <p:sldLayoutId id="214748380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2.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blue abstract watercolor pattern on a white background">
            <a:extLst>
              <a:ext uri="{FF2B5EF4-FFF2-40B4-BE49-F238E27FC236}">
                <a16:creationId xmlns:a16="http://schemas.microsoft.com/office/drawing/2014/main" id="{9D940EE1-84DD-0856-0441-12CB2AEDAD0D}"/>
              </a:ext>
            </a:extLst>
          </p:cNvPr>
          <p:cNvPicPr>
            <a:picLocks noChangeAspect="1"/>
          </p:cNvPicPr>
          <p:nvPr/>
        </p:nvPicPr>
        <p:blipFill rotWithShape="1">
          <a:blip r:embed="rId2"/>
          <a:srcRect t="23391" r="9091"/>
          <a:stretch>
            <a:fillRect/>
          </a:stretch>
        </p:blipFill>
        <p:spPr>
          <a:xfrm>
            <a:off x="20" y="10"/>
            <a:ext cx="12191981" cy="6857990"/>
          </a:xfrm>
          <a:prstGeom prst="rect">
            <a:avLst/>
          </a:prstGeom>
        </p:spPr>
      </p:pic>
      <p:sp>
        <p:nvSpPr>
          <p:cNvPr id="11" name="Rectangle 10">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799865" y="-1524511"/>
            <a:ext cx="4592270" cy="12192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04553" y="3091928"/>
            <a:ext cx="9078562" cy="2387600"/>
          </a:xfrm>
        </p:spPr>
        <p:txBody>
          <a:bodyPr>
            <a:normAutofit/>
          </a:bodyPr>
          <a:lstStyle/>
          <a:p>
            <a:pPr algn="l"/>
            <a:r>
              <a:rPr lang="en-US" sz="6600" dirty="0">
                <a:solidFill>
                  <a:schemeClr val="bg1"/>
                </a:solidFill>
              </a:rPr>
              <a:t>The Open Memo</a:t>
            </a:r>
          </a:p>
        </p:txBody>
      </p:sp>
      <p:sp>
        <p:nvSpPr>
          <p:cNvPr id="13" name="Rectangle: Rounded Corners 12">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9785897"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404553" y="5624945"/>
            <a:ext cx="9078562" cy="592975"/>
          </a:xfrm>
        </p:spPr>
        <p:txBody>
          <a:bodyPr anchor="ctr">
            <a:normAutofit/>
          </a:bodyPr>
          <a:lstStyle/>
          <a:p>
            <a:pPr algn="l"/>
            <a:endParaRPr lang="en-US">
              <a:solidFill>
                <a:schemeClr val="bg1"/>
              </a:solidFill>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Red marker on a calendar">
            <a:extLst>
              <a:ext uri="{FF2B5EF4-FFF2-40B4-BE49-F238E27FC236}">
                <a16:creationId xmlns:a16="http://schemas.microsoft.com/office/drawing/2014/main" id="{A414E25B-4250-FCAA-6085-427397B04039}"/>
              </a:ext>
            </a:extLst>
          </p:cNvPr>
          <p:cNvPicPr>
            <a:picLocks noChangeAspect="1"/>
          </p:cNvPicPr>
          <p:nvPr/>
        </p:nvPicPr>
        <p:blipFill>
          <a:blip r:embed="rId2"/>
          <a:srcRect r="15627" b="-1"/>
          <a:stretch/>
        </p:blipFill>
        <p:spPr>
          <a:xfrm>
            <a:off x="3523488" y="10"/>
            <a:ext cx="8668512" cy="6857990"/>
          </a:xfrm>
          <a:prstGeom prst="rect">
            <a:avLst/>
          </a:prstGeom>
        </p:spPr>
      </p:pic>
      <p:sp>
        <p:nvSpPr>
          <p:cNvPr id="13" name="Rectangle 12">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EF09E9F7-BDFD-0941-78F1-12945B641C56}"/>
              </a:ext>
            </a:extLst>
          </p:cNvPr>
          <p:cNvSpPr>
            <a:spLocks noGrp="1"/>
          </p:cNvSpPr>
          <p:nvPr>
            <p:ph type="title"/>
          </p:nvPr>
        </p:nvSpPr>
        <p:spPr>
          <a:xfrm>
            <a:off x="477981" y="1122363"/>
            <a:ext cx="4023360" cy="3204134"/>
          </a:xfrm>
        </p:spPr>
        <p:txBody>
          <a:bodyPr vert="horz" lIns="91440" tIns="45720" rIns="91440" bIns="45720" rtlCol="0" anchor="b" anchorCtr="0">
            <a:normAutofit/>
          </a:bodyPr>
          <a:lstStyle/>
          <a:p>
            <a:r>
              <a:rPr lang="en-US" sz="4800"/>
              <a:t>Planning your time</a:t>
            </a:r>
          </a:p>
        </p:txBody>
      </p:sp>
      <p:sp>
        <p:nvSpPr>
          <p:cNvPr id="5" name="Text Placeholder 4">
            <a:extLst>
              <a:ext uri="{FF2B5EF4-FFF2-40B4-BE49-F238E27FC236}">
                <a16:creationId xmlns:a16="http://schemas.microsoft.com/office/drawing/2014/main" id="{CEBF34AE-2769-CD50-C4A4-01105BA05DB1}"/>
              </a:ext>
            </a:extLst>
          </p:cNvPr>
          <p:cNvSpPr>
            <a:spLocks noGrp="1"/>
          </p:cNvSpPr>
          <p:nvPr>
            <p:ph type="body" idx="1"/>
          </p:nvPr>
        </p:nvSpPr>
        <p:spPr>
          <a:xfrm>
            <a:off x="477980" y="4872922"/>
            <a:ext cx="4023359" cy="1208141"/>
          </a:xfrm>
        </p:spPr>
        <p:txBody>
          <a:bodyPr vert="horz" lIns="91440" tIns="45720" rIns="91440" bIns="45720" rtlCol="0">
            <a:normAutofit/>
          </a:bodyPr>
          <a:lstStyle/>
          <a:p>
            <a:r>
              <a:rPr lang="en-US" sz="2000" dirty="0">
                <a:solidFill>
                  <a:schemeClr val="tx1"/>
                </a:solidFill>
              </a:rPr>
              <a:t>Today is Tuesday 10/20. The memo is due 11/8.  How should you use your time over the next 3 weeks?  </a:t>
            </a:r>
          </a:p>
        </p:txBody>
      </p:sp>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 name="Rectangle 7">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1250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F47D9-C2F3-8048-9CD6-4CDCF57A6336}"/>
              </a:ext>
            </a:extLst>
          </p:cNvPr>
          <p:cNvSpPr>
            <a:spLocks noGrp="1"/>
          </p:cNvSpPr>
          <p:nvPr>
            <p:ph type="title"/>
          </p:nvPr>
        </p:nvSpPr>
        <p:spPr/>
        <p:txBody>
          <a:bodyPr/>
          <a:lstStyle/>
          <a:p>
            <a:r>
              <a:rPr lang="en-US" dirty="0"/>
              <a:t>GOALS FOR THIS WEEK- THE RULES</a:t>
            </a:r>
          </a:p>
        </p:txBody>
      </p:sp>
      <p:sp>
        <p:nvSpPr>
          <p:cNvPr id="3" name="Content Placeholder 2">
            <a:extLst>
              <a:ext uri="{FF2B5EF4-FFF2-40B4-BE49-F238E27FC236}">
                <a16:creationId xmlns:a16="http://schemas.microsoft.com/office/drawing/2014/main" id="{CABE247F-1EB5-B74F-89C3-55D2071B6C00}"/>
              </a:ext>
            </a:extLst>
          </p:cNvPr>
          <p:cNvSpPr>
            <a:spLocks noGrp="1"/>
          </p:cNvSpPr>
          <p:nvPr>
            <p:ph sz="half" idx="1"/>
          </p:nvPr>
        </p:nvSpPr>
        <p:spPr/>
        <p:txBody>
          <a:bodyPr>
            <a:normAutofit/>
          </a:bodyPr>
          <a:lstStyle/>
          <a:p>
            <a:r>
              <a:rPr lang="en-US" sz="2400" dirty="0"/>
              <a:t>Research</a:t>
            </a:r>
          </a:p>
          <a:p>
            <a:endParaRPr lang="en-US" sz="2400" dirty="0"/>
          </a:p>
        </p:txBody>
      </p:sp>
      <p:sp>
        <p:nvSpPr>
          <p:cNvPr id="4" name="Content Placeholder 3">
            <a:extLst>
              <a:ext uri="{FF2B5EF4-FFF2-40B4-BE49-F238E27FC236}">
                <a16:creationId xmlns:a16="http://schemas.microsoft.com/office/drawing/2014/main" id="{9C809153-2EAA-3448-98D7-57139F979C3F}"/>
              </a:ext>
            </a:extLst>
          </p:cNvPr>
          <p:cNvSpPr>
            <a:spLocks noGrp="1"/>
          </p:cNvSpPr>
          <p:nvPr>
            <p:ph sz="half" idx="2"/>
          </p:nvPr>
        </p:nvSpPr>
        <p:spPr/>
        <p:txBody>
          <a:bodyPr>
            <a:normAutofit/>
          </a:bodyPr>
          <a:lstStyle/>
          <a:p>
            <a:r>
              <a:rPr lang="en-US" sz="2400" dirty="0"/>
              <a:t>Outline</a:t>
            </a:r>
          </a:p>
        </p:txBody>
      </p:sp>
      <p:pic>
        <p:nvPicPr>
          <p:cNvPr id="6" name="Picture 5">
            <a:extLst>
              <a:ext uri="{FF2B5EF4-FFF2-40B4-BE49-F238E27FC236}">
                <a16:creationId xmlns:a16="http://schemas.microsoft.com/office/drawing/2014/main" id="{BD2FE2BE-4E4E-954B-B1F6-0506FF390228}"/>
              </a:ext>
            </a:extLst>
          </p:cNvPr>
          <p:cNvPicPr>
            <a:picLocks noChangeAspect="1"/>
          </p:cNvPicPr>
          <p:nvPr/>
        </p:nvPicPr>
        <p:blipFill>
          <a:blip r:embed="rId2"/>
          <a:stretch>
            <a:fillRect/>
          </a:stretch>
        </p:blipFill>
        <p:spPr>
          <a:xfrm>
            <a:off x="2376093" y="3168099"/>
            <a:ext cx="3398167" cy="2257177"/>
          </a:xfrm>
          <a:prstGeom prst="rect">
            <a:avLst/>
          </a:prstGeom>
        </p:spPr>
      </p:pic>
      <p:pic>
        <p:nvPicPr>
          <p:cNvPr id="8" name="Picture 7">
            <a:extLst>
              <a:ext uri="{FF2B5EF4-FFF2-40B4-BE49-F238E27FC236}">
                <a16:creationId xmlns:a16="http://schemas.microsoft.com/office/drawing/2014/main" id="{5684B152-88BC-2741-850E-66E150BF2804}"/>
              </a:ext>
            </a:extLst>
          </p:cNvPr>
          <p:cNvPicPr>
            <a:picLocks noChangeAspect="1"/>
          </p:cNvPicPr>
          <p:nvPr/>
        </p:nvPicPr>
        <p:blipFill>
          <a:blip r:embed="rId3"/>
          <a:stretch>
            <a:fillRect/>
          </a:stretch>
        </p:blipFill>
        <p:spPr>
          <a:xfrm rot="5400000">
            <a:off x="6809963" y="2689165"/>
            <a:ext cx="2529801" cy="3330044"/>
          </a:xfrm>
          <a:prstGeom prst="rect">
            <a:avLst/>
          </a:prstGeom>
        </p:spPr>
      </p:pic>
    </p:spTree>
    <p:extLst>
      <p:ext uri="{BB962C8B-B14F-4D97-AF65-F5344CB8AC3E}">
        <p14:creationId xmlns:p14="http://schemas.microsoft.com/office/powerpoint/2010/main" val="292527457"/>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4D63C-60DA-E1B2-F20A-A00B514DBA57}"/>
              </a:ext>
            </a:extLst>
          </p:cNvPr>
          <p:cNvSpPr>
            <a:spLocks noGrp="1"/>
          </p:cNvSpPr>
          <p:nvPr>
            <p:ph type="ctrTitle"/>
          </p:nvPr>
        </p:nvSpPr>
        <p:spPr/>
        <p:txBody>
          <a:bodyPr/>
          <a:lstStyle/>
          <a:p>
            <a:r>
              <a:rPr lang="en-US" dirty="0"/>
              <a:t>Problem Analysis</a:t>
            </a:r>
          </a:p>
        </p:txBody>
      </p:sp>
      <p:sp>
        <p:nvSpPr>
          <p:cNvPr id="3" name="Subtitle 2">
            <a:extLst>
              <a:ext uri="{FF2B5EF4-FFF2-40B4-BE49-F238E27FC236}">
                <a16:creationId xmlns:a16="http://schemas.microsoft.com/office/drawing/2014/main" id="{B8B067DF-51CA-2AFF-35F7-39F43FF5FB7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608445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D3B3C7E-BC2D-4436-8B03-AC421FA667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920" y="157606"/>
            <a:ext cx="11870161" cy="65427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9B5D0C1-066E-4C02-A6B8-59FAE4A197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2258" y="4240546"/>
            <a:ext cx="867485" cy="115439"/>
            <a:chOff x="8910933" y="1861308"/>
            <a:chExt cx="867485" cy="115439"/>
          </a:xfrm>
        </p:grpSpPr>
        <p:sp>
          <p:nvSpPr>
            <p:cNvPr id="13" name="Rectangle 12">
              <a:extLst>
                <a:ext uri="{FF2B5EF4-FFF2-40B4-BE49-F238E27FC236}">
                  <a16:creationId xmlns:a16="http://schemas.microsoft.com/office/drawing/2014/main" id="{D4386904-AFDC-449E-8D1B-906B305EBD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14" name="Straight Connector 13">
              <a:extLst>
                <a:ext uri="{FF2B5EF4-FFF2-40B4-BE49-F238E27FC236}">
                  <a16:creationId xmlns:a16="http://schemas.microsoft.com/office/drawing/2014/main" id="{F70778F2-11E8-428C-8324-479CA9D6FE9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A0BE89E-CB2D-48BA-A8D2-533FAAAA725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useBgFill="1">
        <p:nvSpPr>
          <p:cNvPr id="17" name="Rectangle 16">
            <a:extLst>
              <a:ext uri="{FF2B5EF4-FFF2-40B4-BE49-F238E27FC236}">
                <a16:creationId xmlns:a16="http://schemas.microsoft.com/office/drawing/2014/main" id="{B2B1E415-24A0-4E31-873B-40790A06E2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D8EACB7-D372-470B-B76E-A829D00310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5">
            <a:extLst>
              <a:ext uri="{FF2B5EF4-FFF2-40B4-BE49-F238E27FC236}">
                <a16:creationId xmlns:a16="http://schemas.microsoft.com/office/drawing/2014/main" id="{C7EA4B13-46D3-41EE-95DA-7B2100DE9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0124" y="1028700"/>
            <a:ext cx="4035752" cy="484107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6096000 w 6096000"/>
              <a:gd name="connsiteY2" fmla="*/ 6858000 h 6858000"/>
              <a:gd name="connsiteX3" fmla="*/ 3058886 w 6096000"/>
              <a:gd name="connsiteY3" fmla="*/ 6858000 h 6858000"/>
              <a:gd name="connsiteX4" fmla="*/ 0 w 6096000"/>
              <a:gd name="connsiteY4" fmla="*/ 6858000 h 6858000"/>
              <a:gd name="connsiteX5" fmla="*/ 0 w 6096000"/>
              <a:gd name="connsiteY5" fmla="*/ 0 h 6858000"/>
              <a:gd name="connsiteX0" fmla="*/ 0 w 6096000"/>
              <a:gd name="connsiteY0" fmla="*/ 0 h 6858000"/>
              <a:gd name="connsiteX1" fmla="*/ 6096000 w 6096000"/>
              <a:gd name="connsiteY1" fmla="*/ 0 h 6858000"/>
              <a:gd name="connsiteX2" fmla="*/ 6096000 w 6096000"/>
              <a:gd name="connsiteY2" fmla="*/ 6858000 h 6858000"/>
              <a:gd name="connsiteX3" fmla="*/ 3037115 w 6096000"/>
              <a:gd name="connsiteY3" fmla="*/ 5889172 h 6858000"/>
              <a:gd name="connsiteX4" fmla="*/ 0 w 6096000"/>
              <a:gd name="connsiteY4" fmla="*/ 6858000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6096000" y="0"/>
                </a:lnTo>
                <a:lnTo>
                  <a:pt x="6096000" y="6858000"/>
                </a:lnTo>
                <a:lnTo>
                  <a:pt x="3037115" y="5889172"/>
                </a:lnTo>
                <a:lnTo>
                  <a:pt x="0" y="6858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DCEEEBE1-DC7B-4168-90C6-DB88876E30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614258" y="4512050"/>
            <a:ext cx="867485" cy="115439"/>
            <a:chOff x="8910933" y="1861308"/>
            <a:chExt cx="867485" cy="115439"/>
          </a:xfrm>
        </p:grpSpPr>
        <p:sp>
          <p:nvSpPr>
            <p:cNvPr id="24" name="Rectangle 23">
              <a:extLst>
                <a:ext uri="{FF2B5EF4-FFF2-40B4-BE49-F238E27FC236}">
                  <a16:creationId xmlns:a16="http://schemas.microsoft.com/office/drawing/2014/main" id="{43418E74-781F-419C-8C63-91C14AF8D8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9B0F0D1C-98D5-4C46-961A-0E36168C317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3E9C99B-47BB-461B-AEDE-0B227C5B258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406924" y="1360750"/>
            <a:ext cx="3282152" cy="2030150"/>
          </a:xfrm>
        </p:spPr>
        <p:txBody>
          <a:bodyPr vert="horz" lIns="91440" tIns="45720" rIns="91440" bIns="45720" rtlCol="0" anchor="b">
            <a:normAutofit/>
          </a:bodyPr>
          <a:lstStyle/>
          <a:p>
            <a:pPr algn="ctr"/>
            <a:r>
              <a:rPr lang="en-US" sz="2800" kern="1200" cap="all" spc="390" baseline="0">
                <a:solidFill>
                  <a:schemeClr val="tx2"/>
                </a:solidFill>
                <a:latin typeface="+mj-lt"/>
                <a:ea typeface="+mj-ea"/>
                <a:cs typeface="+mj-cs"/>
              </a:rPr>
              <a:t>Step 1: Browse</a:t>
            </a:r>
          </a:p>
        </p:txBody>
      </p:sp>
      <p:sp>
        <p:nvSpPr>
          <p:cNvPr id="3" name="Content Placeholder 2"/>
          <p:cNvSpPr>
            <a:spLocks noGrp="1"/>
          </p:cNvSpPr>
          <p:nvPr>
            <p:ph idx="1"/>
          </p:nvPr>
        </p:nvSpPr>
        <p:spPr>
          <a:xfrm>
            <a:off x="7414679" y="919833"/>
            <a:ext cx="3631583" cy="2152049"/>
          </a:xfrm>
        </p:spPr>
        <p:txBody>
          <a:bodyPr>
            <a:normAutofit/>
          </a:bodyPr>
          <a:lstStyle/>
          <a:p>
            <a:pPr algn="ctr" defTabSz="530352">
              <a:spcBef>
                <a:spcPts val="0"/>
              </a:spcBef>
              <a:spcAft>
                <a:spcPts val="1044"/>
              </a:spcAft>
            </a:pPr>
            <a:endParaRPr lang="en-US" sz="1160" kern="1200">
              <a:solidFill>
                <a:schemeClr val="tx2"/>
              </a:solidFill>
              <a:latin typeface="+mn-lt"/>
              <a:ea typeface="+mn-ea"/>
              <a:cs typeface="+mn-cs"/>
            </a:endParaRPr>
          </a:p>
          <a:p>
            <a:pPr algn="ctr">
              <a:spcBef>
                <a:spcPts val="0"/>
              </a:spcBef>
              <a:spcAft>
                <a:spcPts val="1800"/>
              </a:spcAft>
            </a:pPr>
            <a:endParaRPr lang="en-US" dirty="0"/>
          </a:p>
        </p:txBody>
      </p:sp>
      <p:sp>
        <p:nvSpPr>
          <p:cNvPr id="5" name="TextBox 4"/>
          <p:cNvSpPr txBox="1"/>
          <p:nvPr/>
        </p:nvSpPr>
        <p:spPr>
          <a:xfrm>
            <a:off x="6725342" y="598388"/>
            <a:ext cx="4820926" cy="4811574"/>
          </a:xfrm>
          <a:prstGeom prst="rect">
            <a:avLst/>
          </a:prstGeom>
          <a:noFill/>
        </p:spPr>
        <p:txBody>
          <a:bodyPr wrap="square" lIns="91440" tIns="45720" rIns="91440" bIns="45720" rtlCol="0" anchor="t">
            <a:spAutoFit/>
          </a:bodyPr>
          <a:lstStyle/>
          <a:p>
            <a:pPr defTabSz="397764">
              <a:spcAft>
                <a:spcPts val="783"/>
              </a:spcAft>
            </a:pPr>
            <a:r>
              <a:rPr lang="en-US" sz="2800" kern="1200" dirty="0">
                <a:solidFill>
                  <a:prstClr val="black"/>
                </a:solidFill>
                <a:latin typeface="Arial"/>
                <a:ea typeface="+mn-ea"/>
                <a:cs typeface="Arial"/>
              </a:rPr>
              <a:t>After some initial gathering, </a:t>
            </a:r>
            <a:r>
              <a:rPr lang="en-US" sz="2800" b="1" kern="1200" dirty="0">
                <a:solidFill>
                  <a:srgbClr val="FF0000"/>
                </a:solidFill>
                <a:latin typeface="Arial"/>
                <a:ea typeface="+mn-ea"/>
                <a:cs typeface="Arial"/>
              </a:rPr>
              <a:t>identify the governing </a:t>
            </a:r>
            <a:r>
              <a:rPr lang="en-US" sz="2800" b="1" u="sng" kern="1200" dirty="0">
                <a:solidFill>
                  <a:srgbClr val="FF0000"/>
                </a:solidFill>
                <a:latin typeface="Arial"/>
                <a:ea typeface="+mn-ea"/>
                <a:cs typeface="Arial"/>
              </a:rPr>
              <a:t>rules</a:t>
            </a:r>
            <a:r>
              <a:rPr lang="en-US" sz="2800" b="1" u="sng" dirty="0">
                <a:solidFill>
                  <a:srgbClr val="FF0000"/>
                </a:solidFill>
                <a:latin typeface="Arial"/>
                <a:cs typeface="Arial"/>
              </a:rPr>
              <a:t>.</a:t>
            </a:r>
            <a:endParaRPr lang="en-US" sz="2800" i="1" kern="1200" dirty="0">
              <a:solidFill>
                <a:prstClr val="black"/>
              </a:solidFill>
              <a:latin typeface="Arial"/>
              <a:cs typeface="Arial"/>
            </a:endParaRPr>
          </a:p>
          <a:p>
            <a:pPr defTabSz="397764">
              <a:spcAft>
                <a:spcPts val="783"/>
              </a:spcAft>
            </a:pPr>
            <a:endParaRPr lang="en-US" sz="2800" i="1" dirty="0">
              <a:solidFill>
                <a:prstClr val="black"/>
              </a:solidFill>
              <a:latin typeface="Arial"/>
              <a:cs typeface="Arial"/>
            </a:endParaRPr>
          </a:p>
          <a:p>
            <a:pPr defTabSz="397764">
              <a:spcAft>
                <a:spcPts val="783"/>
              </a:spcAft>
            </a:pPr>
            <a:r>
              <a:rPr lang="en-US" sz="2800" kern="1200" dirty="0">
                <a:solidFill>
                  <a:prstClr val="black"/>
                </a:solidFill>
                <a:latin typeface="Arial"/>
                <a:ea typeface="+mn-ea"/>
                <a:cs typeface="Arial"/>
              </a:rPr>
              <a:t>(1) look for language that gets repeated across different cases;</a:t>
            </a:r>
            <a:endParaRPr lang="en-US" sz="2800" kern="1200" dirty="0">
              <a:solidFill>
                <a:prstClr val="black"/>
              </a:solidFill>
              <a:latin typeface="Arial"/>
              <a:cs typeface="Arial"/>
            </a:endParaRPr>
          </a:p>
          <a:p>
            <a:pPr defTabSz="397764">
              <a:spcAft>
                <a:spcPts val="783"/>
              </a:spcAft>
            </a:pPr>
            <a:endParaRPr lang="en-US" sz="2800" dirty="0">
              <a:solidFill>
                <a:prstClr val="black"/>
              </a:solidFill>
              <a:latin typeface="Arial"/>
              <a:cs typeface="Arial"/>
            </a:endParaRPr>
          </a:p>
          <a:p>
            <a:pPr defTabSz="397764">
              <a:spcAft>
                <a:spcPts val="783"/>
              </a:spcAft>
            </a:pPr>
            <a:r>
              <a:rPr lang="en-US" sz="2800" kern="1200" dirty="0">
                <a:solidFill>
                  <a:prstClr val="black"/>
                </a:solidFill>
                <a:latin typeface="Arial"/>
                <a:ea typeface="+mn-ea"/>
                <a:cs typeface="Arial"/>
              </a:rPr>
              <a:t>(2) see how the courts define things</a:t>
            </a:r>
            <a:r>
              <a:rPr lang="en-US" sz="2800" dirty="0">
                <a:solidFill>
                  <a:prstClr val="black"/>
                </a:solidFill>
                <a:latin typeface="Arial"/>
                <a:cs typeface="Arial"/>
              </a:rPr>
              <a:t> and what sways them.</a:t>
            </a:r>
          </a:p>
        </p:txBody>
      </p:sp>
    </p:spTree>
    <p:extLst>
      <p:ext uri="{BB962C8B-B14F-4D97-AF65-F5344CB8AC3E}">
        <p14:creationId xmlns:p14="http://schemas.microsoft.com/office/powerpoint/2010/main" val="79013492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DBB9A-ECC7-DA14-A73F-895A041A6561}"/>
              </a:ext>
            </a:extLst>
          </p:cNvPr>
          <p:cNvSpPr>
            <a:spLocks noGrp="1"/>
          </p:cNvSpPr>
          <p:nvPr>
            <p:ph type="title"/>
          </p:nvPr>
        </p:nvSpPr>
        <p:spPr/>
        <p:txBody>
          <a:bodyPr>
            <a:normAutofit/>
          </a:bodyPr>
          <a:lstStyle/>
          <a:p>
            <a:r>
              <a:rPr lang="en-US" dirty="0"/>
              <a:t>Find Binding Primary Legal Authorities to Formulate Both the General and Specific Rules for Your Issue</a:t>
            </a:r>
          </a:p>
        </p:txBody>
      </p:sp>
      <p:sp>
        <p:nvSpPr>
          <p:cNvPr id="3" name="Content Placeholder 2">
            <a:extLst>
              <a:ext uri="{FF2B5EF4-FFF2-40B4-BE49-F238E27FC236}">
                <a16:creationId xmlns:a16="http://schemas.microsoft.com/office/drawing/2014/main" id="{612CC656-3104-A179-3A52-5A780B2A5820}"/>
              </a:ext>
            </a:extLst>
          </p:cNvPr>
          <p:cNvSpPr>
            <a:spLocks noGrp="1"/>
          </p:cNvSpPr>
          <p:nvPr>
            <p:ph idx="1"/>
          </p:nvPr>
        </p:nvSpPr>
        <p:spPr/>
        <p:txBody>
          <a:bodyPr>
            <a:normAutofit lnSpcReduction="10000"/>
          </a:bodyPr>
          <a:lstStyle/>
          <a:p>
            <a:r>
              <a:rPr lang="en-US" sz="2800" dirty="0">
                <a:solidFill>
                  <a:schemeClr val="accent1"/>
                </a:solidFill>
              </a:rPr>
              <a:t>General rules </a:t>
            </a:r>
            <a:r>
              <a:rPr lang="en-US" sz="2800" dirty="0"/>
              <a:t>– set forth the overarching framework governing your issue, likely listing the elements, factors, burdens, etc. that a party must prove to prevail.</a:t>
            </a:r>
          </a:p>
          <a:p>
            <a:pPr lvl="1"/>
            <a:r>
              <a:rPr lang="en-US" sz="2400" i="1" dirty="0"/>
              <a:t>For example, authority for our four elements and how the two you on which you are supposed to work with interact with each other.</a:t>
            </a:r>
            <a:endParaRPr lang="en-US" sz="2400" dirty="0"/>
          </a:p>
          <a:p>
            <a:r>
              <a:rPr lang="en-US" sz="2800" dirty="0">
                <a:solidFill>
                  <a:schemeClr val="accent1"/>
                </a:solidFill>
              </a:rPr>
              <a:t>Specific rules </a:t>
            </a:r>
            <a:r>
              <a:rPr lang="en-US" sz="2800" dirty="0"/>
              <a:t>– provide deeper, more particular definitions, elements, factors, or significant facts as to some part of the general rule.</a:t>
            </a:r>
          </a:p>
          <a:p>
            <a:pPr lvl="1"/>
            <a:r>
              <a:rPr lang="en-US" sz="2400" i="1" dirty="0"/>
              <a:t>For example, how does financial interest of the defendant impact a finding of malice?</a:t>
            </a:r>
          </a:p>
        </p:txBody>
      </p:sp>
    </p:spTree>
    <p:extLst>
      <p:ext uri="{BB962C8B-B14F-4D97-AF65-F5344CB8AC3E}">
        <p14:creationId xmlns:p14="http://schemas.microsoft.com/office/powerpoint/2010/main" val="2016459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0EB8E-C338-4F6D-A84B-2DDDE2E4365F}"/>
              </a:ext>
            </a:extLst>
          </p:cNvPr>
          <p:cNvSpPr>
            <a:spLocks noGrp="1"/>
          </p:cNvSpPr>
          <p:nvPr>
            <p:ph type="title"/>
          </p:nvPr>
        </p:nvSpPr>
        <p:spPr>
          <a:xfrm>
            <a:off x="1028700" y="199698"/>
            <a:ext cx="10134600" cy="651640"/>
          </a:xfrm>
        </p:spPr>
        <p:txBody>
          <a:bodyPr/>
          <a:lstStyle/>
          <a:p>
            <a:r>
              <a:rPr lang="en-US" dirty="0"/>
              <a:t>Outlining Tool</a:t>
            </a:r>
          </a:p>
        </p:txBody>
      </p:sp>
      <p:pic>
        <p:nvPicPr>
          <p:cNvPr id="5" name="Content Placeholder 4">
            <a:extLst>
              <a:ext uri="{FF2B5EF4-FFF2-40B4-BE49-F238E27FC236}">
                <a16:creationId xmlns:a16="http://schemas.microsoft.com/office/drawing/2014/main" id="{C2A1F4BE-E4B9-DD8E-AC42-50D46232618E}"/>
              </a:ext>
            </a:extLst>
          </p:cNvPr>
          <p:cNvPicPr>
            <a:picLocks noGrp="1" noChangeAspect="1"/>
          </p:cNvPicPr>
          <p:nvPr>
            <p:ph idx="1"/>
          </p:nvPr>
        </p:nvPicPr>
        <p:blipFill>
          <a:blip r:embed="rId2"/>
          <a:stretch>
            <a:fillRect/>
          </a:stretch>
        </p:blipFill>
        <p:spPr>
          <a:xfrm>
            <a:off x="571735" y="1460938"/>
            <a:ext cx="10591565" cy="5023163"/>
          </a:xfrm>
        </p:spPr>
      </p:pic>
    </p:spTree>
    <p:extLst>
      <p:ext uri="{BB962C8B-B14F-4D97-AF65-F5344CB8AC3E}">
        <p14:creationId xmlns:p14="http://schemas.microsoft.com/office/powerpoint/2010/main" val="24886113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97F34F9-F7CE-4D62-8F8B-2E98B03947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1AEC8AF-1896-43A9-BF10-CE06FD2544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E199BD9-A6EE-4972-BFB5-2AAE28288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919" y="157606"/>
            <a:ext cx="11870161" cy="65427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24533" y="1066798"/>
            <a:ext cx="3301255" cy="2668172"/>
          </a:xfrm>
        </p:spPr>
        <p:txBody>
          <a:bodyPr anchor="b">
            <a:normAutofit/>
          </a:bodyPr>
          <a:lstStyle/>
          <a:p>
            <a:pPr algn="ctr"/>
            <a:r>
              <a:rPr lang="en-US"/>
              <a:t>If you can’t find anything</a:t>
            </a:r>
          </a:p>
        </p:txBody>
      </p:sp>
      <p:sp>
        <p:nvSpPr>
          <p:cNvPr id="3" name="Content Placeholder 2"/>
          <p:cNvSpPr>
            <a:spLocks noGrp="1"/>
          </p:cNvSpPr>
          <p:nvPr>
            <p:ph idx="1"/>
          </p:nvPr>
        </p:nvSpPr>
        <p:spPr>
          <a:xfrm>
            <a:off x="5952974" y="1066799"/>
            <a:ext cx="5172227" cy="4696495"/>
          </a:xfrm>
        </p:spPr>
        <p:txBody>
          <a:bodyPr anchor="ctr">
            <a:normAutofit/>
          </a:bodyPr>
          <a:lstStyle/>
          <a:p>
            <a:pPr marL="228600" indent="-228600">
              <a:buAutoNum type="arabicPeriod"/>
            </a:pPr>
            <a:r>
              <a:rPr lang="en-US" sz="2400" dirty="0"/>
              <a:t>  Do you understand the problem?</a:t>
            </a:r>
          </a:p>
          <a:p>
            <a:pPr marL="228600" indent="-228600">
              <a:buAutoNum type="arabicPeriod"/>
            </a:pPr>
            <a:r>
              <a:rPr lang="en-US" sz="2400" dirty="0"/>
              <a:t>  Re-think your search terms</a:t>
            </a:r>
          </a:p>
          <a:p>
            <a:pPr marL="228600" indent="-228600">
              <a:buAutoNum type="arabicPeriod"/>
            </a:pPr>
            <a:r>
              <a:rPr lang="en-US" sz="2400" dirty="0"/>
              <a:t>  Go back to secondary sources</a:t>
            </a:r>
          </a:p>
          <a:p>
            <a:pPr marL="228600" indent="-228600">
              <a:buAutoNum type="arabicPeriod"/>
            </a:pPr>
            <a:r>
              <a:rPr lang="en-US" sz="2400" dirty="0"/>
              <a:t>  Reread the partner memo and see if there is anything that you are missing.</a:t>
            </a:r>
          </a:p>
          <a:p>
            <a:endParaRPr lang="en-US" sz="2400" dirty="0"/>
          </a:p>
        </p:txBody>
      </p:sp>
      <p:grpSp>
        <p:nvGrpSpPr>
          <p:cNvPr id="14" name="Group 13">
            <a:extLst>
              <a:ext uri="{FF2B5EF4-FFF2-40B4-BE49-F238E27FC236}">
                <a16:creationId xmlns:a16="http://schemas.microsoft.com/office/drawing/2014/main" id="{1148C992-36DE-4449-B92D-49AE04B5DE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41417" y="4244117"/>
            <a:ext cx="867485" cy="115439"/>
            <a:chOff x="8910933" y="1861308"/>
            <a:chExt cx="867485" cy="115439"/>
          </a:xfrm>
        </p:grpSpPr>
        <p:sp>
          <p:nvSpPr>
            <p:cNvPr id="15" name="Rectangle 14">
              <a:extLst>
                <a:ext uri="{FF2B5EF4-FFF2-40B4-BE49-F238E27FC236}">
                  <a16:creationId xmlns:a16="http://schemas.microsoft.com/office/drawing/2014/main" id="{D765B2C1-DF41-437F-9F2D-C33E46FA26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B6AA37ED-ED19-4857-9B2C-777E8F707C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45F6E87-86FB-440C-9EB4-A48D11C72C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22833943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tx1"/>
                </a:solidFill>
              </a:rPr>
              <a:t>What to do if you find too much</a:t>
            </a:r>
          </a:p>
        </p:txBody>
      </p:sp>
      <p:sp>
        <p:nvSpPr>
          <p:cNvPr id="3" name="Content Placeholder 2"/>
          <p:cNvSpPr>
            <a:spLocks noGrp="1"/>
          </p:cNvSpPr>
          <p:nvPr>
            <p:ph idx="1"/>
          </p:nvPr>
        </p:nvSpPr>
        <p:spPr/>
        <p:txBody>
          <a:bodyPr vert="horz" lIns="91440" tIns="45720" rIns="91440" bIns="45720" rtlCol="0" anchor="t">
            <a:normAutofit/>
          </a:bodyPr>
          <a:lstStyle/>
          <a:p>
            <a:r>
              <a:rPr lang="en-US" sz="2400" dirty="0"/>
              <a:t>The same principles apply:</a:t>
            </a:r>
          </a:p>
          <a:p>
            <a:pPr>
              <a:buFont typeface="Arial" panose="020B0604020202020204" pitchFamily="34" charset="0"/>
              <a:buChar char="•"/>
            </a:pPr>
            <a:r>
              <a:rPr lang="en-US" sz="2400" dirty="0"/>
              <a:t>  Do you understand the problem?</a:t>
            </a:r>
          </a:p>
          <a:p>
            <a:pPr>
              <a:buFont typeface="Arial" panose="020B0604020202020204" pitchFamily="34" charset="0"/>
              <a:buChar char="•"/>
            </a:pPr>
            <a:r>
              <a:rPr lang="en-US" sz="2400" dirty="0"/>
              <a:t>  Can your narrow your search terms and/or filter within results?</a:t>
            </a:r>
          </a:p>
          <a:p>
            <a:pPr>
              <a:buFont typeface="Arial" panose="020B0604020202020204" pitchFamily="34" charset="0"/>
              <a:buChar char="•"/>
            </a:pPr>
            <a:r>
              <a:rPr lang="en-US" sz="2400" dirty="0"/>
              <a:t>  Search with subject indexes rather than free text searching </a:t>
            </a:r>
          </a:p>
          <a:p>
            <a:pPr>
              <a:buFont typeface="Arial" panose="020B0604020202020204" pitchFamily="34" charset="0"/>
              <a:buChar char="•"/>
            </a:pPr>
            <a:r>
              <a:rPr lang="en-US" sz="2400" dirty="0"/>
              <a:t>  Go back to secondary sources</a:t>
            </a:r>
          </a:p>
          <a:p>
            <a:endParaRPr lang="en-US" dirty="0"/>
          </a:p>
        </p:txBody>
      </p:sp>
    </p:spTree>
    <p:custDataLst>
      <p:tags r:id="rId1"/>
    </p:custDataLst>
    <p:extLst>
      <p:ext uri="{BB962C8B-B14F-4D97-AF65-F5344CB8AC3E}">
        <p14:creationId xmlns:p14="http://schemas.microsoft.com/office/powerpoint/2010/main" val="3422966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D3B3C7E-BC2D-4436-8B03-AC421FA667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920" y="157606"/>
            <a:ext cx="11870161" cy="65427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79B5D0C1-066E-4C02-A6B8-59FAE4A197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2258" y="4240546"/>
            <a:ext cx="867485" cy="115439"/>
            <a:chOff x="8910933" y="1861308"/>
            <a:chExt cx="867485" cy="115439"/>
          </a:xfrm>
        </p:grpSpPr>
        <p:sp>
          <p:nvSpPr>
            <p:cNvPr id="12" name="Rectangle 11">
              <a:extLst>
                <a:ext uri="{FF2B5EF4-FFF2-40B4-BE49-F238E27FC236}">
                  <a16:creationId xmlns:a16="http://schemas.microsoft.com/office/drawing/2014/main" id="{D4386904-AFDC-449E-8D1B-906B305EBD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13" name="Straight Connector 12">
              <a:extLst>
                <a:ext uri="{FF2B5EF4-FFF2-40B4-BE49-F238E27FC236}">
                  <a16:creationId xmlns:a16="http://schemas.microsoft.com/office/drawing/2014/main" id="{F70778F2-11E8-428C-8324-479CA9D6FE9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A0BE89E-CB2D-48BA-A8D2-533FAAAA725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useBgFill="1">
        <p:nvSpPr>
          <p:cNvPr id="16" name="Rectangle 15">
            <a:extLst>
              <a:ext uri="{FF2B5EF4-FFF2-40B4-BE49-F238E27FC236}">
                <a16:creationId xmlns:a16="http://schemas.microsoft.com/office/drawing/2014/main" id="{DD8EACB7-D372-470B-B76E-A829D00310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misc-stop-one-way-medium.jpg"/>
          <p:cNvPicPr>
            <a:picLocks noGrp="1" noChangeAspect="1"/>
          </p:cNvPicPr>
          <p:nvPr>
            <p:ph idx="1"/>
          </p:nvPr>
        </p:nvPicPr>
        <p:blipFill rotWithShape="1">
          <a:blip r:embed="rId4" cstate="print"/>
          <a:srcRect t="25079" b="32734"/>
          <a:stretch/>
        </p:blipFill>
        <p:spPr>
          <a:xfrm>
            <a:off x="20" y="10"/>
            <a:ext cx="12191980" cy="6857989"/>
          </a:xfrm>
          <a:prstGeom prst="rect">
            <a:avLst/>
          </a:prstGeom>
        </p:spPr>
      </p:pic>
      <p:sp>
        <p:nvSpPr>
          <p:cNvPr id="18" name="Rectangle 5">
            <a:extLst>
              <a:ext uri="{FF2B5EF4-FFF2-40B4-BE49-F238E27FC236}">
                <a16:creationId xmlns:a16="http://schemas.microsoft.com/office/drawing/2014/main" id="{FDCD62BB-F134-412E-AF5B-602B04458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3900" y="750337"/>
            <a:ext cx="4580642" cy="5494694"/>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6096000 w 6096000"/>
              <a:gd name="connsiteY2" fmla="*/ 6858000 h 6858000"/>
              <a:gd name="connsiteX3" fmla="*/ 3058886 w 6096000"/>
              <a:gd name="connsiteY3" fmla="*/ 6858000 h 6858000"/>
              <a:gd name="connsiteX4" fmla="*/ 0 w 6096000"/>
              <a:gd name="connsiteY4" fmla="*/ 6858000 h 6858000"/>
              <a:gd name="connsiteX5" fmla="*/ 0 w 6096000"/>
              <a:gd name="connsiteY5" fmla="*/ 0 h 6858000"/>
              <a:gd name="connsiteX0" fmla="*/ 0 w 6096000"/>
              <a:gd name="connsiteY0" fmla="*/ 0 h 6858000"/>
              <a:gd name="connsiteX1" fmla="*/ 6096000 w 6096000"/>
              <a:gd name="connsiteY1" fmla="*/ 0 h 6858000"/>
              <a:gd name="connsiteX2" fmla="*/ 6096000 w 6096000"/>
              <a:gd name="connsiteY2" fmla="*/ 6858000 h 6858000"/>
              <a:gd name="connsiteX3" fmla="*/ 3037115 w 6096000"/>
              <a:gd name="connsiteY3" fmla="*/ 5889172 h 6858000"/>
              <a:gd name="connsiteX4" fmla="*/ 0 w 6096000"/>
              <a:gd name="connsiteY4" fmla="*/ 6858000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6096000" y="0"/>
                </a:lnTo>
                <a:lnTo>
                  <a:pt x="6096000" y="6858000"/>
                </a:lnTo>
                <a:lnTo>
                  <a:pt x="3037115" y="5889172"/>
                </a:lnTo>
                <a:lnTo>
                  <a:pt x="0" y="6858000"/>
                </a:lnTo>
                <a:lnTo>
                  <a:pt x="0" y="0"/>
                </a:lnTo>
                <a:close/>
              </a:path>
            </a:pathLst>
          </a:custGeom>
          <a:solidFill>
            <a:schemeClr val="bg2">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a:xfrm>
            <a:off x="1048561" y="1066800"/>
            <a:ext cx="3931320" cy="2267193"/>
          </a:xfrm>
        </p:spPr>
        <p:txBody>
          <a:bodyPr vert="horz" lIns="91440" tIns="45720" rIns="91440" bIns="45720" rtlCol="0" anchor="b">
            <a:normAutofit/>
          </a:bodyPr>
          <a:lstStyle/>
          <a:p>
            <a:pPr algn="ctr"/>
            <a:r>
              <a:rPr lang="en-US" sz="2800" kern="1200" cap="all" spc="390" baseline="0">
                <a:solidFill>
                  <a:schemeClr val="tx2"/>
                </a:solidFill>
                <a:latin typeface="+mj-lt"/>
                <a:ea typeface="+mj-ea"/>
                <a:cs typeface="+mj-cs"/>
              </a:rPr>
              <a:t>Knowing when to stop</a:t>
            </a:r>
          </a:p>
        </p:txBody>
      </p:sp>
      <p:grpSp>
        <p:nvGrpSpPr>
          <p:cNvPr id="20" name="Group 19">
            <a:extLst>
              <a:ext uri="{FF2B5EF4-FFF2-40B4-BE49-F238E27FC236}">
                <a16:creationId xmlns:a16="http://schemas.microsoft.com/office/drawing/2014/main" id="{F1732D3A-CFF0-45BE-AD79-F83D0272C6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80479" y="3871114"/>
            <a:ext cx="867485" cy="115439"/>
            <a:chOff x="8910933" y="1861308"/>
            <a:chExt cx="867485" cy="115439"/>
          </a:xfrm>
        </p:grpSpPr>
        <p:sp>
          <p:nvSpPr>
            <p:cNvPr id="21" name="Rectangle 20">
              <a:extLst>
                <a:ext uri="{FF2B5EF4-FFF2-40B4-BE49-F238E27FC236}">
                  <a16:creationId xmlns:a16="http://schemas.microsoft.com/office/drawing/2014/main" id="{C892F72C-7FB6-49C8-A402-D5DC42DB67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FC92C2E1-605F-49BD-8AC8-DC52B3015E3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BE2E0F-EE6D-4748-AB8F-724D0DDC6E0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574976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p:txBody>
          <a:bodyPr>
            <a:normAutofit/>
          </a:bodyPr>
          <a:lstStyle/>
          <a:p>
            <a:r>
              <a:rPr lang="en-US" sz="4000" dirty="0">
                <a:solidFill>
                  <a:schemeClr val="tx1"/>
                </a:solidFill>
              </a:rPr>
              <a:t>Knowing When to Stop</a:t>
            </a:r>
          </a:p>
        </p:txBody>
      </p:sp>
      <p:sp>
        <p:nvSpPr>
          <p:cNvPr id="265219" name="Rectangle 3"/>
          <p:cNvSpPr>
            <a:spLocks noGrp="1" noChangeArrowheads="1"/>
          </p:cNvSpPr>
          <p:nvPr>
            <p:ph idx="1"/>
          </p:nvPr>
        </p:nvSpPr>
        <p:spPr>
          <a:xfrm>
            <a:off x="2044392" y="1828800"/>
            <a:ext cx="7785463" cy="3864664"/>
          </a:xfrm>
        </p:spPr>
        <p:txBody>
          <a:bodyPr vert="horz" lIns="91440" tIns="45720" rIns="91440" bIns="45720" rtlCol="0" anchor="t">
            <a:normAutofit fontScale="85000" lnSpcReduction="10000"/>
          </a:bodyPr>
          <a:lstStyle/>
          <a:p>
            <a:pPr marL="609600" indent="-609600">
              <a:buFont typeface="Wingdings" pitchFamily="2" charset="2"/>
              <a:buAutoNum type="arabicPeriod"/>
            </a:pPr>
            <a:endParaRPr lang="en-US" dirty="0"/>
          </a:p>
          <a:p>
            <a:pPr marL="609600" indent="-609600">
              <a:buFont typeface="Wingdings" pitchFamily="2" charset="2"/>
              <a:buAutoNum type="arabicPeriod"/>
            </a:pPr>
            <a:endParaRPr lang="en-US" dirty="0"/>
          </a:p>
          <a:p>
            <a:pPr marL="609600" indent="-609600">
              <a:buFont typeface="Wingdings" pitchFamily="2" charset="2"/>
              <a:buAutoNum type="arabicPeriod"/>
            </a:pPr>
            <a:r>
              <a:rPr lang="en-US" sz="2400" dirty="0"/>
              <a:t>You know the rules - both general and specific.</a:t>
            </a:r>
          </a:p>
          <a:p>
            <a:pPr marL="609600" indent="-609600">
              <a:buFont typeface="Wingdings" pitchFamily="2" charset="2"/>
              <a:buAutoNum type="arabicPeriod"/>
            </a:pPr>
            <a:endParaRPr lang="en-US" sz="2400" dirty="0"/>
          </a:p>
          <a:p>
            <a:pPr marL="609600" indent="-609600">
              <a:buFont typeface="Wingdings" pitchFamily="2" charset="2"/>
              <a:buAutoNum type="arabicPeriod"/>
            </a:pPr>
            <a:r>
              <a:rPr lang="en-US" sz="2400" dirty="0"/>
              <a:t>You know how the rule has been applied </a:t>
            </a:r>
            <a:r>
              <a:rPr lang="en-US" sz="2400" b="1" dirty="0"/>
              <a:t>and why cases go in different directions.  </a:t>
            </a:r>
          </a:p>
          <a:p>
            <a:pPr marL="609600" indent="-609600">
              <a:buFont typeface="Wingdings" pitchFamily="2" charset="2"/>
              <a:buAutoNum type="arabicPeriod"/>
            </a:pPr>
            <a:endParaRPr lang="en-US" sz="2400" dirty="0"/>
          </a:p>
          <a:p>
            <a:pPr marL="609600" indent="-609600">
              <a:buFont typeface="Wingdings" pitchFamily="2" charset="2"/>
              <a:buAutoNum type="arabicPeriod"/>
            </a:pPr>
            <a:r>
              <a:rPr lang="en-US" sz="2400" b="1" dirty="0"/>
              <a:t>You have cite-checked all authorities and analyzed the citing cases.</a:t>
            </a:r>
          </a:p>
          <a:p>
            <a:pPr marL="609600" indent="-609600">
              <a:buFont typeface="Wingdings" pitchFamily="2" charset="2"/>
              <a:buAutoNum type="arabicPeriod"/>
            </a:pPr>
            <a:r>
              <a:rPr lang="en-US" sz="2400" b="1" dirty="0"/>
              <a:t>You start seeing the same cited cases over and over. </a:t>
            </a:r>
          </a:p>
        </p:txBody>
      </p:sp>
      <p:sp>
        <p:nvSpPr>
          <p:cNvPr id="5" name="Slide Number Placeholder 5"/>
          <p:cNvSpPr>
            <a:spLocks noGrp="1"/>
          </p:cNvSpPr>
          <p:nvPr>
            <p:ph type="sldNum" sz="quarter" idx="12"/>
          </p:nvPr>
        </p:nvSpPr>
        <p:spPr/>
        <p:txBody>
          <a:bodyPr/>
          <a:lstStyle/>
          <a:p>
            <a:fld id="{48B3F609-5D5B-4DA0-870B-0AF3DD4FC6FF}" type="slidenum">
              <a:rPr lang="en-US"/>
              <a:pPr/>
              <a:t>11</a:t>
            </a:fld>
            <a:endParaRPr lang="en-US"/>
          </a:p>
        </p:txBody>
      </p:sp>
    </p:spTree>
    <p:custDataLst>
      <p:tags r:id="rId1"/>
    </p:custDataLst>
    <p:extLst>
      <p:ext uri="{BB962C8B-B14F-4D97-AF65-F5344CB8AC3E}">
        <p14:creationId xmlns:p14="http://schemas.microsoft.com/office/powerpoint/2010/main" val="514648385"/>
      </p:ext>
    </p:extLst>
  </p:cSld>
  <p:clrMapOvr>
    <a:masterClrMapping/>
  </p:clrMapOvr>
  <p:transition>
    <p:blinds dir="vert"/>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9D3B3C7E-BC2D-4436-8B03-AC421FA667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920" y="157606"/>
            <a:ext cx="11870161" cy="65427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35">
            <a:extLst>
              <a:ext uri="{FF2B5EF4-FFF2-40B4-BE49-F238E27FC236}">
                <a16:creationId xmlns:a16="http://schemas.microsoft.com/office/drawing/2014/main" id="{79B5D0C1-066E-4C02-A6B8-59FAE4A197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2258" y="4240546"/>
            <a:ext cx="867485" cy="115439"/>
            <a:chOff x="8910933" y="1861308"/>
            <a:chExt cx="867485" cy="115439"/>
          </a:xfrm>
        </p:grpSpPr>
        <p:sp>
          <p:nvSpPr>
            <p:cNvPr id="37" name="Rectangle 36">
              <a:extLst>
                <a:ext uri="{FF2B5EF4-FFF2-40B4-BE49-F238E27FC236}">
                  <a16:creationId xmlns:a16="http://schemas.microsoft.com/office/drawing/2014/main" id="{D4386904-AFDC-449E-8D1B-906B305EBD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38" name="Straight Connector 37">
              <a:extLst>
                <a:ext uri="{FF2B5EF4-FFF2-40B4-BE49-F238E27FC236}">
                  <a16:creationId xmlns:a16="http://schemas.microsoft.com/office/drawing/2014/main" id="{F70778F2-11E8-428C-8324-479CA9D6FE9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A0BE89E-CB2D-48BA-A8D2-533FAAAA725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useBgFill="1">
        <p:nvSpPr>
          <p:cNvPr id="41" name="Rectangle 40">
            <a:extLst>
              <a:ext uri="{FF2B5EF4-FFF2-40B4-BE49-F238E27FC236}">
                <a16:creationId xmlns:a16="http://schemas.microsoft.com/office/drawing/2014/main" id="{DD8EACB7-D372-470B-B76E-A829D00310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Content Placeholder 28">
            <a:extLst>
              <a:ext uri="{FF2B5EF4-FFF2-40B4-BE49-F238E27FC236}">
                <a16:creationId xmlns:a16="http://schemas.microsoft.com/office/drawing/2014/main" id="{5ACE372A-25CC-B041-A60D-514F26D0EDF7}"/>
              </a:ext>
            </a:extLst>
          </p:cNvPr>
          <p:cNvPicPr>
            <a:picLocks noGrp="1" noChangeAspect="1"/>
          </p:cNvPicPr>
          <p:nvPr>
            <p:ph sz="half" idx="2"/>
          </p:nvPr>
        </p:nvPicPr>
        <p:blipFill rotWithShape="1">
          <a:blip r:embed="rId2" cstate="screen">
            <a:extLst>
              <a:ext uri="{28A0092B-C50C-407E-A947-70E740481C1C}">
                <a14:useLocalDpi xmlns:a14="http://schemas.microsoft.com/office/drawing/2010/main"/>
              </a:ext>
            </a:extLst>
          </a:blip>
          <a:srcRect b="15730"/>
          <a:stretch/>
        </p:blipFill>
        <p:spPr>
          <a:xfrm>
            <a:off x="20" y="10"/>
            <a:ext cx="12191980" cy="6857989"/>
          </a:xfrm>
          <a:prstGeom prst="rect">
            <a:avLst/>
          </a:prstGeom>
        </p:spPr>
      </p:pic>
      <p:sp>
        <p:nvSpPr>
          <p:cNvPr id="43" name="Rectangle 5">
            <a:extLst>
              <a:ext uri="{FF2B5EF4-FFF2-40B4-BE49-F238E27FC236}">
                <a16:creationId xmlns:a16="http://schemas.microsoft.com/office/drawing/2014/main" id="{FDCD62BB-F134-412E-AF5B-602B04458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3900" y="750337"/>
            <a:ext cx="4580642" cy="5494694"/>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6096000 w 6096000"/>
              <a:gd name="connsiteY2" fmla="*/ 6858000 h 6858000"/>
              <a:gd name="connsiteX3" fmla="*/ 3058886 w 6096000"/>
              <a:gd name="connsiteY3" fmla="*/ 6858000 h 6858000"/>
              <a:gd name="connsiteX4" fmla="*/ 0 w 6096000"/>
              <a:gd name="connsiteY4" fmla="*/ 6858000 h 6858000"/>
              <a:gd name="connsiteX5" fmla="*/ 0 w 6096000"/>
              <a:gd name="connsiteY5" fmla="*/ 0 h 6858000"/>
              <a:gd name="connsiteX0" fmla="*/ 0 w 6096000"/>
              <a:gd name="connsiteY0" fmla="*/ 0 h 6858000"/>
              <a:gd name="connsiteX1" fmla="*/ 6096000 w 6096000"/>
              <a:gd name="connsiteY1" fmla="*/ 0 h 6858000"/>
              <a:gd name="connsiteX2" fmla="*/ 6096000 w 6096000"/>
              <a:gd name="connsiteY2" fmla="*/ 6858000 h 6858000"/>
              <a:gd name="connsiteX3" fmla="*/ 3037115 w 6096000"/>
              <a:gd name="connsiteY3" fmla="*/ 5889172 h 6858000"/>
              <a:gd name="connsiteX4" fmla="*/ 0 w 6096000"/>
              <a:gd name="connsiteY4" fmla="*/ 6858000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6096000" y="0"/>
                </a:lnTo>
                <a:lnTo>
                  <a:pt x="6096000" y="6858000"/>
                </a:lnTo>
                <a:lnTo>
                  <a:pt x="3037115" y="5889172"/>
                </a:lnTo>
                <a:lnTo>
                  <a:pt x="0" y="6858000"/>
                </a:lnTo>
                <a:lnTo>
                  <a:pt x="0" y="0"/>
                </a:lnTo>
                <a:close/>
              </a:path>
            </a:pathLst>
          </a:custGeom>
          <a:solidFill>
            <a:schemeClr val="bg2">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2108C8-BA7F-7A47-9677-4FDE239F76B7}"/>
              </a:ext>
            </a:extLst>
          </p:cNvPr>
          <p:cNvSpPr>
            <a:spLocks noGrp="1"/>
          </p:cNvSpPr>
          <p:nvPr>
            <p:ph type="title"/>
          </p:nvPr>
        </p:nvSpPr>
        <p:spPr>
          <a:xfrm>
            <a:off x="1048561" y="1066800"/>
            <a:ext cx="3931320" cy="2267193"/>
          </a:xfrm>
        </p:spPr>
        <p:txBody>
          <a:bodyPr vert="horz" lIns="91440" tIns="45720" rIns="91440" bIns="45720" rtlCol="0" anchor="b">
            <a:normAutofit/>
          </a:bodyPr>
          <a:lstStyle/>
          <a:p>
            <a:pPr algn="ctr"/>
            <a:r>
              <a:rPr lang="en-US" sz="2800" kern="1200" cap="all" spc="390" baseline="0">
                <a:solidFill>
                  <a:schemeClr val="tx2"/>
                </a:solidFill>
                <a:latin typeface="+mj-lt"/>
                <a:ea typeface="+mj-ea"/>
                <a:cs typeface="+mj-cs"/>
              </a:rPr>
              <a:t>Step 2:  organize</a:t>
            </a:r>
          </a:p>
        </p:txBody>
      </p:sp>
      <p:grpSp>
        <p:nvGrpSpPr>
          <p:cNvPr id="45" name="Group 44">
            <a:extLst>
              <a:ext uri="{FF2B5EF4-FFF2-40B4-BE49-F238E27FC236}">
                <a16:creationId xmlns:a16="http://schemas.microsoft.com/office/drawing/2014/main" id="{F1732D3A-CFF0-45BE-AD79-F83D0272C6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80479" y="3871114"/>
            <a:ext cx="867485" cy="115439"/>
            <a:chOff x="8910933" y="1861308"/>
            <a:chExt cx="867485" cy="115439"/>
          </a:xfrm>
        </p:grpSpPr>
        <p:sp>
          <p:nvSpPr>
            <p:cNvPr id="46" name="Rectangle 45">
              <a:extLst>
                <a:ext uri="{FF2B5EF4-FFF2-40B4-BE49-F238E27FC236}">
                  <a16:creationId xmlns:a16="http://schemas.microsoft.com/office/drawing/2014/main" id="{C892F72C-7FB6-49C8-A402-D5DC42DB67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 name="Straight Connector 46">
              <a:extLst>
                <a:ext uri="{FF2B5EF4-FFF2-40B4-BE49-F238E27FC236}">
                  <a16:creationId xmlns:a16="http://schemas.microsoft.com/office/drawing/2014/main" id="{FC92C2E1-605F-49BD-8AC8-DC52B3015E3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38BE2E0F-EE6D-4748-AB8F-724D0DDC6E0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3311317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9618" y="1364146"/>
            <a:ext cx="6882848" cy="857250"/>
          </a:xfrm>
        </p:spPr>
        <p:txBody>
          <a:bodyPr>
            <a:noAutofit/>
          </a:bodyPr>
          <a:lstStyle/>
          <a:p>
            <a:r>
              <a:rPr lang="en-US" dirty="0"/>
              <a:t>Chart the Cases with Specificity- Malice Element</a:t>
            </a:r>
          </a:p>
        </p:txBody>
      </p:sp>
      <p:graphicFrame>
        <p:nvGraphicFramePr>
          <p:cNvPr id="5" name="Content Placeholder 4">
            <a:extLst>
              <a:ext uri="{FF2B5EF4-FFF2-40B4-BE49-F238E27FC236}">
                <a16:creationId xmlns:a16="http://schemas.microsoft.com/office/drawing/2014/main" id="{596C1C3D-2E65-1235-9E2A-63682C356A4D}"/>
              </a:ext>
            </a:extLst>
          </p:cNvPr>
          <p:cNvGraphicFramePr>
            <a:graphicFrameLocks noGrp="1"/>
          </p:cNvGraphicFramePr>
          <p:nvPr>
            <p:ph idx="1"/>
            <p:extLst>
              <p:ext uri="{D42A27DB-BD31-4B8C-83A1-F6EECF244321}">
                <p14:modId xmlns:p14="http://schemas.microsoft.com/office/powerpoint/2010/main" val="3961693806"/>
              </p:ext>
            </p:extLst>
          </p:nvPr>
        </p:nvGraphicFramePr>
        <p:xfrm>
          <a:off x="1028700" y="2774950"/>
          <a:ext cx="10134600" cy="2377440"/>
        </p:xfrm>
        <a:graphic>
          <a:graphicData uri="http://schemas.openxmlformats.org/drawingml/2006/table">
            <a:tbl>
              <a:tblPr firstRow="1" bandRow="1" bandCol="1">
                <a:tableStyleId>{5C22544A-7EE6-4342-B048-85BDC9FD1C3A}</a:tableStyleId>
              </a:tblPr>
              <a:tblGrid>
                <a:gridCol w="2533650">
                  <a:extLst>
                    <a:ext uri="{9D8B030D-6E8A-4147-A177-3AD203B41FA5}">
                      <a16:colId xmlns:a16="http://schemas.microsoft.com/office/drawing/2014/main" val="298060970"/>
                    </a:ext>
                  </a:extLst>
                </a:gridCol>
                <a:gridCol w="2533650">
                  <a:extLst>
                    <a:ext uri="{9D8B030D-6E8A-4147-A177-3AD203B41FA5}">
                      <a16:colId xmlns:a16="http://schemas.microsoft.com/office/drawing/2014/main" val="2272686247"/>
                    </a:ext>
                  </a:extLst>
                </a:gridCol>
                <a:gridCol w="2533650">
                  <a:extLst>
                    <a:ext uri="{9D8B030D-6E8A-4147-A177-3AD203B41FA5}">
                      <a16:colId xmlns:a16="http://schemas.microsoft.com/office/drawing/2014/main" val="1018426101"/>
                    </a:ext>
                  </a:extLst>
                </a:gridCol>
                <a:gridCol w="2533650">
                  <a:extLst>
                    <a:ext uri="{9D8B030D-6E8A-4147-A177-3AD203B41FA5}">
                      <a16:colId xmlns:a16="http://schemas.microsoft.com/office/drawing/2014/main" val="4077444169"/>
                    </a:ext>
                  </a:extLst>
                </a:gridCol>
              </a:tblGrid>
              <a:tr h="0">
                <a:tc>
                  <a:txBody>
                    <a:bodyPr/>
                    <a:lstStyle/>
                    <a:p>
                      <a:pPr marL="0" marR="0">
                        <a:spcBef>
                          <a:spcPts val="180"/>
                        </a:spcBef>
                        <a:spcAft>
                          <a:spcPts val="180"/>
                        </a:spcAft>
                        <a:buNone/>
                      </a:pPr>
                      <a:r>
                        <a:rPr lang="en-US" sz="1200" dirty="0">
                          <a:effectLst/>
                        </a:rPr>
                        <a:t> </a:t>
                      </a:r>
                      <a:endParaRPr lang="en-US" sz="1200" dirty="0">
                        <a:effectLst/>
                        <a:latin typeface="Times New Roman" panose="02020603050405020304" pitchFamily="18" charset="0"/>
                        <a:ea typeface="Times New Roman" panose="02020603050405020304" pitchFamily="18" charset="0"/>
                      </a:endParaRPr>
                    </a:p>
                  </a:txBody>
                  <a:tcPr marL="68580" marR="68580" marT="0" marB="0" anchor="b">
                    <a:solidFill>
                      <a:schemeClr val="accent6">
                        <a:lumMod val="20000"/>
                        <a:lumOff val="80000"/>
                      </a:schemeClr>
                    </a:solidFill>
                  </a:tcPr>
                </a:tc>
                <a:tc>
                  <a:txBody>
                    <a:bodyPr/>
                    <a:lstStyle/>
                    <a:p>
                      <a:pPr marL="0" marR="0">
                        <a:spcBef>
                          <a:spcPts val="180"/>
                        </a:spcBef>
                        <a:spcAft>
                          <a:spcPts val="180"/>
                        </a:spcAft>
                        <a:buNone/>
                      </a:pPr>
                      <a:r>
                        <a:rPr lang="en-US" sz="1200" dirty="0">
                          <a:solidFill>
                            <a:schemeClr val="tx1"/>
                          </a:solidFill>
                          <a:effectLst/>
                        </a:rPr>
                        <a:t>Fox v. Aperture</a:t>
                      </a:r>
                      <a:endParaRPr lang="en-US" sz="12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b">
                    <a:solidFill>
                      <a:schemeClr val="accent6">
                        <a:lumMod val="20000"/>
                        <a:lumOff val="80000"/>
                      </a:schemeClr>
                    </a:solidFill>
                  </a:tcPr>
                </a:tc>
                <a:tc>
                  <a:txBody>
                    <a:bodyPr/>
                    <a:lstStyle/>
                    <a:p>
                      <a:pPr marL="0" marR="0">
                        <a:spcBef>
                          <a:spcPts val="180"/>
                        </a:spcBef>
                        <a:spcAft>
                          <a:spcPts val="180"/>
                        </a:spcAft>
                        <a:buNone/>
                      </a:pPr>
                      <a:r>
                        <a:rPr lang="en-US" sz="1200" dirty="0">
                          <a:solidFill>
                            <a:schemeClr val="tx1"/>
                          </a:solidFill>
                          <a:effectLst/>
                          <a:latin typeface="Times New Roman" panose="02020603050405020304" pitchFamily="18" charset="0"/>
                          <a:ea typeface="Times New Roman" panose="02020603050405020304" pitchFamily="18" charset="0"/>
                        </a:rPr>
                        <a:t>Comparable Case 1 (include citation)</a:t>
                      </a:r>
                    </a:p>
                  </a:txBody>
                  <a:tcPr marL="68580" marR="68580" marT="0" marB="0" anchor="b">
                    <a:solidFill>
                      <a:schemeClr val="accent6">
                        <a:lumMod val="20000"/>
                        <a:lumOff val="80000"/>
                      </a:schemeClr>
                    </a:solidFill>
                  </a:tcPr>
                </a:tc>
                <a:tc>
                  <a:txBody>
                    <a:bodyPr/>
                    <a:lstStyle/>
                    <a:p>
                      <a:pPr marL="0" marR="0">
                        <a:spcBef>
                          <a:spcPts val="180"/>
                        </a:spcBef>
                        <a:spcAft>
                          <a:spcPts val="180"/>
                        </a:spcAft>
                        <a:buNone/>
                      </a:pPr>
                      <a:r>
                        <a:rPr lang="en-US" sz="1200" dirty="0">
                          <a:solidFill>
                            <a:schemeClr val="tx1"/>
                          </a:solidFill>
                          <a:effectLst/>
                          <a:latin typeface="Times New Roman" panose="02020603050405020304" pitchFamily="18" charset="0"/>
                          <a:ea typeface="Times New Roman" panose="02020603050405020304" pitchFamily="18" charset="0"/>
                        </a:rPr>
                        <a:t>Distinguishable Case 1 (include citation)</a:t>
                      </a:r>
                    </a:p>
                  </a:txBody>
                  <a:tcPr marL="68580" marR="68580" marT="0" marB="0" anchor="b">
                    <a:solidFill>
                      <a:schemeClr val="accent6">
                        <a:lumMod val="20000"/>
                        <a:lumOff val="80000"/>
                      </a:schemeClr>
                    </a:solidFill>
                  </a:tcPr>
                </a:tc>
                <a:extLst>
                  <a:ext uri="{0D108BD9-81ED-4DB2-BD59-A6C34878D82A}">
                    <a16:rowId xmlns:a16="http://schemas.microsoft.com/office/drawing/2014/main" val="721311133"/>
                  </a:ext>
                </a:extLst>
              </a:tr>
              <a:tr h="0">
                <a:tc>
                  <a:txBody>
                    <a:bodyPr/>
                    <a:lstStyle/>
                    <a:p>
                      <a:pPr marL="0" marR="0">
                        <a:spcBef>
                          <a:spcPts val="180"/>
                        </a:spcBef>
                        <a:spcAft>
                          <a:spcPts val="180"/>
                        </a:spcAft>
                        <a:buNone/>
                      </a:pPr>
                      <a:r>
                        <a:rPr lang="en-US" sz="1200">
                          <a:effectLst/>
                        </a:rPr>
                        <a:t>Element illustrated</a:t>
                      </a: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tc>
                  <a:txBody>
                    <a:bodyPr/>
                    <a:lstStyle/>
                    <a:p>
                      <a:pPr marL="0" marR="0">
                        <a:spcBef>
                          <a:spcPts val="180"/>
                        </a:spcBef>
                        <a:spcAft>
                          <a:spcPts val="180"/>
                        </a:spcAft>
                        <a:buNone/>
                      </a:pPr>
                      <a:r>
                        <a:rPr lang="en-US" sz="1200" dirty="0">
                          <a:effectLst/>
                        </a:rPr>
                        <a:t>All four</a:t>
                      </a: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tc>
                  <a:txBody>
                    <a:bodyPr/>
                    <a:lstStyle/>
                    <a:p>
                      <a:pPr marL="0" marR="0">
                        <a:spcBef>
                          <a:spcPts val="180"/>
                        </a:spcBef>
                        <a:spcAft>
                          <a:spcPts val="180"/>
                        </a:spcAft>
                        <a:buNone/>
                      </a:pP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tc>
                  <a:txBody>
                    <a:bodyPr/>
                    <a:lstStyle/>
                    <a:p>
                      <a:pPr marL="0" marR="0">
                        <a:spcBef>
                          <a:spcPts val="180"/>
                        </a:spcBef>
                        <a:spcAft>
                          <a:spcPts val="180"/>
                        </a:spcAft>
                        <a:buNone/>
                      </a:pP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3076697008"/>
                  </a:ext>
                </a:extLst>
              </a:tr>
              <a:tr h="0">
                <a:tc>
                  <a:txBody>
                    <a:bodyPr/>
                    <a:lstStyle/>
                    <a:p>
                      <a:pPr marL="0" marR="0">
                        <a:spcBef>
                          <a:spcPts val="180"/>
                        </a:spcBef>
                        <a:spcAft>
                          <a:spcPts val="180"/>
                        </a:spcAft>
                        <a:buNone/>
                      </a:pPr>
                      <a:r>
                        <a:rPr lang="en-US" sz="1200">
                          <a:effectLst/>
                        </a:rPr>
                        <a:t>Court</a:t>
                      </a: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tc>
                  <a:txBody>
                    <a:bodyPr/>
                    <a:lstStyle/>
                    <a:p>
                      <a:pPr marL="0" marR="0">
                        <a:spcBef>
                          <a:spcPts val="180"/>
                        </a:spcBef>
                        <a:spcAft>
                          <a:spcPts val="180"/>
                        </a:spcAft>
                        <a:buNone/>
                      </a:pPr>
                      <a:r>
                        <a:rPr lang="en-US" sz="1200">
                          <a:effectLst/>
                        </a:rPr>
                        <a:t>To be decided</a:t>
                      </a: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tc>
                  <a:txBody>
                    <a:bodyPr/>
                    <a:lstStyle/>
                    <a:p>
                      <a:pPr marL="0" marR="0">
                        <a:spcBef>
                          <a:spcPts val="180"/>
                        </a:spcBef>
                        <a:spcAft>
                          <a:spcPts val="180"/>
                        </a:spcAft>
                        <a:buNone/>
                      </a:pP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tc>
                  <a:txBody>
                    <a:bodyPr/>
                    <a:lstStyle/>
                    <a:p>
                      <a:pPr marL="0" marR="0">
                        <a:spcBef>
                          <a:spcPts val="180"/>
                        </a:spcBef>
                        <a:spcAft>
                          <a:spcPts val="180"/>
                        </a:spcAft>
                        <a:buNone/>
                      </a:pP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2857315864"/>
                  </a:ext>
                </a:extLst>
              </a:tr>
              <a:tr h="0">
                <a:tc>
                  <a:txBody>
                    <a:bodyPr/>
                    <a:lstStyle/>
                    <a:p>
                      <a:pPr marL="0" marR="0">
                        <a:spcBef>
                          <a:spcPts val="180"/>
                        </a:spcBef>
                        <a:spcAft>
                          <a:spcPts val="180"/>
                        </a:spcAft>
                        <a:buNone/>
                      </a:pPr>
                      <a:r>
                        <a:rPr lang="en-US" sz="1200">
                          <a:effectLst/>
                        </a:rPr>
                        <a:t>Underlying proceeding</a:t>
                      </a: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tc>
                  <a:txBody>
                    <a:bodyPr/>
                    <a:lstStyle/>
                    <a:p>
                      <a:pPr marL="0" marR="0">
                        <a:spcBef>
                          <a:spcPts val="180"/>
                        </a:spcBef>
                        <a:spcAft>
                          <a:spcPts val="180"/>
                        </a:spcAft>
                        <a:buNone/>
                      </a:pPr>
                      <a:r>
                        <a:rPr lang="en-US" sz="1200" dirty="0">
                          <a:effectLst/>
                        </a:rPr>
                        <a:t>Criminal, felony theft</a:t>
                      </a: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tc>
                  <a:txBody>
                    <a:bodyPr/>
                    <a:lstStyle/>
                    <a:p>
                      <a:pPr marL="0" marR="0">
                        <a:spcBef>
                          <a:spcPts val="180"/>
                        </a:spcBef>
                        <a:spcAft>
                          <a:spcPts val="180"/>
                        </a:spcAft>
                        <a:buNone/>
                      </a:pP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tc>
                  <a:txBody>
                    <a:bodyPr/>
                    <a:lstStyle/>
                    <a:p>
                      <a:pPr marL="0" marR="0">
                        <a:spcBef>
                          <a:spcPts val="180"/>
                        </a:spcBef>
                        <a:spcAft>
                          <a:spcPts val="180"/>
                        </a:spcAft>
                        <a:buNone/>
                      </a:pP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779085926"/>
                  </a:ext>
                </a:extLst>
              </a:tr>
              <a:tr h="0">
                <a:tc>
                  <a:txBody>
                    <a:bodyPr/>
                    <a:lstStyle/>
                    <a:p>
                      <a:pPr marL="0" marR="0">
                        <a:spcBef>
                          <a:spcPts val="180"/>
                        </a:spcBef>
                        <a:spcAft>
                          <a:spcPts val="180"/>
                        </a:spcAft>
                        <a:buNone/>
                      </a:pPr>
                      <a:r>
                        <a:rPr lang="en-US" sz="1200">
                          <a:effectLst/>
                        </a:rPr>
                        <a:t>Interest the defendant had</a:t>
                      </a: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tc>
                  <a:txBody>
                    <a:bodyPr/>
                    <a:lstStyle/>
                    <a:p>
                      <a:pPr marL="0" marR="0">
                        <a:spcBef>
                          <a:spcPts val="180"/>
                        </a:spcBef>
                        <a:spcAft>
                          <a:spcPts val="180"/>
                        </a:spcAft>
                        <a:buNone/>
                      </a:pPr>
                      <a:r>
                        <a:rPr lang="en-US" sz="1200" dirty="0">
                          <a:effectLst/>
                        </a:rPr>
                        <a:t>[incentive in prosecuting]</a:t>
                      </a: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tc>
                  <a:txBody>
                    <a:bodyPr/>
                    <a:lstStyle/>
                    <a:p>
                      <a:pPr marL="0" marR="0">
                        <a:spcBef>
                          <a:spcPts val="180"/>
                        </a:spcBef>
                        <a:spcAft>
                          <a:spcPts val="180"/>
                        </a:spcAft>
                        <a:buNone/>
                      </a:pP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tc>
                  <a:txBody>
                    <a:bodyPr/>
                    <a:lstStyle/>
                    <a:p>
                      <a:pPr marL="0" marR="0">
                        <a:spcBef>
                          <a:spcPts val="180"/>
                        </a:spcBef>
                        <a:spcAft>
                          <a:spcPts val="180"/>
                        </a:spcAft>
                        <a:buNone/>
                      </a:pP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3383388496"/>
                  </a:ext>
                </a:extLst>
              </a:tr>
              <a:tr h="0">
                <a:tc>
                  <a:txBody>
                    <a:bodyPr/>
                    <a:lstStyle/>
                    <a:p>
                      <a:pPr marL="0" marR="0">
                        <a:spcBef>
                          <a:spcPts val="180"/>
                        </a:spcBef>
                        <a:spcAft>
                          <a:spcPts val="180"/>
                        </a:spcAft>
                        <a:buNone/>
                      </a:pPr>
                      <a:r>
                        <a:rPr lang="en-US" sz="1200">
                          <a:effectLst/>
                        </a:rPr>
                        <a:t>Was that interest served only by catching the right person?</a:t>
                      </a: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tc>
                  <a:txBody>
                    <a:bodyPr/>
                    <a:lstStyle/>
                    <a:p>
                      <a:pPr marL="0" marR="0">
                        <a:spcBef>
                          <a:spcPts val="180"/>
                        </a:spcBef>
                        <a:spcAft>
                          <a:spcPts val="180"/>
                        </a:spcAft>
                        <a:buNone/>
                      </a:pPr>
                      <a:r>
                        <a:rPr lang="en-US" sz="1200" dirty="0">
                          <a:effectLst/>
                        </a:rPr>
                        <a:t>Incentive alignment</a:t>
                      </a: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tc>
                  <a:txBody>
                    <a:bodyPr/>
                    <a:lstStyle/>
                    <a:p>
                      <a:pPr marL="0" marR="0">
                        <a:spcBef>
                          <a:spcPts val="180"/>
                        </a:spcBef>
                        <a:spcAft>
                          <a:spcPts val="180"/>
                        </a:spcAft>
                        <a:buNone/>
                      </a:pP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tc>
                  <a:txBody>
                    <a:bodyPr/>
                    <a:lstStyle/>
                    <a:p>
                      <a:pPr marL="0" marR="0">
                        <a:spcBef>
                          <a:spcPts val="180"/>
                        </a:spcBef>
                        <a:spcAft>
                          <a:spcPts val="180"/>
                        </a:spcAft>
                        <a:buNone/>
                      </a:pP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2888129591"/>
                  </a:ext>
                </a:extLst>
              </a:tr>
              <a:tr h="0">
                <a:tc>
                  <a:txBody>
                    <a:bodyPr/>
                    <a:lstStyle/>
                    <a:p>
                      <a:pPr marL="0" marR="0">
                        <a:spcBef>
                          <a:spcPts val="180"/>
                        </a:spcBef>
                        <a:spcAft>
                          <a:spcPts val="180"/>
                        </a:spcAft>
                        <a:buNone/>
                      </a:pPr>
                      <a:r>
                        <a:rPr lang="en-US" sz="1200">
                          <a:effectLst/>
                        </a:rPr>
                        <a:t>Documentary motive evidence</a:t>
                      </a: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tc>
                  <a:txBody>
                    <a:bodyPr/>
                    <a:lstStyle/>
                    <a:p>
                      <a:pPr marL="0" marR="0">
                        <a:spcBef>
                          <a:spcPts val="180"/>
                        </a:spcBef>
                        <a:spcAft>
                          <a:spcPts val="180"/>
                        </a:spcAft>
                        <a:buNone/>
                      </a:pP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tc>
                  <a:txBody>
                    <a:bodyPr/>
                    <a:lstStyle/>
                    <a:p>
                      <a:pPr marL="0" marR="0">
                        <a:spcBef>
                          <a:spcPts val="180"/>
                        </a:spcBef>
                        <a:spcAft>
                          <a:spcPts val="180"/>
                        </a:spcAft>
                        <a:buNone/>
                      </a:pP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tc>
                  <a:txBody>
                    <a:bodyPr/>
                    <a:lstStyle/>
                    <a:p>
                      <a:pPr marL="0" marR="0">
                        <a:spcBef>
                          <a:spcPts val="180"/>
                        </a:spcBef>
                        <a:spcAft>
                          <a:spcPts val="180"/>
                        </a:spcAft>
                        <a:buNone/>
                      </a:pP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3981074849"/>
                  </a:ext>
                </a:extLst>
              </a:tr>
              <a:tr h="0">
                <a:tc>
                  <a:txBody>
                    <a:bodyPr/>
                    <a:lstStyle/>
                    <a:p>
                      <a:pPr marL="0" marR="0">
                        <a:spcBef>
                          <a:spcPts val="180"/>
                        </a:spcBef>
                        <a:spcAft>
                          <a:spcPts val="180"/>
                        </a:spcAft>
                        <a:buNone/>
                      </a:pPr>
                      <a:r>
                        <a:rPr lang="en-US" sz="1200">
                          <a:effectLst/>
                        </a:rPr>
                        <a:t>Did the defendant misstate anything?</a:t>
                      </a: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tc>
                  <a:txBody>
                    <a:bodyPr/>
                    <a:lstStyle/>
                    <a:p>
                      <a:pPr marL="0" marR="0">
                        <a:spcBef>
                          <a:spcPts val="180"/>
                        </a:spcBef>
                        <a:spcAft>
                          <a:spcPts val="180"/>
                        </a:spcAft>
                        <a:buNone/>
                      </a:pP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tc>
                  <a:txBody>
                    <a:bodyPr/>
                    <a:lstStyle/>
                    <a:p>
                      <a:pPr marL="0" marR="0">
                        <a:spcBef>
                          <a:spcPts val="180"/>
                        </a:spcBef>
                        <a:spcAft>
                          <a:spcPts val="180"/>
                        </a:spcAft>
                        <a:buNone/>
                      </a:pP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tc>
                  <a:txBody>
                    <a:bodyPr/>
                    <a:lstStyle/>
                    <a:p>
                      <a:pPr marL="0" marR="0">
                        <a:spcBef>
                          <a:spcPts val="180"/>
                        </a:spcBef>
                        <a:spcAft>
                          <a:spcPts val="180"/>
                        </a:spcAft>
                        <a:buNone/>
                      </a:pP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1665801284"/>
                  </a:ext>
                </a:extLst>
              </a:tr>
              <a:tr h="0">
                <a:tc>
                  <a:txBody>
                    <a:bodyPr/>
                    <a:lstStyle/>
                    <a:p>
                      <a:pPr marL="0" marR="0">
                        <a:spcBef>
                          <a:spcPts val="180"/>
                        </a:spcBef>
                        <a:spcAft>
                          <a:spcPts val="180"/>
                        </a:spcAft>
                        <a:buNone/>
                      </a:pPr>
                      <a:r>
                        <a:rPr lang="en-US" sz="1200">
                          <a:effectLst/>
                        </a:rPr>
                        <a:t>Personal animus toward the accused</a:t>
                      </a: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tc>
                  <a:txBody>
                    <a:bodyPr/>
                    <a:lstStyle/>
                    <a:p>
                      <a:pPr marL="0" marR="0">
                        <a:spcBef>
                          <a:spcPts val="180"/>
                        </a:spcBef>
                        <a:spcAft>
                          <a:spcPts val="180"/>
                        </a:spcAft>
                        <a:buNone/>
                      </a:pP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tc>
                  <a:txBody>
                    <a:bodyPr/>
                    <a:lstStyle/>
                    <a:p>
                      <a:pPr marL="0" marR="0">
                        <a:spcBef>
                          <a:spcPts val="180"/>
                        </a:spcBef>
                        <a:spcAft>
                          <a:spcPts val="180"/>
                        </a:spcAft>
                        <a:buNone/>
                      </a:pP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tc>
                  <a:txBody>
                    <a:bodyPr/>
                    <a:lstStyle/>
                    <a:p>
                      <a:pPr marL="0" marR="0">
                        <a:spcBef>
                          <a:spcPts val="180"/>
                        </a:spcBef>
                        <a:spcAft>
                          <a:spcPts val="180"/>
                        </a:spcAft>
                        <a:buNone/>
                      </a:pP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1482656457"/>
                  </a:ext>
                </a:extLst>
              </a:tr>
              <a:tr h="0">
                <a:tc>
                  <a:txBody>
                    <a:bodyPr/>
                    <a:lstStyle/>
                    <a:p>
                      <a:pPr marL="0" marR="0">
                        <a:spcBef>
                          <a:spcPts val="180"/>
                        </a:spcBef>
                        <a:spcAft>
                          <a:spcPts val="180"/>
                        </a:spcAft>
                        <a:buNone/>
                      </a:pPr>
                      <a:r>
                        <a:rPr lang="en-US" sz="1200">
                          <a:effectLst/>
                        </a:rPr>
                        <a:t>Posture</a:t>
                      </a: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tc>
                  <a:txBody>
                    <a:bodyPr/>
                    <a:lstStyle/>
                    <a:p>
                      <a:pPr marL="0" marR="0">
                        <a:spcBef>
                          <a:spcPts val="180"/>
                        </a:spcBef>
                        <a:spcAft>
                          <a:spcPts val="180"/>
                        </a:spcAft>
                        <a:buNone/>
                      </a:pP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tc>
                  <a:txBody>
                    <a:bodyPr/>
                    <a:lstStyle/>
                    <a:p>
                      <a:pPr marL="0" marR="0">
                        <a:spcBef>
                          <a:spcPts val="180"/>
                        </a:spcBef>
                        <a:spcAft>
                          <a:spcPts val="180"/>
                        </a:spcAft>
                        <a:buNone/>
                      </a:pP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tc>
                  <a:txBody>
                    <a:bodyPr/>
                    <a:lstStyle/>
                    <a:p>
                      <a:pPr marL="0" marR="0">
                        <a:spcBef>
                          <a:spcPts val="180"/>
                        </a:spcBef>
                        <a:spcAft>
                          <a:spcPts val="180"/>
                        </a:spcAft>
                        <a:buNone/>
                      </a:pP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1420362676"/>
                  </a:ext>
                </a:extLst>
              </a:tr>
              <a:tr h="0">
                <a:tc>
                  <a:txBody>
                    <a:bodyPr/>
                    <a:lstStyle/>
                    <a:p>
                      <a:pPr marL="0" marR="0">
                        <a:spcBef>
                          <a:spcPts val="180"/>
                        </a:spcBef>
                        <a:spcAft>
                          <a:spcPts val="180"/>
                        </a:spcAft>
                        <a:buNone/>
                      </a:pPr>
                      <a:r>
                        <a:rPr lang="en-US" sz="1200">
                          <a:effectLst/>
                        </a:rPr>
                        <a:t>Outcome on malice</a:t>
                      </a: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tc>
                  <a:txBody>
                    <a:bodyPr/>
                    <a:lstStyle/>
                    <a:p>
                      <a:pPr marL="0" marR="0">
                        <a:spcBef>
                          <a:spcPts val="180"/>
                        </a:spcBef>
                        <a:spcAft>
                          <a:spcPts val="180"/>
                        </a:spcAft>
                        <a:buNone/>
                      </a:pPr>
                      <a:r>
                        <a:rPr lang="en-US" sz="1200" dirty="0">
                          <a:effectLst/>
                        </a:rPr>
                        <a:t>To be argued</a:t>
                      </a: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tc>
                  <a:txBody>
                    <a:bodyPr/>
                    <a:lstStyle/>
                    <a:p>
                      <a:pPr marL="0" marR="0">
                        <a:spcBef>
                          <a:spcPts val="180"/>
                        </a:spcBef>
                        <a:spcAft>
                          <a:spcPts val="180"/>
                        </a:spcAft>
                        <a:buNone/>
                      </a:pP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tc>
                  <a:txBody>
                    <a:bodyPr/>
                    <a:lstStyle/>
                    <a:p>
                      <a:pPr marL="0" marR="0">
                        <a:spcBef>
                          <a:spcPts val="180"/>
                        </a:spcBef>
                        <a:spcAft>
                          <a:spcPts val="180"/>
                        </a:spcAft>
                        <a:buNone/>
                      </a:pP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2344446943"/>
                  </a:ext>
                </a:extLst>
              </a:tr>
            </a:tbl>
          </a:graphicData>
        </a:graphic>
      </p:graphicFrame>
      <p:sp>
        <p:nvSpPr>
          <p:cNvPr id="7" name="TextBox 6">
            <a:extLst>
              <a:ext uri="{FF2B5EF4-FFF2-40B4-BE49-F238E27FC236}">
                <a16:creationId xmlns:a16="http://schemas.microsoft.com/office/drawing/2014/main" id="{8E985C98-34EA-7092-AE70-9ADBA6A9A71D}"/>
              </a:ext>
            </a:extLst>
          </p:cNvPr>
          <p:cNvSpPr txBox="1"/>
          <p:nvPr/>
        </p:nvSpPr>
        <p:spPr>
          <a:xfrm>
            <a:off x="1086787" y="2128841"/>
            <a:ext cx="1765868" cy="369332"/>
          </a:xfrm>
          <a:prstGeom prst="rect">
            <a:avLst/>
          </a:prstGeom>
          <a:noFill/>
        </p:spPr>
        <p:txBody>
          <a:bodyPr wrap="none" rtlCol="0">
            <a:spAutoFit/>
          </a:bodyPr>
          <a:lstStyle/>
          <a:p>
            <a:r>
              <a:rPr lang="en-US" dirty="0"/>
              <a:t>Malice Rule Text</a:t>
            </a:r>
          </a:p>
        </p:txBody>
      </p:sp>
    </p:spTree>
    <p:extLst>
      <p:ext uri="{BB962C8B-B14F-4D97-AF65-F5344CB8AC3E}">
        <p14:creationId xmlns:p14="http://schemas.microsoft.com/office/powerpoint/2010/main" val="10405882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48ACF-1F30-5348-B46E-D81775780EA4}"/>
              </a:ext>
            </a:extLst>
          </p:cNvPr>
          <p:cNvSpPr>
            <a:spLocks noGrp="1"/>
          </p:cNvSpPr>
          <p:nvPr>
            <p:ph type="title"/>
          </p:nvPr>
        </p:nvSpPr>
        <p:spPr/>
        <p:txBody>
          <a:bodyPr/>
          <a:lstStyle/>
          <a:p>
            <a:r>
              <a:rPr lang="en-US" dirty="0"/>
              <a:t>What Cases Should I Use?</a:t>
            </a:r>
          </a:p>
        </p:txBody>
      </p:sp>
      <p:sp>
        <p:nvSpPr>
          <p:cNvPr id="3" name="Text Placeholder 2">
            <a:extLst>
              <a:ext uri="{FF2B5EF4-FFF2-40B4-BE49-F238E27FC236}">
                <a16:creationId xmlns:a16="http://schemas.microsoft.com/office/drawing/2014/main" id="{FC850730-8061-3D41-A540-DC5FE7F9D35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823765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57856" y="1828800"/>
            <a:ext cx="7324928" cy="3886200"/>
          </a:xfrm>
        </p:spPr>
        <p:txBody>
          <a:bodyPr>
            <a:normAutofit/>
          </a:bodyPr>
          <a:lstStyle/>
          <a:p>
            <a:pPr algn="ctr">
              <a:spcBef>
                <a:spcPts val="0"/>
              </a:spcBef>
              <a:spcAft>
                <a:spcPts val="1800"/>
              </a:spcAft>
            </a:pPr>
            <a:r>
              <a:rPr lang="en-US" sz="2250" u="sng" dirty="0"/>
              <a:t>May I use cases only for my rules statement but then not use them for case illustrations</a:t>
            </a:r>
            <a:r>
              <a:rPr lang="en-US" sz="2250" dirty="0"/>
              <a:t>?</a:t>
            </a:r>
          </a:p>
          <a:p>
            <a:pPr algn="ctr">
              <a:spcBef>
                <a:spcPts val="0"/>
              </a:spcBef>
              <a:spcAft>
                <a:spcPts val="1800"/>
              </a:spcAft>
            </a:pPr>
            <a:r>
              <a:rPr lang="en-US" sz="2400" b="1" dirty="0">
                <a:solidFill>
                  <a:srgbClr val="FF0000"/>
                </a:solidFill>
              </a:rPr>
              <a:t>Yes.</a:t>
            </a:r>
          </a:p>
          <a:p>
            <a:pPr algn="ctr">
              <a:spcBef>
                <a:spcPts val="0"/>
              </a:spcBef>
              <a:spcAft>
                <a:spcPts val="1800"/>
              </a:spcAft>
            </a:pPr>
            <a:r>
              <a:rPr lang="en-US" sz="2400" dirty="0"/>
              <a:t>Often cases state the rules well but are not otherwise helpful.  It is okay to cite cases in your rules statement that you do not otherwise cite in the rest of your memo.</a:t>
            </a:r>
          </a:p>
          <a:p>
            <a:pPr algn="ctr">
              <a:spcBef>
                <a:spcPts val="0"/>
              </a:spcBef>
              <a:spcAft>
                <a:spcPts val="1800"/>
              </a:spcAft>
            </a:pPr>
            <a:endParaRPr lang="en-US" sz="2400" dirty="0"/>
          </a:p>
          <a:p>
            <a:pPr algn="ctr">
              <a:spcBef>
                <a:spcPts val="0"/>
              </a:spcBef>
              <a:spcAft>
                <a:spcPts val="1800"/>
              </a:spcAft>
            </a:pPr>
            <a:endParaRPr lang="en-US" dirty="0"/>
          </a:p>
        </p:txBody>
      </p:sp>
    </p:spTree>
    <p:extLst>
      <p:ext uri="{BB962C8B-B14F-4D97-AF65-F5344CB8AC3E}">
        <p14:creationId xmlns:p14="http://schemas.microsoft.com/office/powerpoint/2010/main" val="1939860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58E38A4-F699-490C-8D1F-E8AD332D9B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39C6AAB-48AC-41A3-95C2-6BF83715DF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F6EE861B-7D2F-4B7C-A6E3-5937E81B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60903" y="159026"/>
            <a:ext cx="5778697" cy="65427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7083838" y="776818"/>
            <a:ext cx="4508018" cy="4886677"/>
          </a:xfrm>
        </p:spPr>
        <p:txBody>
          <a:bodyPr vert="horz" lIns="91440" tIns="45720" rIns="91440" bIns="45720" rtlCol="0" anchor="t">
            <a:normAutofit/>
          </a:bodyPr>
          <a:lstStyle/>
          <a:p>
            <a:pPr algn="ctr">
              <a:spcBef>
                <a:spcPts val="0"/>
              </a:spcBef>
              <a:spcAft>
                <a:spcPts val="1800"/>
              </a:spcAft>
            </a:pPr>
            <a:r>
              <a:rPr lang="en-US" sz="2800" u="sng" dirty="0"/>
              <a:t>How do I choose what cases to illustrate?</a:t>
            </a:r>
            <a:endParaRPr lang="en-US" sz="2800" dirty="0"/>
          </a:p>
          <a:p>
            <a:pPr marL="457200" indent="-457200">
              <a:spcBef>
                <a:spcPts val="0"/>
              </a:spcBef>
              <a:spcAft>
                <a:spcPts val="1800"/>
              </a:spcAft>
              <a:buAutoNum type="arabicPeriod"/>
            </a:pPr>
            <a:r>
              <a:rPr lang="en-US" sz="2800" b="1" dirty="0"/>
              <a:t>Factual similarity</a:t>
            </a:r>
            <a:endParaRPr lang="en-US" sz="2800" dirty="0"/>
          </a:p>
          <a:p>
            <a:pPr marL="457200" indent="-457200">
              <a:spcBef>
                <a:spcPts val="0"/>
              </a:spcBef>
              <a:spcAft>
                <a:spcPts val="1800"/>
              </a:spcAft>
              <a:buAutoNum type="arabicPeriod"/>
            </a:pPr>
            <a:r>
              <a:rPr lang="en-US" sz="2800" b="1" dirty="0"/>
              <a:t>Binding court</a:t>
            </a:r>
          </a:p>
          <a:p>
            <a:pPr marL="457200" indent="-457200">
              <a:spcBef>
                <a:spcPts val="0"/>
              </a:spcBef>
              <a:spcAft>
                <a:spcPts val="1800"/>
              </a:spcAft>
              <a:buAutoNum type="arabicPeriod"/>
            </a:pPr>
            <a:r>
              <a:rPr lang="en-US" sz="2800" b="1" dirty="0"/>
              <a:t>Recency</a:t>
            </a:r>
          </a:p>
          <a:p>
            <a:pPr algn="ctr">
              <a:spcBef>
                <a:spcPts val="0"/>
              </a:spcBef>
              <a:spcAft>
                <a:spcPts val="1800"/>
              </a:spcAft>
            </a:pPr>
            <a:endParaRPr lang="en-US" dirty="0"/>
          </a:p>
        </p:txBody>
      </p:sp>
      <p:pic>
        <p:nvPicPr>
          <p:cNvPr id="5" name="Picture 4" descr="Front steps and columns of a majestic city building">
            <a:extLst>
              <a:ext uri="{FF2B5EF4-FFF2-40B4-BE49-F238E27FC236}">
                <a16:creationId xmlns:a16="http://schemas.microsoft.com/office/drawing/2014/main" id="{786FBE7D-97AD-7946-25AC-D9FCAEA32823}"/>
              </a:ext>
            </a:extLst>
          </p:cNvPr>
          <p:cNvPicPr>
            <a:picLocks noChangeAspect="1"/>
          </p:cNvPicPr>
          <p:nvPr/>
        </p:nvPicPr>
        <p:blipFill rotWithShape="1">
          <a:blip r:embed="rId3">
            <a:alphaModFix/>
          </a:blip>
          <a:srcRect l="26421" r="14332" b="-3"/>
          <a:stretch/>
        </p:blipFill>
        <p:spPr>
          <a:xfrm>
            <a:off x="1682" y="10"/>
            <a:ext cx="6096000" cy="6857990"/>
          </a:xfrm>
          <a:prstGeom prst="rect">
            <a:avLst/>
          </a:prstGeom>
        </p:spPr>
      </p:pic>
      <p:grpSp>
        <p:nvGrpSpPr>
          <p:cNvPr id="15" name="Group 14">
            <a:extLst>
              <a:ext uri="{FF2B5EF4-FFF2-40B4-BE49-F238E27FC236}">
                <a16:creationId xmlns:a16="http://schemas.microsoft.com/office/drawing/2014/main" id="{53745597-CF0F-4C14-83C4-612B382A909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710258" y="5849932"/>
            <a:ext cx="867485" cy="115439"/>
            <a:chOff x="8910933" y="1861308"/>
            <a:chExt cx="867485" cy="115439"/>
          </a:xfrm>
        </p:grpSpPr>
        <p:sp>
          <p:nvSpPr>
            <p:cNvPr id="16" name="Rectangle 15">
              <a:extLst>
                <a:ext uri="{FF2B5EF4-FFF2-40B4-BE49-F238E27FC236}">
                  <a16:creationId xmlns:a16="http://schemas.microsoft.com/office/drawing/2014/main" id="{471CB755-D435-4BD8-A3DB-B304ED0E74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17" name="Straight Connector 16">
              <a:extLst>
                <a:ext uri="{FF2B5EF4-FFF2-40B4-BE49-F238E27FC236}">
                  <a16:creationId xmlns:a16="http://schemas.microsoft.com/office/drawing/2014/main" id="{0B7F2CAE-48A1-4EAD-BDD1-4DA217AC0FF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8FB73A0-9D61-4989-BA5F-7EF6308D864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42190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37900" y="804473"/>
            <a:ext cx="9516972" cy="5397707"/>
          </a:xfrm>
        </p:spPr>
        <p:txBody>
          <a:bodyPr vert="horz" lIns="91440" tIns="45720" rIns="91440" bIns="45720" rtlCol="0" anchor="t">
            <a:normAutofit/>
          </a:bodyPr>
          <a:lstStyle/>
          <a:p>
            <a:pPr algn="ctr">
              <a:spcBef>
                <a:spcPts val="0"/>
              </a:spcBef>
              <a:spcAft>
                <a:spcPts val="1800"/>
              </a:spcAft>
            </a:pPr>
            <a:r>
              <a:rPr lang="en-US" sz="3600" u="sng" dirty="0"/>
              <a:t>How many cases do I need</a:t>
            </a:r>
            <a:r>
              <a:rPr lang="en-US" sz="3600" dirty="0"/>
              <a:t>?</a:t>
            </a:r>
          </a:p>
          <a:p>
            <a:pPr algn="ctr">
              <a:spcBef>
                <a:spcPts val="0"/>
              </a:spcBef>
              <a:spcAft>
                <a:spcPts val="1800"/>
              </a:spcAft>
            </a:pPr>
            <a:r>
              <a:rPr lang="en-US" sz="2400" dirty="0"/>
              <a:t>You need at least </a:t>
            </a:r>
            <a:r>
              <a:rPr lang="en-US" sz="2400" b="1" dirty="0"/>
              <a:t>one comparable case illustration and one distinguishing case illustration for each element.</a:t>
            </a:r>
            <a:endParaRPr lang="en-US" sz="2400" dirty="0"/>
          </a:p>
          <a:p>
            <a:pPr algn="ctr">
              <a:spcBef>
                <a:spcPts val="0"/>
              </a:spcBef>
              <a:spcAft>
                <a:spcPts val="1800"/>
              </a:spcAft>
            </a:pPr>
            <a:r>
              <a:rPr lang="en-US" sz="2400" b="1" dirty="0">
                <a:solidFill>
                  <a:srgbClr val="FF0000"/>
                </a:solidFill>
              </a:rPr>
              <a:t>The goal is to find a home for every key fact relating to your issue.  Chart our facts first – then make sure each major fact is addressed by at least one case.</a:t>
            </a:r>
            <a:endParaRPr lang="en-US" sz="2400" b="1" dirty="0"/>
          </a:p>
          <a:p>
            <a:pPr algn="ctr">
              <a:spcBef>
                <a:spcPts val="0"/>
              </a:spcBef>
              <a:spcAft>
                <a:spcPts val="1800"/>
              </a:spcAft>
            </a:pPr>
            <a:r>
              <a:rPr lang="en-US" sz="2400" dirty="0"/>
              <a:t>Use your best judgment but make sure to give a complete and thorough analysis.</a:t>
            </a:r>
            <a:endParaRPr lang="en-US" dirty="0"/>
          </a:p>
          <a:p>
            <a:pPr algn="ctr">
              <a:spcBef>
                <a:spcPts val="0"/>
              </a:spcBef>
              <a:spcAft>
                <a:spcPts val="1800"/>
              </a:spcAft>
            </a:pPr>
            <a:endParaRPr lang="en-US" sz="2400" dirty="0">
              <a:solidFill>
                <a:srgbClr val="FF0000"/>
              </a:solidFill>
            </a:endParaRPr>
          </a:p>
          <a:p>
            <a:pPr algn="ctr">
              <a:spcBef>
                <a:spcPts val="0"/>
              </a:spcBef>
              <a:spcAft>
                <a:spcPts val="1800"/>
              </a:spcAft>
            </a:pPr>
            <a:endParaRPr lang="en-US" dirty="0"/>
          </a:p>
          <a:p>
            <a:pPr algn="ctr">
              <a:spcBef>
                <a:spcPts val="0"/>
              </a:spcBef>
              <a:spcAft>
                <a:spcPts val="1800"/>
              </a:spcAft>
            </a:pPr>
            <a:endParaRPr lang="en-US" dirty="0"/>
          </a:p>
        </p:txBody>
      </p:sp>
    </p:spTree>
    <p:extLst>
      <p:ext uri="{BB962C8B-B14F-4D97-AF65-F5344CB8AC3E}">
        <p14:creationId xmlns:p14="http://schemas.microsoft.com/office/powerpoint/2010/main" val="2812006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75859-371F-E0D7-900A-C97FC67995E3}"/>
              </a:ext>
            </a:extLst>
          </p:cNvPr>
          <p:cNvSpPr>
            <a:spLocks noGrp="1"/>
          </p:cNvSpPr>
          <p:nvPr>
            <p:ph type="title"/>
          </p:nvPr>
        </p:nvSpPr>
        <p:spPr/>
        <p:txBody>
          <a:bodyPr/>
          <a:lstStyle/>
          <a:p>
            <a:r>
              <a:rPr lang="en-US" dirty="0"/>
              <a:t>Research Report</a:t>
            </a:r>
          </a:p>
        </p:txBody>
      </p:sp>
      <p:graphicFrame>
        <p:nvGraphicFramePr>
          <p:cNvPr id="4" name="Content Placeholder 3">
            <a:extLst>
              <a:ext uri="{FF2B5EF4-FFF2-40B4-BE49-F238E27FC236}">
                <a16:creationId xmlns:a16="http://schemas.microsoft.com/office/drawing/2014/main" id="{9B25F7EE-68F9-51AF-D743-F1570FC29859}"/>
              </a:ext>
            </a:extLst>
          </p:cNvPr>
          <p:cNvGraphicFramePr>
            <a:graphicFrameLocks noGrp="1"/>
          </p:cNvGraphicFramePr>
          <p:nvPr>
            <p:ph idx="1"/>
            <p:extLst>
              <p:ext uri="{D42A27DB-BD31-4B8C-83A1-F6EECF244321}">
                <p14:modId xmlns:p14="http://schemas.microsoft.com/office/powerpoint/2010/main" val="3212734927"/>
              </p:ext>
            </p:extLst>
          </p:nvPr>
        </p:nvGraphicFramePr>
        <p:xfrm>
          <a:off x="3909060" y="4164674"/>
          <a:ext cx="4373880" cy="1564640"/>
        </p:xfrm>
        <a:graphic>
          <a:graphicData uri="http://schemas.openxmlformats.org/drawingml/2006/table">
            <a:tbl>
              <a:tblPr>
                <a:tableStyleId>{5C22544A-7EE6-4342-B048-85BDC9FD1C3A}</a:tableStyleId>
              </a:tblPr>
              <a:tblGrid>
                <a:gridCol w="1509884">
                  <a:extLst>
                    <a:ext uri="{9D8B030D-6E8A-4147-A177-3AD203B41FA5}">
                      <a16:colId xmlns:a16="http://schemas.microsoft.com/office/drawing/2014/main" val="2277984383"/>
                    </a:ext>
                  </a:extLst>
                </a:gridCol>
                <a:gridCol w="1423816">
                  <a:extLst>
                    <a:ext uri="{9D8B030D-6E8A-4147-A177-3AD203B41FA5}">
                      <a16:colId xmlns:a16="http://schemas.microsoft.com/office/drawing/2014/main" val="1099551115"/>
                    </a:ext>
                  </a:extLst>
                </a:gridCol>
                <a:gridCol w="1440180">
                  <a:extLst>
                    <a:ext uri="{9D8B030D-6E8A-4147-A177-3AD203B41FA5}">
                      <a16:colId xmlns:a16="http://schemas.microsoft.com/office/drawing/2014/main" val="2269727709"/>
                    </a:ext>
                  </a:extLst>
                </a:gridCol>
              </a:tblGrid>
              <a:tr h="152400">
                <a:tc>
                  <a:txBody>
                    <a:bodyPr/>
                    <a:lstStyle/>
                    <a:p>
                      <a:pPr marL="0" marR="0" indent="0" algn="l" rtl="0" fontAlgn="base">
                        <a:spcAft>
                          <a:spcPts val="1000"/>
                        </a:spcAft>
                        <a:buNone/>
                      </a:pPr>
                      <a:r>
                        <a:rPr lang="en-US" sz="1200" dirty="0">
                          <a:effectLst/>
                        </a:rPr>
                        <a:t>CASE CITATION </a:t>
                      </a:r>
                      <a:endParaRPr lang="en-US" sz="900" b="0" i="0" dirty="0">
                        <a:solidFill>
                          <a:srgbClr val="000000"/>
                        </a:solidFill>
                        <a:effectLst/>
                        <a:latin typeface="Segoe UI" panose="020B0502040204020203" pitchFamily="34" charset="0"/>
                      </a:endParaRPr>
                    </a:p>
                  </a:txBody>
                  <a:tcPr/>
                </a:tc>
                <a:tc>
                  <a:txBody>
                    <a:bodyPr/>
                    <a:lstStyle/>
                    <a:p>
                      <a:pPr marL="0" marR="0" indent="0" algn="l" rtl="0" fontAlgn="base">
                        <a:spcAft>
                          <a:spcPts val="1000"/>
                        </a:spcAft>
                        <a:buNone/>
                      </a:pPr>
                      <a:r>
                        <a:rPr lang="en-US" sz="1200">
                          <a:effectLst/>
                        </a:rPr>
                        <a:t>RELEVANT FACTS  </a:t>
                      </a:r>
                      <a:endParaRPr lang="en-US" sz="900" b="0" i="0">
                        <a:solidFill>
                          <a:srgbClr val="000000"/>
                        </a:solidFill>
                        <a:effectLst/>
                        <a:latin typeface="Segoe UI" panose="020B0502040204020203" pitchFamily="34" charset="0"/>
                      </a:endParaRPr>
                    </a:p>
                  </a:txBody>
                  <a:tcPr/>
                </a:tc>
                <a:tc>
                  <a:txBody>
                    <a:bodyPr/>
                    <a:lstStyle/>
                    <a:p>
                      <a:pPr marL="0" marR="0" indent="0" algn="l" rtl="0" fontAlgn="base">
                        <a:spcAft>
                          <a:spcPts val="1000"/>
                        </a:spcAft>
                        <a:buNone/>
                      </a:pPr>
                      <a:r>
                        <a:rPr lang="en-US" sz="1200">
                          <a:effectLst/>
                        </a:rPr>
                        <a:t>HOW MIGHT YOU USE IT? </a:t>
                      </a:r>
                      <a:endParaRPr lang="en-US" sz="900" b="0" i="0">
                        <a:solidFill>
                          <a:srgbClr val="000000"/>
                        </a:solidFill>
                        <a:effectLst/>
                        <a:latin typeface="Segoe UI" panose="020B0502040204020203" pitchFamily="34" charset="0"/>
                      </a:endParaRPr>
                    </a:p>
                  </a:txBody>
                  <a:tcPr/>
                </a:tc>
                <a:extLst>
                  <a:ext uri="{0D108BD9-81ED-4DB2-BD59-A6C34878D82A}">
                    <a16:rowId xmlns:a16="http://schemas.microsoft.com/office/drawing/2014/main" val="3103806851"/>
                  </a:ext>
                </a:extLst>
              </a:tr>
              <a:tr h="152400">
                <a:tc>
                  <a:txBody>
                    <a:bodyPr/>
                    <a:lstStyle/>
                    <a:p>
                      <a:pPr marL="0" marR="0" indent="0" algn="l" rtl="0" fontAlgn="base">
                        <a:lnSpc>
                          <a:spcPct val="107778"/>
                        </a:lnSpc>
                        <a:spcAft>
                          <a:spcPts val="1000"/>
                        </a:spcAft>
                        <a:buNone/>
                      </a:pPr>
                      <a:r>
                        <a:rPr lang="en-US" sz="1200">
                          <a:effectLst/>
                        </a:rPr>
                        <a:t> </a:t>
                      </a:r>
                      <a:endParaRPr lang="en-US" sz="1200" b="1" i="0">
                        <a:solidFill>
                          <a:srgbClr val="000000"/>
                        </a:solidFill>
                        <a:effectLst/>
                        <a:latin typeface="Times New Roman" panose="02020603050405020304" pitchFamily="18" charset="0"/>
                      </a:endParaRPr>
                    </a:p>
                  </a:txBody>
                  <a:tcPr/>
                </a:tc>
                <a:tc>
                  <a:txBody>
                    <a:bodyPr/>
                    <a:lstStyle/>
                    <a:p>
                      <a:pPr marL="0" marR="0" indent="0" algn="l" rtl="0" fontAlgn="base">
                        <a:lnSpc>
                          <a:spcPct val="107778"/>
                        </a:lnSpc>
                        <a:spcAft>
                          <a:spcPts val="1000"/>
                        </a:spcAft>
                        <a:buNone/>
                      </a:pPr>
                      <a:r>
                        <a:rPr lang="en-US" sz="1200">
                          <a:effectLst/>
                        </a:rPr>
                        <a:t> </a:t>
                      </a:r>
                      <a:endParaRPr lang="en-US" sz="1200" b="1" i="0">
                        <a:solidFill>
                          <a:srgbClr val="000000"/>
                        </a:solidFill>
                        <a:effectLst/>
                        <a:latin typeface="Times New Roman" panose="02020603050405020304" pitchFamily="18" charset="0"/>
                      </a:endParaRPr>
                    </a:p>
                  </a:txBody>
                  <a:tcPr/>
                </a:tc>
                <a:tc>
                  <a:txBody>
                    <a:bodyPr/>
                    <a:lstStyle/>
                    <a:p>
                      <a:pPr marL="0" marR="0" indent="0" algn="l" rtl="0" fontAlgn="base">
                        <a:lnSpc>
                          <a:spcPct val="107778"/>
                        </a:lnSpc>
                        <a:spcAft>
                          <a:spcPts val="1000"/>
                        </a:spcAft>
                        <a:buNone/>
                      </a:pPr>
                      <a:r>
                        <a:rPr lang="en-US" sz="1200">
                          <a:effectLst/>
                        </a:rPr>
                        <a:t> </a:t>
                      </a:r>
                      <a:endParaRPr lang="en-US" sz="1200" b="1" i="0">
                        <a:solidFill>
                          <a:srgbClr val="000000"/>
                        </a:solidFill>
                        <a:effectLst/>
                        <a:latin typeface="Times New Roman" panose="02020603050405020304" pitchFamily="18" charset="0"/>
                      </a:endParaRPr>
                    </a:p>
                  </a:txBody>
                  <a:tcPr/>
                </a:tc>
                <a:extLst>
                  <a:ext uri="{0D108BD9-81ED-4DB2-BD59-A6C34878D82A}">
                    <a16:rowId xmlns:a16="http://schemas.microsoft.com/office/drawing/2014/main" val="1852425991"/>
                  </a:ext>
                </a:extLst>
              </a:tr>
              <a:tr h="152400">
                <a:tc>
                  <a:txBody>
                    <a:bodyPr/>
                    <a:lstStyle/>
                    <a:p>
                      <a:pPr marL="0" marR="0" indent="0" algn="l" rtl="0" fontAlgn="base">
                        <a:lnSpc>
                          <a:spcPct val="107778"/>
                        </a:lnSpc>
                        <a:spcAft>
                          <a:spcPts val="1000"/>
                        </a:spcAft>
                        <a:buNone/>
                      </a:pPr>
                      <a:r>
                        <a:rPr lang="en-US" sz="1200">
                          <a:effectLst/>
                        </a:rPr>
                        <a:t> </a:t>
                      </a:r>
                      <a:endParaRPr lang="en-US" sz="1200" b="1" i="0">
                        <a:solidFill>
                          <a:srgbClr val="000000"/>
                        </a:solidFill>
                        <a:effectLst/>
                        <a:latin typeface="Times New Roman" panose="02020603050405020304" pitchFamily="18" charset="0"/>
                      </a:endParaRPr>
                    </a:p>
                  </a:txBody>
                  <a:tcPr/>
                </a:tc>
                <a:tc>
                  <a:txBody>
                    <a:bodyPr/>
                    <a:lstStyle/>
                    <a:p>
                      <a:pPr marL="0" marR="0" indent="0" algn="l" rtl="0" fontAlgn="base">
                        <a:lnSpc>
                          <a:spcPct val="107778"/>
                        </a:lnSpc>
                        <a:spcAft>
                          <a:spcPts val="1000"/>
                        </a:spcAft>
                        <a:buNone/>
                      </a:pPr>
                      <a:r>
                        <a:rPr lang="en-US" sz="1200">
                          <a:effectLst/>
                        </a:rPr>
                        <a:t> </a:t>
                      </a:r>
                      <a:endParaRPr lang="en-US" sz="1200" b="1" i="0">
                        <a:solidFill>
                          <a:srgbClr val="000000"/>
                        </a:solidFill>
                        <a:effectLst/>
                        <a:latin typeface="Times New Roman" panose="02020603050405020304" pitchFamily="18" charset="0"/>
                      </a:endParaRPr>
                    </a:p>
                  </a:txBody>
                  <a:tcPr/>
                </a:tc>
                <a:tc>
                  <a:txBody>
                    <a:bodyPr/>
                    <a:lstStyle/>
                    <a:p>
                      <a:pPr marL="0" marR="0" indent="0" algn="l" rtl="0" fontAlgn="base">
                        <a:lnSpc>
                          <a:spcPct val="107778"/>
                        </a:lnSpc>
                        <a:spcAft>
                          <a:spcPts val="1000"/>
                        </a:spcAft>
                        <a:buNone/>
                      </a:pPr>
                      <a:r>
                        <a:rPr lang="en-US" sz="1200">
                          <a:effectLst/>
                        </a:rPr>
                        <a:t> </a:t>
                      </a:r>
                      <a:endParaRPr lang="en-US" sz="1200" b="1" i="0">
                        <a:solidFill>
                          <a:srgbClr val="000000"/>
                        </a:solidFill>
                        <a:effectLst/>
                        <a:latin typeface="Times New Roman" panose="02020603050405020304" pitchFamily="18" charset="0"/>
                      </a:endParaRPr>
                    </a:p>
                  </a:txBody>
                  <a:tcPr/>
                </a:tc>
                <a:extLst>
                  <a:ext uri="{0D108BD9-81ED-4DB2-BD59-A6C34878D82A}">
                    <a16:rowId xmlns:a16="http://schemas.microsoft.com/office/drawing/2014/main" val="1374272483"/>
                  </a:ext>
                </a:extLst>
              </a:tr>
              <a:tr h="152400">
                <a:tc>
                  <a:txBody>
                    <a:bodyPr/>
                    <a:lstStyle/>
                    <a:p>
                      <a:pPr marL="0" marR="0" indent="0" algn="l" rtl="0" fontAlgn="base">
                        <a:lnSpc>
                          <a:spcPct val="107778"/>
                        </a:lnSpc>
                        <a:spcAft>
                          <a:spcPts val="1000"/>
                        </a:spcAft>
                        <a:buNone/>
                      </a:pPr>
                      <a:r>
                        <a:rPr lang="en-US" sz="1200">
                          <a:effectLst/>
                        </a:rPr>
                        <a:t> </a:t>
                      </a:r>
                      <a:endParaRPr lang="en-US" sz="1200" b="1" i="0">
                        <a:solidFill>
                          <a:srgbClr val="000000"/>
                        </a:solidFill>
                        <a:effectLst/>
                        <a:latin typeface="Times New Roman" panose="02020603050405020304" pitchFamily="18" charset="0"/>
                      </a:endParaRPr>
                    </a:p>
                  </a:txBody>
                  <a:tcPr/>
                </a:tc>
                <a:tc>
                  <a:txBody>
                    <a:bodyPr/>
                    <a:lstStyle/>
                    <a:p>
                      <a:pPr marL="0" marR="0" indent="0" algn="l" rtl="0" fontAlgn="base">
                        <a:lnSpc>
                          <a:spcPct val="107778"/>
                        </a:lnSpc>
                        <a:spcAft>
                          <a:spcPts val="1000"/>
                        </a:spcAft>
                        <a:buNone/>
                      </a:pPr>
                      <a:r>
                        <a:rPr lang="en-US" sz="1200">
                          <a:effectLst/>
                        </a:rPr>
                        <a:t> </a:t>
                      </a:r>
                      <a:endParaRPr lang="en-US" sz="1200" b="1" i="0">
                        <a:solidFill>
                          <a:srgbClr val="000000"/>
                        </a:solidFill>
                        <a:effectLst/>
                        <a:latin typeface="Times New Roman" panose="02020603050405020304" pitchFamily="18" charset="0"/>
                      </a:endParaRPr>
                    </a:p>
                  </a:txBody>
                  <a:tcPr/>
                </a:tc>
                <a:tc>
                  <a:txBody>
                    <a:bodyPr/>
                    <a:lstStyle/>
                    <a:p>
                      <a:pPr marL="0" marR="0" indent="0" algn="l" rtl="0" fontAlgn="base">
                        <a:lnSpc>
                          <a:spcPct val="107778"/>
                        </a:lnSpc>
                        <a:spcAft>
                          <a:spcPts val="1000"/>
                        </a:spcAft>
                        <a:buNone/>
                      </a:pPr>
                      <a:r>
                        <a:rPr lang="en-US" sz="1200">
                          <a:effectLst/>
                        </a:rPr>
                        <a:t> </a:t>
                      </a:r>
                      <a:endParaRPr lang="en-US" sz="1200" b="1" i="0">
                        <a:solidFill>
                          <a:srgbClr val="000000"/>
                        </a:solidFill>
                        <a:effectLst/>
                        <a:latin typeface="Times New Roman" panose="02020603050405020304" pitchFamily="18" charset="0"/>
                      </a:endParaRPr>
                    </a:p>
                  </a:txBody>
                  <a:tcPr/>
                </a:tc>
                <a:extLst>
                  <a:ext uri="{0D108BD9-81ED-4DB2-BD59-A6C34878D82A}">
                    <a16:rowId xmlns:a16="http://schemas.microsoft.com/office/drawing/2014/main" val="3324981190"/>
                  </a:ext>
                </a:extLst>
              </a:tr>
              <a:tr h="152400">
                <a:tc>
                  <a:txBody>
                    <a:bodyPr/>
                    <a:lstStyle/>
                    <a:p>
                      <a:pPr marL="0" marR="0" indent="0" algn="l" rtl="0" fontAlgn="base">
                        <a:lnSpc>
                          <a:spcPct val="107778"/>
                        </a:lnSpc>
                        <a:spcAft>
                          <a:spcPts val="1000"/>
                        </a:spcAft>
                        <a:buNone/>
                      </a:pPr>
                      <a:r>
                        <a:rPr lang="en-US" sz="1200">
                          <a:effectLst/>
                        </a:rPr>
                        <a:t> </a:t>
                      </a:r>
                      <a:endParaRPr lang="en-US" sz="1200" b="1" i="0">
                        <a:solidFill>
                          <a:srgbClr val="000000"/>
                        </a:solidFill>
                        <a:effectLst/>
                        <a:latin typeface="Times New Roman" panose="02020603050405020304" pitchFamily="18" charset="0"/>
                      </a:endParaRPr>
                    </a:p>
                  </a:txBody>
                  <a:tcPr/>
                </a:tc>
                <a:tc>
                  <a:txBody>
                    <a:bodyPr/>
                    <a:lstStyle/>
                    <a:p>
                      <a:pPr marL="0" marR="0" indent="0" algn="l" rtl="0" fontAlgn="base">
                        <a:lnSpc>
                          <a:spcPct val="107778"/>
                        </a:lnSpc>
                        <a:spcAft>
                          <a:spcPts val="1000"/>
                        </a:spcAft>
                        <a:buNone/>
                      </a:pPr>
                      <a:r>
                        <a:rPr lang="en-US" sz="1200">
                          <a:effectLst/>
                        </a:rPr>
                        <a:t> </a:t>
                      </a:r>
                      <a:endParaRPr lang="en-US" sz="1200" b="1" i="0">
                        <a:solidFill>
                          <a:srgbClr val="000000"/>
                        </a:solidFill>
                        <a:effectLst/>
                        <a:latin typeface="Times New Roman" panose="02020603050405020304" pitchFamily="18" charset="0"/>
                      </a:endParaRPr>
                    </a:p>
                  </a:txBody>
                  <a:tcPr/>
                </a:tc>
                <a:tc>
                  <a:txBody>
                    <a:bodyPr/>
                    <a:lstStyle/>
                    <a:p>
                      <a:pPr marL="0" marR="0" indent="0" algn="l" rtl="0" fontAlgn="base">
                        <a:lnSpc>
                          <a:spcPct val="107778"/>
                        </a:lnSpc>
                        <a:spcAft>
                          <a:spcPts val="1000"/>
                        </a:spcAft>
                        <a:buNone/>
                      </a:pPr>
                      <a:r>
                        <a:rPr lang="en-US" sz="1200" dirty="0">
                          <a:effectLst/>
                        </a:rPr>
                        <a:t> </a:t>
                      </a:r>
                      <a:endParaRPr lang="en-US" sz="1200" b="1" i="0" dirty="0">
                        <a:solidFill>
                          <a:srgbClr val="000000"/>
                        </a:solidFill>
                        <a:effectLst/>
                        <a:latin typeface="Times New Roman" panose="02020603050405020304" pitchFamily="18" charset="0"/>
                      </a:endParaRPr>
                    </a:p>
                  </a:txBody>
                  <a:tcPr/>
                </a:tc>
                <a:extLst>
                  <a:ext uri="{0D108BD9-81ED-4DB2-BD59-A6C34878D82A}">
                    <a16:rowId xmlns:a16="http://schemas.microsoft.com/office/drawing/2014/main" val="1068866258"/>
                  </a:ext>
                </a:extLst>
              </a:tr>
            </a:tbl>
          </a:graphicData>
        </a:graphic>
      </p:graphicFrame>
      <p:sp>
        <p:nvSpPr>
          <p:cNvPr id="5" name="TextBox 4">
            <a:extLst>
              <a:ext uri="{FF2B5EF4-FFF2-40B4-BE49-F238E27FC236}">
                <a16:creationId xmlns:a16="http://schemas.microsoft.com/office/drawing/2014/main" id="{A9982176-4F7B-256B-1705-5B38390F31DC}"/>
              </a:ext>
            </a:extLst>
          </p:cNvPr>
          <p:cNvSpPr txBox="1"/>
          <p:nvPr/>
        </p:nvSpPr>
        <p:spPr>
          <a:xfrm>
            <a:off x="1251679" y="2488367"/>
            <a:ext cx="9698636" cy="1477328"/>
          </a:xfrm>
          <a:prstGeom prst="rect">
            <a:avLst/>
          </a:prstGeom>
          <a:noFill/>
        </p:spPr>
        <p:txBody>
          <a:bodyPr wrap="square" rtlCol="0">
            <a:spAutoFit/>
          </a:bodyPr>
          <a:lstStyle/>
          <a:p>
            <a:pPr marL="285750" indent="-285750">
              <a:buFont typeface="Arial" panose="020B0604020202020204" pitchFamily="34" charset="0"/>
              <a:buChar char="•"/>
            </a:pPr>
            <a:r>
              <a:rPr lang="en-US" b="1" dirty="0"/>
              <a:t>What law governs here, and what type of cases are binding?</a:t>
            </a:r>
          </a:p>
          <a:p>
            <a:pPr marL="285750" indent="-285750">
              <a:buFont typeface="Arial" panose="020B0604020202020204" pitchFamily="34" charset="0"/>
              <a:buChar char="•"/>
            </a:pPr>
            <a:r>
              <a:rPr lang="en-US" b="1" dirty="0"/>
              <a:t>What is a good authority you’ve found for your highest-level governing rule/legal principle? Give a full, proper Bluebook Cite. </a:t>
            </a:r>
            <a:r>
              <a:rPr lang="en-US" dirty="0"/>
              <a:t> </a:t>
            </a:r>
            <a:endParaRPr lang="en-US" b="1" dirty="0"/>
          </a:p>
          <a:p>
            <a:pPr marL="285750" indent="-285750">
              <a:buFont typeface="Arial" panose="020B0604020202020204" pitchFamily="34" charset="0"/>
              <a:buChar char="•"/>
            </a:pPr>
            <a:r>
              <a:rPr lang="en-US" b="1" dirty="0"/>
              <a:t>For each element, give at least 3 cases and what facts from them line up with your facts. </a:t>
            </a:r>
          </a:p>
          <a:p>
            <a:r>
              <a:rPr lang="en-US" b="1" dirty="0"/>
              <a:t>     Is this a case you are considering using as a full illustration, short illustration or parenthetical?</a:t>
            </a:r>
            <a:r>
              <a:rPr lang="en-US" dirty="0"/>
              <a:t> </a:t>
            </a:r>
          </a:p>
        </p:txBody>
      </p:sp>
    </p:spTree>
    <p:extLst>
      <p:ext uri="{BB962C8B-B14F-4D97-AF65-F5344CB8AC3E}">
        <p14:creationId xmlns:p14="http://schemas.microsoft.com/office/powerpoint/2010/main" val="215301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33D88-B36F-BBB7-5B16-072D60620D6A}"/>
              </a:ext>
            </a:extLst>
          </p:cNvPr>
          <p:cNvSpPr>
            <a:spLocks noGrp="1"/>
          </p:cNvSpPr>
          <p:nvPr>
            <p:ph type="title"/>
          </p:nvPr>
        </p:nvSpPr>
        <p:spPr/>
        <p:txBody>
          <a:bodyPr/>
          <a:lstStyle/>
          <a:p>
            <a:r>
              <a:rPr lang="en-US" dirty="0"/>
              <a:t>Homework</a:t>
            </a:r>
          </a:p>
        </p:txBody>
      </p:sp>
      <p:sp>
        <p:nvSpPr>
          <p:cNvPr id="3" name="Content Placeholder 2">
            <a:extLst>
              <a:ext uri="{FF2B5EF4-FFF2-40B4-BE49-F238E27FC236}">
                <a16:creationId xmlns:a16="http://schemas.microsoft.com/office/drawing/2014/main" id="{8CE24D17-C3CB-F86A-5995-DBF9F281D50E}"/>
              </a:ext>
            </a:extLst>
          </p:cNvPr>
          <p:cNvSpPr>
            <a:spLocks noGrp="1"/>
          </p:cNvSpPr>
          <p:nvPr>
            <p:ph idx="1"/>
          </p:nvPr>
        </p:nvSpPr>
        <p:spPr/>
        <p:txBody>
          <a:bodyPr/>
          <a:lstStyle/>
          <a:p>
            <a:pPr marL="285750" indent="-285750" algn="l" fontAlgn="base">
              <a:buFont typeface="Arial" panose="020B0604020202020204" pitchFamily="34" charset="0"/>
              <a:buChar char="•"/>
            </a:pPr>
            <a:r>
              <a:rPr lang="en-US" sz="1800" b="0" i="0" dirty="0">
                <a:solidFill>
                  <a:srgbClr val="000000"/>
                </a:solidFill>
                <a:effectLst/>
              </a:rPr>
              <a:t>ICW 12, ICW 13</a:t>
            </a:r>
            <a:r>
              <a:rPr lang="en-US" sz="1800" dirty="0">
                <a:solidFill>
                  <a:srgbClr val="000000"/>
                </a:solidFill>
              </a:rPr>
              <a:t>, and ICW 15 due at 5 p.m. Sunday, 10/25. See special instructions posted in the Week 9 Module. </a:t>
            </a:r>
          </a:p>
          <a:p>
            <a:pPr marL="285750" indent="-285750" algn="l" fontAlgn="base">
              <a:buFont typeface="Arial" panose="020B0604020202020204" pitchFamily="34" charset="0"/>
              <a:buChar char="•"/>
            </a:pPr>
            <a:r>
              <a:rPr lang="en-US" sz="1800" b="0" i="0" dirty="0">
                <a:solidFill>
                  <a:srgbClr val="000000"/>
                </a:solidFill>
                <a:effectLst/>
              </a:rPr>
              <a:t>Research Report is due in Canvas, Monday</a:t>
            </a:r>
            <a:r>
              <a:rPr lang="en-US" sz="1800" dirty="0">
                <a:solidFill>
                  <a:srgbClr val="000000"/>
                </a:solidFill>
              </a:rPr>
              <a:t> on 10/26 at 5 PM. Research report conferences will be scheduled throughout the week of 10/26. </a:t>
            </a:r>
            <a:endParaRPr lang="en-US" sz="1800" b="0" i="0" dirty="0">
              <a:solidFill>
                <a:srgbClr val="000000"/>
              </a:solidFill>
              <a:effectLst/>
            </a:endParaRPr>
          </a:p>
        </p:txBody>
      </p:sp>
    </p:spTree>
    <p:extLst>
      <p:ext uri="{BB962C8B-B14F-4D97-AF65-F5344CB8AC3E}">
        <p14:creationId xmlns:p14="http://schemas.microsoft.com/office/powerpoint/2010/main" val="16577737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BDF9C-0665-37C5-FAE4-9D318C8CF384}"/>
              </a:ext>
            </a:extLst>
          </p:cNvPr>
          <p:cNvSpPr>
            <a:spLocks noGrp="1"/>
          </p:cNvSpPr>
          <p:nvPr>
            <p:ph type="title"/>
          </p:nvPr>
        </p:nvSpPr>
        <p:spPr/>
        <p:txBody>
          <a:bodyPr/>
          <a:lstStyle/>
          <a:p>
            <a:r>
              <a:rPr lang="en-US" dirty="0"/>
              <a:t>Extended Office Hours This Week</a:t>
            </a:r>
          </a:p>
        </p:txBody>
      </p:sp>
      <p:sp>
        <p:nvSpPr>
          <p:cNvPr id="3" name="Content Placeholder 2">
            <a:extLst>
              <a:ext uri="{FF2B5EF4-FFF2-40B4-BE49-F238E27FC236}">
                <a16:creationId xmlns:a16="http://schemas.microsoft.com/office/drawing/2014/main" id="{4DF555EC-2ADD-6E0E-6969-D1C1E9933D04}"/>
              </a:ext>
            </a:extLst>
          </p:cNvPr>
          <p:cNvSpPr>
            <a:spLocks noGrp="1"/>
          </p:cNvSpPr>
          <p:nvPr>
            <p:ph idx="1"/>
          </p:nvPr>
        </p:nvSpPr>
        <p:spPr/>
        <p:txBody>
          <a:bodyPr/>
          <a:lstStyle/>
          <a:p>
            <a:r>
              <a:rPr lang="en-US" dirty="0"/>
              <a:t>Today: 4-5 in person (342L)</a:t>
            </a:r>
          </a:p>
          <a:p>
            <a:r>
              <a:rPr lang="en-US" dirty="0"/>
              <a:t>Thursday: 4-5 in person (342L)</a:t>
            </a:r>
          </a:p>
          <a:p>
            <a:r>
              <a:rPr lang="en-US" dirty="0"/>
              <a:t>Friday:2-4 in person (342L) or on Zoom</a:t>
            </a:r>
          </a:p>
          <a:p>
            <a:endParaRPr lang="en-US" dirty="0"/>
          </a:p>
          <a:p>
            <a:endParaRPr lang="en-US" dirty="0"/>
          </a:p>
          <a:p>
            <a:endParaRPr lang="en-US" dirty="0"/>
          </a:p>
        </p:txBody>
      </p:sp>
    </p:spTree>
    <p:extLst>
      <p:ext uri="{BB962C8B-B14F-4D97-AF65-F5344CB8AC3E}">
        <p14:creationId xmlns:p14="http://schemas.microsoft.com/office/powerpoint/2010/main" val="189246335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ELIMITERS" val="3.1"/>
</p:tagLst>
</file>

<file path=ppt/tags/tag2.xml><?xml version="1.0" encoding="utf-8"?>
<p:tagLst xmlns:a="http://schemas.openxmlformats.org/drawingml/2006/main" xmlns:r="http://schemas.openxmlformats.org/officeDocument/2006/relationships" xmlns:p="http://schemas.openxmlformats.org/presentationml/2006/main">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heme/theme1.xml><?xml version="1.0" encoding="utf-8"?>
<a:theme xmlns:a="http://schemas.openxmlformats.org/drawingml/2006/main" name="AdornVTI">
  <a:themeElements>
    <a:clrScheme name="AnalogousFromDarkSeedLeftStep">
      <a:dk1>
        <a:srgbClr val="000000"/>
      </a:dk1>
      <a:lt1>
        <a:srgbClr val="FFFFFF"/>
      </a:lt1>
      <a:dk2>
        <a:srgbClr val="1B282F"/>
      </a:dk2>
      <a:lt2>
        <a:srgbClr val="F1F3F0"/>
      </a:lt2>
      <a:accent1>
        <a:srgbClr val="984DC3"/>
      </a:accent1>
      <a:accent2>
        <a:srgbClr val="5A41B4"/>
      </a:accent2>
      <a:accent3>
        <a:srgbClr val="4D64C3"/>
      </a:accent3>
      <a:accent4>
        <a:srgbClr val="3B84B1"/>
      </a:accent4>
      <a:accent5>
        <a:srgbClr val="4BBEBB"/>
      </a:accent5>
      <a:accent6>
        <a:srgbClr val="3BB17C"/>
      </a:accent6>
      <a:hlink>
        <a:srgbClr val="3797A7"/>
      </a:hlink>
      <a:folHlink>
        <a:srgbClr val="7F7F7F"/>
      </a:folHlink>
    </a:clrScheme>
    <a:fontScheme name="Bembo">
      <a:majorFont>
        <a:latin typeface="Bembo"/>
        <a:ea typeface=""/>
        <a:cs typeface=""/>
      </a:majorFont>
      <a:minorFont>
        <a:latin typeface="Bemb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dornVTI" id="{497E3FA9-5A27-4D12-9D04-917BEF3D1303}" vid="{34192A01-61CA-4566-9818-841C607496F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777</Words>
  <Application>Microsoft Office PowerPoint</Application>
  <PresentationFormat>Widescreen</PresentationFormat>
  <Paragraphs>111</Paragraphs>
  <Slides>20</Slides>
  <Notes>6</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20</vt:i4>
      </vt:variant>
    </vt:vector>
  </HeadingPairs>
  <TitlesOfParts>
    <vt:vector size="30" baseType="lpstr">
      <vt:lpstr>Aptos</vt:lpstr>
      <vt:lpstr>Aptos Display</vt:lpstr>
      <vt:lpstr>Arial</vt:lpstr>
      <vt:lpstr>Bembo</vt:lpstr>
      <vt:lpstr>Calibri</vt:lpstr>
      <vt:lpstr>Segoe UI</vt:lpstr>
      <vt:lpstr>Times New Roman</vt:lpstr>
      <vt:lpstr>Wingdings</vt:lpstr>
      <vt:lpstr>AdornVTI</vt:lpstr>
      <vt:lpstr>Office Theme</vt:lpstr>
      <vt:lpstr>The Open Memo</vt:lpstr>
      <vt:lpstr>Planning your time</vt:lpstr>
      <vt:lpstr>GOALS FOR THIS WEEK- THE RULES</vt:lpstr>
      <vt:lpstr>Problem Analysis</vt:lpstr>
      <vt:lpstr>Step 1: Browse</vt:lpstr>
      <vt:lpstr>Find Binding Primary Legal Authorities to Formulate Both the General and Specific Rules for Your Issue</vt:lpstr>
      <vt:lpstr>Outlining Tool</vt:lpstr>
      <vt:lpstr>If you can’t find anything</vt:lpstr>
      <vt:lpstr>What to do if you find too much</vt:lpstr>
      <vt:lpstr>Knowing when to stop</vt:lpstr>
      <vt:lpstr>Knowing When to Stop</vt:lpstr>
      <vt:lpstr>Step 2:  organize</vt:lpstr>
      <vt:lpstr>Chart the Cases with Specificity- Malice Element</vt:lpstr>
      <vt:lpstr>What Cases Should I Use?</vt:lpstr>
      <vt:lpstr>PowerPoint Presentation</vt:lpstr>
      <vt:lpstr>PowerPoint Presentation</vt:lpstr>
      <vt:lpstr>PowerPoint Presentation</vt:lpstr>
      <vt:lpstr>Research Report</vt:lpstr>
      <vt:lpstr>Homework</vt:lpstr>
      <vt:lpstr>Extended Office Hours This Week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2026-10-20T22:42:03Z</dcterms:created>
  <dcterms:modified xsi:type="dcterms:W3CDTF">2026-10-20T22:42:09Z</dcterms:modified>
</cp:coreProperties>
</file>