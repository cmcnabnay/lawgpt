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64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uskett, Harve A" userId="213d60ac-aef1-4d38-a1a1-cc3530dfbff5" providerId="ADAL" clId="{46A6D219-DC58-45E8-8D58-021ACE409CDA}"/>
    <pc:docChg chg="delSld delMainMaster">
      <pc:chgData name="Truskett, Harve A" userId="213d60ac-aef1-4d38-a1a1-cc3530dfbff5" providerId="ADAL" clId="{46A6D219-DC58-45E8-8D58-021ACE409CDA}" dt="2026-08-27T14:40:30.533" v="0" actId="47"/>
      <pc:docMkLst>
        <pc:docMk/>
      </pc:docMkLst>
      <pc:sldChg chg="del">
        <pc:chgData name="Truskett, Harve A" userId="213d60ac-aef1-4d38-a1a1-cc3530dfbff5" providerId="ADAL" clId="{46A6D219-DC58-45E8-8D58-021ACE409CDA}" dt="2026-08-27T14:40:30.533" v="0" actId="47"/>
        <pc:sldMkLst>
          <pc:docMk/>
          <pc:sldMk cId="1158840323" sldId="256"/>
        </pc:sldMkLst>
      </pc:sldChg>
      <pc:sldMasterChg chg="del delSldLayout">
        <pc:chgData name="Truskett, Harve A" userId="213d60ac-aef1-4d38-a1a1-cc3530dfbff5" providerId="ADAL" clId="{46A6D219-DC58-45E8-8D58-021ACE409CDA}" dt="2026-08-27T14:40:30.533" v="0" actId="47"/>
        <pc:sldMasterMkLst>
          <pc:docMk/>
          <pc:sldMasterMk cId="4151707854" sldId="2147483648"/>
        </pc:sldMasterMkLst>
        <pc:sldLayoutChg chg="del">
          <pc:chgData name="Truskett, Harve A" userId="213d60ac-aef1-4d38-a1a1-cc3530dfbff5" providerId="ADAL" clId="{46A6D219-DC58-45E8-8D58-021ACE409CDA}" dt="2026-08-27T14:40:30.533" v="0" actId="47"/>
          <pc:sldLayoutMkLst>
            <pc:docMk/>
            <pc:sldMasterMk cId="4151707854" sldId="2147483648"/>
            <pc:sldLayoutMk cId="711742504" sldId="2147483649"/>
          </pc:sldLayoutMkLst>
        </pc:sldLayoutChg>
        <pc:sldLayoutChg chg="del">
          <pc:chgData name="Truskett, Harve A" userId="213d60ac-aef1-4d38-a1a1-cc3530dfbff5" providerId="ADAL" clId="{46A6D219-DC58-45E8-8D58-021ACE409CDA}" dt="2026-08-27T14:40:30.533" v="0" actId="47"/>
          <pc:sldLayoutMkLst>
            <pc:docMk/>
            <pc:sldMasterMk cId="4151707854" sldId="2147483648"/>
            <pc:sldLayoutMk cId="3419830489" sldId="2147483650"/>
          </pc:sldLayoutMkLst>
        </pc:sldLayoutChg>
        <pc:sldLayoutChg chg="del">
          <pc:chgData name="Truskett, Harve A" userId="213d60ac-aef1-4d38-a1a1-cc3530dfbff5" providerId="ADAL" clId="{46A6D219-DC58-45E8-8D58-021ACE409CDA}" dt="2026-08-27T14:40:30.533" v="0" actId="47"/>
          <pc:sldLayoutMkLst>
            <pc:docMk/>
            <pc:sldMasterMk cId="4151707854" sldId="2147483648"/>
            <pc:sldLayoutMk cId="1477675057" sldId="2147483651"/>
          </pc:sldLayoutMkLst>
        </pc:sldLayoutChg>
        <pc:sldLayoutChg chg="del">
          <pc:chgData name="Truskett, Harve A" userId="213d60ac-aef1-4d38-a1a1-cc3530dfbff5" providerId="ADAL" clId="{46A6D219-DC58-45E8-8D58-021ACE409CDA}" dt="2026-08-27T14:40:30.533" v="0" actId="47"/>
          <pc:sldLayoutMkLst>
            <pc:docMk/>
            <pc:sldMasterMk cId="4151707854" sldId="2147483648"/>
            <pc:sldLayoutMk cId="850317756" sldId="2147483652"/>
          </pc:sldLayoutMkLst>
        </pc:sldLayoutChg>
        <pc:sldLayoutChg chg="del">
          <pc:chgData name="Truskett, Harve A" userId="213d60ac-aef1-4d38-a1a1-cc3530dfbff5" providerId="ADAL" clId="{46A6D219-DC58-45E8-8D58-021ACE409CDA}" dt="2026-08-27T14:40:30.533" v="0" actId="47"/>
          <pc:sldLayoutMkLst>
            <pc:docMk/>
            <pc:sldMasterMk cId="4151707854" sldId="2147483648"/>
            <pc:sldLayoutMk cId="3018810409" sldId="2147483653"/>
          </pc:sldLayoutMkLst>
        </pc:sldLayoutChg>
        <pc:sldLayoutChg chg="del">
          <pc:chgData name="Truskett, Harve A" userId="213d60ac-aef1-4d38-a1a1-cc3530dfbff5" providerId="ADAL" clId="{46A6D219-DC58-45E8-8D58-021ACE409CDA}" dt="2026-08-27T14:40:30.533" v="0" actId="47"/>
          <pc:sldLayoutMkLst>
            <pc:docMk/>
            <pc:sldMasterMk cId="4151707854" sldId="2147483648"/>
            <pc:sldLayoutMk cId="4036741429" sldId="2147483654"/>
          </pc:sldLayoutMkLst>
        </pc:sldLayoutChg>
        <pc:sldLayoutChg chg="del">
          <pc:chgData name="Truskett, Harve A" userId="213d60ac-aef1-4d38-a1a1-cc3530dfbff5" providerId="ADAL" clId="{46A6D219-DC58-45E8-8D58-021ACE409CDA}" dt="2026-08-27T14:40:30.533" v="0" actId="47"/>
          <pc:sldLayoutMkLst>
            <pc:docMk/>
            <pc:sldMasterMk cId="4151707854" sldId="2147483648"/>
            <pc:sldLayoutMk cId="2518644658" sldId="2147483655"/>
          </pc:sldLayoutMkLst>
        </pc:sldLayoutChg>
        <pc:sldLayoutChg chg="del">
          <pc:chgData name="Truskett, Harve A" userId="213d60ac-aef1-4d38-a1a1-cc3530dfbff5" providerId="ADAL" clId="{46A6D219-DC58-45E8-8D58-021ACE409CDA}" dt="2026-08-27T14:40:30.533" v="0" actId="47"/>
          <pc:sldLayoutMkLst>
            <pc:docMk/>
            <pc:sldMasterMk cId="4151707854" sldId="2147483648"/>
            <pc:sldLayoutMk cId="2065770745" sldId="2147483656"/>
          </pc:sldLayoutMkLst>
        </pc:sldLayoutChg>
        <pc:sldLayoutChg chg="del">
          <pc:chgData name="Truskett, Harve A" userId="213d60ac-aef1-4d38-a1a1-cc3530dfbff5" providerId="ADAL" clId="{46A6D219-DC58-45E8-8D58-021ACE409CDA}" dt="2026-08-27T14:40:30.533" v="0" actId="47"/>
          <pc:sldLayoutMkLst>
            <pc:docMk/>
            <pc:sldMasterMk cId="4151707854" sldId="2147483648"/>
            <pc:sldLayoutMk cId="4128092571" sldId="2147483657"/>
          </pc:sldLayoutMkLst>
        </pc:sldLayoutChg>
        <pc:sldLayoutChg chg="del">
          <pc:chgData name="Truskett, Harve A" userId="213d60ac-aef1-4d38-a1a1-cc3530dfbff5" providerId="ADAL" clId="{46A6D219-DC58-45E8-8D58-021ACE409CDA}" dt="2026-08-27T14:40:30.533" v="0" actId="47"/>
          <pc:sldLayoutMkLst>
            <pc:docMk/>
            <pc:sldMasterMk cId="4151707854" sldId="2147483648"/>
            <pc:sldLayoutMk cId="2257785817" sldId="2147483658"/>
          </pc:sldLayoutMkLst>
        </pc:sldLayoutChg>
        <pc:sldLayoutChg chg="del">
          <pc:chgData name="Truskett, Harve A" userId="213d60ac-aef1-4d38-a1a1-cc3530dfbff5" providerId="ADAL" clId="{46A6D219-DC58-45E8-8D58-021ACE409CDA}" dt="2026-08-27T14:40:30.533" v="0" actId="47"/>
          <pc:sldLayoutMkLst>
            <pc:docMk/>
            <pc:sldMasterMk cId="4151707854" sldId="2147483648"/>
            <pc:sldLayoutMk cId="619754646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E406C4-4454-411B-839D-44E3D1B3AFA9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CD802-F69B-4BF4-AD9A-58E22A78B7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320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FE57EA-13D6-424E-9A71-65FFABB373D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8201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C1182-77A3-268C-42EA-5815421AA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8F0EBE-68DE-746F-2237-1C76B0530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8617B-FB64-B5F2-430E-29E8FCF0D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4AE3E-CE37-C27F-87BD-7F90E36DF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FD360-68D8-EC68-0D7F-49F6378AB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2900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91E22-973C-D607-BD26-5418702C9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D91A9-D7B6-D088-1C5E-FC5D9612F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0D66D-0E64-F54F-ED7D-67C0706A0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737AB-A046-863F-9C5E-6EA6BB5E6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07400-CAB6-8EC1-BDAA-B11287F75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21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CF844-A49E-67BD-E96A-8F69EE83F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A6D6E-352A-C5A3-03CF-103C303B2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0184C-A932-31D1-3B01-10D46301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A4E22-B53F-B837-2D3F-66EC5D201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9C4FF-51EE-4EA2-641A-B22162B12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599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4FC51-45DB-CC87-6BA9-7B86AC6A3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A73F2-813A-2078-3F67-84EB5EE55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019B9-25DF-E302-F19B-B2AB0F11D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7FB4C-CEBB-3FAB-3942-2972E2178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F83C9-E2F2-4C48-FD96-8D27FC905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C6352-BD8B-F219-ABCB-E966A5A8C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112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84103-81E5-D747-20C1-C4D80DD1A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80446-E030-035B-5810-8368E5B9B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429F2-0FE2-DFF0-6BDD-21ECD974C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37F83-326C-746C-F7C5-D276126FC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14C460-9262-5D30-C14B-61236FB494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F6F178-E1D2-7364-F956-D205FA447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F0509D-99C4-43AD-C33A-B6C06731E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44894B-FE0D-4DEE-8720-DA93507E4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4291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C3D88-3A7C-2575-4387-4E251068D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0FAF2F-25D8-8BF5-EDFD-8947397C9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DEBCF-05D0-75B8-29A2-73AAF022C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07E5F-64E4-3386-BF55-668991BAD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8284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C84EDE-3E0D-3051-40CE-80DD75308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D00D91-C51E-163B-EAEA-3DF5500CB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25458-28F1-7E8E-CB12-47D623505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621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5628B-9930-561A-F409-5E8A7FD24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19842-161C-614C-7027-3B7606B2D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718FF-E65C-3F25-1AC4-660B0752E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8C0A1-B371-0AD2-0D8A-517883C75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82FB7-7304-A219-87CD-4CD6B4E2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F7068-AC25-037A-124E-C015A4B2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74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3206B-BCE6-CEF9-9058-DEBAE2FFC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2A602C-231F-4C64-90AB-6643E96A1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6EC96-0CE9-9E30-72D5-494525227F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43C0-A858-2501-65E0-7173F970D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DB91C-F9A4-9FBA-B7B4-0EA3CB4D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C84FB-8565-BF05-BE81-34BD783CC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643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61E71-8A4E-06A2-D12B-4E9B67EE7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AF6F12-0192-4219-67FB-1C9EC6AC4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57C71-043E-1EF9-445A-CE742DBEC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5A13B-8499-0266-0293-821B4ACCD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5F7CE-657A-6373-93CC-A05B65C60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43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3E3FE1-AA9A-14D7-46B2-7F7CC882D9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3C8B0-10B6-F742-558E-22FD6F130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D5EFA-9731-5D3A-1F50-955CE0272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EBADC-6E34-1032-F62D-87ADD2596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AFE74-7181-EECE-8BAD-45E0C4EB9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155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976314" y="187523"/>
            <a:ext cx="10239375" cy="1714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58AAB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89" name="Shape 89"/>
          <p:cNvSpPr>
            <a:spLocks noGrp="1"/>
          </p:cNvSpPr>
          <p:nvPr>
            <p:ph type="body" idx="1"/>
          </p:nvPr>
        </p:nvSpPr>
        <p:spPr>
          <a:xfrm>
            <a:off x="976314" y="1946673"/>
            <a:ext cx="10239375" cy="4018359"/>
          </a:xfrm>
          <a:prstGeom prst="rect">
            <a:avLst/>
          </a:prstGeom>
        </p:spPr>
        <p:txBody>
          <a:bodyPr anchor="t"/>
          <a:lstStyle>
            <a:lvl1pPr marL="312528" indent="-312528">
              <a:buBlip>
                <a:blip r:embed="rId2"/>
              </a:buBlip>
            </a:lvl1pPr>
            <a:lvl2pPr marL="625056" indent="-312528">
              <a:buBlip>
                <a:blip r:embed="rId2"/>
              </a:buBlip>
            </a:lvl2pPr>
            <a:lvl3pPr marL="937584" indent="-312528">
              <a:buBlip>
                <a:blip r:embed="rId2"/>
              </a:buBlip>
            </a:lvl3pPr>
            <a:lvl4pPr marL="1250112" indent="-312528">
              <a:buBlip>
                <a:blip r:embed="rId2"/>
              </a:buBlip>
            </a:lvl4pPr>
            <a:lvl5pPr marL="1562640" indent="-312528">
              <a:buBlip>
                <a:blip r:embed="rId2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Shape 9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7969391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F2BCE3-716E-514A-4031-D15475347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C478D-856C-0626-059F-EE46B6152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AA332-9780-499C-3726-3C25B131FF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D60B40-9DA5-46DF-83C8-816115071631}" type="datetimeFigureOut">
              <a:rPr lang="en-US" smtClean="0"/>
              <a:pPr/>
              <a:t>8/27/2026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DDB09-54DC-9D85-3D73-DCA3E3B10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6FCB4-FE9F-0184-9950-2EA9160D3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511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5E024-8F23-A12D-E6F6-608108ECE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672CB-BD65-11BF-1CF3-88E11A873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B1  - Law Firms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C165C9-DD3D-0854-241B-244BC08882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152650" y="1825626"/>
          <a:ext cx="7886700" cy="27829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688717486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796848543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4121546008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747497720"/>
                    </a:ext>
                  </a:extLst>
                </a:gridCol>
              </a:tblGrid>
              <a:tr h="155575">
                <a:tc>
                  <a:txBody>
                    <a:bodyPr/>
                    <a:lstStyle/>
                    <a:p>
                      <a:r>
                        <a:rPr lang="en-US" sz="135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Yoncé Law Group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35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Astro &amp; Toro LLP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Love, Price, Whitehurst, and Tran LLP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Firm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780107"/>
                  </a:ext>
                </a:extLst>
              </a:tr>
              <a:tr h="488649">
                <a:tc>
                  <a:txBody>
                    <a:bodyPr/>
                    <a:lstStyle/>
                    <a:p>
                      <a:r>
                        <a:rPr lang="de-DE" dirty="0"/>
                        <a:t>Sadie Bostwick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Parker Champagne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Jared Whitehurst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Trey  Gaw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569699"/>
                  </a:ext>
                </a:extLst>
              </a:tr>
              <a:tr h="488649">
                <a:tc>
                  <a:txBody>
                    <a:bodyPr/>
                    <a:lstStyle/>
                    <a:p>
                      <a:r>
                        <a:rPr lang="en-US" dirty="0"/>
                        <a:t>Audrey Griffith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Madeline  </a:t>
                      </a:r>
                      <a:r>
                        <a:rPr lang="en-US" sz="1400" dirty="0" err="1"/>
                        <a:t>Kampesi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Matthew Love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Promise Maduka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641078"/>
                  </a:ext>
                </a:extLst>
              </a:tr>
              <a:tr h="586465">
                <a:tc>
                  <a:txBody>
                    <a:bodyPr/>
                    <a:lstStyle/>
                    <a:p>
                      <a:r>
                        <a:rPr lang="en-US" sz="1400" dirty="0"/>
                        <a:t>Conor </a:t>
                      </a:r>
                      <a:r>
                        <a:rPr lang="en-US" sz="1400" dirty="0" err="1"/>
                        <a:t>McNabnay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Emily Moon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Rhett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Joyclin</a:t>
                      </a:r>
                      <a:r>
                        <a:rPr lang="en-US" sz="1400" dirty="0"/>
                        <a:t> Ranjith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239831"/>
                  </a:ext>
                </a:extLst>
              </a:tr>
              <a:tr h="488649">
                <a:tc>
                  <a:txBody>
                    <a:bodyPr/>
                    <a:lstStyle/>
                    <a:p>
                      <a:r>
                        <a:rPr lang="en-US" sz="1400" dirty="0"/>
                        <a:t>Lilly  Sills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Le An Tran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684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647736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6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FF0000"/>
      </a:accent1>
      <a:accent2>
        <a:srgbClr val="FF0000"/>
      </a:accent2>
      <a:accent3>
        <a:srgbClr val="FF0000"/>
      </a:accent3>
      <a:accent4>
        <a:srgbClr val="FF0000"/>
      </a:accent4>
      <a:accent5>
        <a:srgbClr val="FF0000"/>
      </a:accent5>
      <a:accent6>
        <a:srgbClr val="FF0000"/>
      </a:accent6>
      <a:hlink>
        <a:srgbClr val="6B9F25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53</Words>
  <Application>Microsoft Office PowerPoint</Application>
  <PresentationFormat>Widescreen</PresentationFormat>
  <Paragraphs>20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1_Office Theme</vt:lpstr>
      <vt:lpstr>Section B1  - Law Firms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Truskett, Harve A</dc:creator>
  <cp:lastModifiedBy>Truskett, Harve A</cp:lastModifiedBy>
  <cp:revision>1</cp:revision>
  <dcterms:created xsi:type="dcterms:W3CDTF">2026-08-27T14:36:46Z</dcterms:created>
  <dcterms:modified xsi:type="dcterms:W3CDTF">2026-08-27T14:40:33Z</dcterms:modified>
</cp:coreProperties>
</file>