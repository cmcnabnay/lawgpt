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4" r:id="rId2"/>
    <p:sldMasterId id="2147483686" r:id="rId3"/>
  </p:sldMasterIdLst>
  <p:notesMasterIdLst>
    <p:notesMasterId r:id="rId20"/>
  </p:notesMasterIdLst>
  <p:sldIdLst>
    <p:sldId id="399" r:id="rId4"/>
    <p:sldId id="400" r:id="rId5"/>
    <p:sldId id="401" r:id="rId6"/>
    <p:sldId id="411" r:id="rId7"/>
    <p:sldId id="362" r:id="rId8"/>
    <p:sldId id="331" r:id="rId9"/>
    <p:sldId id="409" r:id="rId10"/>
    <p:sldId id="410" r:id="rId11"/>
    <p:sldId id="417" r:id="rId12"/>
    <p:sldId id="402" r:id="rId13"/>
    <p:sldId id="263" r:id="rId14"/>
    <p:sldId id="415" r:id="rId15"/>
    <p:sldId id="416" r:id="rId16"/>
    <p:sldId id="412" r:id="rId17"/>
    <p:sldId id="404" r:id="rId18"/>
    <p:sldId id="407" r:id="rId1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70" autoAdjust="0"/>
    <p:restoredTop sz="96104"/>
  </p:normalViewPr>
  <p:slideViewPr>
    <p:cSldViewPr snapToGrid="0">
      <p:cViewPr varScale="1">
        <p:scale>
          <a:sx n="70" d="100"/>
          <a:sy n="70" d="100"/>
        </p:scale>
        <p:origin x="35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uskett, Harve A" userId="213d60ac-aef1-4d38-a1a1-cc3530dfbff5" providerId="ADAL" clId="{46A6D219-DC58-45E8-8D58-021ACE409CDA}"/>
    <pc:docChg chg="custSel delSld modSld">
      <pc:chgData name="Truskett, Harve A" userId="213d60ac-aef1-4d38-a1a1-cc3530dfbff5" providerId="ADAL" clId="{46A6D219-DC58-45E8-8D58-021ACE409CDA}" dt="2026-09-10T22:35:54.681" v="22" actId="20577"/>
      <pc:docMkLst>
        <pc:docMk/>
      </pc:docMkLst>
      <pc:sldChg chg="del">
        <pc:chgData name="Truskett, Harve A" userId="213d60ac-aef1-4d38-a1a1-cc3530dfbff5" providerId="ADAL" clId="{46A6D219-DC58-45E8-8D58-021ACE409CDA}" dt="2026-09-10T22:29:37.754" v="2" actId="2696"/>
        <pc:sldMkLst>
          <pc:docMk/>
          <pc:sldMk cId="1991983415" sldId="405"/>
        </pc:sldMkLst>
      </pc:sldChg>
      <pc:sldChg chg="del">
        <pc:chgData name="Truskett, Harve A" userId="213d60ac-aef1-4d38-a1a1-cc3530dfbff5" providerId="ADAL" clId="{46A6D219-DC58-45E8-8D58-021ACE409CDA}" dt="2026-09-10T22:29:37.754" v="2" actId="2696"/>
        <pc:sldMkLst>
          <pc:docMk/>
          <pc:sldMk cId="3765760341" sldId="406"/>
        </pc:sldMkLst>
      </pc:sldChg>
      <pc:sldChg chg="modSp mod">
        <pc:chgData name="Truskett, Harve A" userId="213d60ac-aef1-4d38-a1a1-cc3530dfbff5" providerId="ADAL" clId="{46A6D219-DC58-45E8-8D58-021ACE409CDA}" dt="2026-09-10T22:35:54.681" v="22" actId="20577"/>
        <pc:sldMkLst>
          <pc:docMk/>
          <pc:sldMk cId="468253872" sldId="407"/>
        </pc:sldMkLst>
        <pc:spChg chg="mod">
          <ac:chgData name="Truskett, Harve A" userId="213d60ac-aef1-4d38-a1a1-cc3530dfbff5" providerId="ADAL" clId="{46A6D219-DC58-45E8-8D58-021ACE409CDA}" dt="2026-09-10T22:35:54.681" v="22" actId="20577"/>
          <ac:spMkLst>
            <pc:docMk/>
            <pc:sldMk cId="468253872" sldId="407"/>
            <ac:spMk id="3" creationId="{4D873AE8-83BB-19A0-1F13-8C82436DF8DC}"/>
          </ac:spMkLst>
        </pc:spChg>
      </pc:sldChg>
      <pc:sldChg chg="modSp mod">
        <pc:chgData name="Truskett, Harve A" userId="213d60ac-aef1-4d38-a1a1-cc3530dfbff5" providerId="ADAL" clId="{46A6D219-DC58-45E8-8D58-021ACE409CDA}" dt="2026-09-10T22:28:54.199" v="1" actId="27636"/>
        <pc:sldMkLst>
          <pc:docMk/>
          <pc:sldMk cId="2183497666" sldId="417"/>
        </pc:sldMkLst>
        <pc:spChg chg="mod">
          <ac:chgData name="Truskett, Harve A" userId="213d60ac-aef1-4d38-a1a1-cc3530dfbff5" providerId="ADAL" clId="{46A6D219-DC58-45E8-8D58-021ACE409CDA}" dt="2026-09-10T22:28:54.199" v="1" actId="27636"/>
          <ac:spMkLst>
            <pc:docMk/>
            <pc:sldMk cId="2183497666" sldId="417"/>
            <ac:spMk id="3" creationId="{C23B7E89-909C-A5BA-BB26-B33037781B13}"/>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3">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4">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B8E129-B831-4CAF-9772-8ACB8C238FFF}" type="doc">
      <dgm:prSet loTypeId="urn:microsoft.com/office/officeart/2005/8/layout/vList2" loCatId="list" qsTypeId="urn:microsoft.com/office/officeart/2005/8/quickstyle/simple1#3" qsCatId="simple" csTypeId="urn:microsoft.com/office/officeart/2005/8/colors/colorful2#2" csCatId="colorful" phldr="1"/>
      <dgm:spPr/>
      <dgm:t>
        <a:bodyPr/>
        <a:lstStyle/>
        <a:p>
          <a:endParaRPr lang="en-US"/>
        </a:p>
      </dgm:t>
    </dgm:pt>
    <dgm:pt modelId="{0F95985B-7594-4083-9215-53B438D0E454}">
      <dgm:prSet/>
      <dgm:spPr/>
      <dgm:t>
        <a:bodyPr/>
        <a:lstStyle/>
        <a:p>
          <a:r>
            <a:rPr lang="en-US" dirty="0"/>
            <a:t>Topics of Exercises 3 and 5 of the ICWs</a:t>
          </a:r>
        </a:p>
      </dgm:t>
    </dgm:pt>
    <dgm:pt modelId="{E6DBA1F5-7738-4CD3-932D-50CE4116FE41}" type="parTrans" cxnId="{3AD937F5-5DCE-45DC-A1A2-00082BE29338}">
      <dgm:prSet/>
      <dgm:spPr/>
      <dgm:t>
        <a:bodyPr/>
        <a:lstStyle/>
        <a:p>
          <a:endParaRPr lang="en-US"/>
        </a:p>
      </dgm:t>
    </dgm:pt>
    <dgm:pt modelId="{F89B3265-60DB-46B1-8001-89F8F7265B63}" type="sibTrans" cxnId="{3AD937F5-5DCE-45DC-A1A2-00082BE29338}">
      <dgm:prSet/>
      <dgm:spPr/>
      <dgm:t>
        <a:bodyPr/>
        <a:lstStyle/>
        <a:p>
          <a:endParaRPr lang="en-US"/>
        </a:p>
      </dgm:t>
    </dgm:pt>
    <dgm:pt modelId="{EC2A9315-4B58-4AF4-A31B-5B1FC91EFAD9}">
      <dgm:prSet/>
      <dgm:spPr/>
      <dgm:t>
        <a:bodyPr/>
        <a:lstStyle/>
        <a:p>
          <a:r>
            <a:rPr lang="en-US"/>
            <a:t>More on Drafting the (R)ules</a:t>
          </a:r>
        </a:p>
      </dgm:t>
    </dgm:pt>
    <dgm:pt modelId="{A0F2DC88-C8EC-44E1-B575-4EC7E2EAF20C}" type="parTrans" cxnId="{8B309552-6231-4C36-84E5-40F3ED0E67D2}">
      <dgm:prSet/>
      <dgm:spPr/>
      <dgm:t>
        <a:bodyPr/>
        <a:lstStyle/>
        <a:p>
          <a:endParaRPr lang="en-US"/>
        </a:p>
      </dgm:t>
    </dgm:pt>
    <dgm:pt modelId="{17E1CB5B-D4ED-4B03-B556-28377ABBB7A7}" type="sibTrans" cxnId="{8B309552-6231-4C36-84E5-40F3ED0E67D2}">
      <dgm:prSet/>
      <dgm:spPr/>
      <dgm:t>
        <a:bodyPr/>
        <a:lstStyle/>
        <a:p>
          <a:endParaRPr lang="en-US"/>
        </a:p>
      </dgm:t>
    </dgm:pt>
    <dgm:pt modelId="{3D965E13-6A1C-4C7B-8B16-C56F39DE5E29}">
      <dgm:prSet/>
      <dgm:spPr/>
      <dgm:t>
        <a:bodyPr/>
        <a:lstStyle/>
        <a:p>
          <a:r>
            <a:rPr lang="en-US" dirty="0"/>
            <a:t>Drafting Case Illustrations (the E of CREAC)</a:t>
          </a:r>
        </a:p>
      </dgm:t>
    </dgm:pt>
    <dgm:pt modelId="{3B8F454E-776C-443C-9D1F-038E2613B428}" type="parTrans" cxnId="{54735A94-007A-404C-8094-52F86E644B72}">
      <dgm:prSet/>
      <dgm:spPr/>
      <dgm:t>
        <a:bodyPr/>
        <a:lstStyle/>
        <a:p>
          <a:endParaRPr lang="en-US"/>
        </a:p>
      </dgm:t>
    </dgm:pt>
    <dgm:pt modelId="{B38B4DFF-8F13-4DF5-ADE8-843DCDCAFEF7}" type="sibTrans" cxnId="{54735A94-007A-404C-8094-52F86E644B72}">
      <dgm:prSet/>
      <dgm:spPr/>
      <dgm:t>
        <a:bodyPr/>
        <a:lstStyle/>
        <a:p>
          <a:endParaRPr lang="en-US"/>
        </a:p>
      </dgm:t>
    </dgm:pt>
    <dgm:pt modelId="{5D220876-2259-4C3D-8FE6-C9101C4F957E}" type="pres">
      <dgm:prSet presAssocID="{DFB8E129-B831-4CAF-9772-8ACB8C238FFF}" presName="linear" presStyleCnt="0">
        <dgm:presLayoutVars>
          <dgm:animLvl val="lvl"/>
          <dgm:resizeHandles val="exact"/>
        </dgm:presLayoutVars>
      </dgm:prSet>
      <dgm:spPr/>
    </dgm:pt>
    <dgm:pt modelId="{F5C57722-1CE4-47A1-A669-269769F44237}" type="pres">
      <dgm:prSet presAssocID="{0F95985B-7594-4083-9215-53B438D0E454}" presName="parentText" presStyleLbl="node1" presStyleIdx="0" presStyleCnt="3">
        <dgm:presLayoutVars>
          <dgm:chMax val="0"/>
          <dgm:bulletEnabled val="1"/>
        </dgm:presLayoutVars>
      </dgm:prSet>
      <dgm:spPr/>
    </dgm:pt>
    <dgm:pt modelId="{7259E541-E5D1-4D6D-9050-D7D254BE8315}" type="pres">
      <dgm:prSet presAssocID="{F89B3265-60DB-46B1-8001-89F8F7265B63}" presName="spacer" presStyleCnt="0"/>
      <dgm:spPr/>
    </dgm:pt>
    <dgm:pt modelId="{EEC55622-DDF9-47CF-8496-468F03E407B4}" type="pres">
      <dgm:prSet presAssocID="{EC2A9315-4B58-4AF4-A31B-5B1FC91EFAD9}" presName="parentText" presStyleLbl="node1" presStyleIdx="1" presStyleCnt="3">
        <dgm:presLayoutVars>
          <dgm:chMax val="0"/>
          <dgm:bulletEnabled val="1"/>
        </dgm:presLayoutVars>
      </dgm:prSet>
      <dgm:spPr/>
    </dgm:pt>
    <dgm:pt modelId="{CB62AD9E-F259-46BA-9B28-43A2F9692BF3}" type="pres">
      <dgm:prSet presAssocID="{17E1CB5B-D4ED-4B03-B556-28377ABBB7A7}" presName="spacer" presStyleCnt="0"/>
      <dgm:spPr/>
    </dgm:pt>
    <dgm:pt modelId="{7EC8BFA7-7131-4574-839A-5150777ACE7B}" type="pres">
      <dgm:prSet presAssocID="{3D965E13-6A1C-4C7B-8B16-C56F39DE5E29}" presName="parentText" presStyleLbl="node1" presStyleIdx="2" presStyleCnt="3">
        <dgm:presLayoutVars>
          <dgm:chMax val="0"/>
          <dgm:bulletEnabled val="1"/>
        </dgm:presLayoutVars>
      </dgm:prSet>
      <dgm:spPr/>
    </dgm:pt>
  </dgm:ptLst>
  <dgm:cxnLst>
    <dgm:cxn modelId="{097B0F0F-3CFA-43A4-AFE0-BD4506256AA1}" type="presOf" srcId="{DFB8E129-B831-4CAF-9772-8ACB8C238FFF}" destId="{5D220876-2259-4C3D-8FE6-C9101C4F957E}" srcOrd="0" destOrd="0" presId="urn:microsoft.com/office/officeart/2005/8/layout/vList2"/>
    <dgm:cxn modelId="{691BE065-325D-4416-95F0-D398A1B3ED0A}" type="presOf" srcId="{3D965E13-6A1C-4C7B-8B16-C56F39DE5E29}" destId="{7EC8BFA7-7131-4574-839A-5150777ACE7B}" srcOrd="0" destOrd="0" presId="urn:microsoft.com/office/officeart/2005/8/layout/vList2"/>
    <dgm:cxn modelId="{8B309552-6231-4C36-84E5-40F3ED0E67D2}" srcId="{DFB8E129-B831-4CAF-9772-8ACB8C238FFF}" destId="{EC2A9315-4B58-4AF4-A31B-5B1FC91EFAD9}" srcOrd="1" destOrd="0" parTransId="{A0F2DC88-C8EC-44E1-B575-4EC7E2EAF20C}" sibTransId="{17E1CB5B-D4ED-4B03-B556-28377ABBB7A7}"/>
    <dgm:cxn modelId="{5A7FF491-2A66-491A-8581-F5B123608918}" type="presOf" srcId="{0F95985B-7594-4083-9215-53B438D0E454}" destId="{F5C57722-1CE4-47A1-A669-269769F44237}" srcOrd="0" destOrd="0" presId="urn:microsoft.com/office/officeart/2005/8/layout/vList2"/>
    <dgm:cxn modelId="{54735A94-007A-404C-8094-52F86E644B72}" srcId="{DFB8E129-B831-4CAF-9772-8ACB8C238FFF}" destId="{3D965E13-6A1C-4C7B-8B16-C56F39DE5E29}" srcOrd="2" destOrd="0" parTransId="{3B8F454E-776C-443C-9D1F-038E2613B428}" sibTransId="{B38B4DFF-8F13-4DF5-ADE8-843DCDCAFEF7}"/>
    <dgm:cxn modelId="{3AD937F5-5DCE-45DC-A1A2-00082BE29338}" srcId="{DFB8E129-B831-4CAF-9772-8ACB8C238FFF}" destId="{0F95985B-7594-4083-9215-53B438D0E454}" srcOrd="0" destOrd="0" parTransId="{E6DBA1F5-7738-4CD3-932D-50CE4116FE41}" sibTransId="{F89B3265-60DB-46B1-8001-89F8F7265B63}"/>
    <dgm:cxn modelId="{E33F8DFF-AD2E-49DB-B3E5-3A3BBE6A03B3}" type="presOf" srcId="{EC2A9315-4B58-4AF4-A31B-5B1FC91EFAD9}" destId="{EEC55622-DDF9-47CF-8496-468F03E407B4}" srcOrd="0" destOrd="0" presId="urn:microsoft.com/office/officeart/2005/8/layout/vList2"/>
    <dgm:cxn modelId="{F5541633-3029-4863-8296-7A0B0966BF57}" type="presParOf" srcId="{5D220876-2259-4C3D-8FE6-C9101C4F957E}" destId="{F5C57722-1CE4-47A1-A669-269769F44237}" srcOrd="0" destOrd="0" presId="urn:microsoft.com/office/officeart/2005/8/layout/vList2"/>
    <dgm:cxn modelId="{109AD606-A2B9-45C8-9B42-921E9DFB1F64}" type="presParOf" srcId="{5D220876-2259-4C3D-8FE6-C9101C4F957E}" destId="{7259E541-E5D1-4D6D-9050-D7D254BE8315}" srcOrd="1" destOrd="0" presId="urn:microsoft.com/office/officeart/2005/8/layout/vList2"/>
    <dgm:cxn modelId="{8A6D7465-FBAC-418B-9A13-F0B62D095717}" type="presParOf" srcId="{5D220876-2259-4C3D-8FE6-C9101C4F957E}" destId="{EEC55622-DDF9-47CF-8496-468F03E407B4}" srcOrd="2" destOrd="0" presId="urn:microsoft.com/office/officeart/2005/8/layout/vList2"/>
    <dgm:cxn modelId="{BC213B8F-41D6-463A-B8EB-EE91F1057C64}" type="presParOf" srcId="{5D220876-2259-4C3D-8FE6-C9101C4F957E}" destId="{CB62AD9E-F259-46BA-9B28-43A2F9692BF3}" srcOrd="3" destOrd="0" presId="urn:microsoft.com/office/officeart/2005/8/layout/vList2"/>
    <dgm:cxn modelId="{876977C1-11B7-40F1-99EA-CFE31DA179AC}" type="presParOf" srcId="{5D220876-2259-4C3D-8FE6-C9101C4F957E}" destId="{7EC8BFA7-7131-4574-839A-5150777ACE7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8324A1-55D2-42FF-9E8B-F7D19E63A180}" type="doc">
      <dgm:prSet loTypeId="urn:microsoft.com/office/officeart/2005/8/layout/list1" loCatId="list" qsTypeId="urn:microsoft.com/office/officeart/2005/8/quickstyle/simple4#2" qsCatId="simple" csTypeId="urn:microsoft.com/office/officeart/2005/8/colors/colorful2#3" csCatId="colorful" phldr="1"/>
      <dgm:spPr/>
      <dgm:t>
        <a:bodyPr/>
        <a:lstStyle/>
        <a:p>
          <a:endParaRPr lang="en-US"/>
        </a:p>
      </dgm:t>
    </dgm:pt>
    <dgm:pt modelId="{CDC74D4C-6582-4656-85BE-15F78CAF7C49}">
      <dgm:prSet/>
      <dgm:spPr/>
      <dgm:t>
        <a:bodyPr/>
        <a:lstStyle/>
        <a:p>
          <a:r>
            <a:rPr lang="en-US" dirty="0"/>
            <a:t>Conclusion</a:t>
          </a:r>
        </a:p>
      </dgm:t>
    </dgm:pt>
    <dgm:pt modelId="{8C7AFC8B-4833-4C1F-BECA-175DABB78871}" type="parTrans" cxnId="{6F4B2505-480B-4E7D-98B7-C20F3D5BAD1F}">
      <dgm:prSet/>
      <dgm:spPr/>
      <dgm:t>
        <a:bodyPr/>
        <a:lstStyle/>
        <a:p>
          <a:endParaRPr lang="en-US"/>
        </a:p>
      </dgm:t>
    </dgm:pt>
    <dgm:pt modelId="{2C49B708-2881-40C2-B856-5840B6F199B8}" type="sibTrans" cxnId="{6F4B2505-480B-4E7D-98B7-C20F3D5BAD1F}">
      <dgm:prSet/>
      <dgm:spPr/>
      <dgm:t>
        <a:bodyPr/>
        <a:lstStyle/>
        <a:p>
          <a:endParaRPr lang="en-US"/>
        </a:p>
      </dgm:t>
    </dgm:pt>
    <dgm:pt modelId="{4BE2B754-AB8E-4030-9EE7-4A8E72D8CF17}">
      <dgm:prSet/>
      <dgm:spPr/>
      <dgm:t>
        <a:bodyPr/>
        <a:lstStyle/>
        <a:p>
          <a:r>
            <a:rPr lang="en-US" dirty="0"/>
            <a:t>Rules</a:t>
          </a:r>
        </a:p>
      </dgm:t>
    </dgm:pt>
    <dgm:pt modelId="{A453304D-A6CF-4F47-8E23-7AB3DC39FDE6}" type="parTrans" cxnId="{2996649E-66F0-4E48-AB49-1DC7A3D291F7}">
      <dgm:prSet/>
      <dgm:spPr/>
      <dgm:t>
        <a:bodyPr/>
        <a:lstStyle/>
        <a:p>
          <a:endParaRPr lang="en-US"/>
        </a:p>
      </dgm:t>
    </dgm:pt>
    <dgm:pt modelId="{BC48F181-8AC8-43F3-B1D7-AE45A17F3A22}" type="sibTrans" cxnId="{2996649E-66F0-4E48-AB49-1DC7A3D291F7}">
      <dgm:prSet/>
      <dgm:spPr/>
      <dgm:t>
        <a:bodyPr/>
        <a:lstStyle/>
        <a:p>
          <a:endParaRPr lang="en-US"/>
        </a:p>
      </dgm:t>
    </dgm:pt>
    <dgm:pt modelId="{56C9366D-6A42-47E0-9DF4-B82ACA4ED817}">
      <dgm:prSet/>
      <dgm:spPr/>
      <dgm:t>
        <a:bodyPr/>
        <a:lstStyle/>
        <a:p>
          <a:r>
            <a:rPr lang="en-US" dirty="0"/>
            <a:t>Explanation (Case Illustrations) </a:t>
          </a:r>
        </a:p>
      </dgm:t>
    </dgm:pt>
    <dgm:pt modelId="{466981F0-6C77-4B7D-992E-F71D40638799}" type="parTrans" cxnId="{D883E1FE-4455-440A-BA42-3A237B32FEF1}">
      <dgm:prSet/>
      <dgm:spPr/>
      <dgm:t>
        <a:bodyPr/>
        <a:lstStyle/>
        <a:p>
          <a:endParaRPr lang="en-US"/>
        </a:p>
      </dgm:t>
    </dgm:pt>
    <dgm:pt modelId="{976520D7-FE19-492B-BAC9-1F272B235A74}" type="sibTrans" cxnId="{D883E1FE-4455-440A-BA42-3A237B32FEF1}">
      <dgm:prSet/>
      <dgm:spPr/>
      <dgm:t>
        <a:bodyPr/>
        <a:lstStyle/>
        <a:p>
          <a:endParaRPr lang="en-US"/>
        </a:p>
      </dgm:t>
    </dgm:pt>
    <dgm:pt modelId="{8CB81410-3A33-4496-849F-9D565E171350}">
      <dgm:prSet/>
      <dgm:spPr/>
      <dgm:t>
        <a:bodyPr/>
        <a:lstStyle/>
        <a:p>
          <a:r>
            <a:rPr lang="en-US" dirty="0"/>
            <a:t>Application</a:t>
          </a:r>
        </a:p>
      </dgm:t>
    </dgm:pt>
    <dgm:pt modelId="{CA87032C-39A2-4C0C-9A42-B2E65FB739A4}" type="parTrans" cxnId="{75FFC76C-1A38-437F-9AB5-721F657888DC}">
      <dgm:prSet/>
      <dgm:spPr/>
      <dgm:t>
        <a:bodyPr/>
        <a:lstStyle/>
        <a:p>
          <a:endParaRPr lang="en-US"/>
        </a:p>
      </dgm:t>
    </dgm:pt>
    <dgm:pt modelId="{EE8812E6-9560-4A36-ACA0-23F0BD26FEBE}" type="sibTrans" cxnId="{75FFC76C-1A38-437F-9AB5-721F657888DC}">
      <dgm:prSet/>
      <dgm:spPr/>
      <dgm:t>
        <a:bodyPr/>
        <a:lstStyle/>
        <a:p>
          <a:endParaRPr lang="en-US"/>
        </a:p>
      </dgm:t>
    </dgm:pt>
    <dgm:pt modelId="{9C11B025-1382-44A5-9412-20D25453648C}">
      <dgm:prSet/>
      <dgm:spPr/>
      <dgm:t>
        <a:bodyPr/>
        <a:lstStyle/>
        <a:p>
          <a:r>
            <a:rPr lang="en-US" dirty="0"/>
            <a:t>Conclusion</a:t>
          </a:r>
        </a:p>
      </dgm:t>
    </dgm:pt>
    <dgm:pt modelId="{0476576A-F5F6-480C-95D7-E4093E36A32B}" type="parTrans" cxnId="{7C32F47D-FB11-45B1-9897-761B9CCD5D7D}">
      <dgm:prSet/>
      <dgm:spPr/>
      <dgm:t>
        <a:bodyPr/>
        <a:lstStyle/>
        <a:p>
          <a:endParaRPr lang="en-US"/>
        </a:p>
      </dgm:t>
    </dgm:pt>
    <dgm:pt modelId="{E8F20408-9622-4208-AFEC-2C61F59A49A0}" type="sibTrans" cxnId="{7C32F47D-FB11-45B1-9897-761B9CCD5D7D}">
      <dgm:prSet/>
      <dgm:spPr/>
      <dgm:t>
        <a:bodyPr/>
        <a:lstStyle/>
        <a:p>
          <a:endParaRPr lang="en-US"/>
        </a:p>
      </dgm:t>
    </dgm:pt>
    <dgm:pt modelId="{A06D5C07-A6F5-4EEC-93F6-F45D3053AF3F}" type="pres">
      <dgm:prSet presAssocID="{388324A1-55D2-42FF-9E8B-F7D19E63A180}" presName="linear" presStyleCnt="0">
        <dgm:presLayoutVars>
          <dgm:dir/>
          <dgm:animLvl val="lvl"/>
          <dgm:resizeHandles val="exact"/>
        </dgm:presLayoutVars>
      </dgm:prSet>
      <dgm:spPr/>
    </dgm:pt>
    <dgm:pt modelId="{CC865DDC-CDD0-47EB-AAE1-D42200F371F1}" type="pres">
      <dgm:prSet presAssocID="{CDC74D4C-6582-4656-85BE-15F78CAF7C49}" presName="parentLin" presStyleCnt="0"/>
      <dgm:spPr/>
    </dgm:pt>
    <dgm:pt modelId="{0E0DAB90-4AF1-4240-A7DD-4CB577D2811A}" type="pres">
      <dgm:prSet presAssocID="{CDC74D4C-6582-4656-85BE-15F78CAF7C49}" presName="parentLeftMargin" presStyleLbl="node1" presStyleIdx="0" presStyleCnt="5"/>
      <dgm:spPr/>
    </dgm:pt>
    <dgm:pt modelId="{3D523923-64D1-4188-9314-2CE43C48EB9C}" type="pres">
      <dgm:prSet presAssocID="{CDC74D4C-6582-4656-85BE-15F78CAF7C49}" presName="parentText" presStyleLbl="node1" presStyleIdx="0" presStyleCnt="5">
        <dgm:presLayoutVars>
          <dgm:chMax val="0"/>
          <dgm:bulletEnabled val="1"/>
        </dgm:presLayoutVars>
      </dgm:prSet>
      <dgm:spPr/>
    </dgm:pt>
    <dgm:pt modelId="{69A8B79B-B39D-4498-9EA7-F8ACCD2D45A8}" type="pres">
      <dgm:prSet presAssocID="{CDC74D4C-6582-4656-85BE-15F78CAF7C49}" presName="negativeSpace" presStyleCnt="0"/>
      <dgm:spPr/>
    </dgm:pt>
    <dgm:pt modelId="{EBBE29B2-AB9B-4BF6-84EE-330C243A1D9B}" type="pres">
      <dgm:prSet presAssocID="{CDC74D4C-6582-4656-85BE-15F78CAF7C49}" presName="childText" presStyleLbl="conFgAcc1" presStyleIdx="0" presStyleCnt="5">
        <dgm:presLayoutVars>
          <dgm:bulletEnabled val="1"/>
        </dgm:presLayoutVars>
      </dgm:prSet>
      <dgm:spPr/>
    </dgm:pt>
    <dgm:pt modelId="{CE7B652B-9637-4581-B308-0AF5F9A2D8B2}" type="pres">
      <dgm:prSet presAssocID="{2C49B708-2881-40C2-B856-5840B6F199B8}" presName="spaceBetweenRectangles" presStyleCnt="0"/>
      <dgm:spPr/>
    </dgm:pt>
    <dgm:pt modelId="{5D706B75-8B18-4B5D-97CA-2E8992460372}" type="pres">
      <dgm:prSet presAssocID="{4BE2B754-AB8E-4030-9EE7-4A8E72D8CF17}" presName="parentLin" presStyleCnt="0"/>
      <dgm:spPr/>
    </dgm:pt>
    <dgm:pt modelId="{C63C6E33-EAA4-4D3E-90EF-7365E309BC7C}" type="pres">
      <dgm:prSet presAssocID="{4BE2B754-AB8E-4030-9EE7-4A8E72D8CF17}" presName="parentLeftMargin" presStyleLbl="node1" presStyleIdx="0" presStyleCnt="5"/>
      <dgm:spPr/>
    </dgm:pt>
    <dgm:pt modelId="{4B0C63E1-293F-4612-ACD8-AC0F8469DD08}" type="pres">
      <dgm:prSet presAssocID="{4BE2B754-AB8E-4030-9EE7-4A8E72D8CF17}" presName="parentText" presStyleLbl="node1" presStyleIdx="1" presStyleCnt="5">
        <dgm:presLayoutVars>
          <dgm:chMax val="0"/>
          <dgm:bulletEnabled val="1"/>
        </dgm:presLayoutVars>
      </dgm:prSet>
      <dgm:spPr/>
    </dgm:pt>
    <dgm:pt modelId="{273C2FA6-BF13-477D-BA50-1F4BD2565267}" type="pres">
      <dgm:prSet presAssocID="{4BE2B754-AB8E-4030-9EE7-4A8E72D8CF17}" presName="negativeSpace" presStyleCnt="0"/>
      <dgm:spPr/>
    </dgm:pt>
    <dgm:pt modelId="{B0B12588-9F05-4FBD-A410-1DFAC8481130}" type="pres">
      <dgm:prSet presAssocID="{4BE2B754-AB8E-4030-9EE7-4A8E72D8CF17}" presName="childText" presStyleLbl="conFgAcc1" presStyleIdx="1" presStyleCnt="5">
        <dgm:presLayoutVars>
          <dgm:bulletEnabled val="1"/>
        </dgm:presLayoutVars>
      </dgm:prSet>
      <dgm:spPr/>
    </dgm:pt>
    <dgm:pt modelId="{23761099-FD96-490C-8F6C-754101CB72AE}" type="pres">
      <dgm:prSet presAssocID="{BC48F181-8AC8-43F3-B1D7-AE45A17F3A22}" presName="spaceBetweenRectangles" presStyleCnt="0"/>
      <dgm:spPr/>
    </dgm:pt>
    <dgm:pt modelId="{68837C4F-92C2-405D-A324-78388489BB43}" type="pres">
      <dgm:prSet presAssocID="{56C9366D-6A42-47E0-9DF4-B82ACA4ED817}" presName="parentLin" presStyleCnt="0"/>
      <dgm:spPr/>
    </dgm:pt>
    <dgm:pt modelId="{8B8AB0C0-5673-49D1-B5A0-CAFC6E6DAF1B}" type="pres">
      <dgm:prSet presAssocID="{56C9366D-6A42-47E0-9DF4-B82ACA4ED817}" presName="parentLeftMargin" presStyleLbl="node1" presStyleIdx="1" presStyleCnt="5"/>
      <dgm:spPr/>
    </dgm:pt>
    <dgm:pt modelId="{83159E28-BE24-472A-8C24-FD1262F40EF5}" type="pres">
      <dgm:prSet presAssocID="{56C9366D-6A42-47E0-9DF4-B82ACA4ED817}" presName="parentText" presStyleLbl="node1" presStyleIdx="2" presStyleCnt="5">
        <dgm:presLayoutVars>
          <dgm:chMax val="0"/>
          <dgm:bulletEnabled val="1"/>
        </dgm:presLayoutVars>
      </dgm:prSet>
      <dgm:spPr/>
    </dgm:pt>
    <dgm:pt modelId="{EAA9BED0-F189-42E9-8679-275AA4979965}" type="pres">
      <dgm:prSet presAssocID="{56C9366D-6A42-47E0-9DF4-B82ACA4ED817}" presName="negativeSpace" presStyleCnt="0"/>
      <dgm:spPr/>
    </dgm:pt>
    <dgm:pt modelId="{0F3564C2-F261-4DE5-9F88-5A24FF1CDF66}" type="pres">
      <dgm:prSet presAssocID="{56C9366D-6A42-47E0-9DF4-B82ACA4ED817}" presName="childText" presStyleLbl="conFgAcc1" presStyleIdx="2" presStyleCnt="5">
        <dgm:presLayoutVars>
          <dgm:bulletEnabled val="1"/>
        </dgm:presLayoutVars>
      </dgm:prSet>
      <dgm:spPr/>
    </dgm:pt>
    <dgm:pt modelId="{DE2F03F9-6DF6-430A-AE09-EAD8FA1BCCE3}" type="pres">
      <dgm:prSet presAssocID="{976520D7-FE19-492B-BAC9-1F272B235A74}" presName="spaceBetweenRectangles" presStyleCnt="0"/>
      <dgm:spPr/>
    </dgm:pt>
    <dgm:pt modelId="{C59C58F0-7FB3-465B-A32B-CA84537C681B}" type="pres">
      <dgm:prSet presAssocID="{8CB81410-3A33-4496-849F-9D565E171350}" presName="parentLin" presStyleCnt="0"/>
      <dgm:spPr/>
    </dgm:pt>
    <dgm:pt modelId="{C7729FFC-4E0C-48E2-A813-34D77B805C69}" type="pres">
      <dgm:prSet presAssocID="{8CB81410-3A33-4496-849F-9D565E171350}" presName="parentLeftMargin" presStyleLbl="node1" presStyleIdx="2" presStyleCnt="5"/>
      <dgm:spPr/>
    </dgm:pt>
    <dgm:pt modelId="{506350D5-D25A-437E-A6AE-E281776981E8}" type="pres">
      <dgm:prSet presAssocID="{8CB81410-3A33-4496-849F-9D565E171350}" presName="parentText" presStyleLbl="node1" presStyleIdx="3" presStyleCnt="5">
        <dgm:presLayoutVars>
          <dgm:chMax val="0"/>
          <dgm:bulletEnabled val="1"/>
        </dgm:presLayoutVars>
      </dgm:prSet>
      <dgm:spPr/>
    </dgm:pt>
    <dgm:pt modelId="{C84A6868-E90F-40F4-A223-655748BFCE60}" type="pres">
      <dgm:prSet presAssocID="{8CB81410-3A33-4496-849F-9D565E171350}" presName="negativeSpace" presStyleCnt="0"/>
      <dgm:spPr/>
    </dgm:pt>
    <dgm:pt modelId="{4A0898FA-B1DE-4EE9-A8E6-6DA1490938A2}" type="pres">
      <dgm:prSet presAssocID="{8CB81410-3A33-4496-849F-9D565E171350}" presName="childText" presStyleLbl="conFgAcc1" presStyleIdx="3" presStyleCnt="5">
        <dgm:presLayoutVars>
          <dgm:bulletEnabled val="1"/>
        </dgm:presLayoutVars>
      </dgm:prSet>
      <dgm:spPr/>
    </dgm:pt>
    <dgm:pt modelId="{7F17FD79-9C44-47CC-B53D-072179FF011E}" type="pres">
      <dgm:prSet presAssocID="{EE8812E6-9560-4A36-ACA0-23F0BD26FEBE}" presName="spaceBetweenRectangles" presStyleCnt="0"/>
      <dgm:spPr/>
    </dgm:pt>
    <dgm:pt modelId="{364D4DBE-A9F2-4068-B901-9009C2CF1991}" type="pres">
      <dgm:prSet presAssocID="{9C11B025-1382-44A5-9412-20D25453648C}" presName="parentLin" presStyleCnt="0"/>
      <dgm:spPr/>
    </dgm:pt>
    <dgm:pt modelId="{6923126B-7A39-4853-829D-5CE8F016DEBD}" type="pres">
      <dgm:prSet presAssocID="{9C11B025-1382-44A5-9412-20D25453648C}" presName="parentLeftMargin" presStyleLbl="node1" presStyleIdx="3" presStyleCnt="5"/>
      <dgm:spPr/>
    </dgm:pt>
    <dgm:pt modelId="{CF05F306-C819-4D56-A1D3-471108E957B0}" type="pres">
      <dgm:prSet presAssocID="{9C11B025-1382-44A5-9412-20D25453648C}" presName="parentText" presStyleLbl="node1" presStyleIdx="4" presStyleCnt="5">
        <dgm:presLayoutVars>
          <dgm:chMax val="0"/>
          <dgm:bulletEnabled val="1"/>
        </dgm:presLayoutVars>
      </dgm:prSet>
      <dgm:spPr/>
    </dgm:pt>
    <dgm:pt modelId="{BBC29D45-E3A4-4531-AFB5-A4A450A7D65D}" type="pres">
      <dgm:prSet presAssocID="{9C11B025-1382-44A5-9412-20D25453648C}" presName="negativeSpace" presStyleCnt="0"/>
      <dgm:spPr/>
    </dgm:pt>
    <dgm:pt modelId="{7DE3C6E0-C791-4FC9-84B1-D4C9CD7E8771}" type="pres">
      <dgm:prSet presAssocID="{9C11B025-1382-44A5-9412-20D25453648C}" presName="childText" presStyleLbl="conFgAcc1" presStyleIdx="4" presStyleCnt="5">
        <dgm:presLayoutVars>
          <dgm:bulletEnabled val="1"/>
        </dgm:presLayoutVars>
      </dgm:prSet>
      <dgm:spPr/>
    </dgm:pt>
  </dgm:ptLst>
  <dgm:cxnLst>
    <dgm:cxn modelId="{6F4B2505-480B-4E7D-98B7-C20F3D5BAD1F}" srcId="{388324A1-55D2-42FF-9E8B-F7D19E63A180}" destId="{CDC74D4C-6582-4656-85BE-15F78CAF7C49}" srcOrd="0" destOrd="0" parTransId="{8C7AFC8B-4833-4C1F-BECA-175DABB78871}" sibTransId="{2C49B708-2881-40C2-B856-5840B6F199B8}"/>
    <dgm:cxn modelId="{C11B4640-D6F8-45E6-AD2C-B938441E4176}" type="presOf" srcId="{CDC74D4C-6582-4656-85BE-15F78CAF7C49}" destId="{0E0DAB90-4AF1-4240-A7DD-4CB577D2811A}" srcOrd="0" destOrd="0" presId="urn:microsoft.com/office/officeart/2005/8/layout/list1"/>
    <dgm:cxn modelId="{03E0285B-5AAC-4BFA-895F-650C2AC1EA2A}" type="presOf" srcId="{4BE2B754-AB8E-4030-9EE7-4A8E72D8CF17}" destId="{4B0C63E1-293F-4612-ACD8-AC0F8469DD08}" srcOrd="1" destOrd="0" presId="urn:microsoft.com/office/officeart/2005/8/layout/list1"/>
    <dgm:cxn modelId="{9D4CC06A-453D-46F8-AFF1-533C86601C7E}" type="presOf" srcId="{8CB81410-3A33-4496-849F-9D565E171350}" destId="{C7729FFC-4E0C-48E2-A813-34D77B805C69}" srcOrd="0" destOrd="0" presId="urn:microsoft.com/office/officeart/2005/8/layout/list1"/>
    <dgm:cxn modelId="{873B1C6C-E7FB-4752-B2A0-95EBBA06D62D}" type="presOf" srcId="{9C11B025-1382-44A5-9412-20D25453648C}" destId="{CF05F306-C819-4D56-A1D3-471108E957B0}" srcOrd="1" destOrd="0" presId="urn:microsoft.com/office/officeart/2005/8/layout/list1"/>
    <dgm:cxn modelId="{75FFC76C-1A38-437F-9AB5-721F657888DC}" srcId="{388324A1-55D2-42FF-9E8B-F7D19E63A180}" destId="{8CB81410-3A33-4496-849F-9D565E171350}" srcOrd="3" destOrd="0" parTransId="{CA87032C-39A2-4C0C-9A42-B2E65FB739A4}" sibTransId="{EE8812E6-9560-4A36-ACA0-23F0BD26FEBE}"/>
    <dgm:cxn modelId="{00C8CE55-4E65-417B-8968-C90B4DA79A64}" type="presOf" srcId="{4BE2B754-AB8E-4030-9EE7-4A8E72D8CF17}" destId="{C63C6E33-EAA4-4D3E-90EF-7365E309BC7C}" srcOrd="0" destOrd="0" presId="urn:microsoft.com/office/officeart/2005/8/layout/list1"/>
    <dgm:cxn modelId="{CAAA2456-6844-4C78-BCD5-684D0D53EA84}" type="presOf" srcId="{56C9366D-6A42-47E0-9DF4-B82ACA4ED817}" destId="{8B8AB0C0-5673-49D1-B5A0-CAFC6E6DAF1B}" srcOrd="0" destOrd="0" presId="urn:microsoft.com/office/officeart/2005/8/layout/list1"/>
    <dgm:cxn modelId="{F6CBF957-B5A6-4195-B466-42D04DE52359}" type="presOf" srcId="{CDC74D4C-6582-4656-85BE-15F78CAF7C49}" destId="{3D523923-64D1-4188-9314-2CE43C48EB9C}" srcOrd="1" destOrd="0" presId="urn:microsoft.com/office/officeart/2005/8/layout/list1"/>
    <dgm:cxn modelId="{7C32F47D-FB11-45B1-9897-761B9CCD5D7D}" srcId="{388324A1-55D2-42FF-9E8B-F7D19E63A180}" destId="{9C11B025-1382-44A5-9412-20D25453648C}" srcOrd="4" destOrd="0" parTransId="{0476576A-F5F6-480C-95D7-E4093E36A32B}" sibTransId="{E8F20408-9622-4208-AFEC-2C61F59A49A0}"/>
    <dgm:cxn modelId="{AD7BB78D-7F7A-4D41-9C6B-1ED0EC0AB5C7}" type="presOf" srcId="{9C11B025-1382-44A5-9412-20D25453648C}" destId="{6923126B-7A39-4853-829D-5CE8F016DEBD}" srcOrd="0" destOrd="0" presId="urn:microsoft.com/office/officeart/2005/8/layout/list1"/>
    <dgm:cxn modelId="{D898AF94-F888-4D31-AFB2-2B934AFC2718}" type="presOf" srcId="{8CB81410-3A33-4496-849F-9D565E171350}" destId="{506350D5-D25A-437E-A6AE-E281776981E8}" srcOrd="1" destOrd="0" presId="urn:microsoft.com/office/officeart/2005/8/layout/list1"/>
    <dgm:cxn modelId="{2996649E-66F0-4E48-AB49-1DC7A3D291F7}" srcId="{388324A1-55D2-42FF-9E8B-F7D19E63A180}" destId="{4BE2B754-AB8E-4030-9EE7-4A8E72D8CF17}" srcOrd="1" destOrd="0" parTransId="{A453304D-A6CF-4F47-8E23-7AB3DC39FDE6}" sibTransId="{BC48F181-8AC8-43F3-B1D7-AE45A17F3A22}"/>
    <dgm:cxn modelId="{A2EE02CB-4E19-42AC-98CC-A213083EEF4E}" type="presOf" srcId="{388324A1-55D2-42FF-9E8B-F7D19E63A180}" destId="{A06D5C07-A6F5-4EEC-93F6-F45D3053AF3F}" srcOrd="0" destOrd="0" presId="urn:microsoft.com/office/officeart/2005/8/layout/list1"/>
    <dgm:cxn modelId="{DE0549F1-6C18-4A82-8068-EEB2BD140C20}" type="presOf" srcId="{56C9366D-6A42-47E0-9DF4-B82ACA4ED817}" destId="{83159E28-BE24-472A-8C24-FD1262F40EF5}" srcOrd="1" destOrd="0" presId="urn:microsoft.com/office/officeart/2005/8/layout/list1"/>
    <dgm:cxn modelId="{D883E1FE-4455-440A-BA42-3A237B32FEF1}" srcId="{388324A1-55D2-42FF-9E8B-F7D19E63A180}" destId="{56C9366D-6A42-47E0-9DF4-B82ACA4ED817}" srcOrd="2" destOrd="0" parTransId="{466981F0-6C77-4B7D-992E-F71D40638799}" sibTransId="{976520D7-FE19-492B-BAC9-1F272B235A74}"/>
    <dgm:cxn modelId="{EFCD234C-88E6-42C8-AF6A-04D6CA890D34}" type="presParOf" srcId="{A06D5C07-A6F5-4EEC-93F6-F45D3053AF3F}" destId="{CC865DDC-CDD0-47EB-AAE1-D42200F371F1}" srcOrd="0" destOrd="0" presId="urn:microsoft.com/office/officeart/2005/8/layout/list1"/>
    <dgm:cxn modelId="{CE02B434-53B7-42B6-9B89-38A2A9DCD3F2}" type="presParOf" srcId="{CC865DDC-CDD0-47EB-AAE1-D42200F371F1}" destId="{0E0DAB90-4AF1-4240-A7DD-4CB577D2811A}" srcOrd="0" destOrd="0" presId="urn:microsoft.com/office/officeart/2005/8/layout/list1"/>
    <dgm:cxn modelId="{9F401211-BB6D-42B7-A9A8-73741EAD1A41}" type="presParOf" srcId="{CC865DDC-CDD0-47EB-AAE1-D42200F371F1}" destId="{3D523923-64D1-4188-9314-2CE43C48EB9C}" srcOrd="1" destOrd="0" presId="urn:microsoft.com/office/officeart/2005/8/layout/list1"/>
    <dgm:cxn modelId="{1DE87CCA-9B8F-47AD-91C8-A3334EC751AE}" type="presParOf" srcId="{A06D5C07-A6F5-4EEC-93F6-F45D3053AF3F}" destId="{69A8B79B-B39D-4498-9EA7-F8ACCD2D45A8}" srcOrd="1" destOrd="0" presId="urn:microsoft.com/office/officeart/2005/8/layout/list1"/>
    <dgm:cxn modelId="{1F6A6E23-F368-4810-A0EE-F4742A30478A}" type="presParOf" srcId="{A06D5C07-A6F5-4EEC-93F6-F45D3053AF3F}" destId="{EBBE29B2-AB9B-4BF6-84EE-330C243A1D9B}" srcOrd="2" destOrd="0" presId="urn:microsoft.com/office/officeart/2005/8/layout/list1"/>
    <dgm:cxn modelId="{E137D643-4C18-45A3-BF3D-EE1F9336AC47}" type="presParOf" srcId="{A06D5C07-A6F5-4EEC-93F6-F45D3053AF3F}" destId="{CE7B652B-9637-4581-B308-0AF5F9A2D8B2}" srcOrd="3" destOrd="0" presId="urn:microsoft.com/office/officeart/2005/8/layout/list1"/>
    <dgm:cxn modelId="{587DCECB-BC42-4269-AE30-A4AE3080D237}" type="presParOf" srcId="{A06D5C07-A6F5-4EEC-93F6-F45D3053AF3F}" destId="{5D706B75-8B18-4B5D-97CA-2E8992460372}" srcOrd="4" destOrd="0" presId="urn:microsoft.com/office/officeart/2005/8/layout/list1"/>
    <dgm:cxn modelId="{FE6A1A19-78EC-45A3-A7D5-C99A7E1FB04A}" type="presParOf" srcId="{5D706B75-8B18-4B5D-97CA-2E8992460372}" destId="{C63C6E33-EAA4-4D3E-90EF-7365E309BC7C}" srcOrd="0" destOrd="0" presId="urn:microsoft.com/office/officeart/2005/8/layout/list1"/>
    <dgm:cxn modelId="{60A18762-7ABB-45FE-96E5-1C5834A8595B}" type="presParOf" srcId="{5D706B75-8B18-4B5D-97CA-2E8992460372}" destId="{4B0C63E1-293F-4612-ACD8-AC0F8469DD08}" srcOrd="1" destOrd="0" presId="urn:microsoft.com/office/officeart/2005/8/layout/list1"/>
    <dgm:cxn modelId="{44683B31-6527-47FA-AF18-C872079DC13E}" type="presParOf" srcId="{A06D5C07-A6F5-4EEC-93F6-F45D3053AF3F}" destId="{273C2FA6-BF13-477D-BA50-1F4BD2565267}" srcOrd="5" destOrd="0" presId="urn:microsoft.com/office/officeart/2005/8/layout/list1"/>
    <dgm:cxn modelId="{E41C0693-1B68-41B3-AAD9-72CFCC9DED78}" type="presParOf" srcId="{A06D5C07-A6F5-4EEC-93F6-F45D3053AF3F}" destId="{B0B12588-9F05-4FBD-A410-1DFAC8481130}" srcOrd="6" destOrd="0" presId="urn:microsoft.com/office/officeart/2005/8/layout/list1"/>
    <dgm:cxn modelId="{AB9F727A-5C41-4E8F-ACD5-6A49C3A1A997}" type="presParOf" srcId="{A06D5C07-A6F5-4EEC-93F6-F45D3053AF3F}" destId="{23761099-FD96-490C-8F6C-754101CB72AE}" srcOrd="7" destOrd="0" presId="urn:microsoft.com/office/officeart/2005/8/layout/list1"/>
    <dgm:cxn modelId="{CFA29059-C6C1-4020-AE27-6F615DDFC07B}" type="presParOf" srcId="{A06D5C07-A6F5-4EEC-93F6-F45D3053AF3F}" destId="{68837C4F-92C2-405D-A324-78388489BB43}" srcOrd="8" destOrd="0" presId="urn:microsoft.com/office/officeart/2005/8/layout/list1"/>
    <dgm:cxn modelId="{0B2BADB1-4087-4032-8661-8302CCF60749}" type="presParOf" srcId="{68837C4F-92C2-405D-A324-78388489BB43}" destId="{8B8AB0C0-5673-49D1-B5A0-CAFC6E6DAF1B}" srcOrd="0" destOrd="0" presId="urn:microsoft.com/office/officeart/2005/8/layout/list1"/>
    <dgm:cxn modelId="{ADC44475-AA12-4DB9-AE12-1988B8764D13}" type="presParOf" srcId="{68837C4F-92C2-405D-A324-78388489BB43}" destId="{83159E28-BE24-472A-8C24-FD1262F40EF5}" srcOrd="1" destOrd="0" presId="urn:microsoft.com/office/officeart/2005/8/layout/list1"/>
    <dgm:cxn modelId="{37D9C3D9-3101-48D0-BBCA-681AF89F11CB}" type="presParOf" srcId="{A06D5C07-A6F5-4EEC-93F6-F45D3053AF3F}" destId="{EAA9BED0-F189-42E9-8679-275AA4979965}" srcOrd="9" destOrd="0" presId="urn:microsoft.com/office/officeart/2005/8/layout/list1"/>
    <dgm:cxn modelId="{84ECA13F-5FDB-47ED-9408-43B3DD7A157B}" type="presParOf" srcId="{A06D5C07-A6F5-4EEC-93F6-F45D3053AF3F}" destId="{0F3564C2-F261-4DE5-9F88-5A24FF1CDF66}" srcOrd="10" destOrd="0" presId="urn:microsoft.com/office/officeart/2005/8/layout/list1"/>
    <dgm:cxn modelId="{E8C7329F-64DF-49FD-BCC9-376CA57806A3}" type="presParOf" srcId="{A06D5C07-A6F5-4EEC-93F6-F45D3053AF3F}" destId="{DE2F03F9-6DF6-430A-AE09-EAD8FA1BCCE3}" srcOrd="11" destOrd="0" presId="urn:microsoft.com/office/officeart/2005/8/layout/list1"/>
    <dgm:cxn modelId="{97CD2B01-BF82-463E-844C-A318CA634C5C}" type="presParOf" srcId="{A06D5C07-A6F5-4EEC-93F6-F45D3053AF3F}" destId="{C59C58F0-7FB3-465B-A32B-CA84537C681B}" srcOrd="12" destOrd="0" presId="urn:microsoft.com/office/officeart/2005/8/layout/list1"/>
    <dgm:cxn modelId="{96CE940A-69BF-4783-B273-E232E6038471}" type="presParOf" srcId="{C59C58F0-7FB3-465B-A32B-CA84537C681B}" destId="{C7729FFC-4E0C-48E2-A813-34D77B805C69}" srcOrd="0" destOrd="0" presId="urn:microsoft.com/office/officeart/2005/8/layout/list1"/>
    <dgm:cxn modelId="{79B7A2BF-7301-40D8-9953-63A80D824DB2}" type="presParOf" srcId="{C59C58F0-7FB3-465B-A32B-CA84537C681B}" destId="{506350D5-D25A-437E-A6AE-E281776981E8}" srcOrd="1" destOrd="0" presId="urn:microsoft.com/office/officeart/2005/8/layout/list1"/>
    <dgm:cxn modelId="{BA625F97-0177-441A-8047-6B8CD6DD6016}" type="presParOf" srcId="{A06D5C07-A6F5-4EEC-93F6-F45D3053AF3F}" destId="{C84A6868-E90F-40F4-A223-655748BFCE60}" srcOrd="13" destOrd="0" presId="urn:microsoft.com/office/officeart/2005/8/layout/list1"/>
    <dgm:cxn modelId="{E88CFAB4-3AA0-4125-8F23-79914A1DF39F}" type="presParOf" srcId="{A06D5C07-A6F5-4EEC-93F6-F45D3053AF3F}" destId="{4A0898FA-B1DE-4EE9-A8E6-6DA1490938A2}" srcOrd="14" destOrd="0" presId="urn:microsoft.com/office/officeart/2005/8/layout/list1"/>
    <dgm:cxn modelId="{92EE70F6-C93D-4BFF-9242-EF37B388ED07}" type="presParOf" srcId="{A06D5C07-A6F5-4EEC-93F6-F45D3053AF3F}" destId="{7F17FD79-9C44-47CC-B53D-072179FF011E}" srcOrd="15" destOrd="0" presId="urn:microsoft.com/office/officeart/2005/8/layout/list1"/>
    <dgm:cxn modelId="{CD531D17-8F3F-470E-8BD5-1F22AAC8833A}" type="presParOf" srcId="{A06D5C07-A6F5-4EEC-93F6-F45D3053AF3F}" destId="{364D4DBE-A9F2-4068-B901-9009C2CF1991}" srcOrd="16" destOrd="0" presId="urn:microsoft.com/office/officeart/2005/8/layout/list1"/>
    <dgm:cxn modelId="{961E1AF7-F582-4B87-B5DC-DCBE3EE11D3B}" type="presParOf" srcId="{364D4DBE-A9F2-4068-B901-9009C2CF1991}" destId="{6923126B-7A39-4853-829D-5CE8F016DEBD}" srcOrd="0" destOrd="0" presId="urn:microsoft.com/office/officeart/2005/8/layout/list1"/>
    <dgm:cxn modelId="{8E877584-A8DE-4F07-A559-54142490AEC9}" type="presParOf" srcId="{364D4DBE-A9F2-4068-B901-9009C2CF1991}" destId="{CF05F306-C819-4D56-A1D3-471108E957B0}" srcOrd="1" destOrd="0" presId="urn:microsoft.com/office/officeart/2005/8/layout/list1"/>
    <dgm:cxn modelId="{196CE59C-2819-4F60-8BAB-3B9CD0979D13}" type="presParOf" srcId="{A06D5C07-A6F5-4EEC-93F6-F45D3053AF3F}" destId="{BBC29D45-E3A4-4531-AFB5-A4A450A7D65D}" srcOrd="17" destOrd="0" presId="urn:microsoft.com/office/officeart/2005/8/layout/list1"/>
    <dgm:cxn modelId="{836CE371-3CF3-41FF-B3E6-D63ACBA7C486}" type="presParOf" srcId="{A06D5C07-A6F5-4EEC-93F6-F45D3053AF3F}" destId="{7DE3C6E0-C791-4FC9-84B1-D4C9CD7E8771}"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9F9399F-6808-4B00-ACC8-67CC81D62B81}" type="doc">
      <dgm:prSet loTypeId="urn:microsoft.com/office/officeart/2016/7/layout/HorizontalActionList" loCatId="List" qsTypeId="urn:microsoft.com/office/officeart/2005/8/quickstyle/simple1#4" qsCatId="simple" csTypeId="urn:microsoft.com/office/officeart/2005/8/colors/colorful2#4" csCatId="colorful" phldr="1"/>
      <dgm:spPr/>
      <dgm:t>
        <a:bodyPr/>
        <a:lstStyle/>
        <a:p>
          <a:endParaRPr lang="en-US"/>
        </a:p>
      </dgm:t>
    </dgm:pt>
    <dgm:pt modelId="{6449FB07-1519-430A-925C-983B7C02E990}">
      <dgm:prSet/>
      <dgm:spPr/>
      <dgm:t>
        <a:bodyPr/>
        <a:lstStyle/>
        <a:p>
          <a:r>
            <a:rPr lang="en-US" dirty="0"/>
            <a:t>Thesis</a:t>
          </a:r>
        </a:p>
      </dgm:t>
    </dgm:pt>
    <dgm:pt modelId="{401B255D-6734-41B3-B829-3FCD28A4BE56}" type="parTrans" cxnId="{BFDE1EA8-FF85-4A3E-8D95-BC869F119CF8}">
      <dgm:prSet/>
      <dgm:spPr/>
      <dgm:t>
        <a:bodyPr/>
        <a:lstStyle/>
        <a:p>
          <a:endParaRPr lang="en-US"/>
        </a:p>
      </dgm:t>
    </dgm:pt>
    <dgm:pt modelId="{97CDF4FD-8880-4464-8009-B953CBA7E77F}" type="sibTrans" cxnId="{BFDE1EA8-FF85-4A3E-8D95-BC869F119CF8}">
      <dgm:prSet/>
      <dgm:spPr/>
      <dgm:t>
        <a:bodyPr/>
        <a:lstStyle/>
        <a:p>
          <a:endParaRPr lang="en-US"/>
        </a:p>
      </dgm:t>
    </dgm:pt>
    <dgm:pt modelId="{C0624E5B-7D50-479D-A9D6-E0EC75F0151C}">
      <dgm:prSet/>
      <dgm:spPr/>
      <dgm:t>
        <a:bodyPr/>
        <a:lstStyle/>
        <a:p>
          <a:r>
            <a:rPr lang="en-US"/>
            <a:t>Start with a thesis sentence (an intro-conclusion to give context).</a:t>
          </a:r>
        </a:p>
      </dgm:t>
    </dgm:pt>
    <dgm:pt modelId="{AAEB4D8B-1EC9-462B-80F1-259D2C79B495}" type="parTrans" cxnId="{8A2C2AB9-56F3-4C04-9106-434AE7D0CBCB}">
      <dgm:prSet/>
      <dgm:spPr/>
      <dgm:t>
        <a:bodyPr/>
        <a:lstStyle/>
        <a:p>
          <a:endParaRPr lang="en-US"/>
        </a:p>
      </dgm:t>
    </dgm:pt>
    <dgm:pt modelId="{60D003CA-8C62-4B0F-A794-7A5232E02543}" type="sibTrans" cxnId="{8A2C2AB9-56F3-4C04-9106-434AE7D0CBCB}">
      <dgm:prSet/>
      <dgm:spPr/>
      <dgm:t>
        <a:bodyPr/>
        <a:lstStyle/>
        <a:p>
          <a:endParaRPr lang="en-US"/>
        </a:p>
      </dgm:t>
    </dgm:pt>
    <dgm:pt modelId="{4E5107D6-9123-49E2-B632-8AEF1D11F319}">
      <dgm:prSet/>
      <dgm:spPr/>
      <dgm:t>
        <a:bodyPr/>
        <a:lstStyle/>
        <a:p>
          <a:r>
            <a:rPr lang="en-US" dirty="0"/>
            <a:t>Critical Facts</a:t>
          </a:r>
        </a:p>
      </dgm:t>
    </dgm:pt>
    <dgm:pt modelId="{1658B4A1-DA34-4D1A-A347-15676BD25872}" type="parTrans" cxnId="{EBEB7C2F-6CBB-409C-92EF-812216BA19B0}">
      <dgm:prSet/>
      <dgm:spPr/>
      <dgm:t>
        <a:bodyPr/>
        <a:lstStyle/>
        <a:p>
          <a:endParaRPr lang="en-US"/>
        </a:p>
      </dgm:t>
    </dgm:pt>
    <dgm:pt modelId="{41C4E27D-273B-4B2A-AA3D-D8BBCFE33053}" type="sibTrans" cxnId="{EBEB7C2F-6CBB-409C-92EF-812216BA19B0}">
      <dgm:prSet/>
      <dgm:spPr/>
      <dgm:t>
        <a:bodyPr/>
        <a:lstStyle/>
        <a:p>
          <a:endParaRPr lang="en-US"/>
        </a:p>
      </dgm:t>
    </dgm:pt>
    <dgm:pt modelId="{4E38082E-120F-40D0-8CAB-79A42EA65AFB}">
      <dgm:prSet/>
      <dgm:spPr/>
      <dgm:t>
        <a:bodyPr/>
        <a:lstStyle/>
        <a:p>
          <a:r>
            <a:rPr lang="en-US"/>
            <a:t>Assume your reader has never read the case; tell them what happened (the story). Focus on the the legally significant facts.</a:t>
          </a:r>
        </a:p>
      </dgm:t>
    </dgm:pt>
    <dgm:pt modelId="{1961FB17-98C9-4612-A503-D83EA0C91882}" type="parTrans" cxnId="{1DAFF10C-CC39-4D65-9AFA-2EBD31986E9A}">
      <dgm:prSet/>
      <dgm:spPr/>
      <dgm:t>
        <a:bodyPr/>
        <a:lstStyle/>
        <a:p>
          <a:endParaRPr lang="en-US"/>
        </a:p>
      </dgm:t>
    </dgm:pt>
    <dgm:pt modelId="{BF5E7ECA-2E3C-4481-80DD-601B4F825D42}" type="sibTrans" cxnId="{1DAFF10C-CC39-4D65-9AFA-2EBD31986E9A}">
      <dgm:prSet/>
      <dgm:spPr/>
      <dgm:t>
        <a:bodyPr/>
        <a:lstStyle/>
        <a:p>
          <a:endParaRPr lang="en-US"/>
        </a:p>
      </dgm:t>
    </dgm:pt>
    <dgm:pt modelId="{3969EB4E-6EAC-4C49-A90B-964AB9E66EC7}">
      <dgm:prSet/>
      <dgm:spPr/>
      <dgm:t>
        <a:bodyPr/>
        <a:lstStyle/>
        <a:p>
          <a:r>
            <a:rPr lang="en-US" dirty="0"/>
            <a:t>Reasoning</a:t>
          </a:r>
        </a:p>
      </dgm:t>
    </dgm:pt>
    <dgm:pt modelId="{9D6E4B30-BEF9-4AA1-9989-DEFA16404494}" type="parTrans" cxnId="{8EC394E7-24F3-4F48-A358-0260A6E4707E}">
      <dgm:prSet/>
      <dgm:spPr/>
      <dgm:t>
        <a:bodyPr/>
        <a:lstStyle/>
        <a:p>
          <a:endParaRPr lang="en-US"/>
        </a:p>
      </dgm:t>
    </dgm:pt>
    <dgm:pt modelId="{0870475E-1097-41C4-8037-E8ADD58E7F96}" type="sibTrans" cxnId="{8EC394E7-24F3-4F48-A358-0260A6E4707E}">
      <dgm:prSet/>
      <dgm:spPr/>
      <dgm:t>
        <a:bodyPr/>
        <a:lstStyle/>
        <a:p>
          <a:endParaRPr lang="en-US"/>
        </a:p>
      </dgm:t>
    </dgm:pt>
    <dgm:pt modelId="{354A54D6-037D-4AA8-B641-676FC40617F0}">
      <dgm:prSet/>
      <dgm:spPr/>
      <dgm:t>
        <a:bodyPr/>
        <a:lstStyle/>
        <a:p>
          <a:r>
            <a:rPr lang="en-US"/>
            <a:t>Include the rationale behind the court’s decision (its reasoning).</a:t>
          </a:r>
        </a:p>
      </dgm:t>
    </dgm:pt>
    <dgm:pt modelId="{D938F31D-6C28-411D-8C4A-AFDA47E499E3}" type="parTrans" cxnId="{6D000CAE-9B24-493F-9448-847E8F74338E}">
      <dgm:prSet/>
      <dgm:spPr/>
      <dgm:t>
        <a:bodyPr/>
        <a:lstStyle/>
        <a:p>
          <a:endParaRPr lang="en-US"/>
        </a:p>
      </dgm:t>
    </dgm:pt>
    <dgm:pt modelId="{338CDD6B-0143-4466-A777-04B770D8C09B}" type="sibTrans" cxnId="{6D000CAE-9B24-493F-9448-847E8F74338E}">
      <dgm:prSet/>
      <dgm:spPr/>
      <dgm:t>
        <a:bodyPr/>
        <a:lstStyle/>
        <a:p>
          <a:endParaRPr lang="en-US"/>
        </a:p>
      </dgm:t>
    </dgm:pt>
    <dgm:pt modelId="{CE10DAAD-1B09-4E47-AA44-044090C5CF90}">
      <dgm:prSet/>
      <dgm:spPr/>
      <dgm:t>
        <a:bodyPr/>
        <a:lstStyle/>
        <a:p>
          <a:r>
            <a:rPr lang="en-US" dirty="0"/>
            <a:t>Holding</a:t>
          </a:r>
        </a:p>
      </dgm:t>
    </dgm:pt>
    <dgm:pt modelId="{B86B5D8F-0654-4C4C-BB19-A4AAE7B531BC}" type="parTrans" cxnId="{5FAFD0EB-E7F2-45CE-B0B6-77DDA577D109}">
      <dgm:prSet/>
      <dgm:spPr/>
      <dgm:t>
        <a:bodyPr/>
        <a:lstStyle/>
        <a:p>
          <a:endParaRPr lang="en-US"/>
        </a:p>
      </dgm:t>
    </dgm:pt>
    <dgm:pt modelId="{2C05DF4E-C066-4D39-9F6F-4D4937CFF2D5}" type="sibTrans" cxnId="{5FAFD0EB-E7F2-45CE-B0B6-77DDA577D109}">
      <dgm:prSet/>
      <dgm:spPr/>
      <dgm:t>
        <a:bodyPr/>
        <a:lstStyle/>
        <a:p>
          <a:endParaRPr lang="en-US"/>
        </a:p>
      </dgm:t>
    </dgm:pt>
    <dgm:pt modelId="{A04A6457-D676-482B-A5D7-38A46962DBEC}">
      <dgm:prSet/>
      <dgm:spPr/>
      <dgm:t>
        <a:bodyPr/>
        <a:lstStyle/>
        <a:p>
          <a:r>
            <a:rPr lang="en-US"/>
            <a:t>Include the court’s ultimate decision in the case (its holding).</a:t>
          </a:r>
        </a:p>
      </dgm:t>
    </dgm:pt>
    <dgm:pt modelId="{66038FAE-9166-4567-8C91-FE3A5B67DA8F}" type="parTrans" cxnId="{238D5BEB-660C-4D0E-91F2-ADBBD5E998F3}">
      <dgm:prSet/>
      <dgm:spPr/>
      <dgm:t>
        <a:bodyPr/>
        <a:lstStyle/>
        <a:p>
          <a:endParaRPr lang="en-US"/>
        </a:p>
      </dgm:t>
    </dgm:pt>
    <dgm:pt modelId="{99C00EA1-D774-4BA3-8273-3CD9FBB8B3DE}" type="sibTrans" cxnId="{238D5BEB-660C-4D0E-91F2-ADBBD5E998F3}">
      <dgm:prSet/>
      <dgm:spPr/>
      <dgm:t>
        <a:bodyPr/>
        <a:lstStyle/>
        <a:p>
          <a:endParaRPr lang="en-US"/>
        </a:p>
      </dgm:t>
    </dgm:pt>
    <dgm:pt modelId="{268F3505-6F73-44E7-A23D-C10E68174F84}" type="pres">
      <dgm:prSet presAssocID="{E9F9399F-6808-4B00-ACC8-67CC81D62B81}" presName="Name0" presStyleCnt="0">
        <dgm:presLayoutVars>
          <dgm:dir/>
          <dgm:animLvl val="lvl"/>
          <dgm:resizeHandles val="exact"/>
        </dgm:presLayoutVars>
      </dgm:prSet>
      <dgm:spPr/>
    </dgm:pt>
    <dgm:pt modelId="{E2262541-F7A1-4CFC-AA77-3B9A2D54A24D}" type="pres">
      <dgm:prSet presAssocID="{6449FB07-1519-430A-925C-983B7C02E990}" presName="composite" presStyleCnt="0"/>
      <dgm:spPr/>
    </dgm:pt>
    <dgm:pt modelId="{59FCE7D0-8093-4E12-BE0B-1AE514CAC362}" type="pres">
      <dgm:prSet presAssocID="{6449FB07-1519-430A-925C-983B7C02E990}" presName="parTx" presStyleLbl="alignNode1" presStyleIdx="0" presStyleCnt="4">
        <dgm:presLayoutVars>
          <dgm:chMax val="0"/>
          <dgm:chPref val="0"/>
        </dgm:presLayoutVars>
      </dgm:prSet>
      <dgm:spPr/>
    </dgm:pt>
    <dgm:pt modelId="{7818BBEC-3194-48D4-9013-67C14EAE3443}" type="pres">
      <dgm:prSet presAssocID="{6449FB07-1519-430A-925C-983B7C02E990}" presName="desTx" presStyleLbl="alignAccFollowNode1" presStyleIdx="0" presStyleCnt="4">
        <dgm:presLayoutVars/>
      </dgm:prSet>
      <dgm:spPr/>
    </dgm:pt>
    <dgm:pt modelId="{BB39C337-696D-44DF-B9D2-EF5AB0516610}" type="pres">
      <dgm:prSet presAssocID="{97CDF4FD-8880-4464-8009-B953CBA7E77F}" presName="space" presStyleCnt="0"/>
      <dgm:spPr/>
    </dgm:pt>
    <dgm:pt modelId="{9D0C792E-A1EA-4542-83BE-19A9A7451228}" type="pres">
      <dgm:prSet presAssocID="{CE10DAAD-1B09-4E47-AA44-044090C5CF90}" presName="composite" presStyleCnt="0"/>
      <dgm:spPr/>
    </dgm:pt>
    <dgm:pt modelId="{B7418174-FF8F-4F38-9963-9C74402CA2D9}" type="pres">
      <dgm:prSet presAssocID="{CE10DAAD-1B09-4E47-AA44-044090C5CF90}" presName="parTx" presStyleLbl="alignNode1" presStyleIdx="1" presStyleCnt="4">
        <dgm:presLayoutVars>
          <dgm:chMax val="0"/>
          <dgm:chPref val="0"/>
        </dgm:presLayoutVars>
      </dgm:prSet>
      <dgm:spPr/>
    </dgm:pt>
    <dgm:pt modelId="{D14DA4A9-442C-4E5C-8C72-D00A37C41E29}" type="pres">
      <dgm:prSet presAssocID="{CE10DAAD-1B09-4E47-AA44-044090C5CF90}" presName="desTx" presStyleLbl="alignAccFollowNode1" presStyleIdx="1" presStyleCnt="4">
        <dgm:presLayoutVars/>
      </dgm:prSet>
      <dgm:spPr/>
    </dgm:pt>
    <dgm:pt modelId="{3C9F7DA8-2A57-4AD9-B623-81FAD5631E4D}" type="pres">
      <dgm:prSet presAssocID="{2C05DF4E-C066-4D39-9F6F-4D4937CFF2D5}" presName="space" presStyleCnt="0"/>
      <dgm:spPr/>
    </dgm:pt>
    <dgm:pt modelId="{00094008-38E7-4FDA-8375-24A634213DFF}" type="pres">
      <dgm:prSet presAssocID="{4E5107D6-9123-49E2-B632-8AEF1D11F319}" presName="composite" presStyleCnt="0"/>
      <dgm:spPr/>
    </dgm:pt>
    <dgm:pt modelId="{8E3E0EBB-FFDA-4FFF-86D6-5CABC22E6937}" type="pres">
      <dgm:prSet presAssocID="{4E5107D6-9123-49E2-B632-8AEF1D11F319}" presName="parTx" presStyleLbl="alignNode1" presStyleIdx="2" presStyleCnt="4">
        <dgm:presLayoutVars>
          <dgm:chMax val="0"/>
          <dgm:chPref val="0"/>
        </dgm:presLayoutVars>
      </dgm:prSet>
      <dgm:spPr/>
    </dgm:pt>
    <dgm:pt modelId="{C2CD17A8-3980-4EDA-A206-1A7F87DB3797}" type="pres">
      <dgm:prSet presAssocID="{4E5107D6-9123-49E2-B632-8AEF1D11F319}" presName="desTx" presStyleLbl="alignAccFollowNode1" presStyleIdx="2" presStyleCnt="4">
        <dgm:presLayoutVars/>
      </dgm:prSet>
      <dgm:spPr/>
    </dgm:pt>
    <dgm:pt modelId="{745E0496-0948-49B9-BE24-82BC00062137}" type="pres">
      <dgm:prSet presAssocID="{41C4E27D-273B-4B2A-AA3D-D8BBCFE33053}" presName="space" presStyleCnt="0"/>
      <dgm:spPr/>
    </dgm:pt>
    <dgm:pt modelId="{E534C0A5-AA80-4E4A-8D26-F92F1C359AD3}" type="pres">
      <dgm:prSet presAssocID="{3969EB4E-6EAC-4C49-A90B-964AB9E66EC7}" presName="composite" presStyleCnt="0"/>
      <dgm:spPr/>
    </dgm:pt>
    <dgm:pt modelId="{C80A1277-C284-4336-A517-1370FD39A881}" type="pres">
      <dgm:prSet presAssocID="{3969EB4E-6EAC-4C49-A90B-964AB9E66EC7}" presName="parTx" presStyleLbl="alignNode1" presStyleIdx="3" presStyleCnt="4">
        <dgm:presLayoutVars>
          <dgm:chMax val="0"/>
          <dgm:chPref val="0"/>
        </dgm:presLayoutVars>
      </dgm:prSet>
      <dgm:spPr/>
    </dgm:pt>
    <dgm:pt modelId="{492057CE-F4AE-41E6-A566-F380702B013D}" type="pres">
      <dgm:prSet presAssocID="{3969EB4E-6EAC-4C49-A90B-964AB9E66EC7}" presName="desTx" presStyleLbl="alignAccFollowNode1" presStyleIdx="3" presStyleCnt="4">
        <dgm:presLayoutVars/>
      </dgm:prSet>
      <dgm:spPr/>
    </dgm:pt>
  </dgm:ptLst>
  <dgm:cxnLst>
    <dgm:cxn modelId="{1DAFF10C-CC39-4D65-9AFA-2EBD31986E9A}" srcId="{4E5107D6-9123-49E2-B632-8AEF1D11F319}" destId="{4E38082E-120F-40D0-8CAB-79A42EA65AFB}" srcOrd="0" destOrd="0" parTransId="{1961FB17-98C9-4612-A503-D83EA0C91882}" sibTransId="{BF5E7ECA-2E3C-4481-80DD-601B4F825D42}"/>
    <dgm:cxn modelId="{F384581D-82B6-45E6-82FF-00FD516B9787}" type="presOf" srcId="{C0624E5B-7D50-479D-A9D6-E0EC75F0151C}" destId="{7818BBEC-3194-48D4-9013-67C14EAE3443}" srcOrd="0" destOrd="0" presId="urn:microsoft.com/office/officeart/2016/7/layout/HorizontalActionList"/>
    <dgm:cxn modelId="{84A00F24-DAD4-405E-91DC-9F578BCD783A}" type="presOf" srcId="{E9F9399F-6808-4B00-ACC8-67CC81D62B81}" destId="{268F3505-6F73-44E7-A23D-C10E68174F84}" srcOrd="0" destOrd="0" presId="urn:microsoft.com/office/officeart/2016/7/layout/HorizontalActionList"/>
    <dgm:cxn modelId="{EBEB7C2F-6CBB-409C-92EF-812216BA19B0}" srcId="{E9F9399F-6808-4B00-ACC8-67CC81D62B81}" destId="{4E5107D6-9123-49E2-B632-8AEF1D11F319}" srcOrd="2" destOrd="0" parTransId="{1658B4A1-DA34-4D1A-A347-15676BD25872}" sibTransId="{41C4E27D-273B-4B2A-AA3D-D8BBCFE33053}"/>
    <dgm:cxn modelId="{A4B3153D-0E1D-4E4F-B830-81873FD0AF72}" type="presOf" srcId="{A04A6457-D676-482B-A5D7-38A46962DBEC}" destId="{D14DA4A9-442C-4E5C-8C72-D00A37C41E29}" srcOrd="0" destOrd="0" presId="urn:microsoft.com/office/officeart/2016/7/layout/HorizontalActionList"/>
    <dgm:cxn modelId="{57F08E92-0C07-4E98-9EE3-2A714699A065}" type="presOf" srcId="{CE10DAAD-1B09-4E47-AA44-044090C5CF90}" destId="{B7418174-FF8F-4F38-9963-9C74402CA2D9}" srcOrd="0" destOrd="0" presId="urn:microsoft.com/office/officeart/2016/7/layout/HorizontalActionList"/>
    <dgm:cxn modelId="{BFDE1EA8-FF85-4A3E-8D95-BC869F119CF8}" srcId="{E9F9399F-6808-4B00-ACC8-67CC81D62B81}" destId="{6449FB07-1519-430A-925C-983B7C02E990}" srcOrd="0" destOrd="0" parTransId="{401B255D-6734-41B3-B829-3FCD28A4BE56}" sibTransId="{97CDF4FD-8880-4464-8009-B953CBA7E77F}"/>
    <dgm:cxn modelId="{6D000CAE-9B24-493F-9448-847E8F74338E}" srcId="{3969EB4E-6EAC-4C49-A90B-964AB9E66EC7}" destId="{354A54D6-037D-4AA8-B641-676FC40617F0}" srcOrd="0" destOrd="0" parTransId="{D938F31D-6C28-411D-8C4A-AFDA47E499E3}" sibTransId="{338CDD6B-0143-4466-A777-04B770D8C09B}"/>
    <dgm:cxn modelId="{8A2C2AB9-56F3-4C04-9106-434AE7D0CBCB}" srcId="{6449FB07-1519-430A-925C-983B7C02E990}" destId="{C0624E5B-7D50-479D-A9D6-E0EC75F0151C}" srcOrd="0" destOrd="0" parTransId="{AAEB4D8B-1EC9-462B-80F1-259D2C79B495}" sibTransId="{60D003CA-8C62-4B0F-A794-7A5232E02543}"/>
    <dgm:cxn modelId="{23310DBC-2B15-4DDA-8E6B-4BEE471AFFF7}" type="presOf" srcId="{4E38082E-120F-40D0-8CAB-79A42EA65AFB}" destId="{C2CD17A8-3980-4EDA-A206-1A7F87DB3797}" srcOrd="0" destOrd="0" presId="urn:microsoft.com/office/officeart/2016/7/layout/HorizontalActionList"/>
    <dgm:cxn modelId="{362D35D2-3CE6-4C69-82FF-C8DB722C01CB}" type="presOf" srcId="{4E5107D6-9123-49E2-B632-8AEF1D11F319}" destId="{8E3E0EBB-FFDA-4FFF-86D6-5CABC22E6937}" srcOrd="0" destOrd="0" presId="urn:microsoft.com/office/officeart/2016/7/layout/HorizontalActionList"/>
    <dgm:cxn modelId="{BD8ABFD5-25CD-421B-BAFA-FA2EE1324F36}" type="presOf" srcId="{6449FB07-1519-430A-925C-983B7C02E990}" destId="{59FCE7D0-8093-4E12-BE0B-1AE514CAC362}" srcOrd="0" destOrd="0" presId="urn:microsoft.com/office/officeart/2016/7/layout/HorizontalActionList"/>
    <dgm:cxn modelId="{DC5B25DF-8D2F-4221-9D4F-1326AA64C447}" type="presOf" srcId="{354A54D6-037D-4AA8-B641-676FC40617F0}" destId="{492057CE-F4AE-41E6-A566-F380702B013D}" srcOrd="0" destOrd="0" presId="urn:microsoft.com/office/officeart/2016/7/layout/HorizontalActionList"/>
    <dgm:cxn modelId="{8EC394E7-24F3-4F48-A358-0260A6E4707E}" srcId="{E9F9399F-6808-4B00-ACC8-67CC81D62B81}" destId="{3969EB4E-6EAC-4C49-A90B-964AB9E66EC7}" srcOrd="3" destOrd="0" parTransId="{9D6E4B30-BEF9-4AA1-9989-DEFA16404494}" sibTransId="{0870475E-1097-41C4-8037-E8ADD58E7F96}"/>
    <dgm:cxn modelId="{238D5BEB-660C-4D0E-91F2-ADBBD5E998F3}" srcId="{CE10DAAD-1B09-4E47-AA44-044090C5CF90}" destId="{A04A6457-D676-482B-A5D7-38A46962DBEC}" srcOrd="0" destOrd="0" parTransId="{66038FAE-9166-4567-8C91-FE3A5B67DA8F}" sibTransId="{99C00EA1-D774-4BA3-8273-3CD9FBB8B3DE}"/>
    <dgm:cxn modelId="{2C4B48EB-8FE2-42D3-A5F4-70BC249DCEE4}" type="presOf" srcId="{3969EB4E-6EAC-4C49-A90B-964AB9E66EC7}" destId="{C80A1277-C284-4336-A517-1370FD39A881}" srcOrd="0" destOrd="0" presId="urn:microsoft.com/office/officeart/2016/7/layout/HorizontalActionList"/>
    <dgm:cxn modelId="{5FAFD0EB-E7F2-45CE-B0B6-77DDA577D109}" srcId="{E9F9399F-6808-4B00-ACC8-67CC81D62B81}" destId="{CE10DAAD-1B09-4E47-AA44-044090C5CF90}" srcOrd="1" destOrd="0" parTransId="{B86B5D8F-0654-4C4C-BB19-A4AAE7B531BC}" sibTransId="{2C05DF4E-C066-4D39-9F6F-4D4937CFF2D5}"/>
    <dgm:cxn modelId="{3D59BA24-066F-4F48-9907-BCE3A3D79249}" type="presParOf" srcId="{268F3505-6F73-44E7-A23D-C10E68174F84}" destId="{E2262541-F7A1-4CFC-AA77-3B9A2D54A24D}" srcOrd="0" destOrd="0" presId="urn:microsoft.com/office/officeart/2016/7/layout/HorizontalActionList"/>
    <dgm:cxn modelId="{F5373D5C-5048-4E84-91FA-965CE3143AB3}" type="presParOf" srcId="{E2262541-F7A1-4CFC-AA77-3B9A2D54A24D}" destId="{59FCE7D0-8093-4E12-BE0B-1AE514CAC362}" srcOrd="0" destOrd="0" presId="urn:microsoft.com/office/officeart/2016/7/layout/HorizontalActionList"/>
    <dgm:cxn modelId="{C60D8878-93C0-45B7-BE43-B772A960367D}" type="presParOf" srcId="{E2262541-F7A1-4CFC-AA77-3B9A2D54A24D}" destId="{7818BBEC-3194-48D4-9013-67C14EAE3443}" srcOrd="1" destOrd="0" presId="urn:microsoft.com/office/officeart/2016/7/layout/HorizontalActionList"/>
    <dgm:cxn modelId="{0B0B1B66-30FA-4B66-977B-691283EC7D3E}" type="presParOf" srcId="{268F3505-6F73-44E7-A23D-C10E68174F84}" destId="{BB39C337-696D-44DF-B9D2-EF5AB0516610}" srcOrd="1" destOrd="0" presId="urn:microsoft.com/office/officeart/2016/7/layout/HorizontalActionList"/>
    <dgm:cxn modelId="{0965BFF5-8AF6-444F-800C-65C82A86AB1E}" type="presParOf" srcId="{268F3505-6F73-44E7-A23D-C10E68174F84}" destId="{9D0C792E-A1EA-4542-83BE-19A9A7451228}" srcOrd="2" destOrd="0" presId="urn:microsoft.com/office/officeart/2016/7/layout/HorizontalActionList"/>
    <dgm:cxn modelId="{E6A152AE-78E6-4BEF-A0CC-195294BA4EC8}" type="presParOf" srcId="{9D0C792E-A1EA-4542-83BE-19A9A7451228}" destId="{B7418174-FF8F-4F38-9963-9C74402CA2D9}" srcOrd="0" destOrd="0" presId="urn:microsoft.com/office/officeart/2016/7/layout/HorizontalActionList"/>
    <dgm:cxn modelId="{A4343453-F82C-40CA-BFCC-5880B5A21CB4}" type="presParOf" srcId="{9D0C792E-A1EA-4542-83BE-19A9A7451228}" destId="{D14DA4A9-442C-4E5C-8C72-D00A37C41E29}" srcOrd="1" destOrd="0" presId="urn:microsoft.com/office/officeart/2016/7/layout/HorizontalActionList"/>
    <dgm:cxn modelId="{7A1A1EB8-EFD7-4768-8AE0-D33B8569BB5A}" type="presParOf" srcId="{268F3505-6F73-44E7-A23D-C10E68174F84}" destId="{3C9F7DA8-2A57-4AD9-B623-81FAD5631E4D}" srcOrd="3" destOrd="0" presId="urn:microsoft.com/office/officeart/2016/7/layout/HorizontalActionList"/>
    <dgm:cxn modelId="{85B85323-5B02-4B87-BE4A-7CF282BFA67C}" type="presParOf" srcId="{268F3505-6F73-44E7-A23D-C10E68174F84}" destId="{00094008-38E7-4FDA-8375-24A634213DFF}" srcOrd="4" destOrd="0" presId="urn:microsoft.com/office/officeart/2016/7/layout/HorizontalActionList"/>
    <dgm:cxn modelId="{B8162248-B5CE-417A-8035-099859399388}" type="presParOf" srcId="{00094008-38E7-4FDA-8375-24A634213DFF}" destId="{8E3E0EBB-FFDA-4FFF-86D6-5CABC22E6937}" srcOrd="0" destOrd="0" presId="urn:microsoft.com/office/officeart/2016/7/layout/HorizontalActionList"/>
    <dgm:cxn modelId="{A1670CE7-F2B8-4F18-8644-C349F1DB7E1F}" type="presParOf" srcId="{00094008-38E7-4FDA-8375-24A634213DFF}" destId="{C2CD17A8-3980-4EDA-A206-1A7F87DB3797}" srcOrd="1" destOrd="0" presId="urn:microsoft.com/office/officeart/2016/7/layout/HorizontalActionList"/>
    <dgm:cxn modelId="{6BDABFBA-7E91-466C-8901-969E06615B4C}" type="presParOf" srcId="{268F3505-6F73-44E7-A23D-C10E68174F84}" destId="{745E0496-0948-49B9-BE24-82BC00062137}" srcOrd="5" destOrd="0" presId="urn:microsoft.com/office/officeart/2016/7/layout/HorizontalActionList"/>
    <dgm:cxn modelId="{9CAC4FC1-01E1-4D90-842E-1696C246F68F}" type="presParOf" srcId="{268F3505-6F73-44E7-A23D-C10E68174F84}" destId="{E534C0A5-AA80-4E4A-8D26-F92F1C359AD3}" srcOrd="6" destOrd="0" presId="urn:microsoft.com/office/officeart/2016/7/layout/HorizontalActionList"/>
    <dgm:cxn modelId="{8E1C9DD5-FD82-4027-A23A-CBB8DBECF655}" type="presParOf" srcId="{E534C0A5-AA80-4E4A-8D26-F92F1C359AD3}" destId="{C80A1277-C284-4336-A517-1370FD39A881}" srcOrd="0" destOrd="0" presId="urn:microsoft.com/office/officeart/2016/7/layout/HorizontalActionList"/>
    <dgm:cxn modelId="{F5F90FE2-02BD-46F2-8025-20592DB307C9}" type="presParOf" srcId="{E534C0A5-AA80-4E4A-8D26-F92F1C359AD3}" destId="{492057CE-F4AE-41E6-A566-F380702B013D}" srcOrd="1" destOrd="0" presId="urn:microsoft.com/office/officeart/2016/7/layout/Horizontal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C57722-1CE4-47A1-A669-269769F44237}">
      <dsp:nvSpPr>
        <dsp:cNvPr id="0" name=""/>
        <dsp:cNvSpPr/>
      </dsp:nvSpPr>
      <dsp:spPr>
        <a:xfrm>
          <a:off x="0" y="105023"/>
          <a:ext cx="6245265" cy="171054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dirty="0"/>
            <a:t>Topics of Exercises 3 and 5 of the ICWs</a:t>
          </a:r>
        </a:p>
      </dsp:txBody>
      <dsp:txXfrm>
        <a:off x="83502" y="188525"/>
        <a:ext cx="6078261" cy="1543536"/>
      </dsp:txXfrm>
    </dsp:sp>
    <dsp:sp modelId="{EEC55622-DDF9-47CF-8496-468F03E407B4}">
      <dsp:nvSpPr>
        <dsp:cNvPr id="0" name=""/>
        <dsp:cNvSpPr/>
      </dsp:nvSpPr>
      <dsp:spPr>
        <a:xfrm>
          <a:off x="0" y="1939403"/>
          <a:ext cx="6245265" cy="1710540"/>
        </a:xfrm>
        <a:prstGeom prst="roundRect">
          <a:avLst/>
        </a:prstGeom>
        <a:solidFill>
          <a:schemeClr val="accent2">
            <a:hueOff val="-8662909"/>
            <a:satOff val="7828"/>
            <a:lumOff val="88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a:t>More on Drafting the (R)ules</a:t>
          </a:r>
        </a:p>
      </dsp:txBody>
      <dsp:txXfrm>
        <a:off x="83502" y="2022905"/>
        <a:ext cx="6078261" cy="1543536"/>
      </dsp:txXfrm>
    </dsp:sp>
    <dsp:sp modelId="{7EC8BFA7-7131-4574-839A-5150777ACE7B}">
      <dsp:nvSpPr>
        <dsp:cNvPr id="0" name=""/>
        <dsp:cNvSpPr/>
      </dsp:nvSpPr>
      <dsp:spPr>
        <a:xfrm>
          <a:off x="0" y="3773783"/>
          <a:ext cx="6245265" cy="1710540"/>
        </a:xfrm>
        <a:prstGeom prst="roundRect">
          <a:avLst/>
        </a:prstGeom>
        <a:solidFill>
          <a:schemeClr val="accent2">
            <a:hueOff val="-17325818"/>
            <a:satOff val="15657"/>
            <a:lumOff val="176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dirty="0"/>
            <a:t>Drafting Case Illustrations (the E of CREAC)</a:t>
          </a:r>
        </a:p>
      </dsp:txBody>
      <dsp:txXfrm>
        <a:off x="83502" y="3857285"/>
        <a:ext cx="6078261" cy="15435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BE29B2-AB9B-4BF6-84EE-330C243A1D9B}">
      <dsp:nvSpPr>
        <dsp:cNvPr id="0" name=""/>
        <dsp:cNvSpPr/>
      </dsp:nvSpPr>
      <dsp:spPr>
        <a:xfrm>
          <a:off x="0" y="424400"/>
          <a:ext cx="6666833" cy="604800"/>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D523923-64D1-4188-9314-2CE43C48EB9C}">
      <dsp:nvSpPr>
        <dsp:cNvPr id="0" name=""/>
        <dsp:cNvSpPr/>
      </dsp:nvSpPr>
      <dsp:spPr>
        <a:xfrm>
          <a:off x="333341" y="70160"/>
          <a:ext cx="4666783" cy="7084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en-US" sz="2400" kern="1200" dirty="0"/>
            <a:t>Conclusion</a:t>
          </a:r>
        </a:p>
      </dsp:txBody>
      <dsp:txXfrm>
        <a:off x="367926" y="104745"/>
        <a:ext cx="4597613" cy="639310"/>
      </dsp:txXfrm>
    </dsp:sp>
    <dsp:sp modelId="{B0B12588-9F05-4FBD-A410-1DFAC8481130}">
      <dsp:nvSpPr>
        <dsp:cNvPr id="0" name=""/>
        <dsp:cNvSpPr/>
      </dsp:nvSpPr>
      <dsp:spPr>
        <a:xfrm>
          <a:off x="0" y="1513040"/>
          <a:ext cx="6666833" cy="604800"/>
        </a:xfrm>
        <a:prstGeom prst="rect">
          <a:avLst/>
        </a:prstGeom>
        <a:solidFill>
          <a:schemeClr val="lt1">
            <a:alpha val="90000"/>
            <a:hueOff val="0"/>
            <a:satOff val="0"/>
            <a:lumOff val="0"/>
            <a:alphaOff val="0"/>
          </a:schemeClr>
        </a:solidFill>
        <a:ln w="9525" cap="flat" cmpd="sng" algn="ctr">
          <a:solidFill>
            <a:schemeClr val="accent2">
              <a:hueOff val="-4331455"/>
              <a:satOff val="3914"/>
              <a:lumOff val="442"/>
              <a:alphaOff val="0"/>
            </a:schemeClr>
          </a:solidFill>
          <a:prstDash val="solid"/>
        </a:ln>
        <a:effectLst/>
      </dsp:spPr>
      <dsp:style>
        <a:lnRef idx="1">
          <a:scrgbClr r="0" g="0" b="0"/>
        </a:lnRef>
        <a:fillRef idx="1">
          <a:scrgbClr r="0" g="0" b="0"/>
        </a:fillRef>
        <a:effectRef idx="0">
          <a:scrgbClr r="0" g="0" b="0"/>
        </a:effectRef>
        <a:fontRef idx="minor"/>
      </dsp:style>
    </dsp:sp>
    <dsp:sp modelId="{4B0C63E1-293F-4612-ACD8-AC0F8469DD08}">
      <dsp:nvSpPr>
        <dsp:cNvPr id="0" name=""/>
        <dsp:cNvSpPr/>
      </dsp:nvSpPr>
      <dsp:spPr>
        <a:xfrm>
          <a:off x="333341" y="1158800"/>
          <a:ext cx="4666783" cy="708480"/>
        </a:xfrm>
        <a:prstGeom prst="roundRect">
          <a:avLst/>
        </a:prstGeom>
        <a:gradFill rotWithShape="0">
          <a:gsLst>
            <a:gs pos="0">
              <a:schemeClr val="accent2">
                <a:hueOff val="-4331455"/>
                <a:satOff val="3914"/>
                <a:lumOff val="442"/>
                <a:alphaOff val="0"/>
                <a:shade val="51000"/>
                <a:satMod val="130000"/>
              </a:schemeClr>
            </a:gs>
            <a:gs pos="80000">
              <a:schemeClr val="accent2">
                <a:hueOff val="-4331455"/>
                <a:satOff val="3914"/>
                <a:lumOff val="442"/>
                <a:alphaOff val="0"/>
                <a:shade val="93000"/>
                <a:satMod val="130000"/>
              </a:schemeClr>
            </a:gs>
            <a:gs pos="100000">
              <a:schemeClr val="accent2">
                <a:hueOff val="-4331455"/>
                <a:satOff val="3914"/>
                <a:lumOff val="442"/>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en-US" sz="2400" kern="1200" dirty="0"/>
            <a:t>Rules</a:t>
          </a:r>
        </a:p>
      </dsp:txBody>
      <dsp:txXfrm>
        <a:off x="367926" y="1193385"/>
        <a:ext cx="4597613" cy="639310"/>
      </dsp:txXfrm>
    </dsp:sp>
    <dsp:sp modelId="{0F3564C2-F261-4DE5-9F88-5A24FF1CDF66}">
      <dsp:nvSpPr>
        <dsp:cNvPr id="0" name=""/>
        <dsp:cNvSpPr/>
      </dsp:nvSpPr>
      <dsp:spPr>
        <a:xfrm>
          <a:off x="0" y="2601680"/>
          <a:ext cx="6666833" cy="604800"/>
        </a:xfrm>
        <a:prstGeom prst="rect">
          <a:avLst/>
        </a:prstGeom>
        <a:solidFill>
          <a:schemeClr val="lt1">
            <a:alpha val="90000"/>
            <a:hueOff val="0"/>
            <a:satOff val="0"/>
            <a:lumOff val="0"/>
            <a:alphaOff val="0"/>
          </a:schemeClr>
        </a:solidFill>
        <a:ln w="9525" cap="flat" cmpd="sng" algn="ctr">
          <a:solidFill>
            <a:schemeClr val="accent2">
              <a:hueOff val="-8662909"/>
              <a:satOff val="7828"/>
              <a:lumOff val="884"/>
              <a:alphaOff val="0"/>
            </a:schemeClr>
          </a:solidFill>
          <a:prstDash val="solid"/>
        </a:ln>
        <a:effectLst/>
      </dsp:spPr>
      <dsp:style>
        <a:lnRef idx="1">
          <a:scrgbClr r="0" g="0" b="0"/>
        </a:lnRef>
        <a:fillRef idx="1">
          <a:scrgbClr r="0" g="0" b="0"/>
        </a:fillRef>
        <a:effectRef idx="0">
          <a:scrgbClr r="0" g="0" b="0"/>
        </a:effectRef>
        <a:fontRef idx="minor"/>
      </dsp:style>
    </dsp:sp>
    <dsp:sp modelId="{83159E28-BE24-472A-8C24-FD1262F40EF5}">
      <dsp:nvSpPr>
        <dsp:cNvPr id="0" name=""/>
        <dsp:cNvSpPr/>
      </dsp:nvSpPr>
      <dsp:spPr>
        <a:xfrm>
          <a:off x="333341" y="2247440"/>
          <a:ext cx="4666783" cy="708480"/>
        </a:xfrm>
        <a:prstGeom prst="roundRect">
          <a:avLst/>
        </a:prstGeom>
        <a:gradFill rotWithShape="0">
          <a:gsLst>
            <a:gs pos="0">
              <a:schemeClr val="accent2">
                <a:hueOff val="-8662909"/>
                <a:satOff val="7828"/>
                <a:lumOff val="884"/>
                <a:alphaOff val="0"/>
                <a:shade val="51000"/>
                <a:satMod val="130000"/>
              </a:schemeClr>
            </a:gs>
            <a:gs pos="80000">
              <a:schemeClr val="accent2">
                <a:hueOff val="-8662909"/>
                <a:satOff val="7828"/>
                <a:lumOff val="884"/>
                <a:alphaOff val="0"/>
                <a:shade val="93000"/>
                <a:satMod val="130000"/>
              </a:schemeClr>
            </a:gs>
            <a:gs pos="100000">
              <a:schemeClr val="accent2">
                <a:hueOff val="-8662909"/>
                <a:satOff val="7828"/>
                <a:lumOff val="884"/>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en-US" sz="2400" kern="1200" dirty="0"/>
            <a:t>Explanation (Case Illustrations) </a:t>
          </a:r>
        </a:p>
      </dsp:txBody>
      <dsp:txXfrm>
        <a:off x="367926" y="2282025"/>
        <a:ext cx="4597613" cy="639310"/>
      </dsp:txXfrm>
    </dsp:sp>
    <dsp:sp modelId="{4A0898FA-B1DE-4EE9-A8E6-6DA1490938A2}">
      <dsp:nvSpPr>
        <dsp:cNvPr id="0" name=""/>
        <dsp:cNvSpPr/>
      </dsp:nvSpPr>
      <dsp:spPr>
        <a:xfrm>
          <a:off x="0" y="3690319"/>
          <a:ext cx="6666833" cy="604800"/>
        </a:xfrm>
        <a:prstGeom prst="rect">
          <a:avLst/>
        </a:prstGeom>
        <a:solidFill>
          <a:schemeClr val="lt1">
            <a:alpha val="90000"/>
            <a:hueOff val="0"/>
            <a:satOff val="0"/>
            <a:lumOff val="0"/>
            <a:alphaOff val="0"/>
          </a:schemeClr>
        </a:solidFill>
        <a:ln w="9525" cap="flat" cmpd="sng" algn="ctr">
          <a:solidFill>
            <a:schemeClr val="accent2">
              <a:hueOff val="-12994363"/>
              <a:satOff val="11743"/>
              <a:lumOff val="1326"/>
              <a:alphaOff val="0"/>
            </a:schemeClr>
          </a:solidFill>
          <a:prstDash val="solid"/>
        </a:ln>
        <a:effectLst/>
      </dsp:spPr>
      <dsp:style>
        <a:lnRef idx="1">
          <a:scrgbClr r="0" g="0" b="0"/>
        </a:lnRef>
        <a:fillRef idx="1">
          <a:scrgbClr r="0" g="0" b="0"/>
        </a:fillRef>
        <a:effectRef idx="0">
          <a:scrgbClr r="0" g="0" b="0"/>
        </a:effectRef>
        <a:fontRef idx="minor"/>
      </dsp:style>
    </dsp:sp>
    <dsp:sp modelId="{506350D5-D25A-437E-A6AE-E281776981E8}">
      <dsp:nvSpPr>
        <dsp:cNvPr id="0" name=""/>
        <dsp:cNvSpPr/>
      </dsp:nvSpPr>
      <dsp:spPr>
        <a:xfrm>
          <a:off x="333341" y="3336080"/>
          <a:ext cx="4666783" cy="708480"/>
        </a:xfrm>
        <a:prstGeom prst="roundRect">
          <a:avLst/>
        </a:prstGeom>
        <a:gradFill rotWithShape="0">
          <a:gsLst>
            <a:gs pos="0">
              <a:schemeClr val="accent2">
                <a:hueOff val="-12994363"/>
                <a:satOff val="11743"/>
                <a:lumOff val="1326"/>
                <a:alphaOff val="0"/>
                <a:shade val="51000"/>
                <a:satMod val="130000"/>
              </a:schemeClr>
            </a:gs>
            <a:gs pos="80000">
              <a:schemeClr val="accent2">
                <a:hueOff val="-12994363"/>
                <a:satOff val="11743"/>
                <a:lumOff val="1326"/>
                <a:alphaOff val="0"/>
                <a:shade val="93000"/>
                <a:satMod val="130000"/>
              </a:schemeClr>
            </a:gs>
            <a:gs pos="100000">
              <a:schemeClr val="accent2">
                <a:hueOff val="-12994363"/>
                <a:satOff val="11743"/>
                <a:lumOff val="132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en-US" sz="2400" kern="1200" dirty="0"/>
            <a:t>Application</a:t>
          </a:r>
        </a:p>
      </dsp:txBody>
      <dsp:txXfrm>
        <a:off x="367926" y="3370665"/>
        <a:ext cx="4597613" cy="639310"/>
      </dsp:txXfrm>
    </dsp:sp>
    <dsp:sp modelId="{7DE3C6E0-C791-4FC9-84B1-D4C9CD7E8771}">
      <dsp:nvSpPr>
        <dsp:cNvPr id="0" name=""/>
        <dsp:cNvSpPr/>
      </dsp:nvSpPr>
      <dsp:spPr>
        <a:xfrm>
          <a:off x="0" y="4778959"/>
          <a:ext cx="6666833" cy="604800"/>
        </a:xfrm>
        <a:prstGeom prst="rect">
          <a:avLst/>
        </a:prstGeom>
        <a:solidFill>
          <a:schemeClr val="lt1">
            <a:alpha val="90000"/>
            <a:hueOff val="0"/>
            <a:satOff val="0"/>
            <a:lumOff val="0"/>
            <a:alphaOff val="0"/>
          </a:schemeClr>
        </a:solidFill>
        <a:ln w="9525" cap="flat" cmpd="sng" algn="ctr">
          <a:solidFill>
            <a:schemeClr val="accent2">
              <a:hueOff val="-17325818"/>
              <a:satOff val="15657"/>
              <a:lumOff val="1768"/>
              <a:alphaOff val="0"/>
            </a:schemeClr>
          </a:solidFill>
          <a:prstDash val="solid"/>
        </a:ln>
        <a:effectLst/>
      </dsp:spPr>
      <dsp:style>
        <a:lnRef idx="1">
          <a:scrgbClr r="0" g="0" b="0"/>
        </a:lnRef>
        <a:fillRef idx="1">
          <a:scrgbClr r="0" g="0" b="0"/>
        </a:fillRef>
        <a:effectRef idx="0">
          <a:scrgbClr r="0" g="0" b="0"/>
        </a:effectRef>
        <a:fontRef idx="minor"/>
      </dsp:style>
    </dsp:sp>
    <dsp:sp modelId="{CF05F306-C819-4D56-A1D3-471108E957B0}">
      <dsp:nvSpPr>
        <dsp:cNvPr id="0" name=""/>
        <dsp:cNvSpPr/>
      </dsp:nvSpPr>
      <dsp:spPr>
        <a:xfrm>
          <a:off x="333341" y="4424719"/>
          <a:ext cx="4666783" cy="708480"/>
        </a:xfrm>
        <a:prstGeom prst="roundRect">
          <a:avLst/>
        </a:prstGeom>
        <a:gradFill rotWithShape="0">
          <a:gsLst>
            <a:gs pos="0">
              <a:schemeClr val="accent2">
                <a:hueOff val="-17325818"/>
                <a:satOff val="15657"/>
                <a:lumOff val="1768"/>
                <a:alphaOff val="0"/>
                <a:shade val="51000"/>
                <a:satMod val="130000"/>
              </a:schemeClr>
            </a:gs>
            <a:gs pos="80000">
              <a:schemeClr val="accent2">
                <a:hueOff val="-17325818"/>
                <a:satOff val="15657"/>
                <a:lumOff val="1768"/>
                <a:alphaOff val="0"/>
                <a:shade val="93000"/>
                <a:satMod val="130000"/>
              </a:schemeClr>
            </a:gs>
            <a:gs pos="100000">
              <a:schemeClr val="accent2">
                <a:hueOff val="-17325818"/>
                <a:satOff val="15657"/>
                <a:lumOff val="176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en-US" sz="2400" kern="1200" dirty="0"/>
            <a:t>Conclusion</a:t>
          </a:r>
        </a:p>
      </dsp:txBody>
      <dsp:txXfrm>
        <a:off x="367926" y="4459304"/>
        <a:ext cx="4597613" cy="6393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FCE7D0-8093-4E12-BE0B-1AE514CAC362}">
      <dsp:nvSpPr>
        <dsp:cNvPr id="0" name=""/>
        <dsp:cNvSpPr/>
      </dsp:nvSpPr>
      <dsp:spPr>
        <a:xfrm>
          <a:off x="8743" y="243432"/>
          <a:ext cx="2646664" cy="793999"/>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145" tIns="209145" rIns="209145" bIns="209145" numCol="1" spcCol="1270" anchor="ctr" anchorCtr="0">
          <a:noAutofit/>
        </a:bodyPr>
        <a:lstStyle/>
        <a:p>
          <a:pPr marL="0" lvl="0" indent="0" algn="ctr" defTabSz="1155700">
            <a:lnSpc>
              <a:spcPct val="90000"/>
            </a:lnSpc>
            <a:spcBef>
              <a:spcPct val="0"/>
            </a:spcBef>
            <a:spcAft>
              <a:spcPct val="35000"/>
            </a:spcAft>
            <a:buNone/>
          </a:pPr>
          <a:r>
            <a:rPr lang="en-US" sz="2600" kern="1200" dirty="0"/>
            <a:t>Thesis</a:t>
          </a:r>
        </a:p>
      </dsp:txBody>
      <dsp:txXfrm>
        <a:off x="8743" y="243432"/>
        <a:ext cx="2646664" cy="793999"/>
      </dsp:txXfrm>
    </dsp:sp>
    <dsp:sp modelId="{7818BBEC-3194-48D4-9013-67C14EAE3443}">
      <dsp:nvSpPr>
        <dsp:cNvPr id="0" name=""/>
        <dsp:cNvSpPr/>
      </dsp:nvSpPr>
      <dsp:spPr>
        <a:xfrm>
          <a:off x="8743" y="1037431"/>
          <a:ext cx="2646664" cy="2408540"/>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1432" tIns="261432" rIns="261432" bIns="261432" numCol="1" spcCol="1270" anchor="t" anchorCtr="0">
          <a:noAutofit/>
        </a:bodyPr>
        <a:lstStyle/>
        <a:p>
          <a:pPr marL="0" lvl="0" indent="0" algn="l" defTabSz="844550">
            <a:lnSpc>
              <a:spcPct val="90000"/>
            </a:lnSpc>
            <a:spcBef>
              <a:spcPct val="0"/>
            </a:spcBef>
            <a:spcAft>
              <a:spcPct val="35000"/>
            </a:spcAft>
            <a:buNone/>
          </a:pPr>
          <a:r>
            <a:rPr lang="en-US" sz="1900" kern="1200"/>
            <a:t>Start with a thesis sentence (an intro-conclusion to give context).</a:t>
          </a:r>
        </a:p>
      </dsp:txBody>
      <dsp:txXfrm>
        <a:off x="8743" y="1037431"/>
        <a:ext cx="2646664" cy="2408540"/>
      </dsp:txXfrm>
    </dsp:sp>
    <dsp:sp modelId="{B7418174-FF8F-4F38-9963-9C74402CA2D9}">
      <dsp:nvSpPr>
        <dsp:cNvPr id="0" name=""/>
        <dsp:cNvSpPr/>
      </dsp:nvSpPr>
      <dsp:spPr>
        <a:xfrm>
          <a:off x="2763302" y="243432"/>
          <a:ext cx="2646664" cy="793999"/>
        </a:xfrm>
        <a:prstGeom prst="rect">
          <a:avLst/>
        </a:prstGeom>
        <a:solidFill>
          <a:schemeClr val="accent2">
            <a:hueOff val="-5775273"/>
            <a:satOff val="5219"/>
            <a:lumOff val="589"/>
            <a:alphaOff val="0"/>
          </a:schemeClr>
        </a:solidFill>
        <a:ln w="25400" cap="flat" cmpd="sng" algn="ctr">
          <a:solidFill>
            <a:schemeClr val="accent2">
              <a:hueOff val="-5775273"/>
              <a:satOff val="5219"/>
              <a:lumOff val="58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145" tIns="209145" rIns="209145" bIns="209145" numCol="1" spcCol="1270" anchor="ctr" anchorCtr="0">
          <a:noAutofit/>
        </a:bodyPr>
        <a:lstStyle/>
        <a:p>
          <a:pPr marL="0" lvl="0" indent="0" algn="ctr" defTabSz="1155700">
            <a:lnSpc>
              <a:spcPct val="90000"/>
            </a:lnSpc>
            <a:spcBef>
              <a:spcPct val="0"/>
            </a:spcBef>
            <a:spcAft>
              <a:spcPct val="35000"/>
            </a:spcAft>
            <a:buNone/>
          </a:pPr>
          <a:r>
            <a:rPr lang="en-US" sz="2600" kern="1200" dirty="0"/>
            <a:t>Holding</a:t>
          </a:r>
        </a:p>
      </dsp:txBody>
      <dsp:txXfrm>
        <a:off x="2763302" y="243432"/>
        <a:ext cx="2646664" cy="793999"/>
      </dsp:txXfrm>
    </dsp:sp>
    <dsp:sp modelId="{D14DA4A9-442C-4E5C-8C72-D00A37C41E29}">
      <dsp:nvSpPr>
        <dsp:cNvPr id="0" name=""/>
        <dsp:cNvSpPr/>
      </dsp:nvSpPr>
      <dsp:spPr>
        <a:xfrm>
          <a:off x="2763302" y="1037431"/>
          <a:ext cx="2646664" cy="2408540"/>
        </a:xfrm>
        <a:prstGeom prst="rect">
          <a:avLst/>
        </a:prstGeom>
        <a:solidFill>
          <a:schemeClr val="accent2">
            <a:tint val="40000"/>
            <a:alpha val="90000"/>
            <a:hueOff val="-6273853"/>
            <a:satOff val="8619"/>
            <a:lumOff val="487"/>
            <a:alphaOff val="0"/>
          </a:schemeClr>
        </a:solidFill>
        <a:ln w="25400" cap="flat" cmpd="sng" algn="ctr">
          <a:solidFill>
            <a:schemeClr val="accent2">
              <a:tint val="40000"/>
              <a:alpha val="90000"/>
              <a:hueOff val="-6273853"/>
              <a:satOff val="8619"/>
              <a:lumOff val="48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1432" tIns="261432" rIns="261432" bIns="261432" numCol="1" spcCol="1270" anchor="t" anchorCtr="0">
          <a:noAutofit/>
        </a:bodyPr>
        <a:lstStyle/>
        <a:p>
          <a:pPr marL="0" lvl="0" indent="0" algn="l" defTabSz="844550">
            <a:lnSpc>
              <a:spcPct val="90000"/>
            </a:lnSpc>
            <a:spcBef>
              <a:spcPct val="0"/>
            </a:spcBef>
            <a:spcAft>
              <a:spcPct val="35000"/>
            </a:spcAft>
            <a:buNone/>
          </a:pPr>
          <a:r>
            <a:rPr lang="en-US" sz="1900" kern="1200"/>
            <a:t>Include the court’s ultimate decision in the case (its holding).</a:t>
          </a:r>
        </a:p>
      </dsp:txBody>
      <dsp:txXfrm>
        <a:off x="2763302" y="1037431"/>
        <a:ext cx="2646664" cy="2408540"/>
      </dsp:txXfrm>
    </dsp:sp>
    <dsp:sp modelId="{8E3E0EBB-FFDA-4FFF-86D6-5CABC22E6937}">
      <dsp:nvSpPr>
        <dsp:cNvPr id="0" name=""/>
        <dsp:cNvSpPr/>
      </dsp:nvSpPr>
      <dsp:spPr>
        <a:xfrm>
          <a:off x="5517861" y="243432"/>
          <a:ext cx="2646664" cy="793999"/>
        </a:xfrm>
        <a:prstGeom prst="rect">
          <a:avLst/>
        </a:prstGeom>
        <a:solidFill>
          <a:schemeClr val="accent2">
            <a:hueOff val="-11550546"/>
            <a:satOff val="10438"/>
            <a:lumOff val="1179"/>
            <a:alphaOff val="0"/>
          </a:schemeClr>
        </a:solidFill>
        <a:ln w="25400" cap="flat" cmpd="sng" algn="ctr">
          <a:solidFill>
            <a:schemeClr val="accent2">
              <a:hueOff val="-11550546"/>
              <a:satOff val="10438"/>
              <a:lumOff val="117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145" tIns="209145" rIns="209145" bIns="209145" numCol="1" spcCol="1270" anchor="ctr" anchorCtr="0">
          <a:noAutofit/>
        </a:bodyPr>
        <a:lstStyle/>
        <a:p>
          <a:pPr marL="0" lvl="0" indent="0" algn="ctr" defTabSz="1155700">
            <a:lnSpc>
              <a:spcPct val="90000"/>
            </a:lnSpc>
            <a:spcBef>
              <a:spcPct val="0"/>
            </a:spcBef>
            <a:spcAft>
              <a:spcPct val="35000"/>
            </a:spcAft>
            <a:buNone/>
          </a:pPr>
          <a:r>
            <a:rPr lang="en-US" sz="2600" kern="1200" dirty="0"/>
            <a:t>Critical Facts</a:t>
          </a:r>
        </a:p>
      </dsp:txBody>
      <dsp:txXfrm>
        <a:off x="5517861" y="243432"/>
        <a:ext cx="2646664" cy="793999"/>
      </dsp:txXfrm>
    </dsp:sp>
    <dsp:sp modelId="{C2CD17A8-3980-4EDA-A206-1A7F87DB3797}">
      <dsp:nvSpPr>
        <dsp:cNvPr id="0" name=""/>
        <dsp:cNvSpPr/>
      </dsp:nvSpPr>
      <dsp:spPr>
        <a:xfrm>
          <a:off x="5517861" y="1037431"/>
          <a:ext cx="2646664" cy="2408540"/>
        </a:xfrm>
        <a:prstGeom prst="rect">
          <a:avLst/>
        </a:prstGeom>
        <a:solidFill>
          <a:schemeClr val="accent2">
            <a:tint val="40000"/>
            <a:alpha val="90000"/>
            <a:hueOff val="-12547705"/>
            <a:satOff val="17238"/>
            <a:lumOff val="974"/>
            <a:alphaOff val="0"/>
          </a:schemeClr>
        </a:solidFill>
        <a:ln w="25400" cap="flat" cmpd="sng" algn="ctr">
          <a:solidFill>
            <a:schemeClr val="accent2">
              <a:tint val="40000"/>
              <a:alpha val="90000"/>
              <a:hueOff val="-12547705"/>
              <a:satOff val="17238"/>
              <a:lumOff val="97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1432" tIns="261432" rIns="261432" bIns="261432" numCol="1" spcCol="1270" anchor="t" anchorCtr="0">
          <a:noAutofit/>
        </a:bodyPr>
        <a:lstStyle/>
        <a:p>
          <a:pPr marL="0" lvl="0" indent="0" algn="l" defTabSz="844550">
            <a:lnSpc>
              <a:spcPct val="90000"/>
            </a:lnSpc>
            <a:spcBef>
              <a:spcPct val="0"/>
            </a:spcBef>
            <a:spcAft>
              <a:spcPct val="35000"/>
            </a:spcAft>
            <a:buNone/>
          </a:pPr>
          <a:r>
            <a:rPr lang="en-US" sz="1900" kern="1200"/>
            <a:t>Assume your reader has never read the case; tell them what happened (the story). Focus on the the legally significant facts.</a:t>
          </a:r>
        </a:p>
      </dsp:txBody>
      <dsp:txXfrm>
        <a:off x="5517861" y="1037431"/>
        <a:ext cx="2646664" cy="2408540"/>
      </dsp:txXfrm>
    </dsp:sp>
    <dsp:sp modelId="{C80A1277-C284-4336-A517-1370FD39A881}">
      <dsp:nvSpPr>
        <dsp:cNvPr id="0" name=""/>
        <dsp:cNvSpPr/>
      </dsp:nvSpPr>
      <dsp:spPr>
        <a:xfrm>
          <a:off x="8272420" y="243432"/>
          <a:ext cx="2646664" cy="793999"/>
        </a:xfrm>
        <a:prstGeom prst="rect">
          <a:avLst/>
        </a:prstGeom>
        <a:solidFill>
          <a:schemeClr val="accent2">
            <a:hueOff val="-17325818"/>
            <a:satOff val="15657"/>
            <a:lumOff val="1768"/>
            <a:alphaOff val="0"/>
          </a:schemeClr>
        </a:solidFill>
        <a:ln w="25400" cap="flat" cmpd="sng" algn="ctr">
          <a:solidFill>
            <a:schemeClr val="accent2">
              <a:hueOff val="-17325818"/>
              <a:satOff val="15657"/>
              <a:lumOff val="176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145" tIns="209145" rIns="209145" bIns="209145" numCol="1" spcCol="1270" anchor="ctr" anchorCtr="0">
          <a:noAutofit/>
        </a:bodyPr>
        <a:lstStyle/>
        <a:p>
          <a:pPr marL="0" lvl="0" indent="0" algn="ctr" defTabSz="1155700">
            <a:lnSpc>
              <a:spcPct val="90000"/>
            </a:lnSpc>
            <a:spcBef>
              <a:spcPct val="0"/>
            </a:spcBef>
            <a:spcAft>
              <a:spcPct val="35000"/>
            </a:spcAft>
            <a:buNone/>
          </a:pPr>
          <a:r>
            <a:rPr lang="en-US" sz="2600" kern="1200" dirty="0"/>
            <a:t>Reasoning</a:t>
          </a:r>
        </a:p>
      </dsp:txBody>
      <dsp:txXfrm>
        <a:off x="8272420" y="243432"/>
        <a:ext cx="2646664" cy="793999"/>
      </dsp:txXfrm>
    </dsp:sp>
    <dsp:sp modelId="{492057CE-F4AE-41E6-A566-F380702B013D}">
      <dsp:nvSpPr>
        <dsp:cNvPr id="0" name=""/>
        <dsp:cNvSpPr/>
      </dsp:nvSpPr>
      <dsp:spPr>
        <a:xfrm>
          <a:off x="8272420" y="1037431"/>
          <a:ext cx="2646664" cy="2408540"/>
        </a:xfrm>
        <a:prstGeom prst="rect">
          <a:avLst/>
        </a:prstGeom>
        <a:solidFill>
          <a:schemeClr val="accent2">
            <a:tint val="40000"/>
            <a:alpha val="90000"/>
            <a:hueOff val="-18821558"/>
            <a:satOff val="25857"/>
            <a:lumOff val="1461"/>
            <a:alphaOff val="0"/>
          </a:schemeClr>
        </a:solidFill>
        <a:ln w="25400" cap="flat" cmpd="sng" algn="ctr">
          <a:solidFill>
            <a:schemeClr val="accent2">
              <a:tint val="40000"/>
              <a:alpha val="90000"/>
              <a:hueOff val="-18821558"/>
              <a:satOff val="25857"/>
              <a:lumOff val="14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1432" tIns="261432" rIns="261432" bIns="261432" numCol="1" spcCol="1270" anchor="t" anchorCtr="0">
          <a:noAutofit/>
        </a:bodyPr>
        <a:lstStyle/>
        <a:p>
          <a:pPr marL="0" lvl="0" indent="0" algn="l" defTabSz="844550">
            <a:lnSpc>
              <a:spcPct val="90000"/>
            </a:lnSpc>
            <a:spcBef>
              <a:spcPct val="0"/>
            </a:spcBef>
            <a:spcAft>
              <a:spcPct val="35000"/>
            </a:spcAft>
            <a:buNone/>
          </a:pPr>
          <a:r>
            <a:rPr lang="en-US" sz="1900" kern="1200"/>
            <a:t>Include the rationale behind the court’s decision (its reasoning).</a:t>
          </a:r>
        </a:p>
      </dsp:txBody>
      <dsp:txXfrm>
        <a:off x="8272420" y="1037431"/>
        <a:ext cx="2646664" cy="24085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2">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BB3D5203-1EF6-D747-B180-194E1CC7A2A0}" type="datetimeFigureOut">
              <a:rPr lang="en-US" smtClean="0"/>
              <a:t>9/10/2026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52AD4332-1E5C-E843-A6B1-0C80D4F41A78}" type="slidenum">
              <a:rPr lang="en-US" smtClean="0"/>
              <a:t>‹#›</a:t>
            </a:fld>
            <a:endParaRPr lang="en-US"/>
          </a:p>
        </p:txBody>
      </p:sp>
    </p:spTree>
    <p:extLst>
      <p:ext uri="{BB962C8B-B14F-4D97-AF65-F5344CB8AC3E}">
        <p14:creationId xmlns:p14="http://schemas.microsoft.com/office/powerpoint/2010/main" val="2898238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defTabSz="931774">
              <a:defRPr/>
            </a:pPr>
            <a:fld id="{6BFE57EA-13D6-424E-9A71-65FFABB373D4}" type="slidenum">
              <a:rPr lang="en-US">
                <a:solidFill>
                  <a:prstClr val="black"/>
                </a:solidFill>
                <a:latin typeface="Aptos" panose="02110004020202020204"/>
              </a:rPr>
              <a:pPr defTabSz="931774">
                <a:defRPr/>
              </a:pPr>
              <a:t>5</a:t>
            </a:fld>
            <a:endParaRPr lang="en-US">
              <a:solidFill>
                <a:prstClr val="black"/>
              </a:solidFill>
              <a:latin typeface="Aptos" panose="02110004020202020204"/>
            </a:endParaRPr>
          </a:p>
        </p:txBody>
      </p:sp>
    </p:spTree>
    <p:extLst>
      <p:ext uri="{BB962C8B-B14F-4D97-AF65-F5344CB8AC3E}">
        <p14:creationId xmlns:p14="http://schemas.microsoft.com/office/powerpoint/2010/main" val="2876569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ＭＳ Ｐゴシック" pitchFamily="34" charset="-128"/>
            </a:endParaRPr>
          </a:p>
        </p:txBody>
      </p:sp>
      <p:sp>
        <p:nvSpPr>
          <p:cNvPr id="27652"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spcBef>
                <a:spcPct val="30000"/>
              </a:spcBef>
              <a:defRPr sz="1100">
                <a:solidFill>
                  <a:schemeClr val="tx1"/>
                </a:solidFill>
                <a:latin typeface="Calibri" pitchFamily="34" charset="0"/>
                <a:ea typeface="ＭＳ Ｐゴシック" pitchFamily="34" charset="-128"/>
              </a:defRPr>
            </a:lvl1pPr>
            <a:lvl2pPr marL="757066" indent="-291179" eaLnBrk="0" hangingPunct="0">
              <a:spcBef>
                <a:spcPct val="30000"/>
              </a:spcBef>
              <a:defRPr sz="1200">
                <a:solidFill>
                  <a:schemeClr val="tx1"/>
                </a:solidFill>
                <a:latin typeface="Calibri" pitchFamily="34" charset="0"/>
                <a:ea typeface="ＭＳ Ｐゴシック" pitchFamily="34" charset="-128"/>
              </a:defRPr>
            </a:lvl2pPr>
            <a:lvl3pPr marL="1164717" indent="-232943" eaLnBrk="0" hangingPunct="0">
              <a:spcBef>
                <a:spcPct val="30000"/>
              </a:spcBef>
              <a:defRPr sz="1200">
                <a:solidFill>
                  <a:schemeClr val="tx1"/>
                </a:solidFill>
                <a:latin typeface="Calibri" pitchFamily="34" charset="0"/>
                <a:ea typeface="ＭＳ Ｐゴシック" pitchFamily="34" charset="-128"/>
              </a:defRPr>
            </a:lvl3pPr>
            <a:lvl4pPr marL="1630604" indent="-232943" eaLnBrk="0" hangingPunct="0">
              <a:spcBef>
                <a:spcPct val="30000"/>
              </a:spcBef>
              <a:defRPr sz="1200">
                <a:solidFill>
                  <a:schemeClr val="tx1"/>
                </a:solidFill>
                <a:latin typeface="Calibri" pitchFamily="34" charset="0"/>
                <a:ea typeface="ＭＳ Ｐゴシック" pitchFamily="34" charset="-128"/>
              </a:defRPr>
            </a:lvl4pPr>
            <a:lvl5pPr marL="2096491" indent="-232943" eaLnBrk="0" hangingPunct="0">
              <a:spcBef>
                <a:spcPct val="30000"/>
              </a:spcBef>
              <a:defRPr sz="1000">
                <a:solidFill>
                  <a:schemeClr val="tx1"/>
                </a:solidFill>
                <a:latin typeface="Calibri" pitchFamily="34" charset="0"/>
                <a:ea typeface="ＭＳ Ｐゴシック" pitchFamily="34" charset="-128"/>
              </a:defRPr>
            </a:lvl5pPr>
            <a:lvl6pPr marL="2562377" indent="-232943" eaLnBrk="0" fontAlgn="base" hangingPunct="0">
              <a:spcBef>
                <a:spcPct val="30000"/>
              </a:spcBef>
              <a:spcAft>
                <a:spcPct val="0"/>
              </a:spcAft>
              <a:defRPr sz="1000">
                <a:solidFill>
                  <a:schemeClr val="tx1"/>
                </a:solidFill>
                <a:latin typeface="Calibri" pitchFamily="34" charset="0"/>
                <a:ea typeface="ＭＳ Ｐゴシック" pitchFamily="34" charset="-128"/>
              </a:defRPr>
            </a:lvl6pPr>
            <a:lvl7pPr marL="3028264" indent="-232943" eaLnBrk="0" fontAlgn="base" hangingPunct="0">
              <a:spcBef>
                <a:spcPct val="30000"/>
              </a:spcBef>
              <a:spcAft>
                <a:spcPct val="0"/>
              </a:spcAft>
              <a:defRPr sz="1000">
                <a:solidFill>
                  <a:schemeClr val="tx1"/>
                </a:solidFill>
                <a:latin typeface="Calibri" pitchFamily="34" charset="0"/>
                <a:ea typeface="ＭＳ Ｐゴシック" pitchFamily="34" charset="-128"/>
              </a:defRPr>
            </a:lvl7pPr>
            <a:lvl8pPr marL="3494151" indent="-232943" eaLnBrk="0" fontAlgn="base" hangingPunct="0">
              <a:spcBef>
                <a:spcPct val="30000"/>
              </a:spcBef>
              <a:spcAft>
                <a:spcPct val="0"/>
              </a:spcAft>
              <a:defRPr sz="1000">
                <a:solidFill>
                  <a:schemeClr val="tx1"/>
                </a:solidFill>
                <a:latin typeface="Calibri" pitchFamily="34" charset="0"/>
                <a:ea typeface="ＭＳ Ｐゴシック" pitchFamily="34" charset="-128"/>
              </a:defRPr>
            </a:lvl8pPr>
            <a:lvl9pPr marL="3960038" indent="-232943" eaLnBrk="0" fontAlgn="base" hangingPunct="0">
              <a:spcBef>
                <a:spcPct val="30000"/>
              </a:spcBef>
              <a:spcAft>
                <a:spcPct val="0"/>
              </a:spcAft>
              <a:defRPr sz="1000">
                <a:solidFill>
                  <a:schemeClr val="tx1"/>
                </a:solidFill>
                <a:latin typeface="Calibri" pitchFamily="34" charset="0"/>
                <a:ea typeface="ＭＳ Ｐゴシック" pitchFamily="34" charset="-128"/>
              </a:defRPr>
            </a:lvl9pPr>
          </a:lstStyle>
          <a:p>
            <a:pPr defTabSz="931774" eaLnBrk="1" hangingPunct="1">
              <a:spcBef>
                <a:spcPct val="0"/>
              </a:spcBef>
              <a:defRPr/>
            </a:pPr>
            <a:fld id="{08AF619E-4865-45A1-9619-81FCE1E612FC}" type="slidenum">
              <a:rPr lang="en-US" altLang="en-US" sz="1200">
                <a:solidFill>
                  <a:prstClr val="black"/>
                </a:solidFill>
              </a:rPr>
              <a:pPr defTabSz="931774" eaLnBrk="1" hangingPunct="1">
                <a:spcBef>
                  <a:spcPct val="0"/>
                </a:spcBef>
                <a:defRPr/>
              </a:pPr>
              <a:t>6</a:t>
            </a:fld>
            <a:endParaRPr lang="en-US" altLang="en-US" sz="1200">
              <a:solidFill>
                <a:prstClr val="black"/>
              </a:solidFill>
            </a:endParaRPr>
          </a:p>
        </p:txBody>
      </p:sp>
    </p:spTree>
    <p:extLst>
      <p:ext uri="{BB962C8B-B14F-4D97-AF65-F5344CB8AC3E}">
        <p14:creationId xmlns:p14="http://schemas.microsoft.com/office/powerpoint/2010/main" val="2628014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bwMode="auto">
          <a:xfrm>
            <a:off x="406400" y="696913"/>
            <a:ext cx="6197600" cy="3486150"/>
          </a:xfrm>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ＭＳ Ｐゴシック" pitchFamily="34" charset="-128"/>
            </a:endParaRPr>
          </a:p>
        </p:txBody>
      </p:sp>
      <p:sp>
        <p:nvSpPr>
          <p:cNvPr id="38915"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pitchFamily="34" charset="-128"/>
              </a:defRPr>
            </a:lvl1pPr>
            <a:lvl2pPr marL="757066" indent="-291179" eaLnBrk="0" hangingPunct="0">
              <a:defRPr sz="2400">
                <a:solidFill>
                  <a:schemeClr val="tx1"/>
                </a:solidFill>
                <a:latin typeface="Arial" charset="0"/>
                <a:ea typeface="ＭＳ Ｐゴシック" pitchFamily="34" charset="-128"/>
              </a:defRPr>
            </a:lvl2pPr>
            <a:lvl3pPr marL="1164717" indent="-232943" eaLnBrk="0" hangingPunct="0">
              <a:defRPr sz="2400">
                <a:solidFill>
                  <a:schemeClr val="tx1"/>
                </a:solidFill>
                <a:latin typeface="Arial" charset="0"/>
                <a:ea typeface="ＭＳ Ｐゴシック" pitchFamily="34" charset="-128"/>
              </a:defRPr>
            </a:lvl3pPr>
            <a:lvl4pPr marL="1630604" indent="-232943" eaLnBrk="0" hangingPunct="0">
              <a:defRPr sz="2400">
                <a:solidFill>
                  <a:schemeClr val="tx1"/>
                </a:solidFill>
                <a:latin typeface="Arial" charset="0"/>
                <a:ea typeface="ＭＳ Ｐゴシック" pitchFamily="34" charset="-128"/>
              </a:defRPr>
            </a:lvl4pPr>
            <a:lvl5pPr marL="2096491" indent="-232943" eaLnBrk="0" hangingPunct="0">
              <a:defRPr sz="2400">
                <a:solidFill>
                  <a:schemeClr val="tx1"/>
                </a:solidFill>
                <a:latin typeface="Arial" charset="0"/>
                <a:ea typeface="ＭＳ Ｐゴシック" pitchFamily="34" charset="-128"/>
              </a:defRPr>
            </a:lvl5pPr>
            <a:lvl6pPr marL="2562377" indent="-232943" eaLnBrk="0" fontAlgn="base" hangingPunct="0">
              <a:spcBef>
                <a:spcPct val="0"/>
              </a:spcBef>
              <a:spcAft>
                <a:spcPct val="0"/>
              </a:spcAft>
              <a:defRPr sz="2400">
                <a:solidFill>
                  <a:schemeClr val="tx1"/>
                </a:solidFill>
                <a:latin typeface="Arial" charset="0"/>
                <a:ea typeface="ＭＳ Ｐゴシック" pitchFamily="34" charset="-128"/>
              </a:defRPr>
            </a:lvl6pPr>
            <a:lvl7pPr marL="3028264" indent="-232943" eaLnBrk="0" fontAlgn="base" hangingPunct="0">
              <a:spcBef>
                <a:spcPct val="0"/>
              </a:spcBef>
              <a:spcAft>
                <a:spcPct val="0"/>
              </a:spcAft>
              <a:defRPr sz="2400">
                <a:solidFill>
                  <a:schemeClr val="tx1"/>
                </a:solidFill>
                <a:latin typeface="Arial" charset="0"/>
                <a:ea typeface="ＭＳ Ｐゴシック" pitchFamily="34" charset="-128"/>
              </a:defRPr>
            </a:lvl7pPr>
            <a:lvl8pPr marL="3494151" indent="-232943" eaLnBrk="0" fontAlgn="base" hangingPunct="0">
              <a:spcBef>
                <a:spcPct val="0"/>
              </a:spcBef>
              <a:spcAft>
                <a:spcPct val="0"/>
              </a:spcAft>
              <a:defRPr sz="2400">
                <a:solidFill>
                  <a:schemeClr val="tx1"/>
                </a:solidFill>
                <a:latin typeface="Arial" charset="0"/>
                <a:ea typeface="ＭＳ Ｐゴシック" pitchFamily="34" charset="-128"/>
              </a:defRPr>
            </a:lvl8pPr>
            <a:lvl9pPr marL="3960038" indent="-232943" eaLnBrk="0" fontAlgn="base" hangingPunct="0">
              <a:spcBef>
                <a:spcPct val="0"/>
              </a:spcBef>
              <a:spcAft>
                <a:spcPct val="0"/>
              </a:spcAft>
              <a:defRPr sz="2400">
                <a:solidFill>
                  <a:schemeClr val="tx1"/>
                </a:solidFill>
                <a:latin typeface="Arial" charset="0"/>
                <a:ea typeface="ＭＳ Ｐゴシック" pitchFamily="34" charset="-128"/>
              </a:defRPr>
            </a:lvl9pPr>
          </a:lstStyle>
          <a:p>
            <a:pPr eaLnBrk="1" hangingPunct="1"/>
            <a:fld id="{7B83CAF2-1BDB-4BDD-93E5-B650A61F4928}" type="slidenum">
              <a:rPr lang="en-US" altLang="en-US" sz="1200">
                <a:solidFill>
                  <a:prstClr val="black"/>
                </a:solidFill>
                <a:latin typeface="Calibri" pitchFamily="34" charset="0"/>
              </a:rPr>
              <a:pPr eaLnBrk="1" hangingPunct="1"/>
              <a:t>10</a:t>
            </a:fld>
            <a:endParaRPr lang="en-US" altLang="en-US" sz="1200">
              <a:solidFill>
                <a:prstClr val="black"/>
              </a:solidFill>
              <a:latin typeface="Calibri" pitchFamily="34" charset="0"/>
            </a:endParaRPr>
          </a:p>
        </p:txBody>
      </p:sp>
    </p:spTree>
    <p:extLst>
      <p:ext uri="{BB962C8B-B14F-4D97-AF65-F5344CB8AC3E}">
        <p14:creationId xmlns:p14="http://schemas.microsoft.com/office/powerpoint/2010/main" val="203058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ＭＳ Ｐゴシック" pitchFamily="34" charset="-128"/>
            </a:endParaRPr>
          </a:p>
        </p:txBody>
      </p:sp>
      <p:sp>
        <p:nvSpPr>
          <p:cNvPr id="27652"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spcBef>
                <a:spcPct val="30000"/>
              </a:spcBef>
              <a:defRPr sz="1100">
                <a:solidFill>
                  <a:schemeClr val="tx1"/>
                </a:solidFill>
                <a:latin typeface="Calibri" pitchFamily="34" charset="0"/>
                <a:ea typeface="ＭＳ Ｐゴシック" pitchFamily="34" charset="-128"/>
              </a:defRPr>
            </a:lvl1pPr>
            <a:lvl2pPr marL="757066" indent="-291179" eaLnBrk="0" hangingPunct="0">
              <a:spcBef>
                <a:spcPct val="30000"/>
              </a:spcBef>
              <a:defRPr sz="1200">
                <a:solidFill>
                  <a:schemeClr val="tx1"/>
                </a:solidFill>
                <a:latin typeface="Calibri" pitchFamily="34" charset="0"/>
                <a:ea typeface="ＭＳ Ｐゴシック" pitchFamily="34" charset="-128"/>
              </a:defRPr>
            </a:lvl2pPr>
            <a:lvl3pPr marL="1164717" indent="-232943" eaLnBrk="0" hangingPunct="0">
              <a:spcBef>
                <a:spcPct val="30000"/>
              </a:spcBef>
              <a:defRPr sz="1200">
                <a:solidFill>
                  <a:schemeClr val="tx1"/>
                </a:solidFill>
                <a:latin typeface="Calibri" pitchFamily="34" charset="0"/>
                <a:ea typeface="ＭＳ Ｐゴシック" pitchFamily="34" charset="-128"/>
              </a:defRPr>
            </a:lvl3pPr>
            <a:lvl4pPr marL="1630604" indent="-232943" eaLnBrk="0" hangingPunct="0">
              <a:spcBef>
                <a:spcPct val="30000"/>
              </a:spcBef>
              <a:defRPr sz="1200">
                <a:solidFill>
                  <a:schemeClr val="tx1"/>
                </a:solidFill>
                <a:latin typeface="Calibri" pitchFamily="34" charset="0"/>
                <a:ea typeface="ＭＳ Ｐゴシック" pitchFamily="34" charset="-128"/>
              </a:defRPr>
            </a:lvl4pPr>
            <a:lvl5pPr marL="2096491" indent="-232943" eaLnBrk="0" hangingPunct="0">
              <a:spcBef>
                <a:spcPct val="30000"/>
              </a:spcBef>
              <a:defRPr sz="1000">
                <a:solidFill>
                  <a:schemeClr val="tx1"/>
                </a:solidFill>
                <a:latin typeface="Calibri" pitchFamily="34" charset="0"/>
                <a:ea typeface="ＭＳ Ｐゴシック" pitchFamily="34" charset="-128"/>
              </a:defRPr>
            </a:lvl5pPr>
            <a:lvl6pPr marL="2562377" indent="-232943" eaLnBrk="0" fontAlgn="base" hangingPunct="0">
              <a:spcBef>
                <a:spcPct val="30000"/>
              </a:spcBef>
              <a:spcAft>
                <a:spcPct val="0"/>
              </a:spcAft>
              <a:defRPr sz="1000">
                <a:solidFill>
                  <a:schemeClr val="tx1"/>
                </a:solidFill>
                <a:latin typeface="Calibri" pitchFamily="34" charset="0"/>
                <a:ea typeface="ＭＳ Ｐゴシック" pitchFamily="34" charset="-128"/>
              </a:defRPr>
            </a:lvl6pPr>
            <a:lvl7pPr marL="3028264" indent="-232943" eaLnBrk="0" fontAlgn="base" hangingPunct="0">
              <a:spcBef>
                <a:spcPct val="30000"/>
              </a:spcBef>
              <a:spcAft>
                <a:spcPct val="0"/>
              </a:spcAft>
              <a:defRPr sz="1000">
                <a:solidFill>
                  <a:schemeClr val="tx1"/>
                </a:solidFill>
                <a:latin typeface="Calibri" pitchFamily="34" charset="0"/>
                <a:ea typeface="ＭＳ Ｐゴシック" pitchFamily="34" charset="-128"/>
              </a:defRPr>
            </a:lvl7pPr>
            <a:lvl8pPr marL="3494151" indent="-232943" eaLnBrk="0" fontAlgn="base" hangingPunct="0">
              <a:spcBef>
                <a:spcPct val="30000"/>
              </a:spcBef>
              <a:spcAft>
                <a:spcPct val="0"/>
              </a:spcAft>
              <a:defRPr sz="1000">
                <a:solidFill>
                  <a:schemeClr val="tx1"/>
                </a:solidFill>
                <a:latin typeface="Calibri" pitchFamily="34" charset="0"/>
                <a:ea typeface="ＭＳ Ｐゴシック" pitchFamily="34" charset="-128"/>
              </a:defRPr>
            </a:lvl8pPr>
            <a:lvl9pPr marL="3960038" indent="-232943" eaLnBrk="0" fontAlgn="base" hangingPunct="0">
              <a:spcBef>
                <a:spcPct val="30000"/>
              </a:spcBef>
              <a:spcAft>
                <a:spcPct val="0"/>
              </a:spcAft>
              <a:defRPr sz="1000">
                <a:solidFill>
                  <a:schemeClr val="tx1"/>
                </a:solidFill>
                <a:latin typeface="Calibri" pitchFamily="34" charset="0"/>
                <a:ea typeface="ＭＳ Ｐゴシック" pitchFamily="34" charset="-128"/>
              </a:defRPr>
            </a:lvl9pPr>
          </a:lstStyle>
          <a:p>
            <a:pPr defTabSz="931774" eaLnBrk="1" hangingPunct="1">
              <a:spcBef>
                <a:spcPct val="0"/>
              </a:spcBef>
              <a:defRPr/>
            </a:pPr>
            <a:fld id="{08AF619E-4865-45A1-9619-81FCE1E612FC}" type="slidenum">
              <a:rPr lang="en-US" altLang="en-US" sz="1200">
                <a:solidFill>
                  <a:prstClr val="black"/>
                </a:solidFill>
              </a:rPr>
              <a:pPr defTabSz="931774" eaLnBrk="1" hangingPunct="1">
                <a:spcBef>
                  <a:spcPct val="0"/>
                </a:spcBef>
                <a:defRPr/>
              </a:pPr>
              <a:t>15</a:t>
            </a:fld>
            <a:endParaRPr lang="en-US" altLang="en-US" sz="1200">
              <a:solidFill>
                <a:prstClr val="black"/>
              </a:solidFill>
            </a:endParaRPr>
          </a:p>
        </p:txBody>
      </p:sp>
    </p:spTree>
    <p:extLst>
      <p:ext uri="{BB962C8B-B14F-4D97-AF65-F5344CB8AC3E}">
        <p14:creationId xmlns:p14="http://schemas.microsoft.com/office/powerpoint/2010/main" val="4163180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C44AD5F-C031-4752-AA5B-38A59EB77CDE}"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120005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44AD5F-C031-4752-AA5B-38A59EB77CDE}"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1155817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44AD5F-C031-4752-AA5B-38A59EB77CDE}"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1487584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C44AD5F-C031-4752-AA5B-38A59EB77CDE}"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479932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C44AD5F-C031-4752-AA5B-38A59EB77CDE}" type="datetimeFigureOut">
              <a:rPr lang="en-US" smtClean="0"/>
              <a:pPr/>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3090103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C44AD5F-C031-4752-AA5B-38A59EB77CDE}" type="datetimeFigureOut">
              <a:rPr lang="en-US" smtClean="0"/>
              <a:pPr/>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966750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44AD5F-C031-4752-AA5B-38A59EB77CDE}" type="datetimeFigureOut">
              <a:rPr lang="en-US" smtClean="0"/>
              <a:pPr/>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1064061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44AD5F-C031-4752-AA5B-38A59EB77CDE}"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1775072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44AD5F-C031-4752-AA5B-38A59EB77CDE}"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613744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44AD5F-C031-4752-AA5B-38A59EB77CDE}"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1904505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44AD5F-C031-4752-AA5B-38A59EB77CDE}"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26592109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44AD5F-C031-4752-AA5B-38A59EB77CDE}"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25220966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ColTx" preserve="1">
  <p:cSld name="Title and 2-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C44AD5F-C031-4752-AA5B-38A59EB77CDE}"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77D8CA-FDA0-4C0D-B210-ADA237626CCC}" type="slidenum">
              <a:rPr lang="en-US" smtClean="0"/>
              <a:pPr/>
              <a:t>‹#›</a:t>
            </a:fld>
            <a:endParaRPr lang="en-US"/>
          </a:p>
        </p:txBody>
      </p:sp>
    </p:spTree>
    <p:extLst>
      <p:ext uri="{BB962C8B-B14F-4D97-AF65-F5344CB8AC3E}">
        <p14:creationId xmlns:p14="http://schemas.microsoft.com/office/powerpoint/2010/main" val="482757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115CA-4132-0EFA-984D-8519902551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460CABB-47B6-145A-DEDA-CA03827665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0215E0-3019-0EC3-7251-3FE837AB7DEC}"/>
              </a:ext>
            </a:extLst>
          </p:cNvPr>
          <p:cNvSpPr>
            <a:spLocks noGrp="1"/>
          </p:cNvSpPr>
          <p:nvPr>
            <p:ph type="dt" sz="half" idx="10"/>
          </p:nvPr>
        </p:nvSpPr>
        <p:spPr/>
        <p:txBody>
          <a:bodyPr/>
          <a:lstStyle/>
          <a:p>
            <a:fld id="{4C996B39-A64C-8E4D-B688-14BF5338E2DD}" type="datetimeFigureOut">
              <a:rPr lang="en-US" smtClean="0"/>
              <a:t>9/10/2026</a:t>
            </a:fld>
            <a:endParaRPr lang="en-US"/>
          </a:p>
        </p:txBody>
      </p:sp>
      <p:sp>
        <p:nvSpPr>
          <p:cNvPr id="5" name="Footer Placeholder 4">
            <a:extLst>
              <a:ext uri="{FF2B5EF4-FFF2-40B4-BE49-F238E27FC236}">
                <a16:creationId xmlns:a16="http://schemas.microsoft.com/office/drawing/2014/main" id="{C4E9C907-83CE-644D-090E-ECD1FA83A4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39DE5C-1F09-A301-536D-DDD05A1547DC}"/>
              </a:ext>
            </a:extLst>
          </p:cNvPr>
          <p:cNvSpPr>
            <a:spLocks noGrp="1"/>
          </p:cNvSpPr>
          <p:nvPr>
            <p:ph type="sldNum" sz="quarter" idx="12"/>
          </p:nvPr>
        </p:nvSpPr>
        <p:spPr/>
        <p:txBody>
          <a:bodyPr/>
          <a:lstStyle/>
          <a:p>
            <a:fld id="{850406F4-7248-8346-B3D3-28E3AAD05C6C}" type="slidenum">
              <a:rPr lang="en-US" smtClean="0"/>
              <a:t>‹#›</a:t>
            </a:fld>
            <a:endParaRPr lang="en-US"/>
          </a:p>
        </p:txBody>
      </p:sp>
    </p:spTree>
    <p:extLst>
      <p:ext uri="{BB962C8B-B14F-4D97-AF65-F5344CB8AC3E}">
        <p14:creationId xmlns:p14="http://schemas.microsoft.com/office/powerpoint/2010/main" val="16191270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EEB32-892F-763A-5597-1C2A4891C6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41D81D-1E89-906D-1FB4-4B7BC17778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8724AF-783E-7045-4394-B3E9637B2A89}"/>
              </a:ext>
            </a:extLst>
          </p:cNvPr>
          <p:cNvSpPr>
            <a:spLocks noGrp="1"/>
          </p:cNvSpPr>
          <p:nvPr>
            <p:ph type="dt" sz="half" idx="10"/>
          </p:nvPr>
        </p:nvSpPr>
        <p:spPr/>
        <p:txBody>
          <a:bodyPr/>
          <a:lstStyle/>
          <a:p>
            <a:fld id="{4C996B39-A64C-8E4D-B688-14BF5338E2DD}" type="datetimeFigureOut">
              <a:rPr lang="en-US" smtClean="0"/>
              <a:t>9/10/2026</a:t>
            </a:fld>
            <a:endParaRPr lang="en-US"/>
          </a:p>
        </p:txBody>
      </p:sp>
      <p:sp>
        <p:nvSpPr>
          <p:cNvPr id="5" name="Footer Placeholder 4">
            <a:extLst>
              <a:ext uri="{FF2B5EF4-FFF2-40B4-BE49-F238E27FC236}">
                <a16:creationId xmlns:a16="http://schemas.microsoft.com/office/drawing/2014/main" id="{9A75271B-93E8-BA86-9C9E-6086332F52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94049C-A136-4D51-FE7B-7F3420B4235A}"/>
              </a:ext>
            </a:extLst>
          </p:cNvPr>
          <p:cNvSpPr>
            <a:spLocks noGrp="1"/>
          </p:cNvSpPr>
          <p:nvPr>
            <p:ph type="sldNum" sz="quarter" idx="12"/>
          </p:nvPr>
        </p:nvSpPr>
        <p:spPr/>
        <p:txBody>
          <a:bodyPr/>
          <a:lstStyle/>
          <a:p>
            <a:fld id="{850406F4-7248-8346-B3D3-28E3AAD05C6C}" type="slidenum">
              <a:rPr lang="en-US" smtClean="0"/>
              <a:t>‹#›</a:t>
            </a:fld>
            <a:endParaRPr lang="en-US"/>
          </a:p>
        </p:txBody>
      </p:sp>
    </p:spTree>
    <p:extLst>
      <p:ext uri="{BB962C8B-B14F-4D97-AF65-F5344CB8AC3E}">
        <p14:creationId xmlns:p14="http://schemas.microsoft.com/office/powerpoint/2010/main" val="20144827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E2BF0-11A3-E789-5DEA-4003DB70AF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6446F2-F079-B613-7A2F-9DC83769D9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9B9FB2-4FDD-5893-9C53-96199A4FEC8F}"/>
              </a:ext>
            </a:extLst>
          </p:cNvPr>
          <p:cNvSpPr>
            <a:spLocks noGrp="1"/>
          </p:cNvSpPr>
          <p:nvPr>
            <p:ph type="dt" sz="half" idx="10"/>
          </p:nvPr>
        </p:nvSpPr>
        <p:spPr/>
        <p:txBody>
          <a:bodyPr/>
          <a:lstStyle/>
          <a:p>
            <a:fld id="{4C996B39-A64C-8E4D-B688-14BF5338E2DD}" type="datetimeFigureOut">
              <a:rPr lang="en-US" smtClean="0"/>
              <a:t>9/10/2026</a:t>
            </a:fld>
            <a:endParaRPr lang="en-US"/>
          </a:p>
        </p:txBody>
      </p:sp>
      <p:sp>
        <p:nvSpPr>
          <p:cNvPr id="5" name="Footer Placeholder 4">
            <a:extLst>
              <a:ext uri="{FF2B5EF4-FFF2-40B4-BE49-F238E27FC236}">
                <a16:creationId xmlns:a16="http://schemas.microsoft.com/office/drawing/2014/main" id="{2EDB91A6-DD58-0ADC-D8F9-3E771A64A4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8252D1-4D33-1A36-E1EA-359C6BC4CD2D}"/>
              </a:ext>
            </a:extLst>
          </p:cNvPr>
          <p:cNvSpPr>
            <a:spLocks noGrp="1"/>
          </p:cNvSpPr>
          <p:nvPr>
            <p:ph type="sldNum" sz="quarter" idx="12"/>
          </p:nvPr>
        </p:nvSpPr>
        <p:spPr/>
        <p:txBody>
          <a:bodyPr/>
          <a:lstStyle/>
          <a:p>
            <a:fld id="{850406F4-7248-8346-B3D3-28E3AAD05C6C}" type="slidenum">
              <a:rPr lang="en-US" smtClean="0"/>
              <a:t>‹#›</a:t>
            </a:fld>
            <a:endParaRPr lang="en-US"/>
          </a:p>
        </p:txBody>
      </p:sp>
    </p:spTree>
    <p:extLst>
      <p:ext uri="{BB962C8B-B14F-4D97-AF65-F5344CB8AC3E}">
        <p14:creationId xmlns:p14="http://schemas.microsoft.com/office/powerpoint/2010/main" val="12289483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BAC8E-9F94-3819-993C-573A0E5D41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638534-839D-6880-79D2-498F70D50F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9BE12A-82C8-8482-E0B7-B26E6B4443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D9EF353-0B13-7F4A-4DAF-E1A97FAD3BE1}"/>
              </a:ext>
            </a:extLst>
          </p:cNvPr>
          <p:cNvSpPr>
            <a:spLocks noGrp="1"/>
          </p:cNvSpPr>
          <p:nvPr>
            <p:ph type="dt" sz="half" idx="10"/>
          </p:nvPr>
        </p:nvSpPr>
        <p:spPr/>
        <p:txBody>
          <a:bodyPr/>
          <a:lstStyle/>
          <a:p>
            <a:fld id="{4C996B39-A64C-8E4D-B688-14BF5338E2DD}" type="datetimeFigureOut">
              <a:rPr lang="en-US" smtClean="0"/>
              <a:t>9/10/2026</a:t>
            </a:fld>
            <a:endParaRPr lang="en-US"/>
          </a:p>
        </p:txBody>
      </p:sp>
      <p:sp>
        <p:nvSpPr>
          <p:cNvPr id="6" name="Footer Placeholder 5">
            <a:extLst>
              <a:ext uri="{FF2B5EF4-FFF2-40B4-BE49-F238E27FC236}">
                <a16:creationId xmlns:a16="http://schemas.microsoft.com/office/drawing/2014/main" id="{827F3225-3E4D-4F52-9697-E7FEF2937F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D88322-A515-882F-DC21-F80B0507903C}"/>
              </a:ext>
            </a:extLst>
          </p:cNvPr>
          <p:cNvSpPr>
            <a:spLocks noGrp="1"/>
          </p:cNvSpPr>
          <p:nvPr>
            <p:ph type="sldNum" sz="quarter" idx="12"/>
          </p:nvPr>
        </p:nvSpPr>
        <p:spPr/>
        <p:txBody>
          <a:bodyPr/>
          <a:lstStyle/>
          <a:p>
            <a:fld id="{850406F4-7248-8346-B3D3-28E3AAD05C6C}" type="slidenum">
              <a:rPr lang="en-US" smtClean="0"/>
              <a:t>‹#›</a:t>
            </a:fld>
            <a:endParaRPr lang="en-US"/>
          </a:p>
        </p:txBody>
      </p:sp>
    </p:spTree>
    <p:extLst>
      <p:ext uri="{BB962C8B-B14F-4D97-AF65-F5344CB8AC3E}">
        <p14:creationId xmlns:p14="http://schemas.microsoft.com/office/powerpoint/2010/main" val="38396132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5B54D-3991-798B-9108-491C0996F5D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D5333E-D23A-D70F-27FE-B623C6B17F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13DE0B-ED04-3E95-CB48-39B4D44747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06E2AE-FF38-5F86-2671-D9F6EB1649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8BAE93-5F46-1C20-5E24-F83BDD06BC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BFD9E0-01CA-2B6C-742E-58DB624ADBD2}"/>
              </a:ext>
            </a:extLst>
          </p:cNvPr>
          <p:cNvSpPr>
            <a:spLocks noGrp="1"/>
          </p:cNvSpPr>
          <p:nvPr>
            <p:ph type="dt" sz="half" idx="10"/>
          </p:nvPr>
        </p:nvSpPr>
        <p:spPr/>
        <p:txBody>
          <a:bodyPr/>
          <a:lstStyle/>
          <a:p>
            <a:fld id="{4C996B39-A64C-8E4D-B688-14BF5338E2DD}" type="datetimeFigureOut">
              <a:rPr lang="en-US" smtClean="0"/>
              <a:t>9/10/2026</a:t>
            </a:fld>
            <a:endParaRPr lang="en-US"/>
          </a:p>
        </p:txBody>
      </p:sp>
      <p:sp>
        <p:nvSpPr>
          <p:cNvPr id="8" name="Footer Placeholder 7">
            <a:extLst>
              <a:ext uri="{FF2B5EF4-FFF2-40B4-BE49-F238E27FC236}">
                <a16:creationId xmlns:a16="http://schemas.microsoft.com/office/drawing/2014/main" id="{0D43A41E-4C43-29CD-D892-CF980886E11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F21C484-AEF1-6E1D-6A8E-69F741272A83}"/>
              </a:ext>
            </a:extLst>
          </p:cNvPr>
          <p:cNvSpPr>
            <a:spLocks noGrp="1"/>
          </p:cNvSpPr>
          <p:nvPr>
            <p:ph type="sldNum" sz="quarter" idx="12"/>
          </p:nvPr>
        </p:nvSpPr>
        <p:spPr/>
        <p:txBody>
          <a:bodyPr/>
          <a:lstStyle/>
          <a:p>
            <a:fld id="{850406F4-7248-8346-B3D3-28E3AAD05C6C}" type="slidenum">
              <a:rPr lang="en-US" smtClean="0"/>
              <a:t>‹#›</a:t>
            </a:fld>
            <a:endParaRPr lang="en-US"/>
          </a:p>
        </p:txBody>
      </p:sp>
    </p:spTree>
    <p:extLst>
      <p:ext uri="{BB962C8B-B14F-4D97-AF65-F5344CB8AC3E}">
        <p14:creationId xmlns:p14="http://schemas.microsoft.com/office/powerpoint/2010/main" val="285811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F61C6-3B70-B243-3BF0-A56468B5F6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4F6502-1752-567B-DF7D-DA5B1CF99A47}"/>
              </a:ext>
            </a:extLst>
          </p:cNvPr>
          <p:cNvSpPr>
            <a:spLocks noGrp="1"/>
          </p:cNvSpPr>
          <p:nvPr>
            <p:ph type="dt" sz="half" idx="10"/>
          </p:nvPr>
        </p:nvSpPr>
        <p:spPr/>
        <p:txBody>
          <a:bodyPr/>
          <a:lstStyle/>
          <a:p>
            <a:fld id="{4C996B39-A64C-8E4D-B688-14BF5338E2DD}" type="datetimeFigureOut">
              <a:rPr lang="en-US" smtClean="0"/>
              <a:t>9/10/2026</a:t>
            </a:fld>
            <a:endParaRPr lang="en-US"/>
          </a:p>
        </p:txBody>
      </p:sp>
      <p:sp>
        <p:nvSpPr>
          <p:cNvPr id="4" name="Footer Placeholder 3">
            <a:extLst>
              <a:ext uri="{FF2B5EF4-FFF2-40B4-BE49-F238E27FC236}">
                <a16:creationId xmlns:a16="http://schemas.microsoft.com/office/drawing/2014/main" id="{6F0735D6-6D7D-0F46-7299-64B9178E55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22650F-976A-87AB-CD16-E6C71A5E695E}"/>
              </a:ext>
            </a:extLst>
          </p:cNvPr>
          <p:cNvSpPr>
            <a:spLocks noGrp="1"/>
          </p:cNvSpPr>
          <p:nvPr>
            <p:ph type="sldNum" sz="quarter" idx="12"/>
          </p:nvPr>
        </p:nvSpPr>
        <p:spPr/>
        <p:txBody>
          <a:bodyPr/>
          <a:lstStyle/>
          <a:p>
            <a:fld id="{850406F4-7248-8346-B3D3-28E3AAD05C6C}" type="slidenum">
              <a:rPr lang="en-US" smtClean="0"/>
              <a:t>‹#›</a:t>
            </a:fld>
            <a:endParaRPr lang="en-US"/>
          </a:p>
        </p:txBody>
      </p:sp>
    </p:spTree>
    <p:extLst>
      <p:ext uri="{BB962C8B-B14F-4D97-AF65-F5344CB8AC3E}">
        <p14:creationId xmlns:p14="http://schemas.microsoft.com/office/powerpoint/2010/main" val="29711142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B46577-F581-A258-B3F1-781064050F8D}"/>
              </a:ext>
            </a:extLst>
          </p:cNvPr>
          <p:cNvSpPr>
            <a:spLocks noGrp="1"/>
          </p:cNvSpPr>
          <p:nvPr>
            <p:ph type="dt" sz="half" idx="10"/>
          </p:nvPr>
        </p:nvSpPr>
        <p:spPr/>
        <p:txBody>
          <a:bodyPr/>
          <a:lstStyle/>
          <a:p>
            <a:fld id="{4C996B39-A64C-8E4D-B688-14BF5338E2DD}" type="datetimeFigureOut">
              <a:rPr lang="en-US" smtClean="0"/>
              <a:t>9/10/2026</a:t>
            </a:fld>
            <a:endParaRPr lang="en-US"/>
          </a:p>
        </p:txBody>
      </p:sp>
      <p:sp>
        <p:nvSpPr>
          <p:cNvPr id="3" name="Footer Placeholder 2">
            <a:extLst>
              <a:ext uri="{FF2B5EF4-FFF2-40B4-BE49-F238E27FC236}">
                <a16:creationId xmlns:a16="http://schemas.microsoft.com/office/drawing/2014/main" id="{BE4E1C15-DBDC-144B-5252-12DCA10153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C7D100-5F58-2A41-8B70-572F4878B5F1}"/>
              </a:ext>
            </a:extLst>
          </p:cNvPr>
          <p:cNvSpPr>
            <a:spLocks noGrp="1"/>
          </p:cNvSpPr>
          <p:nvPr>
            <p:ph type="sldNum" sz="quarter" idx="12"/>
          </p:nvPr>
        </p:nvSpPr>
        <p:spPr/>
        <p:txBody>
          <a:bodyPr/>
          <a:lstStyle/>
          <a:p>
            <a:fld id="{850406F4-7248-8346-B3D3-28E3AAD05C6C}" type="slidenum">
              <a:rPr lang="en-US" smtClean="0"/>
              <a:t>‹#›</a:t>
            </a:fld>
            <a:endParaRPr lang="en-US"/>
          </a:p>
        </p:txBody>
      </p:sp>
    </p:spTree>
    <p:extLst>
      <p:ext uri="{BB962C8B-B14F-4D97-AF65-F5344CB8AC3E}">
        <p14:creationId xmlns:p14="http://schemas.microsoft.com/office/powerpoint/2010/main" val="9996397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9E1C2-9B5E-5ED4-2D61-F5C8C2142D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3A0D1D4-06B4-89AA-8064-01A008EB33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9B8EB9-21ED-5436-DC40-4491D3E0D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99D914-B0DC-4E7D-7B74-1B4272A1CEC3}"/>
              </a:ext>
            </a:extLst>
          </p:cNvPr>
          <p:cNvSpPr>
            <a:spLocks noGrp="1"/>
          </p:cNvSpPr>
          <p:nvPr>
            <p:ph type="dt" sz="half" idx="10"/>
          </p:nvPr>
        </p:nvSpPr>
        <p:spPr/>
        <p:txBody>
          <a:bodyPr/>
          <a:lstStyle/>
          <a:p>
            <a:fld id="{4C996B39-A64C-8E4D-B688-14BF5338E2DD}" type="datetimeFigureOut">
              <a:rPr lang="en-US" smtClean="0"/>
              <a:t>9/10/2026</a:t>
            </a:fld>
            <a:endParaRPr lang="en-US"/>
          </a:p>
        </p:txBody>
      </p:sp>
      <p:sp>
        <p:nvSpPr>
          <p:cNvPr id="6" name="Footer Placeholder 5">
            <a:extLst>
              <a:ext uri="{FF2B5EF4-FFF2-40B4-BE49-F238E27FC236}">
                <a16:creationId xmlns:a16="http://schemas.microsoft.com/office/drawing/2014/main" id="{D521B0D0-4B49-25CF-E8F4-079C04E97D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EC6F06-5AC3-2D30-404D-83CEB6370393}"/>
              </a:ext>
            </a:extLst>
          </p:cNvPr>
          <p:cNvSpPr>
            <a:spLocks noGrp="1"/>
          </p:cNvSpPr>
          <p:nvPr>
            <p:ph type="sldNum" sz="quarter" idx="12"/>
          </p:nvPr>
        </p:nvSpPr>
        <p:spPr/>
        <p:txBody>
          <a:bodyPr/>
          <a:lstStyle/>
          <a:p>
            <a:fld id="{850406F4-7248-8346-B3D3-28E3AAD05C6C}" type="slidenum">
              <a:rPr lang="en-US" smtClean="0"/>
              <a:t>‹#›</a:t>
            </a:fld>
            <a:endParaRPr lang="en-US"/>
          </a:p>
        </p:txBody>
      </p:sp>
    </p:spTree>
    <p:extLst>
      <p:ext uri="{BB962C8B-B14F-4D97-AF65-F5344CB8AC3E}">
        <p14:creationId xmlns:p14="http://schemas.microsoft.com/office/powerpoint/2010/main" val="41454784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D3EE7-5F49-BD77-D356-07E92F4AD0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BEC533D-AA50-2EBD-2F41-E7DB80B93E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833B648-9DE4-F880-E6E0-96D9E5F3BD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B28E3B-DA61-AC78-891F-C4A703D790FC}"/>
              </a:ext>
            </a:extLst>
          </p:cNvPr>
          <p:cNvSpPr>
            <a:spLocks noGrp="1"/>
          </p:cNvSpPr>
          <p:nvPr>
            <p:ph type="dt" sz="half" idx="10"/>
          </p:nvPr>
        </p:nvSpPr>
        <p:spPr/>
        <p:txBody>
          <a:bodyPr/>
          <a:lstStyle/>
          <a:p>
            <a:fld id="{4C996B39-A64C-8E4D-B688-14BF5338E2DD}" type="datetimeFigureOut">
              <a:rPr lang="en-US" smtClean="0"/>
              <a:t>9/10/2026</a:t>
            </a:fld>
            <a:endParaRPr lang="en-US"/>
          </a:p>
        </p:txBody>
      </p:sp>
      <p:sp>
        <p:nvSpPr>
          <p:cNvPr id="6" name="Footer Placeholder 5">
            <a:extLst>
              <a:ext uri="{FF2B5EF4-FFF2-40B4-BE49-F238E27FC236}">
                <a16:creationId xmlns:a16="http://schemas.microsoft.com/office/drawing/2014/main" id="{1F441644-66EC-089C-60B2-D588254A6C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8846B8-C2A1-8FDD-F393-813A0EA83BC2}"/>
              </a:ext>
            </a:extLst>
          </p:cNvPr>
          <p:cNvSpPr>
            <a:spLocks noGrp="1"/>
          </p:cNvSpPr>
          <p:nvPr>
            <p:ph type="sldNum" sz="quarter" idx="12"/>
          </p:nvPr>
        </p:nvSpPr>
        <p:spPr/>
        <p:txBody>
          <a:bodyPr/>
          <a:lstStyle/>
          <a:p>
            <a:fld id="{850406F4-7248-8346-B3D3-28E3AAD05C6C}" type="slidenum">
              <a:rPr lang="en-US" smtClean="0"/>
              <a:t>‹#›</a:t>
            </a:fld>
            <a:endParaRPr lang="en-US"/>
          </a:p>
        </p:txBody>
      </p:sp>
    </p:spTree>
    <p:extLst>
      <p:ext uri="{BB962C8B-B14F-4D97-AF65-F5344CB8AC3E}">
        <p14:creationId xmlns:p14="http://schemas.microsoft.com/office/powerpoint/2010/main" val="4594689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48D2-58B1-CDCC-4A2C-BC437526E2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927C504-2609-C9CB-EF3C-A25B2346C1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BB835F-5E6C-6ECA-BD1A-313A724B7268}"/>
              </a:ext>
            </a:extLst>
          </p:cNvPr>
          <p:cNvSpPr>
            <a:spLocks noGrp="1"/>
          </p:cNvSpPr>
          <p:nvPr>
            <p:ph type="dt" sz="half" idx="10"/>
          </p:nvPr>
        </p:nvSpPr>
        <p:spPr/>
        <p:txBody>
          <a:bodyPr/>
          <a:lstStyle/>
          <a:p>
            <a:fld id="{4C996B39-A64C-8E4D-B688-14BF5338E2DD}" type="datetimeFigureOut">
              <a:rPr lang="en-US" smtClean="0"/>
              <a:t>9/10/2026</a:t>
            </a:fld>
            <a:endParaRPr lang="en-US"/>
          </a:p>
        </p:txBody>
      </p:sp>
      <p:sp>
        <p:nvSpPr>
          <p:cNvPr id="5" name="Footer Placeholder 4">
            <a:extLst>
              <a:ext uri="{FF2B5EF4-FFF2-40B4-BE49-F238E27FC236}">
                <a16:creationId xmlns:a16="http://schemas.microsoft.com/office/drawing/2014/main" id="{AA3A63A1-F202-5FED-371F-68CD8E6DF1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47D66B-3D21-3D5E-1948-DEC3BE159358}"/>
              </a:ext>
            </a:extLst>
          </p:cNvPr>
          <p:cNvSpPr>
            <a:spLocks noGrp="1"/>
          </p:cNvSpPr>
          <p:nvPr>
            <p:ph type="sldNum" sz="quarter" idx="12"/>
          </p:nvPr>
        </p:nvSpPr>
        <p:spPr/>
        <p:txBody>
          <a:bodyPr/>
          <a:lstStyle/>
          <a:p>
            <a:fld id="{850406F4-7248-8346-B3D3-28E3AAD05C6C}" type="slidenum">
              <a:rPr lang="en-US" smtClean="0"/>
              <a:t>‹#›</a:t>
            </a:fld>
            <a:endParaRPr lang="en-US"/>
          </a:p>
        </p:txBody>
      </p:sp>
    </p:spTree>
    <p:extLst>
      <p:ext uri="{BB962C8B-B14F-4D97-AF65-F5344CB8AC3E}">
        <p14:creationId xmlns:p14="http://schemas.microsoft.com/office/powerpoint/2010/main" val="41020479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5CE62E-CC3D-213E-CA08-E20D39A659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591ED30-E87A-7FF6-F943-692BC34703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78D471-4FFB-CC60-6A94-70756B9CA17D}"/>
              </a:ext>
            </a:extLst>
          </p:cNvPr>
          <p:cNvSpPr>
            <a:spLocks noGrp="1"/>
          </p:cNvSpPr>
          <p:nvPr>
            <p:ph type="dt" sz="half" idx="10"/>
          </p:nvPr>
        </p:nvSpPr>
        <p:spPr/>
        <p:txBody>
          <a:bodyPr/>
          <a:lstStyle/>
          <a:p>
            <a:fld id="{4C996B39-A64C-8E4D-B688-14BF5338E2DD}" type="datetimeFigureOut">
              <a:rPr lang="en-US" smtClean="0"/>
              <a:t>9/10/2026</a:t>
            </a:fld>
            <a:endParaRPr lang="en-US"/>
          </a:p>
        </p:txBody>
      </p:sp>
      <p:sp>
        <p:nvSpPr>
          <p:cNvPr id="5" name="Footer Placeholder 4">
            <a:extLst>
              <a:ext uri="{FF2B5EF4-FFF2-40B4-BE49-F238E27FC236}">
                <a16:creationId xmlns:a16="http://schemas.microsoft.com/office/drawing/2014/main" id="{DABA1772-8C51-1223-99E6-8DE14008EA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108836-6C30-CE10-F9D7-3D63DD17B00F}"/>
              </a:ext>
            </a:extLst>
          </p:cNvPr>
          <p:cNvSpPr>
            <a:spLocks noGrp="1"/>
          </p:cNvSpPr>
          <p:nvPr>
            <p:ph type="sldNum" sz="quarter" idx="12"/>
          </p:nvPr>
        </p:nvSpPr>
        <p:spPr/>
        <p:txBody>
          <a:bodyPr/>
          <a:lstStyle/>
          <a:p>
            <a:fld id="{850406F4-7248-8346-B3D3-28E3AAD05C6C}" type="slidenum">
              <a:rPr lang="en-US" smtClean="0"/>
              <a:t>‹#›</a:t>
            </a:fld>
            <a:endParaRPr lang="en-US"/>
          </a:p>
        </p:txBody>
      </p:sp>
    </p:spTree>
    <p:extLst>
      <p:ext uri="{BB962C8B-B14F-4D97-AF65-F5344CB8AC3E}">
        <p14:creationId xmlns:p14="http://schemas.microsoft.com/office/powerpoint/2010/main" val="31369341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endParaRPr lang="en-US"/>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E1076ED0-0DB3-4879-AAE5-5C20D22C1DF4}" type="slidenum">
              <a:rPr lang="en-US" smtClean="0"/>
              <a:t>‹#›</a:t>
            </a:fld>
            <a:endParaRPr lang="en-US"/>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endParaRPr lang="en-US" dirty="0"/>
          </a:p>
        </p:txBody>
      </p:sp>
    </p:spTree>
    <p:extLst>
      <p:ext uri="{BB962C8B-B14F-4D97-AF65-F5344CB8AC3E}">
        <p14:creationId xmlns:p14="http://schemas.microsoft.com/office/powerpoint/2010/main" val="288389619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endParaRPr lang="en-US"/>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fld id="{8769D389-4C4C-4FD7-9E6B-9F44477F0EB8}" type="datetime1">
              <a:rPr lang="en-US" smtClean="0"/>
              <a:t>9/10/2026</a:t>
            </a:fld>
            <a:endParaRPr lang="en-US" dirty="0"/>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E1076ED0-0DB3-4879-AAE5-5C20D22C1DF4}"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25636414"/>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a:t>Click to edit Master title style</a:t>
            </a:r>
            <a:endParaRPr lang="en-US" dirty="0"/>
          </a:p>
        </p:txBody>
      </p:sp>
    </p:spTree>
    <p:extLst>
      <p:ext uri="{BB962C8B-B14F-4D97-AF65-F5344CB8AC3E}">
        <p14:creationId xmlns:p14="http://schemas.microsoft.com/office/powerpoint/2010/main" val="737199562"/>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fld id="{8769D389-4C4C-4FD7-9E6B-9F44477F0EB8}" type="datetime1">
              <a:rPr lang="en-US" smtClean="0"/>
              <a:t>9/10/2026</a:t>
            </a:fld>
            <a:endParaRPr lang="en-US" dirty="0"/>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E1076ED0-0DB3-4879-AAE5-5C20D22C1DF4}" type="slidenum">
              <a:rPr lang="en-US" smtClean="0"/>
              <a:t>‹#›</a:t>
            </a:fld>
            <a:endParaRPr lang="en-US"/>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153315915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1485442047"/>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Oval 7">
            <a:extLst>
              <a:ext uri="{FF2B5EF4-FFF2-40B4-BE49-F238E27FC236}">
                <a16:creationId xmlns:a16="http://schemas.microsoft.com/office/drawing/2014/main" id="{175C8E38-E957-9E3C-9A05-717C0F009AB9}"/>
              </a:ext>
            </a:extLst>
          </p:cNvPr>
          <p:cNvSpPr/>
          <p:nvPr/>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2102359018"/>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E1076ED0-0DB3-4879-AAE5-5C20D22C1DF4}"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4222050"/>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endParaRPr lang="en-US"/>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fld id="{8769D389-4C4C-4FD7-9E6B-9F44477F0EB8}" type="datetime1">
              <a:rPr lang="en-US" smtClean="0"/>
              <a:t>9/10/2026</a:t>
            </a:fld>
            <a:endParaRPr lang="en-US" dirty="0"/>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E1076ED0-0DB3-4879-AAE5-5C20D22C1DF4}" type="slidenum">
              <a:rPr lang="en-US" smtClean="0"/>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51830846"/>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endParaRPr lang="en-US"/>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fld id="{8769D389-4C4C-4FD7-9E6B-9F44477F0EB8}" type="datetime1">
              <a:rPr lang="en-US" smtClean="0"/>
              <a:t>9/10/2026</a:t>
            </a:fld>
            <a:endParaRPr lang="en-US" dirty="0"/>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E1076ED0-0DB3-4879-AAE5-5C20D22C1DF4}"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49562093"/>
      </p:ext>
    </p:extLst>
  </p:cSld>
  <p:clrMapOvr>
    <a:masterClrMapping/>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E1076ED0-0DB3-4879-AAE5-5C20D22C1DF4}" type="slidenum">
              <a:rPr lang="en-US" smtClean="0"/>
              <a:t>‹#›</a:t>
            </a:fld>
            <a:endParaRPr lang="en-US"/>
          </a:p>
        </p:txBody>
      </p:sp>
    </p:spTree>
    <p:extLst>
      <p:ext uri="{BB962C8B-B14F-4D97-AF65-F5344CB8AC3E}">
        <p14:creationId xmlns:p14="http://schemas.microsoft.com/office/powerpoint/2010/main" val="3507677596"/>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endParaRPr lang="en-US"/>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fld id="{8769D389-4C4C-4FD7-9E6B-9F44477F0EB8}" type="datetime1">
              <a:rPr lang="en-US" smtClean="0"/>
              <a:t>9/10/2026</a:t>
            </a:fld>
            <a:endParaRPr lang="en-US" dirty="0"/>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E1076ED0-0DB3-4879-AAE5-5C20D22C1DF4}" type="slidenum">
              <a:rPr lang="en-US" smtClean="0"/>
              <a:t>‹#›</a:t>
            </a:fld>
            <a:endParaRPr lang="en-US"/>
          </a:p>
        </p:txBody>
      </p:sp>
    </p:spTree>
    <p:extLst>
      <p:ext uri="{BB962C8B-B14F-4D97-AF65-F5344CB8AC3E}">
        <p14:creationId xmlns:p14="http://schemas.microsoft.com/office/powerpoint/2010/main" val="2123522767"/>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endParaRPr lang="en-US"/>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fld id="{8769D389-4C4C-4FD7-9E6B-9F44477F0EB8}" type="datetime1">
              <a:rPr lang="en-US" smtClean="0"/>
              <a:t>9/10/2026</a:t>
            </a:fld>
            <a:endParaRPr lang="en-US" dirty="0"/>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4278092869"/>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a:t>Click to edit Master title style</a:t>
            </a:r>
            <a:endParaRPr lang="en-US" dirty="0"/>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endParaRPr lang="en-US"/>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E1076ED0-0DB3-4879-AAE5-5C20D22C1DF4}" type="slidenum">
              <a:rPr lang="en-US" smtClean="0"/>
              <a:t>‹#›</a:t>
            </a:fld>
            <a:endParaRPr lang="en-US"/>
          </a:p>
        </p:txBody>
      </p:sp>
    </p:spTree>
    <p:extLst>
      <p:ext uri="{BB962C8B-B14F-4D97-AF65-F5344CB8AC3E}">
        <p14:creationId xmlns:p14="http://schemas.microsoft.com/office/powerpoint/2010/main" val="3081692225"/>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endParaRPr lang="en-US"/>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E1076ED0-0DB3-4879-AAE5-5C20D22C1DF4}" type="slidenum">
              <a:rPr lang="en-US" smtClean="0"/>
              <a:t>‹#›</a:t>
            </a:fld>
            <a:endParaRPr lang="en-US"/>
          </a:p>
        </p:txBody>
      </p:sp>
    </p:spTree>
    <p:extLst>
      <p:ext uri="{BB962C8B-B14F-4D97-AF65-F5344CB8AC3E}">
        <p14:creationId xmlns:p14="http://schemas.microsoft.com/office/powerpoint/2010/main" val="949828351"/>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endParaRPr lang="en-US"/>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E1076ED0-0DB3-4879-AAE5-5C20D22C1DF4}" type="slidenum">
              <a:rPr lang="en-US" smtClean="0"/>
              <a:t>‹#›</a:t>
            </a:fld>
            <a:endParaRPr lang="en-US"/>
          </a:p>
        </p:txBody>
      </p:sp>
    </p:spTree>
    <p:extLst>
      <p:ext uri="{BB962C8B-B14F-4D97-AF65-F5344CB8AC3E}">
        <p14:creationId xmlns:p14="http://schemas.microsoft.com/office/powerpoint/2010/main" val="790998165"/>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endParaRPr lang="en-US"/>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fld id="{8769D389-4C4C-4FD7-9E6B-9F44477F0EB8}" type="datetime1">
              <a:rPr lang="en-US" smtClean="0"/>
              <a:t>9/10/2026</a:t>
            </a:fld>
            <a:endParaRPr lang="en-US" dirty="0"/>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E1076ED0-0DB3-4879-AAE5-5C20D22C1DF4}" type="slidenum">
              <a:rPr lang="en-US" smtClean="0"/>
              <a:t>‹#›</a:t>
            </a:fld>
            <a:endParaRPr lang="en-US"/>
          </a:p>
        </p:txBody>
      </p:sp>
    </p:spTree>
    <p:extLst>
      <p:ext uri="{BB962C8B-B14F-4D97-AF65-F5344CB8AC3E}">
        <p14:creationId xmlns:p14="http://schemas.microsoft.com/office/powerpoint/2010/main" val="3652886255"/>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endParaRPr lang="en-US"/>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E1076ED0-0DB3-4879-AAE5-5C20D22C1DF4}" type="slidenum">
              <a:rPr lang="en-US" smtClean="0"/>
              <a:t>‹#›</a:t>
            </a:fld>
            <a:endParaRPr lang="en-US"/>
          </a:p>
        </p:txBody>
      </p:sp>
    </p:spTree>
    <p:extLst>
      <p:ext uri="{BB962C8B-B14F-4D97-AF65-F5344CB8AC3E}">
        <p14:creationId xmlns:p14="http://schemas.microsoft.com/office/powerpoint/2010/main" val="240871820"/>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endParaRPr lang="en-US"/>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fld id="{8769D389-4C4C-4FD7-9E6B-9F44477F0EB8}" type="datetime1">
              <a:rPr lang="en-US" smtClean="0"/>
              <a:t>9/10/2026</a:t>
            </a:fld>
            <a:endParaRPr lang="en-US" dirty="0"/>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E1076ED0-0DB3-4879-AAE5-5C20D22C1DF4}" type="slidenum">
              <a:rPr lang="en-US" smtClean="0"/>
              <a:t>‹#›</a:t>
            </a:fld>
            <a:endParaRPr lang="en-US"/>
          </a:p>
        </p:txBody>
      </p:sp>
    </p:spTree>
    <p:extLst>
      <p:ext uri="{BB962C8B-B14F-4D97-AF65-F5344CB8AC3E}">
        <p14:creationId xmlns:p14="http://schemas.microsoft.com/office/powerpoint/2010/main" val="2799118744"/>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3343287904"/>
      </p:ext>
    </p:extLst>
  </p:cSld>
  <p:clrMapOvr>
    <a:masterClrMapping/>
  </p:clrMapOvr>
  <p:hf sldNum="0" hdr="0" ftr="0" dt="0"/>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fld id="{8769D389-4C4C-4FD7-9E6B-9F44477F0EB8}" type="datetime1">
              <a:rPr lang="en-US" smtClean="0"/>
              <a:t>9/10/2026</a:t>
            </a:fld>
            <a:endParaRPr lang="en-US" dirty="0"/>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E1076ED0-0DB3-4879-AAE5-5C20D22C1DF4}"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89126930"/>
      </p:ext>
    </p:extLst>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E1076ED0-0DB3-4879-AAE5-5C20D22C1DF4}" type="slidenum">
              <a:rPr lang="en-US" smtClean="0"/>
              <a:t>‹#›</a:t>
            </a:fld>
            <a:endParaRPr lang="en-US"/>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endParaRPr lang="en-US"/>
          </a:p>
        </p:txBody>
      </p:sp>
    </p:spTree>
    <p:extLst>
      <p:ext uri="{BB962C8B-B14F-4D97-AF65-F5344CB8AC3E}">
        <p14:creationId xmlns:p14="http://schemas.microsoft.com/office/powerpoint/2010/main" val="3703274595"/>
      </p:ext>
    </p:extLst>
  </p:cSld>
  <p:clrMapOvr>
    <a:masterClrMapping/>
  </p:clrMapOvr>
  <p:hf sldNum="0" hdr="0" ftr="0" dt="0"/>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12064" y="987552"/>
            <a:ext cx="3465576" cy="294436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530353" y="110364"/>
            <a:ext cx="3474720" cy="365125"/>
          </a:xfrm>
        </p:spPr>
        <p:txBody>
          <a:bodyPr/>
          <a:lstStyle/>
          <a:p>
            <a:endParaRPr lang="en-US"/>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4315968" y="104576"/>
            <a:ext cx="4836883" cy="365125"/>
          </a:xfrm>
        </p:spPr>
        <p:txBody>
          <a:bodyPr/>
          <a:lstStyle/>
          <a:p>
            <a:fld id="{8769D389-4C4C-4FD7-9E6B-9F44477F0EB8}" type="datetime1">
              <a:rPr lang="en-US" smtClean="0"/>
              <a:t>9/10/2026</a:t>
            </a:fld>
            <a:endParaRPr lang="en-US" dirty="0"/>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E1076ED0-0DB3-4879-AAE5-5C20D22C1DF4}" type="slidenum">
              <a:rPr lang="en-US" smtClean="0"/>
              <a:t>‹#›</a:t>
            </a:fld>
            <a:endParaRPr lang="en-US"/>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4315966" y="987552"/>
            <a:ext cx="7446825"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4315967" y="3931920"/>
            <a:ext cx="7446824"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92591993"/>
      </p:ext>
    </p:extLst>
  </p:cSld>
  <p:clrMapOvr>
    <a:masterClrMapping/>
  </p:clrMapOvr>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12064" y="630936"/>
            <a:ext cx="11018520"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530352" y="110364"/>
            <a:ext cx="5276852" cy="365125"/>
          </a:xfrm>
        </p:spPr>
        <p:txBody>
          <a:bodyPr/>
          <a:lstStyle/>
          <a:p>
            <a:endParaRPr lang="en-US"/>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6190488" y="104576"/>
            <a:ext cx="4836883" cy="365125"/>
          </a:xfrm>
        </p:spPr>
        <p:txBody>
          <a:bodyPr/>
          <a:lstStyle/>
          <a:p>
            <a:fld id="{8769D389-4C4C-4FD7-9E6B-9F44477F0EB8}" type="datetime1">
              <a:rPr lang="en-US" smtClean="0"/>
              <a:t>9/10/2026</a:t>
            </a:fld>
            <a:endParaRPr lang="en-US" dirty="0"/>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E1076ED0-0DB3-4879-AAE5-5C20D22C1DF4}" type="slidenum">
              <a:rPr lang="en-US" smtClean="0"/>
              <a:t>‹#›</a:t>
            </a:fld>
            <a:endParaRPr lang="en-US"/>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30352" y="2286000"/>
            <a:ext cx="5184648" cy="534033"/>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530351" y="2980943"/>
            <a:ext cx="5183188"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6190488" y="2286000"/>
            <a:ext cx="5183188" cy="534033"/>
          </a:xfrm>
        </p:spPr>
        <p:txBody>
          <a:bodyPr/>
          <a:lstStyle/>
          <a:p>
            <a:pPr lvl="0"/>
            <a:r>
              <a:rPr lang="en-US"/>
              <a:t>Click to edit Master text styles</a:t>
            </a:r>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6190488" y="2980944"/>
            <a:ext cx="5183188"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94806539"/>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769D389-4C4C-4FD7-9E6B-9F44477F0EB8}" type="datetime1">
              <a:rPr lang="en-US" smtClean="0"/>
              <a:t>9/10/2026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2012409697"/>
      </p:ext>
    </p:extLst>
  </p:cSld>
  <p:clrMapOvr>
    <a:masterClrMapping/>
  </p:clrMapOvr>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endParaRPr lang="en-US"/>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fld id="{8769D389-4C4C-4FD7-9E6B-9F44477F0EB8}" type="datetime1">
              <a:rPr lang="en-US" smtClean="0"/>
              <a:t>9/10/2026</a:t>
            </a:fld>
            <a:endParaRPr lang="en-US" dirty="0"/>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360305870"/>
      </p:ext>
    </p:extLst>
  </p:cSld>
  <p:clrMapOvr>
    <a:masterClrMapping/>
  </p:clrMapOvr>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endParaRPr lang="en-US"/>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fld id="{8769D389-4C4C-4FD7-9E6B-9F44477F0EB8}" type="datetime1">
              <a:rPr lang="en-US" smtClean="0"/>
              <a:t>9/10/2026</a:t>
            </a:fld>
            <a:endParaRPr lang="en-US" dirty="0"/>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292457004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endParaRPr lang="en-US" dirty="0"/>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endParaRPr lang="en-US"/>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fld id="{8769D389-4C4C-4FD7-9E6B-9F44477F0EB8}" type="datetime1">
              <a:rPr lang="en-US" smtClean="0"/>
              <a:t>9/10/2026</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E1076ED0-0DB3-4879-AAE5-5C20D22C1DF4}" type="slidenum">
              <a:rPr lang="en-US" smtClean="0"/>
              <a:t>‹#›</a:t>
            </a:fld>
            <a:endParaRPr lang="en-US"/>
          </a:p>
        </p:txBody>
      </p:sp>
      <p:sp>
        <p:nvSpPr>
          <p:cNvPr id="3" name="Oval 2">
            <a:extLst>
              <a:ext uri="{FF2B5EF4-FFF2-40B4-BE49-F238E27FC236}">
                <a16:creationId xmlns:a16="http://schemas.microsoft.com/office/drawing/2014/main" id="{D3CF16D9-01F3-6CE6-7291-C344E099BBD0}"/>
              </a:ext>
            </a:extLst>
          </p:cNvPr>
          <p:cNvSpPr/>
          <p:nvPr/>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13454556"/>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B4A7-C566-48F4-B4B8-3A5E7B6C5C3A}"/>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D3B93F5-BC8B-452C-ACE2-C7E01D1B80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39A49B3-A57D-46C5-8462-0C52509F8FCA}"/>
              </a:ext>
            </a:extLst>
          </p:cNvPr>
          <p:cNvSpPr>
            <a:spLocks noGrp="1"/>
          </p:cNvSpPr>
          <p:nvPr>
            <p:ph type="dt" sz="half" idx="10"/>
          </p:nvPr>
        </p:nvSpPr>
        <p:spPr>
          <a:xfrm>
            <a:off x="530352" y="136525"/>
            <a:ext cx="2743200" cy="365125"/>
          </a:xfrm>
        </p:spPr>
        <p:txBody>
          <a:bodyPr/>
          <a:lstStyle/>
          <a:p>
            <a:fld id="{9376191F-481E-48E9-BB9A-369A67A7362D}" type="datetime1">
              <a:rPr lang="en-US" smtClean="0"/>
              <a:t>9/10/2026</a:t>
            </a:fld>
            <a:endParaRPr lang="en-US" dirty="0"/>
          </a:p>
        </p:txBody>
      </p:sp>
      <p:sp>
        <p:nvSpPr>
          <p:cNvPr id="5" name="Footer Placeholder 4">
            <a:extLst>
              <a:ext uri="{FF2B5EF4-FFF2-40B4-BE49-F238E27FC236}">
                <a16:creationId xmlns:a16="http://schemas.microsoft.com/office/drawing/2014/main" id="{9EC8C810-EAF4-4D86-84DD-2E574122DD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87E738-8574-490B-974B-9AD3B2AAE521}"/>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398580501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764E-4B3D-4B6A-A210-B50E4F60E246}"/>
              </a:ext>
            </a:extLst>
          </p:cNvPr>
          <p:cNvSpPr>
            <a:spLocks noGrp="1"/>
          </p:cNvSpPr>
          <p:nvPr>
            <p:ph type="title"/>
          </p:nvPr>
        </p:nvSpPr>
        <p:spPr>
          <a:xfrm>
            <a:off x="530352" y="787068"/>
            <a:ext cx="10072922" cy="2313641"/>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30AEC2-B6E6-4C09-A16F-5E2A1C9A0D0E}"/>
              </a:ext>
            </a:extLst>
          </p:cNvPr>
          <p:cNvSpPr>
            <a:spLocks noGrp="1"/>
          </p:cNvSpPr>
          <p:nvPr>
            <p:ph type="body" idx="1"/>
          </p:nvPr>
        </p:nvSpPr>
        <p:spPr>
          <a:xfrm>
            <a:off x="530352" y="3509963"/>
            <a:ext cx="10072922" cy="2579687"/>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A37CAB-B545-4E42-BB5A-F1DAA9335033}"/>
              </a:ext>
            </a:extLst>
          </p:cNvPr>
          <p:cNvSpPr>
            <a:spLocks noGrp="1"/>
          </p:cNvSpPr>
          <p:nvPr>
            <p:ph type="dt" sz="half" idx="10"/>
          </p:nvPr>
        </p:nvSpPr>
        <p:spPr/>
        <p:txBody>
          <a:bodyPr/>
          <a:lstStyle/>
          <a:p>
            <a:fld id="{6C5677DE-DD04-48CC-9C18-7BE9FF2DEB6B}" type="datetime1">
              <a:rPr lang="en-US" smtClean="0"/>
              <a:t>9/10/2026</a:t>
            </a:fld>
            <a:endParaRPr lang="en-US"/>
          </a:p>
        </p:txBody>
      </p:sp>
      <p:sp>
        <p:nvSpPr>
          <p:cNvPr id="5" name="Footer Placeholder 4">
            <a:extLst>
              <a:ext uri="{FF2B5EF4-FFF2-40B4-BE49-F238E27FC236}">
                <a16:creationId xmlns:a16="http://schemas.microsoft.com/office/drawing/2014/main" id="{AF6D720B-7E58-43F4-9659-ADB2403A5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95F53F-2FA5-4B5C-A151-F07BBC002B29}"/>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357663055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074900" y="959167"/>
            <a:ext cx="8822400" cy="9332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22" name="Google Shape;22;p5"/>
          <p:cNvSpPr txBox="1">
            <a:spLocks noGrp="1"/>
          </p:cNvSpPr>
          <p:nvPr>
            <p:ph type="body" idx="1"/>
          </p:nvPr>
        </p:nvSpPr>
        <p:spPr>
          <a:xfrm>
            <a:off x="2074900" y="1838428"/>
            <a:ext cx="8822400" cy="4056400"/>
          </a:xfrm>
          <a:prstGeom prst="rect">
            <a:avLst/>
          </a:prstGeom>
        </p:spPr>
        <p:txBody>
          <a:bodyPr spcFirstLastPara="1" wrap="square" lIns="91425" tIns="91425" rIns="91425" bIns="91425" anchor="t" anchorCtr="0">
            <a:noAutofit/>
          </a:bodyPr>
          <a:lstStyle>
            <a:lvl1pPr marL="609585" lvl="0" indent="-524920">
              <a:spcBef>
                <a:spcPts val="800"/>
              </a:spcBef>
              <a:spcAft>
                <a:spcPts val="0"/>
              </a:spcAft>
              <a:buSzPts val="2600"/>
              <a:buChar char="◈"/>
              <a:defRPr sz="3467"/>
            </a:lvl1pPr>
            <a:lvl2pPr marL="1219170" lvl="1" indent="-524920">
              <a:spcBef>
                <a:spcPts val="0"/>
              </a:spcBef>
              <a:spcAft>
                <a:spcPts val="0"/>
              </a:spcAft>
              <a:buSzPts val="2600"/>
              <a:buChar char="◆"/>
              <a:defRPr sz="3467"/>
            </a:lvl2pPr>
            <a:lvl3pPr marL="1828754" lvl="2" indent="-524920">
              <a:spcBef>
                <a:spcPts val="0"/>
              </a:spcBef>
              <a:spcAft>
                <a:spcPts val="0"/>
              </a:spcAft>
              <a:buSzPts val="2600"/>
              <a:buChar char="◇"/>
              <a:defRPr sz="3467"/>
            </a:lvl3pPr>
            <a:lvl4pPr marL="2438339" lvl="3" indent="-524920">
              <a:spcBef>
                <a:spcPts val="0"/>
              </a:spcBef>
              <a:spcAft>
                <a:spcPts val="0"/>
              </a:spcAft>
              <a:buSzPts val="2600"/>
              <a:buChar char="⬥"/>
              <a:defRPr sz="3467"/>
            </a:lvl4pPr>
            <a:lvl5pPr marL="3047924" lvl="4" indent="-524920">
              <a:spcBef>
                <a:spcPts val="0"/>
              </a:spcBef>
              <a:spcAft>
                <a:spcPts val="0"/>
              </a:spcAft>
              <a:buSzPts val="2600"/>
              <a:buChar char="⬦"/>
              <a:defRPr sz="3467"/>
            </a:lvl5pPr>
            <a:lvl6pPr marL="3657509" lvl="5" indent="-524920">
              <a:spcBef>
                <a:spcPts val="0"/>
              </a:spcBef>
              <a:spcAft>
                <a:spcPts val="0"/>
              </a:spcAft>
              <a:buSzPts val="2600"/>
              <a:buChar char="⬦"/>
              <a:defRPr sz="3467"/>
            </a:lvl6pPr>
            <a:lvl7pPr marL="4267093" lvl="6" indent="-524920">
              <a:spcBef>
                <a:spcPts val="0"/>
              </a:spcBef>
              <a:spcAft>
                <a:spcPts val="0"/>
              </a:spcAft>
              <a:buSzPts val="2600"/>
              <a:buChar char="⬦"/>
              <a:defRPr sz="3467"/>
            </a:lvl7pPr>
            <a:lvl8pPr marL="4876678" lvl="7" indent="-524920">
              <a:spcBef>
                <a:spcPts val="0"/>
              </a:spcBef>
              <a:spcAft>
                <a:spcPts val="0"/>
              </a:spcAft>
              <a:buSzPts val="2600"/>
              <a:buChar char="⬦"/>
              <a:defRPr sz="3467"/>
            </a:lvl8pPr>
            <a:lvl9pPr marL="5486263" lvl="8" indent="-524920">
              <a:spcBef>
                <a:spcPts val="0"/>
              </a:spcBef>
              <a:spcAft>
                <a:spcPts val="0"/>
              </a:spcAft>
              <a:buSzPts val="2600"/>
              <a:buChar char="⬦"/>
              <a:defRPr sz="3467"/>
            </a:lvl9pPr>
          </a:lstStyle>
          <a:p>
            <a:endParaRPr/>
          </a:p>
        </p:txBody>
      </p:sp>
      <p:sp>
        <p:nvSpPr>
          <p:cNvPr id="23" name="Google Shape;23;p5"/>
          <p:cNvSpPr txBox="1">
            <a:spLocks noGrp="1"/>
          </p:cNvSpPr>
          <p:nvPr>
            <p:ph type="sldNum" idx="12"/>
          </p:nvPr>
        </p:nvSpPr>
        <p:spPr>
          <a:xfrm>
            <a:off x="10532467" y="5464568"/>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835620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463255ED-7101-4D18-A8AE-3B5E4CB87EA5}" type="datetime1">
              <a:rPr lang="en-US" smtClean="0"/>
              <a:t>9/10/2026</a:t>
            </a:fld>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3082579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26" Type="http://schemas.openxmlformats.org/officeDocument/2006/relationships/slideLayout" Target="../slideLayouts/slideLayout50.xml"/><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5" Type="http://schemas.openxmlformats.org/officeDocument/2006/relationships/slideLayout" Target="../slideLayouts/slideLayout49.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29" Type="http://schemas.openxmlformats.org/officeDocument/2006/relationships/slideLayout" Target="../slideLayouts/slideLayout53.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slideLayout" Target="../slideLayouts/slideLayout48.xml"/><Relationship Id="rId32" Type="http://schemas.openxmlformats.org/officeDocument/2006/relationships/theme" Target="../theme/theme3.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slideLayout" Target="../slideLayouts/slideLayout47.xml"/><Relationship Id="rId28" Type="http://schemas.openxmlformats.org/officeDocument/2006/relationships/slideLayout" Target="../slideLayouts/slideLayout52.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31" Type="http://schemas.openxmlformats.org/officeDocument/2006/relationships/slideLayout" Target="../slideLayouts/slideLayout55.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 Id="rId27" Type="http://schemas.openxmlformats.org/officeDocument/2006/relationships/slideLayout" Target="../slideLayouts/slideLayout51.xml"/><Relationship Id="rId30"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44AD5F-C031-4752-AA5B-38A59EB77CDE}" type="datetimeFigureOut">
              <a:rPr lang="en-US" smtClean="0"/>
              <a:pPr/>
              <a:t>9/10/2026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77D8CA-FDA0-4C0D-B210-ADA237626CCC}" type="slidenum">
              <a:rPr lang="en-US" smtClean="0"/>
              <a:pPr/>
              <a:t>‹#›</a:t>
            </a:fld>
            <a:endParaRPr lang="en-US"/>
          </a:p>
        </p:txBody>
      </p:sp>
    </p:spTree>
    <p:extLst>
      <p:ext uri="{BB962C8B-B14F-4D97-AF65-F5344CB8AC3E}">
        <p14:creationId xmlns:p14="http://schemas.microsoft.com/office/powerpoint/2010/main" val="313408120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F14B1E-B1C8-26F1-D2A4-0CC7954149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5C3891-790F-08DD-01B4-E6E5FC4C51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4231DC-EE21-A970-FA7E-F9644F8DF7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996B39-A64C-8E4D-B688-14BF5338E2DD}" type="datetimeFigureOut">
              <a:rPr lang="en-US" smtClean="0"/>
              <a:t>9/10/2026</a:t>
            </a:fld>
            <a:endParaRPr lang="en-US"/>
          </a:p>
        </p:txBody>
      </p:sp>
      <p:sp>
        <p:nvSpPr>
          <p:cNvPr id="5" name="Footer Placeholder 4">
            <a:extLst>
              <a:ext uri="{FF2B5EF4-FFF2-40B4-BE49-F238E27FC236}">
                <a16:creationId xmlns:a16="http://schemas.microsoft.com/office/drawing/2014/main" id="{87E37109-C687-CAA0-4245-07FD6509F1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3F15FE1-876C-8A79-0F15-8F30F94889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0406F4-7248-8346-B3D3-28E3AAD05C6C}" type="slidenum">
              <a:rPr lang="en-US" smtClean="0"/>
              <a:t>‹#›</a:t>
            </a:fld>
            <a:endParaRPr lang="en-US"/>
          </a:p>
        </p:txBody>
      </p:sp>
    </p:spTree>
    <p:extLst>
      <p:ext uri="{BB962C8B-B14F-4D97-AF65-F5344CB8AC3E}">
        <p14:creationId xmlns:p14="http://schemas.microsoft.com/office/powerpoint/2010/main" val="400695498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fld id="{8769D389-4C4C-4FD7-9E6B-9F44477F0EB8}" type="datetime1">
              <a:rPr lang="en-US" smtClean="0"/>
              <a:t>9/10/2026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E1076ED0-0DB3-4879-AAE5-5C20D22C1DF4}"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90119578"/>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 id="2147483716" r:id="rId30"/>
    <p:sldLayoutId id="2147483717" r:id="rId31"/>
  </p:sldLayoutIdLst>
  <p:hf sldNum="0" hdr="0" ftr="0" dt="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3.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DF48FF2-349E-ED9B-D8FB-048BC76C9959}"/>
              </a:ext>
            </a:extLst>
          </p:cNvPr>
          <p:cNvSpPr>
            <a:spLocks noGrp="1"/>
          </p:cNvSpPr>
          <p:nvPr>
            <p:ph type="title"/>
          </p:nvPr>
        </p:nvSpPr>
        <p:spPr>
          <a:xfrm>
            <a:off x="479394" y="1070800"/>
            <a:ext cx="3939688" cy="5583126"/>
          </a:xfrm>
        </p:spPr>
        <p:txBody>
          <a:bodyPr>
            <a:normAutofit/>
          </a:bodyPr>
          <a:lstStyle/>
          <a:p>
            <a:pPr algn="r"/>
            <a:r>
              <a:rPr lang="en-US" sz="8000"/>
              <a:t>Today in LSS</a:t>
            </a:r>
          </a:p>
        </p:txBody>
      </p:sp>
      <p:graphicFrame>
        <p:nvGraphicFramePr>
          <p:cNvPr id="14" name="Content Placeholder 4">
            <a:extLst>
              <a:ext uri="{FF2B5EF4-FFF2-40B4-BE49-F238E27FC236}">
                <a16:creationId xmlns:a16="http://schemas.microsoft.com/office/drawing/2014/main" id="{B3E97826-F806-7FD8-40AB-50488E618AF5}"/>
              </a:ext>
            </a:extLst>
          </p:cNvPr>
          <p:cNvGraphicFramePr>
            <a:graphicFrameLocks noGrp="1"/>
          </p:cNvGraphicFramePr>
          <p:nvPr>
            <p:ph idx="1"/>
            <p:extLst>
              <p:ext uri="{D42A27DB-BD31-4B8C-83A1-F6EECF244321}">
                <p14:modId xmlns:p14="http://schemas.microsoft.com/office/powerpoint/2010/main" val="2816619130"/>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2705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F35C72-219A-E4F7-9D64-50D6D301B119}"/>
              </a:ext>
            </a:extLst>
          </p:cNvPr>
          <p:cNvSpPr>
            <a:spLocks noGrp="1"/>
          </p:cNvSpPr>
          <p:nvPr>
            <p:ph type="title"/>
          </p:nvPr>
        </p:nvSpPr>
        <p:spPr>
          <a:xfrm>
            <a:off x="838200" y="365125"/>
            <a:ext cx="10515600" cy="1325563"/>
          </a:xfrm>
        </p:spPr>
        <p:txBody>
          <a:bodyPr>
            <a:normAutofit/>
          </a:bodyPr>
          <a:lstStyle/>
          <a:p>
            <a:r>
              <a:rPr lang="en-US" sz="5400"/>
              <a:t>ICW 3- The Full Case Cite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E13F58A-C1D9-619F-F90B-C471A183569E}"/>
              </a:ext>
            </a:extLst>
          </p:cNvPr>
          <p:cNvSpPr>
            <a:spLocks noGrp="1"/>
          </p:cNvSpPr>
          <p:nvPr>
            <p:ph idx="1"/>
          </p:nvPr>
        </p:nvSpPr>
        <p:spPr>
          <a:xfrm>
            <a:off x="838200" y="1929384"/>
            <a:ext cx="10515600" cy="4251960"/>
          </a:xfrm>
        </p:spPr>
        <p:txBody>
          <a:bodyPr>
            <a:normAutofit fontScale="92500" lnSpcReduction="10000"/>
          </a:bodyPr>
          <a:lstStyle/>
          <a:p>
            <a:r>
              <a:rPr lang="en-US" dirty="0"/>
              <a:t>Key Rules (the new ones): R10.4, R10.5, and B10.1.3 (including </a:t>
            </a:r>
            <a:r>
              <a:rPr lang="en-US" dirty="0" err="1"/>
              <a:t>Bluepages</a:t>
            </a:r>
            <a:r>
              <a:rPr lang="en-US" dirty="0"/>
              <a:t> Tip.)</a:t>
            </a:r>
          </a:p>
          <a:p>
            <a:endParaRPr lang="en-US" dirty="0"/>
          </a:p>
          <a:p>
            <a:r>
              <a:rPr lang="en-US" dirty="0"/>
              <a:t>Watch out for:  </a:t>
            </a:r>
          </a:p>
          <a:p>
            <a:pPr lvl="1"/>
            <a:r>
              <a:rPr lang="en-US" sz="3200" dirty="0"/>
              <a:t>Federal District Courts- Create Abbreviation using T7 and T10.</a:t>
            </a:r>
          </a:p>
          <a:p>
            <a:pPr lvl="1"/>
            <a:r>
              <a:rPr lang="en-US" sz="3200" dirty="0"/>
              <a:t>Is it the highest court in a </a:t>
            </a:r>
            <a:r>
              <a:rPr lang="en-US" sz="3200" dirty="0" err="1"/>
              <a:t>jx</a:t>
            </a:r>
            <a:r>
              <a:rPr lang="en-US" sz="3200" dirty="0"/>
              <a:t>?  Omit court name. 10.4(a) and (b)</a:t>
            </a:r>
          </a:p>
          <a:p>
            <a:pPr lvl="1"/>
            <a:r>
              <a:rPr lang="en-US" sz="3200" dirty="0"/>
              <a:t>Is the state obvious from the reporter? Don’t include it in name. 10.4(b)</a:t>
            </a:r>
            <a:endParaRPr lang="en-US" sz="2200" dirty="0"/>
          </a:p>
        </p:txBody>
      </p:sp>
    </p:spTree>
    <p:extLst>
      <p:ext uri="{BB962C8B-B14F-4D97-AF65-F5344CB8AC3E}">
        <p14:creationId xmlns:p14="http://schemas.microsoft.com/office/powerpoint/2010/main" val="4248018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8DEA16-CB4A-5AAA-B51E-A38BF39083C3}"/>
              </a:ext>
            </a:extLst>
          </p:cNvPr>
          <p:cNvSpPr>
            <a:spLocks noGrp="1"/>
          </p:cNvSpPr>
          <p:nvPr>
            <p:ph type="title"/>
          </p:nvPr>
        </p:nvSpPr>
        <p:spPr>
          <a:xfrm>
            <a:off x="686834" y="1153572"/>
            <a:ext cx="3200400" cy="4461163"/>
          </a:xfrm>
        </p:spPr>
        <p:txBody>
          <a:bodyPr>
            <a:normAutofit/>
          </a:bodyPr>
          <a:lstStyle/>
          <a:p>
            <a:r>
              <a:rPr lang="en-US">
                <a:solidFill>
                  <a:srgbClr val="FFFFFF"/>
                </a:solidFill>
              </a:rPr>
              <a:t>ICW 5-Short forms of Cases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BF4C1C0-A883-3F93-5D00-FD2DA2BF9758}"/>
              </a:ext>
            </a:extLst>
          </p:cNvPr>
          <p:cNvSpPr>
            <a:spLocks noGrp="1"/>
          </p:cNvSpPr>
          <p:nvPr>
            <p:ph idx="1"/>
          </p:nvPr>
        </p:nvSpPr>
        <p:spPr>
          <a:xfrm>
            <a:off x="4447308" y="591344"/>
            <a:ext cx="6906491" cy="5585619"/>
          </a:xfrm>
        </p:spPr>
        <p:txBody>
          <a:bodyPr anchor="ctr">
            <a:normAutofit/>
          </a:bodyPr>
          <a:lstStyle/>
          <a:p>
            <a:r>
              <a:rPr lang="en-US" dirty="0"/>
              <a:t>Key new rule: R10.9 and B10.2</a:t>
            </a:r>
          </a:p>
          <a:p>
            <a:endParaRPr lang="en-US" dirty="0"/>
          </a:p>
          <a:p>
            <a:pPr lvl="1"/>
            <a:r>
              <a:rPr lang="en-US" dirty="0"/>
              <a:t>Watch out for:</a:t>
            </a:r>
          </a:p>
          <a:p>
            <a:pPr lvl="2"/>
            <a:r>
              <a:rPr lang="en-US" dirty="0"/>
              <a:t>Do you need a short cite (</a:t>
            </a:r>
            <a:r>
              <a:rPr lang="en-US" i="1" dirty="0" err="1"/>
              <a:t>Palsgraf</a:t>
            </a:r>
            <a:r>
              <a:rPr lang="en-US" dirty="0"/>
              <a:t>, 162 N.E. at 100) or </a:t>
            </a:r>
            <a:r>
              <a:rPr lang="en-US" i="1" dirty="0"/>
              <a:t>id.</a:t>
            </a:r>
            <a:r>
              <a:rPr lang="en-US" dirty="0"/>
              <a:t>? </a:t>
            </a:r>
            <a:r>
              <a:rPr lang="en-US" i="1" dirty="0"/>
              <a:t>Id.</a:t>
            </a:r>
            <a:r>
              <a:rPr lang="en-US" dirty="0"/>
              <a:t> is only used when it’s the last cite and there are no intervening cites.  </a:t>
            </a:r>
          </a:p>
          <a:p>
            <a:pPr lvl="2"/>
            <a:r>
              <a:rPr lang="en-US" dirty="0"/>
              <a:t>Is the first party a geographical unit, governmental entity or another common litigant?  Then use the second party.</a:t>
            </a:r>
          </a:p>
          <a:p>
            <a:pPr lvl="2"/>
            <a:r>
              <a:rPr lang="en-US" dirty="0"/>
              <a:t>Do you need a pinpoint cite to specific material?</a:t>
            </a:r>
          </a:p>
        </p:txBody>
      </p:sp>
    </p:spTree>
    <p:extLst>
      <p:ext uri="{BB962C8B-B14F-4D97-AF65-F5344CB8AC3E}">
        <p14:creationId xmlns:p14="http://schemas.microsoft.com/office/powerpoint/2010/main" val="2441303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FD24AD-570A-A4AD-368D-94E2BB7CC1A9}"/>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Where are we?</a:t>
            </a:r>
          </a:p>
        </p:txBody>
      </p:sp>
      <p:graphicFrame>
        <p:nvGraphicFramePr>
          <p:cNvPr id="5" name="Content Placeholder 2">
            <a:extLst>
              <a:ext uri="{FF2B5EF4-FFF2-40B4-BE49-F238E27FC236}">
                <a16:creationId xmlns:a16="http://schemas.microsoft.com/office/drawing/2014/main" id="{41E3BD7D-7224-C108-DDE2-213C260BC4AA}"/>
              </a:ext>
            </a:extLst>
          </p:cNvPr>
          <p:cNvGraphicFramePr>
            <a:graphicFrameLocks noGrp="1"/>
          </p:cNvGraphicFramePr>
          <p:nvPr>
            <p:ph idx="1"/>
            <p:extLst>
              <p:ext uri="{D42A27DB-BD31-4B8C-83A1-F6EECF244321}">
                <p14:modId xmlns:p14="http://schemas.microsoft.com/office/powerpoint/2010/main" val="96750156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Arrow: Right 3">
            <a:extLst>
              <a:ext uri="{FF2B5EF4-FFF2-40B4-BE49-F238E27FC236}">
                <a16:creationId xmlns:a16="http://schemas.microsoft.com/office/drawing/2014/main" id="{E422C270-0F7E-436F-8923-355F70BFB071}"/>
              </a:ext>
            </a:extLst>
          </p:cNvPr>
          <p:cNvSpPr/>
          <p:nvPr/>
        </p:nvSpPr>
        <p:spPr>
          <a:xfrm>
            <a:off x="4415838" y="2015613"/>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E504F4A6-109F-0464-FC92-5B9C5F0238EB}"/>
              </a:ext>
            </a:extLst>
          </p:cNvPr>
          <p:cNvSpPr/>
          <p:nvPr/>
        </p:nvSpPr>
        <p:spPr>
          <a:xfrm>
            <a:off x="4390187" y="3186680"/>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4749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86D9E7FE-2556-E6BE-A2BA-A1E09CDB9FA5}"/>
              </a:ext>
            </a:extLst>
          </p:cNvPr>
          <p:cNvGrpSpPr/>
          <p:nvPr/>
        </p:nvGrpSpPr>
        <p:grpSpPr>
          <a:xfrm>
            <a:off x="1104899" y="259497"/>
            <a:ext cx="6934201" cy="1219200"/>
            <a:chOff x="2590800" y="2133600"/>
            <a:chExt cx="6934201" cy="1219200"/>
          </a:xfrm>
        </p:grpSpPr>
        <p:sp>
          <p:nvSpPr>
            <p:cNvPr id="9" name="Rectangle 8"/>
            <p:cNvSpPr/>
            <p:nvPr/>
          </p:nvSpPr>
          <p:spPr>
            <a:xfrm>
              <a:off x="2590800" y="2133600"/>
              <a:ext cx="1752600" cy="1219200"/>
            </a:xfrm>
            <a:prstGeom prst="rect">
              <a:avLst/>
            </a:prstGeom>
            <a:solidFill>
              <a:srgbClr val="FD666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0000"/>
                  </a:solidFill>
                  <a:effectLst/>
                  <a:uLnTx/>
                  <a:uFillTx/>
                  <a:latin typeface="Neue Haas Grotesk Text Pro"/>
                  <a:ea typeface="+mn-ea"/>
                  <a:cs typeface="+mn-cs"/>
                </a:rPr>
                <a:t>Conclusion</a:t>
              </a:r>
            </a:p>
          </p:txBody>
        </p:sp>
        <p:sp>
          <p:nvSpPr>
            <p:cNvPr id="12" name="TextBox 11"/>
            <p:cNvSpPr txBox="1"/>
            <p:nvPr/>
          </p:nvSpPr>
          <p:spPr>
            <a:xfrm>
              <a:off x="4495801" y="2358479"/>
              <a:ext cx="5029200"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00000"/>
                  </a:solidFill>
                  <a:effectLst/>
                  <a:uLnTx/>
                  <a:uFillTx/>
                  <a:latin typeface="Neue Haas Grotesk Text Pro"/>
                  <a:ea typeface="+mn-ea"/>
                  <a:cs typeface="+mn-cs"/>
                </a:rPr>
                <a:t>Describes the problem you are presented with as an up-front prediction.</a:t>
              </a:r>
            </a:p>
          </p:txBody>
        </p:sp>
      </p:grpSp>
      <p:grpSp>
        <p:nvGrpSpPr>
          <p:cNvPr id="5" name="Group 4">
            <a:extLst>
              <a:ext uri="{FF2B5EF4-FFF2-40B4-BE49-F238E27FC236}">
                <a16:creationId xmlns:a16="http://schemas.microsoft.com/office/drawing/2014/main" id="{876E35D6-9CDD-6E47-50FD-ADECEFEE68E1}"/>
              </a:ext>
            </a:extLst>
          </p:cNvPr>
          <p:cNvGrpSpPr/>
          <p:nvPr/>
        </p:nvGrpSpPr>
        <p:grpSpPr>
          <a:xfrm>
            <a:off x="1080105" y="1591104"/>
            <a:ext cx="7272043" cy="1219200"/>
            <a:chOff x="2642206" y="3726091"/>
            <a:chExt cx="7272043" cy="1219200"/>
          </a:xfrm>
        </p:grpSpPr>
        <p:sp>
          <p:nvSpPr>
            <p:cNvPr id="7" name="Rectangle 6"/>
            <p:cNvSpPr/>
            <p:nvPr/>
          </p:nvSpPr>
          <p:spPr>
            <a:xfrm>
              <a:off x="2642206" y="3726091"/>
              <a:ext cx="1676400" cy="1219200"/>
            </a:xfrm>
            <a:prstGeom prst="rect">
              <a:avLst/>
            </a:prstGeom>
            <a:solidFill>
              <a:srgbClr val="CC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0000"/>
                  </a:solidFill>
                  <a:effectLst/>
                  <a:uLnTx/>
                  <a:uFillTx/>
                  <a:latin typeface="Neue Haas Grotesk Text Pro"/>
                  <a:ea typeface="+mn-ea"/>
                  <a:cs typeface="+mn-cs"/>
                </a:rPr>
                <a:t>Rules</a:t>
              </a:r>
            </a:p>
          </p:txBody>
        </p:sp>
        <p:sp>
          <p:nvSpPr>
            <p:cNvPr id="8" name="Rectangle 7"/>
            <p:cNvSpPr/>
            <p:nvPr/>
          </p:nvSpPr>
          <p:spPr>
            <a:xfrm>
              <a:off x="4495801" y="3795709"/>
              <a:ext cx="5418448" cy="110799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00000"/>
                  </a:solidFill>
                  <a:effectLst/>
                  <a:uLnTx/>
                  <a:uFillTx/>
                  <a:latin typeface="Neue Haas Grotesk Text Pro"/>
                  <a:ea typeface="+mn-ea"/>
                  <a:cs typeface="+mn-cs"/>
                </a:rPr>
                <a:t>Summarizes the law </a:t>
              </a:r>
              <a:r>
                <a:rPr kumimoji="0" lang="mr-IN" sz="2200" b="0" i="0" u="none" strike="noStrike" kern="1200" cap="none" spc="0" normalizeH="0" baseline="0" noProof="0" dirty="0">
                  <a:ln>
                    <a:noFill/>
                  </a:ln>
                  <a:solidFill>
                    <a:srgbClr val="000000"/>
                  </a:solidFill>
                  <a:effectLst/>
                  <a:uLnTx/>
                  <a:uFillTx/>
                  <a:latin typeface="Neue Haas Grotesk Text Pro"/>
                  <a:ea typeface="+mn-ea"/>
                  <a:cs typeface="+mn-cs"/>
                </a:rPr>
                <a:t>–</a:t>
              </a:r>
              <a:r>
                <a:rPr kumimoji="0" lang="en-US" sz="2200" b="0" i="0" u="none" strike="noStrike" kern="1200" cap="none" spc="0" normalizeH="0" baseline="0" noProof="0" dirty="0">
                  <a:ln>
                    <a:noFill/>
                  </a:ln>
                  <a:solidFill>
                    <a:srgbClr val="000000"/>
                  </a:solidFill>
                  <a:effectLst/>
                  <a:uLnTx/>
                  <a:uFillTx/>
                  <a:latin typeface="Neue Haas Grotesk Text Pro"/>
                  <a:ea typeface="+mn-ea"/>
                  <a:cs typeface="+mn-cs"/>
                </a:rPr>
                <a:t> from general to specific </a:t>
              </a:r>
              <a:r>
                <a:rPr kumimoji="0" lang="mr-IN" sz="2200" b="0" i="0" u="none" strike="noStrike" kern="1200" cap="none" spc="0" normalizeH="0" baseline="0" noProof="0" dirty="0">
                  <a:ln>
                    <a:noFill/>
                  </a:ln>
                  <a:solidFill>
                    <a:srgbClr val="000000"/>
                  </a:solidFill>
                  <a:effectLst/>
                  <a:uLnTx/>
                  <a:uFillTx/>
                  <a:latin typeface="Neue Haas Grotesk Text Pro"/>
                  <a:ea typeface="+mn-ea"/>
                  <a:cs typeface="+mn-cs"/>
                </a:rPr>
                <a:t>–</a:t>
              </a:r>
              <a:r>
                <a:rPr kumimoji="0" lang="en-US" sz="2200" b="0" i="0" u="none" strike="noStrike" kern="1200" cap="none" spc="0" normalizeH="0" baseline="0" noProof="0" dirty="0">
                  <a:ln>
                    <a:noFill/>
                  </a:ln>
                  <a:solidFill>
                    <a:srgbClr val="000000"/>
                  </a:solidFill>
                  <a:effectLst/>
                  <a:uLnTx/>
                  <a:uFillTx/>
                  <a:latin typeface="Neue Haas Grotesk Text Pro"/>
                  <a:ea typeface="+mn-ea"/>
                  <a:cs typeface="+mn-cs"/>
                </a:rPr>
                <a:t> </a:t>
              </a:r>
              <a:r>
                <a:rPr kumimoji="0" lang="en-US" sz="2200" b="0" i="0" u="sng" strike="noStrike" kern="1200" cap="none" spc="0" normalizeH="0" baseline="0" noProof="0" dirty="0">
                  <a:ln>
                    <a:noFill/>
                  </a:ln>
                  <a:solidFill>
                    <a:srgbClr val="000000"/>
                  </a:solidFill>
                  <a:effectLst/>
                  <a:uLnTx/>
                  <a:uFillTx/>
                  <a:latin typeface="Neue Haas Grotesk Text Pro"/>
                  <a:ea typeface="+mn-ea"/>
                  <a:cs typeface="+mn-cs"/>
                </a:rPr>
                <a:t>without</a:t>
              </a:r>
              <a:r>
                <a:rPr kumimoji="0" lang="en-US" sz="2200" b="0" i="0" u="none" strike="noStrike" kern="1200" cap="none" spc="0" normalizeH="0" baseline="0" noProof="0" dirty="0">
                  <a:ln>
                    <a:noFill/>
                  </a:ln>
                  <a:solidFill>
                    <a:srgbClr val="000000"/>
                  </a:solidFill>
                  <a:effectLst/>
                  <a:uLnTx/>
                  <a:uFillTx/>
                  <a:latin typeface="Neue Haas Grotesk Text Pro"/>
                  <a:ea typeface="+mn-ea"/>
                  <a:cs typeface="+mn-cs"/>
                </a:rPr>
                <a:t> reference to any facts.</a:t>
              </a:r>
              <a:r>
                <a:rPr kumimoji="0" lang="en-US" sz="2200" b="0" i="0" u="sng" strike="noStrike" kern="1200" cap="none" spc="0" normalizeH="0" baseline="0" noProof="0" dirty="0">
                  <a:ln>
                    <a:noFill/>
                  </a:ln>
                  <a:solidFill>
                    <a:srgbClr val="000000"/>
                  </a:solidFill>
                  <a:effectLst/>
                  <a:uLnTx/>
                  <a:uFillTx/>
                  <a:latin typeface="Neue Haas Grotesk Text Pro"/>
                  <a:ea typeface="+mn-ea"/>
                  <a:cs typeface="+mn-cs"/>
                </a:rPr>
                <a:t>*Always written in present tense.*</a:t>
              </a:r>
            </a:p>
          </p:txBody>
        </p:sp>
      </p:grpSp>
      <p:grpSp>
        <p:nvGrpSpPr>
          <p:cNvPr id="6" name="Group 5">
            <a:extLst>
              <a:ext uri="{FF2B5EF4-FFF2-40B4-BE49-F238E27FC236}">
                <a16:creationId xmlns:a16="http://schemas.microsoft.com/office/drawing/2014/main" id="{54D436CF-8B16-FDC9-8E29-5B1CE9907199}"/>
              </a:ext>
            </a:extLst>
          </p:cNvPr>
          <p:cNvGrpSpPr/>
          <p:nvPr/>
        </p:nvGrpSpPr>
        <p:grpSpPr>
          <a:xfrm>
            <a:off x="754146" y="2810304"/>
            <a:ext cx="7284952" cy="1268401"/>
            <a:chOff x="2316248" y="5197250"/>
            <a:chExt cx="7284952" cy="1268401"/>
          </a:xfrm>
        </p:grpSpPr>
        <p:sp>
          <p:nvSpPr>
            <p:cNvPr id="10" name="Rectangle 9"/>
            <p:cNvSpPr/>
            <p:nvPr/>
          </p:nvSpPr>
          <p:spPr>
            <a:xfrm>
              <a:off x="2316248" y="5246451"/>
              <a:ext cx="2179556" cy="1219200"/>
            </a:xfrm>
            <a:prstGeom prst="rect">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000000"/>
                  </a:solidFill>
                  <a:effectLst/>
                  <a:uLnTx/>
                  <a:uFillTx/>
                  <a:latin typeface="Neue Haas Grotesk Text Pro"/>
                  <a:ea typeface="+mn-ea"/>
                  <a:cs typeface="+mn-cs"/>
                </a:rPr>
                <a:t>Explanation</a:t>
              </a:r>
            </a:p>
          </p:txBody>
        </p:sp>
        <p:sp>
          <p:nvSpPr>
            <p:cNvPr id="3" name="Rectangle 2"/>
            <p:cNvSpPr/>
            <p:nvPr/>
          </p:nvSpPr>
          <p:spPr>
            <a:xfrm>
              <a:off x="4572000" y="5197250"/>
              <a:ext cx="5029200" cy="110799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00000"/>
                  </a:solidFill>
                  <a:effectLst/>
                  <a:uLnTx/>
                  <a:uFillTx/>
                  <a:latin typeface="Neue Haas Grotesk Text Pro"/>
                  <a:ea typeface="+mn-ea"/>
                  <a:cs typeface="+mn-cs"/>
                </a:rPr>
                <a:t>Starts with a thesis sentence. Provides facts, reasoning, and holding of prior case.   *</a:t>
              </a:r>
              <a:r>
                <a:rPr kumimoji="0" lang="en-US" sz="2200" b="0" i="0" u="sng" strike="noStrike" kern="1200" cap="none" spc="0" normalizeH="0" baseline="0" noProof="0" dirty="0">
                  <a:ln>
                    <a:noFill/>
                  </a:ln>
                  <a:solidFill>
                    <a:srgbClr val="000000"/>
                  </a:solidFill>
                  <a:effectLst/>
                  <a:uLnTx/>
                  <a:uFillTx/>
                  <a:latin typeface="Neue Haas Grotesk Text Pro"/>
                  <a:ea typeface="+mn-ea"/>
                  <a:cs typeface="+mn-cs"/>
                </a:rPr>
                <a:t>Always written in past tense*</a:t>
              </a:r>
            </a:p>
          </p:txBody>
        </p:sp>
      </p:grpSp>
      <p:grpSp>
        <p:nvGrpSpPr>
          <p:cNvPr id="13" name="Group 12">
            <a:extLst>
              <a:ext uri="{FF2B5EF4-FFF2-40B4-BE49-F238E27FC236}">
                <a16:creationId xmlns:a16="http://schemas.microsoft.com/office/drawing/2014/main" id="{5329468C-3A20-88F0-FF82-6D18654EF764}"/>
              </a:ext>
            </a:extLst>
          </p:cNvPr>
          <p:cNvGrpSpPr/>
          <p:nvPr/>
        </p:nvGrpSpPr>
        <p:grpSpPr>
          <a:xfrm>
            <a:off x="754146" y="4236277"/>
            <a:ext cx="7413208" cy="1233186"/>
            <a:chOff x="2514600" y="519414"/>
            <a:chExt cx="7052749" cy="1233186"/>
          </a:xfrm>
        </p:grpSpPr>
        <p:sp>
          <p:nvSpPr>
            <p:cNvPr id="14" name="Rectangle 13">
              <a:extLst>
                <a:ext uri="{FF2B5EF4-FFF2-40B4-BE49-F238E27FC236}">
                  <a16:creationId xmlns:a16="http://schemas.microsoft.com/office/drawing/2014/main" id="{9F9442AF-9E90-34BC-F64F-6AE568455195}"/>
                </a:ext>
              </a:extLst>
            </p:cNvPr>
            <p:cNvSpPr/>
            <p:nvPr/>
          </p:nvSpPr>
          <p:spPr>
            <a:xfrm>
              <a:off x="2514600" y="533400"/>
              <a:ext cx="2001081" cy="1219200"/>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0000"/>
                  </a:solidFill>
                  <a:effectLst/>
                  <a:uLnTx/>
                  <a:uFillTx/>
                  <a:latin typeface="Neue Haas Grotesk Text Pro"/>
                  <a:ea typeface="+mn-ea"/>
                  <a:cs typeface="+mn-cs"/>
                </a:rPr>
                <a:t>Application</a:t>
              </a:r>
            </a:p>
          </p:txBody>
        </p:sp>
        <p:sp>
          <p:nvSpPr>
            <p:cNvPr id="15" name="Rectangle 14">
              <a:extLst>
                <a:ext uri="{FF2B5EF4-FFF2-40B4-BE49-F238E27FC236}">
                  <a16:creationId xmlns:a16="http://schemas.microsoft.com/office/drawing/2014/main" id="{382AFB9C-8301-611C-838A-4AB6CBC43478}"/>
                </a:ext>
              </a:extLst>
            </p:cNvPr>
            <p:cNvSpPr/>
            <p:nvPr/>
          </p:nvSpPr>
          <p:spPr>
            <a:xfrm>
              <a:off x="4609482" y="519414"/>
              <a:ext cx="4957867" cy="110799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000000"/>
                  </a:solidFill>
                  <a:effectLst/>
                  <a:uLnTx/>
                  <a:uFillTx/>
                  <a:latin typeface="Neue Haas Grotesk Text Pro"/>
                  <a:ea typeface="+mn-ea"/>
                  <a:cs typeface="+mn-cs"/>
                </a:rPr>
                <a:t>Compare/contrast facts and reasoning of prior cases with your facts using side-by-side comparisons.</a:t>
              </a:r>
            </a:p>
          </p:txBody>
        </p:sp>
      </p:grpSp>
      <p:grpSp>
        <p:nvGrpSpPr>
          <p:cNvPr id="16" name="Group 15">
            <a:extLst>
              <a:ext uri="{FF2B5EF4-FFF2-40B4-BE49-F238E27FC236}">
                <a16:creationId xmlns:a16="http://schemas.microsoft.com/office/drawing/2014/main" id="{CB5ED075-2055-3710-FBDE-2A8FCC5E26E4}"/>
              </a:ext>
            </a:extLst>
          </p:cNvPr>
          <p:cNvGrpSpPr/>
          <p:nvPr/>
        </p:nvGrpSpPr>
        <p:grpSpPr>
          <a:xfrm>
            <a:off x="867266" y="5604988"/>
            <a:ext cx="7100499" cy="1219200"/>
            <a:chOff x="2276967" y="2362200"/>
            <a:chExt cx="7100499" cy="1219200"/>
          </a:xfrm>
        </p:grpSpPr>
        <p:sp>
          <p:nvSpPr>
            <p:cNvPr id="17" name="Rectangle 16">
              <a:extLst>
                <a:ext uri="{FF2B5EF4-FFF2-40B4-BE49-F238E27FC236}">
                  <a16:creationId xmlns:a16="http://schemas.microsoft.com/office/drawing/2014/main" id="{9B0D9D5F-B255-3293-40D5-ACD435A8ECE1}"/>
                </a:ext>
              </a:extLst>
            </p:cNvPr>
            <p:cNvSpPr/>
            <p:nvPr/>
          </p:nvSpPr>
          <p:spPr>
            <a:xfrm>
              <a:off x="2276967" y="2362200"/>
              <a:ext cx="1914033" cy="12192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000000"/>
                  </a:solidFill>
                  <a:effectLst/>
                  <a:uLnTx/>
                  <a:uFillTx/>
                  <a:latin typeface="Neue Haas Grotesk Text Pro"/>
                  <a:ea typeface="+mn-ea"/>
                  <a:cs typeface="+mn-cs"/>
                </a:rPr>
                <a:t>Conclusion</a:t>
              </a:r>
            </a:p>
          </p:txBody>
        </p:sp>
        <p:sp>
          <p:nvSpPr>
            <p:cNvPr id="18" name="Rectangle 17">
              <a:extLst>
                <a:ext uri="{FF2B5EF4-FFF2-40B4-BE49-F238E27FC236}">
                  <a16:creationId xmlns:a16="http://schemas.microsoft.com/office/drawing/2014/main" id="{6ADE9070-0F63-6EC7-586A-E8F434006164}"/>
                </a:ext>
              </a:extLst>
            </p:cNvPr>
            <p:cNvSpPr/>
            <p:nvPr/>
          </p:nvSpPr>
          <p:spPr>
            <a:xfrm>
              <a:off x="4419599" y="2503968"/>
              <a:ext cx="4957867" cy="76944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sng" strike="noStrike" kern="1200" cap="none" spc="0" normalizeH="0" baseline="0" noProof="0" dirty="0">
                  <a:ln>
                    <a:noFill/>
                  </a:ln>
                  <a:solidFill>
                    <a:srgbClr val="000000"/>
                  </a:solidFill>
                  <a:effectLst/>
                  <a:uLnTx/>
                  <a:uFillTx/>
                  <a:latin typeface="Neue Haas Grotesk Text Pro"/>
                  <a:ea typeface="+mn-ea"/>
                  <a:cs typeface="+mn-cs"/>
                </a:rPr>
                <a:t>One</a:t>
              </a:r>
              <a:r>
                <a:rPr kumimoji="0" lang="en-US" sz="2200" b="0" i="0" u="none" strike="noStrike" kern="1200" cap="none" spc="0" normalizeH="0" baseline="0" noProof="0" dirty="0">
                  <a:ln>
                    <a:noFill/>
                  </a:ln>
                  <a:solidFill>
                    <a:srgbClr val="000000"/>
                  </a:solidFill>
                  <a:effectLst/>
                  <a:uLnTx/>
                  <a:uFillTx/>
                  <a:latin typeface="Neue Haas Grotesk Text Pro"/>
                  <a:ea typeface="+mn-ea"/>
                  <a:cs typeface="+mn-cs"/>
                </a:rPr>
                <a:t> sentence stating your overall conclusion/prediction.</a:t>
              </a:r>
            </a:p>
          </p:txBody>
        </p:sp>
      </p:grpSp>
      <p:sp>
        <p:nvSpPr>
          <p:cNvPr id="19" name="TextBox 18">
            <a:extLst>
              <a:ext uri="{FF2B5EF4-FFF2-40B4-BE49-F238E27FC236}">
                <a16:creationId xmlns:a16="http://schemas.microsoft.com/office/drawing/2014/main" id="{10E5730B-B64D-00F6-4B74-79C7DA65C86E}"/>
              </a:ext>
            </a:extLst>
          </p:cNvPr>
          <p:cNvSpPr txBox="1"/>
          <p:nvPr/>
        </p:nvSpPr>
        <p:spPr>
          <a:xfrm rot="20381761">
            <a:off x="7583585" y="4976114"/>
            <a:ext cx="4126742" cy="91440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Neue Haas Grotesk Text Pro"/>
                <a:ea typeface="+mn-ea"/>
                <a:cs typeface="+mn-cs"/>
              </a:rPr>
              <a:t>*Discuss </a:t>
            </a:r>
            <a:r>
              <a:rPr kumimoji="0" lang="en-US" sz="1800" b="1" i="0" u="sng" strike="noStrike" kern="1200" cap="none" spc="0" normalizeH="0" baseline="0" noProof="0" dirty="0">
                <a:ln>
                  <a:noFill/>
                </a:ln>
                <a:solidFill>
                  <a:srgbClr val="000000"/>
                </a:solidFill>
                <a:effectLst/>
                <a:uLnTx/>
                <a:uFillTx/>
                <a:latin typeface="Neue Haas Grotesk Text Pro"/>
                <a:ea typeface="+mn-ea"/>
                <a:cs typeface="+mn-cs"/>
              </a:rPr>
              <a:t>your</a:t>
            </a:r>
            <a:r>
              <a:rPr kumimoji="0" lang="en-US" sz="1800" b="0" i="0" u="none" strike="noStrike" kern="1200" cap="none" spc="0" normalizeH="0" baseline="0" noProof="0" dirty="0">
                <a:ln>
                  <a:noFill/>
                </a:ln>
                <a:solidFill>
                  <a:srgbClr val="000000"/>
                </a:solidFill>
                <a:effectLst/>
                <a:uLnTx/>
                <a:uFillTx/>
                <a:latin typeface="Neue Haas Grotesk Text Pro"/>
                <a:ea typeface="+mn-ea"/>
                <a:cs typeface="+mn-cs"/>
              </a:rPr>
              <a:t> client’s facts for the first time in the </a:t>
            </a:r>
            <a:r>
              <a:rPr kumimoji="0" lang="en-US" sz="1800" b="0" i="0" u="sng" strike="noStrike" kern="1200" cap="none" spc="0" normalizeH="0" baseline="0" noProof="0" dirty="0">
                <a:ln>
                  <a:noFill/>
                </a:ln>
                <a:solidFill>
                  <a:srgbClr val="000000"/>
                </a:solidFill>
                <a:effectLst/>
                <a:uLnTx/>
                <a:uFillTx/>
                <a:latin typeface="Neue Haas Grotesk Text Pro"/>
                <a:ea typeface="+mn-ea"/>
                <a:cs typeface="+mn-cs"/>
              </a:rPr>
              <a:t>application</a:t>
            </a:r>
            <a:r>
              <a:rPr kumimoji="0" lang="en-US" sz="1800" b="0" i="0" u="none" strike="noStrike" kern="1200" cap="none" spc="0" normalizeH="0" baseline="0" noProof="0" dirty="0">
                <a:ln>
                  <a:noFill/>
                </a:ln>
                <a:solidFill>
                  <a:srgbClr val="000000"/>
                </a:solidFill>
                <a:effectLst/>
                <a:uLnTx/>
                <a:uFillTx/>
                <a:latin typeface="Neue Haas Grotesk Text Pro"/>
                <a:ea typeface="+mn-ea"/>
                <a:cs typeface="+mn-cs"/>
              </a:rPr>
              <a:t> paragraphs.  </a:t>
            </a:r>
          </a:p>
        </p:txBody>
      </p:sp>
      <p:sp>
        <p:nvSpPr>
          <p:cNvPr id="2" name="Explosion 1 1">
            <a:extLst>
              <a:ext uri="{FF2B5EF4-FFF2-40B4-BE49-F238E27FC236}">
                <a16:creationId xmlns:a16="http://schemas.microsoft.com/office/drawing/2014/main" id="{2F1E44C5-44C9-AD4A-A5FF-F0B7A139AEF2}"/>
              </a:ext>
            </a:extLst>
          </p:cNvPr>
          <p:cNvSpPr/>
          <p:nvPr/>
        </p:nvSpPr>
        <p:spPr>
          <a:xfrm>
            <a:off x="8126617" y="1025041"/>
            <a:ext cx="3406616" cy="2674088"/>
          </a:xfrm>
          <a:prstGeom prst="irregularSeal1">
            <a:avLst/>
          </a:prstGeom>
          <a:solidFill>
            <a:srgbClr val="00FD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Neue Haas Grotesk Text Pro"/>
                <a:ea typeface="+mn-ea"/>
                <a:cs typeface="+mn-cs"/>
              </a:rPr>
              <a:t>Explain comparable case(s) </a:t>
            </a:r>
            <a:r>
              <a:rPr kumimoji="0" lang="en-US" sz="1600" b="0" i="1" u="none" strike="noStrike" kern="1200" cap="none" spc="0" normalizeH="0" baseline="0" noProof="0" dirty="0">
                <a:ln>
                  <a:noFill/>
                </a:ln>
                <a:solidFill>
                  <a:srgbClr val="000000"/>
                </a:solidFill>
                <a:effectLst/>
                <a:uLnTx/>
                <a:uFillTx/>
                <a:latin typeface="Neue Haas Grotesk Text Pro"/>
                <a:ea typeface="+mn-ea"/>
                <a:cs typeface="+mn-cs"/>
              </a:rPr>
              <a:t>before</a:t>
            </a:r>
            <a:r>
              <a:rPr kumimoji="0" lang="en-US" sz="1600" b="0" i="0" u="none" strike="noStrike" kern="1200" cap="none" spc="0" normalizeH="0" baseline="0" noProof="0" dirty="0">
                <a:ln>
                  <a:noFill/>
                </a:ln>
                <a:solidFill>
                  <a:srgbClr val="000000"/>
                </a:solidFill>
                <a:effectLst/>
                <a:uLnTx/>
                <a:uFillTx/>
                <a:latin typeface="Neue Haas Grotesk Text Pro"/>
                <a:ea typeface="+mn-ea"/>
                <a:cs typeface="+mn-cs"/>
              </a:rPr>
              <a:t> distinguishing cases.</a:t>
            </a:r>
          </a:p>
        </p:txBody>
      </p:sp>
      <p:sp>
        <p:nvSpPr>
          <p:cNvPr id="11" name="TextBox 10">
            <a:extLst>
              <a:ext uri="{FF2B5EF4-FFF2-40B4-BE49-F238E27FC236}">
                <a16:creationId xmlns:a16="http://schemas.microsoft.com/office/drawing/2014/main" id="{21063B88-2D2A-CC53-57B9-FC0F7C75EE6F}"/>
              </a:ext>
            </a:extLst>
          </p:cNvPr>
          <p:cNvSpPr txBox="1"/>
          <p:nvPr/>
        </p:nvSpPr>
        <p:spPr>
          <a:xfrm>
            <a:off x="3009898" y="0"/>
            <a:ext cx="879439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Neue Haas Grotesk Text Pro"/>
                <a:ea typeface="+mn-ea"/>
                <a:cs typeface="+mn-cs"/>
              </a:rPr>
              <a:t>Written </a:t>
            </a:r>
            <a:r>
              <a:rPr kumimoji="0" lang="en-US" sz="2400" b="1" i="0" u="none" strike="noStrike" kern="1200" cap="none" spc="0" normalizeH="0" baseline="0" noProof="0" dirty="0">
                <a:ln>
                  <a:noFill/>
                </a:ln>
                <a:solidFill>
                  <a:srgbClr val="000000"/>
                </a:solidFill>
                <a:effectLst/>
                <a:uLnTx/>
                <a:uFillTx/>
                <a:latin typeface="Neue Haas Grotesk Text Pro"/>
                <a:ea typeface="+mn-ea"/>
                <a:cs typeface="+mn-cs"/>
              </a:rPr>
              <a:t>Legal Analysis </a:t>
            </a:r>
            <a:r>
              <a:rPr kumimoji="0" lang="en-US" sz="2400" b="1" i="0" u="none" strike="noStrike" kern="1200" cap="none" spc="0" normalizeH="0" baseline="0" noProof="0">
                <a:ln>
                  <a:noFill/>
                </a:ln>
                <a:solidFill>
                  <a:srgbClr val="000000"/>
                </a:solidFill>
                <a:effectLst/>
                <a:uLnTx/>
                <a:uFillTx/>
                <a:latin typeface="Neue Haas Grotesk Text Pro"/>
                <a:ea typeface="+mn-ea"/>
                <a:cs typeface="+mn-cs"/>
              </a:rPr>
              <a:t>Organization - Discussion </a:t>
            </a:r>
            <a:r>
              <a:rPr kumimoji="0" lang="en-US" sz="2400" b="1" i="0" u="none" strike="noStrike" kern="1200" cap="none" spc="0" normalizeH="0" baseline="0" noProof="0" dirty="0">
                <a:ln>
                  <a:noFill/>
                </a:ln>
                <a:solidFill>
                  <a:srgbClr val="000000"/>
                </a:solidFill>
                <a:effectLst/>
                <a:uLnTx/>
                <a:uFillTx/>
                <a:latin typeface="Neue Haas Grotesk Text Pro"/>
                <a:ea typeface="+mn-ea"/>
                <a:cs typeface="+mn-cs"/>
              </a:rPr>
              <a:t>Sections </a:t>
            </a:r>
          </a:p>
        </p:txBody>
      </p:sp>
    </p:spTree>
    <p:custDataLst>
      <p:tags r:id="rId1"/>
    </p:custDataLst>
    <p:extLst>
      <p:ext uri="{BB962C8B-B14F-4D97-AF65-F5344CB8AC3E}">
        <p14:creationId xmlns:p14="http://schemas.microsoft.com/office/powerpoint/2010/main" val="3230303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6" name="Rectangle 8195">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7" name="Freeform: Shape 819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4" name="Title 1"/>
          <p:cNvSpPr>
            <a:spLocks noGrp="1"/>
          </p:cNvSpPr>
          <p:nvPr>
            <p:ph type="title"/>
          </p:nvPr>
        </p:nvSpPr>
        <p:spPr>
          <a:xfrm>
            <a:off x="686834" y="1153572"/>
            <a:ext cx="3200400" cy="4461163"/>
          </a:xfrm>
        </p:spPr>
        <p:txBody>
          <a:bodyPr>
            <a:normAutofit fontScale="90000"/>
          </a:bodyPr>
          <a:lstStyle/>
          <a:p>
            <a:pPr eaLnBrk="1" hangingPunct="1"/>
            <a:r>
              <a:rPr lang="en-US" dirty="0">
                <a:solidFill>
                  <a:srgbClr val="FFFFFF"/>
                </a:solidFill>
              </a:rPr>
              <a:t>CREAC </a:t>
            </a:r>
            <a:r>
              <a:rPr lang="en-US" altLang="en-US" b="1" dirty="0">
                <a:solidFill>
                  <a:srgbClr val="FFFFFF"/>
                </a:solidFill>
                <a:ea typeface="ＭＳ Ｐゴシック" pitchFamily="34" charset="-128"/>
              </a:rPr>
              <a:t>Drafting Your Synthesized Rule Statement</a:t>
            </a:r>
            <a:br>
              <a:rPr lang="en-US" altLang="en-US" b="1" dirty="0">
                <a:solidFill>
                  <a:srgbClr val="FFFFFF"/>
                </a:solidFill>
                <a:ea typeface="ＭＳ Ｐゴシック" pitchFamily="34" charset="-128"/>
              </a:rPr>
            </a:br>
            <a:r>
              <a:rPr lang="en-US" altLang="en-US" b="1" dirty="0">
                <a:solidFill>
                  <a:srgbClr val="FFFFFF"/>
                </a:solidFill>
                <a:ea typeface="ＭＳ Ｐゴシック" pitchFamily="34" charset="-128"/>
              </a:rPr>
              <a:t>BLW Ch. 7</a:t>
            </a:r>
          </a:p>
        </p:txBody>
      </p:sp>
      <p:sp>
        <p:nvSpPr>
          <p:cNvPr id="8198" name="Arc 819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fontScale="92500" lnSpcReduction="10000"/>
          </a:bodyPr>
          <a:lstStyle/>
          <a:p>
            <a:pPr>
              <a:lnSpc>
                <a:spcPct val="90000"/>
              </a:lnSpc>
              <a:spcBef>
                <a:spcPts val="0"/>
              </a:spcBef>
            </a:pPr>
            <a:endParaRPr lang="en-US" altLang="en-US" sz="2400" dirty="0">
              <a:ea typeface="ＭＳ Ｐゴシック" pitchFamily="34" charset="-128"/>
            </a:endParaRPr>
          </a:p>
          <a:p>
            <a:pPr>
              <a:lnSpc>
                <a:spcPct val="90000"/>
              </a:lnSpc>
              <a:spcBef>
                <a:spcPts val="0"/>
              </a:spcBef>
            </a:pPr>
            <a:r>
              <a:rPr lang="en-US" altLang="en-US" sz="2400" dirty="0">
                <a:ea typeface="ＭＳ Ｐゴシック" pitchFamily="34" charset="-128"/>
              </a:rPr>
              <a:t>Lead with the Statute, if there is one on-point</a:t>
            </a:r>
          </a:p>
          <a:p>
            <a:pPr>
              <a:lnSpc>
                <a:spcPct val="90000"/>
              </a:lnSpc>
              <a:spcBef>
                <a:spcPts val="0"/>
              </a:spcBef>
            </a:pPr>
            <a:endParaRPr lang="en-US" altLang="en-US" sz="2400" dirty="0">
              <a:ea typeface="ＭＳ Ｐゴシック" pitchFamily="34" charset="-128"/>
            </a:endParaRPr>
          </a:p>
          <a:p>
            <a:pPr>
              <a:lnSpc>
                <a:spcPct val="90000"/>
              </a:lnSpc>
              <a:spcBef>
                <a:spcPts val="0"/>
              </a:spcBef>
            </a:pPr>
            <a:r>
              <a:rPr lang="en-US" sz="2400" dirty="0"/>
              <a:t>Quote relevant portions (“the phrase that pays”)</a:t>
            </a:r>
          </a:p>
          <a:p>
            <a:pPr>
              <a:lnSpc>
                <a:spcPct val="90000"/>
              </a:lnSpc>
              <a:spcBef>
                <a:spcPts val="0"/>
              </a:spcBef>
            </a:pPr>
            <a:endParaRPr lang="en-US" sz="2400" dirty="0"/>
          </a:p>
          <a:p>
            <a:pPr>
              <a:lnSpc>
                <a:spcPct val="90000"/>
              </a:lnSpc>
              <a:spcBef>
                <a:spcPts val="0"/>
              </a:spcBef>
            </a:pPr>
            <a:r>
              <a:rPr lang="en-US" altLang="en-US" sz="2400" dirty="0">
                <a:ea typeface="ＭＳ Ｐゴシック" pitchFamily="34" charset="-128"/>
              </a:rPr>
              <a:t>Go broad to narrow / general to specific</a:t>
            </a:r>
          </a:p>
          <a:p>
            <a:pPr lvl="1">
              <a:lnSpc>
                <a:spcPct val="90000"/>
              </a:lnSpc>
            </a:pPr>
            <a:r>
              <a:rPr lang="en-US" sz="2400" dirty="0"/>
              <a:t>broad/general = top level legal standard</a:t>
            </a:r>
          </a:p>
          <a:p>
            <a:pPr lvl="1">
              <a:lnSpc>
                <a:spcPct val="90000"/>
              </a:lnSpc>
            </a:pPr>
            <a:r>
              <a:rPr lang="en-US" sz="2400" dirty="0"/>
              <a:t>narrow/specific = individual elements or factors</a:t>
            </a:r>
          </a:p>
          <a:p>
            <a:pPr marL="0" indent="0">
              <a:lnSpc>
                <a:spcPct val="90000"/>
              </a:lnSpc>
              <a:spcBef>
                <a:spcPts val="0"/>
              </a:spcBef>
              <a:buNone/>
            </a:pPr>
            <a:endParaRPr lang="en-US" sz="2400" dirty="0"/>
          </a:p>
          <a:p>
            <a:pPr>
              <a:lnSpc>
                <a:spcPct val="90000"/>
              </a:lnSpc>
              <a:spcBef>
                <a:spcPts val="0"/>
              </a:spcBef>
            </a:pPr>
            <a:r>
              <a:rPr lang="en-US" sz="2400" dirty="0"/>
              <a:t>Use present tense</a:t>
            </a:r>
          </a:p>
          <a:p>
            <a:pPr>
              <a:lnSpc>
                <a:spcPct val="90000"/>
              </a:lnSpc>
              <a:spcBef>
                <a:spcPts val="0"/>
              </a:spcBef>
            </a:pPr>
            <a:endParaRPr lang="en-US" sz="2400" dirty="0"/>
          </a:p>
          <a:p>
            <a:pPr>
              <a:lnSpc>
                <a:spcPct val="90000"/>
              </a:lnSpc>
              <a:spcBef>
                <a:spcPts val="0"/>
              </a:spcBef>
            </a:pPr>
            <a:r>
              <a:rPr lang="en-US" sz="2400" dirty="0"/>
              <a:t>Do not describe the historical development of the rule</a:t>
            </a:r>
          </a:p>
          <a:p>
            <a:pPr>
              <a:lnSpc>
                <a:spcPct val="90000"/>
              </a:lnSpc>
              <a:spcBef>
                <a:spcPts val="0"/>
              </a:spcBef>
            </a:pPr>
            <a:endParaRPr lang="en-US" sz="2400" dirty="0"/>
          </a:p>
          <a:p>
            <a:pPr>
              <a:lnSpc>
                <a:spcPct val="90000"/>
              </a:lnSpc>
              <a:spcBef>
                <a:spcPts val="0"/>
              </a:spcBef>
            </a:pPr>
            <a:r>
              <a:rPr lang="en-US" sz="2400" dirty="0"/>
              <a:t>Do not mention specific facts. Rules are generic and universal.</a:t>
            </a:r>
          </a:p>
          <a:p>
            <a:pPr marL="0" indent="0">
              <a:lnSpc>
                <a:spcPct val="90000"/>
              </a:lnSpc>
              <a:spcBef>
                <a:spcPts val="0"/>
              </a:spcBef>
              <a:buNone/>
            </a:pPr>
            <a:endParaRPr lang="en-US" sz="2400" dirty="0"/>
          </a:p>
          <a:p>
            <a:pPr>
              <a:lnSpc>
                <a:spcPct val="90000"/>
              </a:lnSpc>
              <a:spcBef>
                <a:spcPts val="0"/>
              </a:spcBef>
            </a:pPr>
            <a:r>
              <a:rPr lang="en-US" sz="2400" dirty="0"/>
              <a:t>Do not write a list</a:t>
            </a:r>
          </a:p>
          <a:p>
            <a:pPr>
              <a:lnSpc>
                <a:spcPct val="90000"/>
              </a:lnSpc>
              <a:spcBef>
                <a:spcPts val="0"/>
              </a:spcBef>
            </a:pPr>
            <a:endParaRPr lang="en-US" sz="2400" dirty="0"/>
          </a:p>
          <a:p>
            <a:pPr>
              <a:lnSpc>
                <a:spcPct val="90000"/>
              </a:lnSpc>
              <a:spcBef>
                <a:spcPts val="0"/>
              </a:spcBef>
            </a:pPr>
            <a:r>
              <a:rPr lang="en-US" sz="2400" dirty="0"/>
              <a:t>Do not change terms of art</a:t>
            </a:r>
          </a:p>
        </p:txBody>
      </p:sp>
      <p:sp>
        <p:nvSpPr>
          <p:cNvPr id="4" name="Down Arrow 3"/>
          <p:cNvSpPr/>
          <p:nvPr/>
        </p:nvSpPr>
        <p:spPr>
          <a:xfrm>
            <a:off x="14554200" y="2667001"/>
            <a:ext cx="45719" cy="45719"/>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2576877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05BCE-86BE-6F47-9C2D-2FFD93528C17}"/>
              </a:ext>
            </a:extLst>
          </p:cNvPr>
          <p:cNvSpPr>
            <a:spLocks noGrp="1"/>
          </p:cNvSpPr>
          <p:nvPr>
            <p:ph type="title"/>
          </p:nvPr>
        </p:nvSpPr>
        <p:spPr>
          <a:xfrm>
            <a:off x="838200" y="365125"/>
            <a:ext cx="10515600" cy="1325563"/>
          </a:xfrm>
        </p:spPr>
        <p:txBody>
          <a:bodyPr>
            <a:normAutofit/>
          </a:bodyPr>
          <a:lstStyle/>
          <a:p>
            <a:r>
              <a:rPr lang="en-US" sz="5400" b="1" dirty="0"/>
              <a:t>Sample Rules Paragraph</a:t>
            </a:r>
          </a:p>
        </p:txBody>
      </p:sp>
      <p:sp>
        <p:nvSpPr>
          <p:cNvPr id="3" name="Content Placeholder 2">
            <a:extLst>
              <a:ext uri="{FF2B5EF4-FFF2-40B4-BE49-F238E27FC236}">
                <a16:creationId xmlns:a16="http://schemas.microsoft.com/office/drawing/2014/main" id="{04334659-0D82-B246-8ABA-9550112AC159}"/>
              </a:ext>
            </a:extLst>
          </p:cNvPr>
          <p:cNvSpPr>
            <a:spLocks noGrp="1"/>
          </p:cNvSpPr>
          <p:nvPr>
            <p:ph idx="1"/>
          </p:nvPr>
        </p:nvSpPr>
        <p:spPr>
          <a:xfrm>
            <a:off x="838200" y="1689114"/>
            <a:ext cx="10515600" cy="4251960"/>
          </a:xfrm>
        </p:spPr>
        <p:txBody>
          <a:bodyPr>
            <a:noAutofit/>
          </a:bodyPr>
          <a:lstStyle/>
          <a:p>
            <a:pPr marL="0" indent="0">
              <a:spcBef>
                <a:spcPts val="0"/>
              </a:spcBef>
              <a:buNone/>
            </a:pPr>
            <a:r>
              <a:rPr lang="en-US" sz="2300" dirty="0"/>
              <a:t>Under Georgia law, “a person shall be guilty of carrying a weapon or long gun in an unauthorized location and punished as for a misdemeanor when he or she carries a weapon or long gun while . . . [</a:t>
            </a:r>
            <a:r>
              <a:rPr lang="en-US" sz="2300" dirty="0" err="1"/>
              <a:t>i</a:t>
            </a:r>
            <a:r>
              <a:rPr lang="en-US" sz="2300" dirty="0"/>
              <a:t>]n a place of worship . . . .” Ga. Code Ann. § 16-11-127(b)(4) (West 2013). Although the term “place of worship” is not defined in the statute, Georgia courts consistently look to the primary use of property, not merely its ownership, to determine if the property constitutes a “place of religious worship” under a similar ad valorem taxation statute. </a:t>
            </a:r>
            <a:r>
              <a:rPr lang="en-US" sz="2300" i="1" dirty="0"/>
              <a:t>Roberts v. Ravenwood Church of Wicca, </a:t>
            </a:r>
            <a:r>
              <a:rPr lang="en-US" sz="2300" dirty="0"/>
              <a:t>292 S.E.2d 657, 659 (Ga. 1982). If a place is open to the public and is primarily used for a congregation to assemble to pay reverence and homage to a deity, then it is a “place of worship.” </a:t>
            </a:r>
            <a:r>
              <a:rPr lang="en-US" sz="2300" i="1" dirty="0"/>
              <a:t>Leggett</a:t>
            </a:r>
            <a:r>
              <a:rPr lang="en-US" sz="2300" dirty="0"/>
              <a:t>, 205 S.E.2d at 201. For Catholicism, this would include saying prayers, singing hymns, reading scriptures, and the giving of testimonies and sermons in a congregational setting. </a:t>
            </a:r>
            <a:r>
              <a:rPr lang="en-US" sz="2300" i="1" dirty="0"/>
              <a:t>Id.</a:t>
            </a:r>
            <a:r>
              <a:rPr lang="en-US" sz="2300" dirty="0"/>
              <a:t> at 200. It would also include the traditional sacraments and rites of baptism, marriage, communion, and funeral services. </a:t>
            </a:r>
            <a:r>
              <a:rPr lang="en-US" sz="2300" i="1" dirty="0"/>
              <a:t>Id</a:t>
            </a:r>
            <a:r>
              <a:rPr lang="en-US" sz="2300" dirty="0"/>
              <a:t>.  </a:t>
            </a:r>
          </a:p>
        </p:txBody>
      </p:sp>
    </p:spTree>
    <p:extLst>
      <p:ext uri="{BB962C8B-B14F-4D97-AF65-F5344CB8AC3E}">
        <p14:creationId xmlns:p14="http://schemas.microsoft.com/office/powerpoint/2010/main" val="1328273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6" name="Oval 15">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C6E707B3-1760-E7BD-AD91-A1A88460FE09}"/>
              </a:ext>
            </a:extLst>
          </p:cNvPr>
          <p:cNvSpPr>
            <a:spLocks noGrp="1"/>
          </p:cNvSpPr>
          <p:nvPr>
            <p:ph type="title"/>
          </p:nvPr>
        </p:nvSpPr>
        <p:spPr>
          <a:xfrm>
            <a:off x="3581400" y="2163097"/>
            <a:ext cx="5204489" cy="1963076"/>
          </a:xfrm>
        </p:spPr>
        <p:txBody>
          <a:bodyPr vert="horz" lIns="91440" tIns="45720" rIns="91440" bIns="45720" rtlCol="0" anchor="b">
            <a:normAutofit/>
          </a:bodyPr>
          <a:lstStyle/>
          <a:p>
            <a:pPr algn="ctr">
              <a:lnSpc>
                <a:spcPct val="90000"/>
              </a:lnSpc>
            </a:pPr>
            <a:r>
              <a:rPr lang="en-US" sz="5400" kern="1200" dirty="0">
                <a:solidFill>
                  <a:schemeClr val="bg1"/>
                </a:solidFill>
                <a:latin typeface="+mj-lt"/>
                <a:ea typeface="+mj-ea"/>
                <a:cs typeface="+mj-cs"/>
              </a:rPr>
              <a:t>Red Light Exercise</a:t>
            </a:r>
          </a:p>
        </p:txBody>
      </p:sp>
      <p:sp>
        <p:nvSpPr>
          <p:cNvPr id="18"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0"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22"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3" name="Freeform: Shape 22">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4" name="Freeform: Shape 23">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26" name="Oval 25">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8" name="Oval 27">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30"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31" name="Freeform: Shape 30">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8" name="Freeform: Shape 197">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9" name="Freeform: Shape 198">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068438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Low angle view of cables against the sky">
            <a:extLst>
              <a:ext uri="{FF2B5EF4-FFF2-40B4-BE49-F238E27FC236}">
                <a16:creationId xmlns:a16="http://schemas.microsoft.com/office/drawing/2014/main" id="{248E6F25-7357-DECE-143F-8E0F32467421}"/>
              </a:ext>
            </a:extLst>
          </p:cNvPr>
          <p:cNvPicPr>
            <a:picLocks noChangeAspect="1"/>
          </p:cNvPicPr>
          <p:nvPr/>
        </p:nvPicPr>
        <p:blipFill>
          <a:blip r:embed="rId2"/>
          <a:srcRect t="23010" b="1669"/>
          <a:stretch>
            <a:fillRect/>
          </a:stretch>
        </p:blipFill>
        <p:spPr>
          <a:xfrm>
            <a:off x="20" y="-7619"/>
            <a:ext cx="12191979" cy="6887364"/>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0DEA15-084E-6B01-85B1-364948A7FF3B}"/>
              </a:ext>
            </a:extLst>
          </p:cNvPr>
          <p:cNvSpPr>
            <a:spLocks noGrp="1"/>
          </p:cNvSpPr>
          <p:nvPr>
            <p:ph type="title"/>
          </p:nvPr>
        </p:nvSpPr>
        <p:spPr>
          <a:xfrm>
            <a:off x="859028" y="2155188"/>
            <a:ext cx="4160233" cy="2839273"/>
          </a:xfrm>
        </p:spPr>
        <p:txBody>
          <a:bodyPr vert="horz" lIns="91440" tIns="45720" rIns="91440" bIns="45720" rtlCol="0" anchor="b">
            <a:normAutofit fontScale="90000"/>
          </a:bodyPr>
          <a:lstStyle/>
          <a:p>
            <a:pPr>
              <a:lnSpc>
                <a:spcPct val="90000"/>
              </a:lnSpc>
            </a:pPr>
            <a:r>
              <a:rPr lang="en-US" dirty="0">
                <a:solidFill>
                  <a:srgbClr val="FFFFFF"/>
                </a:solidFill>
              </a:rPr>
              <a:t>Case Illustrations: A Bridge between </a:t>
            </a:r>
            <a:r>
              <a:rPr lang="en-US" dirty="0" err="1">
                <a:solidFill>
                  <a:srgbClr val="FFFFFF"/>
                </a:solidFill>
              </a:rPr>
              <a:t>YouR</a:t>
            </a:r>
            <a:r>
              <a:rPr lang="en-US" dirty="0">
                <a:solidFill>
                  <a:srgbClr val="FFFFFF"/>
                </a:solidFill>
              </a:rPr>
              <a:t> Rule and Application Sections</a:t>
            </a:r>
          </a:p>
        </p:txBody>
      </p:sp>
      <p:sp>
        <p:nvSpPr>
          <p:cNvPr id="3" name="Text Placeholder 2">
            <a:extLst>
              <a:ext uri="{FF2B5EF4-FFF2-40B4-BE49-F238E27FC236}">
                <a16:creationId xmlns:a16="http://schemas.microsoft.com/office/drawing/2014/main" id="{C23B7E89-909C-A5BA-BB26-B33037781B13}"/>
              </a:ext>
            </a:extLst>
          </p:cNvPr>
          <p:cNvSpPr>
            <a:spLocks noGrp="1"/>
          </p:cNvSpPr>
          <p:nvPr>
            <p:ph type="body" idx="1"/>
          </p:nvPr>
        </p:nvSpPr>
        <p:spPr>
          <a:xfrm>
            <a:off x="859028" y="5166367"/>
            <a:ext cx="9363964" cy="850998"/>
          </a:xfrm>
        </p:spPr>
        <p:txBody>
          <a:bodyPr vert="horz" lIns="91440" tIns="45720" rIns="91440" bIns="45720" rtlCol="0">
            <a:normAutofit fontScale="62500" lnSpcReduction="20000"/>
          </a:bodyPr>
          <a:lstStyle/>
          <a:p>
            <a:pPr>
              <a:lnSpc>
                <a:spcPct val="90000"/>
              </a:lnSpc>
              <a:spcBef>
                <a:spcPts val="1000"/>
              </a:spcBef>
            </a:pPr>
            <a:r>
              <a:rPr lang="en-US" sz="4400" b="1" dirty="0">
                <a:solidFill>
                  <a:srgbClr val="FFFFFF"/>
                </a:solidFill>
              </a:rPr>
              <a:t>The “E” in CREAC – They help (1) explain your rule and (2) they set up your fact comparisons to our client’s facts. </a:t>
            </a:r>
          </a:p>
        </p:txBody>
      </p:sp>
    </p:spTree>
    <p:extLst>
      <p:ext uri="{BB962C8B-B14F-4D97-AF65-F5344CB8AC3E}">
        <p14:creationId xmlns:p14="http://schemas.microsoft.com/office/powerpoint/2010/main" val="2183497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Title 1"/>
          <p:cNvSpPr>
            <a:spLocks noGrp="1"/>
          </p:cNvSpPr>
          <p:nvPr>
            <p:ph type="title"/>
          </p:nvPr>
        </p:nvSpPr>
        <p:spPr>
          <a:xfrm>
            <a:off x="1072668" y="339721"/>
            <a:ext cx="9718111" cy="1576446"/>
          </a:xfrm>
        </p:spPr>
        <p:txBody>
          <a:bodyPr anchor="ctr">
            <a:normAutofit fontScale="90000"/>
          </a:bodyPr>
          <a:lstStyle/>
          <a:p>
            <a:r>
              <a:rPr lang="en-US" sz="1600" dirty="0">
                <a:solidFill>
                  <a:srgbClr val="FFFFFF"/>
                </a:solidFill>
              </a:rPr>
              <a:t>										</a:t>
            </a:r>
            <a:br>
              <a:rPr lang="en-US" sz="1600" dirty="0">
                <a:solidFill>
                  <a:srgbClr val="FFFFFF"/>
                </a:solidFill>
              </a:rPr>
            </a:br>
            <a:r>
              <a:rPr lang="en-US" sz="1600" dirty="0">
                <a:solidFill>
                  <a:srgbClr val="FFFFFF"/>
                </a:solidFill>
              </a:rPr>
              <a:t>														 					</a:t>
            </a:r>
            <a:r>
              <a:rPr lang="en-US" sz="3600" dirty="0">
                <a:solidFill>
                  <a:srgbClr val="FFFFFF"/>
                </a:solidFill>
              </a:rPr>
              <a:t>	</a:t>
            </a:r>
            <a:br>
              <a:rPr lang="en-US" sz="3600" dirty="0">
                <a:solidFill>
                  <a:srgbClr val="FFFFFF"/>
                </a:solidFill>
              </a:rPr>
            </a:br>
            <a:r>
              <a:rPr lang="en-US" sz="3600" dirty="0">
                <a:solidFill>
                  <a:srgbClr val="FFFFFF"/>
                </a:solidFill>
              </a:rPr>
              <a:t>Typical C</a:t>
            </a:r>
            <a:r>
              <a:rPr lang="en-US" altLang="en-US" sz="3600" dirty="0">
                <a:solidFill>
                  <a:srgbClr val="FFFFFF"/>
                </a:solidFill>
                <a:ea typeface="ＭＳ Ｐゴシック" pitchFamily="34" charset="-128"/>
              </a:rPr>
              <a:t>omponents of a Case Illustration</a:t>
            </a:r>
            <a:br>
              <a:rPr lang="en-US" altLang="en-US" sz="3600" dirty="0">
                <a:solidFill>
                  <a:srgbClr val="FFFFFF"/>
                </a:solidFill>
                <a:ea typeface="ＭＳ Ｐゴシック" pitchFamily="34" charset="-128"/>
              </a:rPr>
            </a:br>
            <a:br>
              <a:rPr lang="en-US" altLang="en-US" sz="2000" dirty="0">
                <a:solidFill>
                  <a:srgbClr val="FFFFFF"/>
                </a:solidFill>
                <a:ea typeface="ＭＳ Ｐゴシック" pitchFamily="34" charset="-128"/>
              </a:rPr>
            </a:br>
            <a:br>
              <a:rPr lang="en-US" altLang="en-US" sz="1600" dirty="0">
                <a:solidFill>
                  <a:srgbClr val="FFFFFF"/>
                </a:solidFill>
                <a:ea typeface="ＭＳ Ｐゴシック" pitchFamily="34" charset="-128"/>
              </a:rPr>
            </a:br>
            <a:endParaRPr lang="en-US" sz="1600" dirty="0">
              <a:solidFill>
                <a:srgbClr val="FFFFFF"/>
              </a:solidFill>
            </a:endParaRPr>
          </a:p>
        </p:txBody>
      </p:sp>
      <p:graphicFrame>
        <p:nvGraphicFramePr>
          <p:cNvPr id="37892" name="Content Placeholder 2">
            <a:extLst>
              <a:ext uri="{FF2B5EF4-FFF2-40B4-BE49-F238E27FC236}">
                <a16:creationId xmlns:a16="http://schemas.microsoft.com/office/drawing/2014/main" id="{4B4724C8-B8F7-89DA-2814-9001A5855103}"/>
              </a:ext>
            </a:extLst>
          </p:cNvPr>
          <p:cNvGraphicFramePr>
            <a:graphicFrameLocks noGrp="1"/>
          </p:cNvGraphicFramePr>
          <p:nvPr>
            <p:ph idx="1"/>
            <p:extLst>
              <p:ext uri="{D42A27DB-BD31-4B8C-83A1-F6EECF244321}">
                <p14:modId xmlns:p14="http://schemas.microsoft.com/office/powerpoint/2010/main" val="972650656"/>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73833658"/>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D2AD45D-986B-680F-F764-F3CFDEDC1192}"/>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Case Explanation: 4 - 8 Sentences</a:t>
            </a:r>
          </a:p>
        </p:txBody>
      </p:sp>
      <p:sp>
        <p:nvSpPr>
          <p:cNvPr id="3" name="Content Placeholder 2">
            <a:extLst>
              <a:ext uri="{FF2B5EF4-FFF2-40B4-BE49-F238E27FC236}">
                <a16:creationId xmlns:a16="http://schemas.microsoft.com/office/drawing/2014/main" id="{41240D16-8D9B-5B1A-64AE-1B8FA3A9E685}"/>
              </a:ext>
            </a:extLst>
          </p:cNvPr>
          <p:cNvSpPr>
            <a:spLocks noGrp="1"/>
          </p:cNvSpPr>
          <p:nvPr>
            <p:ph idx="1"/>
          </p:nvPr>
        </p:nvSpPr>
        <p:spPr>
          <a:xfrm>
            <a:off x="1371599" y="2318197"/>
            <a:ext cx="9724031" cy="3683358"/>
          </a:xfrm>
        </p:spPr>
        <p:txBody>
          <a:bodyPr anchor="ctr">
            <a:normAutofit/>
          </a:bodyPr>
          <a:lstStyle/>
          <a:p>
            <a:pPr marL="0" indent="0" algn="just">
              <a:buNone/>
            </a:pPr>
            <a:r>
              <a:rPr lang="en-US" sz="2000" dirty="0">
                <a:highlight>
                  <a:srgbClr val="FF00FF"/>
                </a:highlight>
              </a:rPr>
              <a:t>A recent case illustrates how </a:t>
            </a:r>
            <a:r>
              <a:rPr lang="en-US" sz="2000" dirty="0" err="1">
                <a:highlight>
                  <a:srgbClr val="FF00FF"/>
                </a:highlight>
              </a:rPr>
              <a:t>Pennsylania</a:t>
            </a:r>
            <a:r>
              <a:rPr lang="en-US" sz="2000" dirty="0">
                <a:highlight>
                  <a:srgbClr val="FF00FF"/>
                </a:highlight>
              </a:rPr>
              <a:t> courts evaluate causation between a set of competing factors leading the victim’s death that are similar to those in our client’s accident. (THESIS). </a:t>
            </a:r>
            <a:r>
              <a:rPr lang="en-US" sz="2000" dirty="0">
                <a:highlight>
                  <a:srgbClr val="FFFF00"/>
                </a:highlight>
              </a:rPr>
              <a:t>In </a:t>
            </a:r>
            <a:r>
              <a:rPr lang="en-US" sz="2000" i="1" dirty="0" err="1">
                <a:highlight>
                  <a:srgbClr val="FFFF00"/>
                </a:highlight>
              </a:rPr>
              <a:t>Comonwealth</a:t>
            </a:r>
            <a:r>
              <a:rPr lang="en-US" sz="2000" i="1" dirty="0">
                <a:highlight>
                  <a:srgbClr val="FFFF00"/>
                </a:highlight>
              </a:rPr>
              <a:t> v. Shoup</a:t>
            </a:r>
            <a:r>
              <a:rPr lang="en-US" sz="2000" dirty="0">
                <a:highlight>
                  <a:srgbClr val="FFFF00"/>
                </a:highlight>
              </a:rPr>
              <a:t>, the court held that a drunk driver was the cause of the wreck that killed his passenger even though there were other foreseeable circumstances, such as a parked dump, that could have led to the wreck. (HOLDING). </a:t>
            </a:r>
            <a:r>
              <a:rPr lang="en-US" sz="2000" dirty="0">
                <a:highlight>
                  <a:srgbClr val="00FFFF"/>
                </a:highlight>
              </a:rPr>
              <a:t>In that case, defendant drove drunkenly down a narrow alleyway, erratically, at a high rate of speed, and eventually crashed into the dump truck. Further, evidence showed that if defendant would have obeyed the road signs and controlled his driving, he would have been able to avoid crashing into the parked dump truck. (FACTS). </a:t>
            </a:r>
            <a:r>
              <a:rPr lang="en-US" sz="2000" dirty="0">
                <a:highlight>
                  <a:srgbClr val="00FF00"/>
                </a:highlight>
              </a:rPr>
              <a:t>The court reasoned that, despite the fact that the dump truck parked in the alleyway undoubtedly contributed to the accident, the defendant's actions still satisfied the causation element of the crime because defendants action were a direct and substantial factor. (REASONING).  </a:t>
            </a:r>
          </a:p>
          <a:p>
            <a:endParaRPr lang="en-US" sz="2000" dirty="0"/>
          </a:p>
        </p:txBody>
      </p:sp>
    </p:spTree>
    <p:extLst>
      <p:ext uri="{BB962C8B-B14F-4D97-AF65-F5344CB8AC3E}">
        <p14:creationId xmlns:p14="http://schemas.microsoft.com/office/powerpoint/2010/main" val="3066821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9B8E2A-197E-3D40-E091-0192AEBAB6E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C31AB9-6402-5ED6-00D7-83836FCD5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D53A4CA-89BC-5DEA-3C55-370E235BD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F436F00-CBBB-81E9-E13D-37B167744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77548C2-C94C-76DD-1FC3-48D807DC6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768AC43B-F408-4ABD-E445-C3595C59AB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04BD450-5968-2095-7B0A-CCBAC6BDED95}"/>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Longer Case Explanations: Sobin &amp; Mustafa</a:t>
            </a:r>
          </a:p>
        </p:txBody>
      </p:sp>
      <p:sp>
        <p:nvSpPr>
          <p:cNvPr id="3" name="Content Placeholder 2">
            <a:extLst>
              <a:ext uri="{FF2B5EF4-FFF2-40B4-BE49-F238E27FC236}">
                <a16:creationId xmlns:a16="http://schemas.microsoft.com/office/drawing/2014/main" id="{B4C3B3D3-CC67-20AB-522B-0C86BB837963}"/>
              </a:ext>
            </a:extLst>
          </p:cNvPr>
          <p:cNvSpPr>
            <a:spLocks noGrp="1"/>
          </p:cNvSpPr>
          <p:nvPr>
            <p:ph idx="1"/>
          </p:nvPr>
        </p:nvSpPr>
        <p:spPr>
          <a:xfrm>
            <a:off x="1371599" y="1792224"/>
            <a:ext cx="9724031" cy="4572000"/>
          </a:xfrm>
        </p:spPr>
        <p:txBody>
          <a:bodyPr anchor="ctr">
            <a:normAutofit fontScale="85000" lnSpcReduction="20000"/>
          </a:bodyPr>
          <a:lstStyle/>
          <a:p>
            <a:pPr marL="0" indent="0" algn="just">
              <a:buNone/>
            </a:pPr>
            <a:r>
              <a:rPr lang="en-US" dirty="0">
                <a:highlight>
                  <a:srgbClr val="FF00FF"/>
                </a:highlight>
              </a:rPr>
              <a:t>Two cases with opposite results illustrate how courts apply those factors. (THESIS) </a:t>
            </a:r>
            <a:r>
              <a:rPr lang="en-US" dirty="0">
                <a:highlight>
                  <a:srgbClr val="FFFF00"/>
                </a:highlight>
              </a:rPr>
              <a:t>First, in </a:t>
            </a:r>
            <a:r>
              <a:rPr lang="en-US" i="1" dirty="0">
                <a:highlight>
                  <a:srgbClr val="FFFF00"/>
                </a:highlight>
              </a:rPr>
              <a:t>Sobin</a:t>
            </a:r>
            <a:r>
              <a:rPr lang="en-US" dirty="0">
                <a:highlight>
                  <a:srgbClr val="FFFF00"/>
                </a:highlight>
              </a:rPr>
              <a:t>, the District of Columbia Court of Appeals concluded that Darren Paul Sobin demonstrated through clear and convincing evidence that he possessed the good moral character required to practice law in the District Columbia. (HOLDING) </a:t>
            </a:r>
            <a:r>
              <a:rPr lang="en-US" dirty="0">
                <a:highlight>
                  <a:srgbClr val="00FFFF"/>
                </a:highlight>
              </a:rPr>
              <a:t>Sobin first became involved in illegal activity at age sixteen, working for his parents’ escort business. Over the next few years, Sobin was enticed by his uncle to become involved in his marijuana farming business. He was then indicted and convicted on federal charges for the marijuana operation, and later on charges related to the escort services. Sobin was eventually discharged early from his probation and attended law school. (FACTS</a:t>
            </a:r>
            <a:r>
              <a:rPr lang="en-US" dirty="0"/>
              <a:t>) </a:t>
            </a:r>
            <a:r>
              <a:rPr lang="en-US" dirty="0">
                <a:highlight>
                  <a:srgbClr val="00FF00"/>
                </a:highlight>
              </a:rPr>
              <a:t>In deciding that Sobin should be admitted to the D.C. Bar, the court emphasized that over ten years had past since he began his illegal activity, all before law school. The court further found that, since his conviction, Sobin had lived a productive adult life, </a:t>
            </a:r>
            <a:r>
              <a:rPr lang="en-US" dirty="0">
                <a:highlight>
                  <a:srgbClr val="00FFFF"/>
                </a:highlight>
              </a:rPr>
              <a:t>including interning with and receiving a recommendation from the judge that had sentenced him. (REASONING) </a:t>
            </a:r>
          </a:p>
          <a:p>
            <a:endParaRPr lang="en-US" sz="2000" dirty="0"/>
          </a:p>
        </p:txBody>
      </p:sp>
    </p:spTree>
    <p:extLst>
      <p:ext uri="{BB962C8B-B14F-4D97-AF65-F5344CB8AC3E}">
        <p14:creationId xmlns:p14="http://schemas.microsoft.com/office/powerpoint/2010/main" val="1751082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488272-2FAF-B841-F888-F1F781AEC1B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77EFB83-4017-5620-AD44-668C465F8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E4C8BF64-A204-2EC8-53C6-1965CEACF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064B76CB-4A00-7A60-5D82-46BB1EEE22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58B9EFDD-B2FF-5812-BE6F-53D3B4B191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11A20670-E3CE-64D3-F97C-901823280E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44591F-8605-2406-018B-4A6F0B342BB3}"/>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Longer Case Explanation: Sobin</a:t>
            </a:r>
          </a:p>
        </p:txBody>
      </p:sp>
      <p:sp>
        <p:nvSpPr>
          <p:cNvPr id="3" name="Content Placeholder 2">
            <a:extLst>
              <a:ext uri="{FF2B5EF4-FFF2-40B4-BE49-F238E27FC236}">
                <a16:creationId xmlns:a16="http://schemas.microsoft.com/office/drawing/2014/main" id="{A92391DE-27F8-1DBC-C6CA-90457788BEF5}"/>
              </a:ext>
            </a:extLst>
          </p:cNvPr>
          <p:cNvSpPr>
            <a:spLocks noGrp="1"/>
          </p:cNvSpPr>
          <p:nvPr>
            <p:ph idx="1"/>
          </p:nvPr>
        </p:nvSpPr>
        <p:spPr>
          <a:xfrm>
            <a:off x="1371599" y="1792224"/>
            <a:ext cx="9724031" cy="4572000"/>
          </a:xfrm>
        </p:spPr>
        <p:txBody>
          <a:bodyPr anchor="ctr">
            <a:normAutofit fontScale="85000" lnSpcReduction="10000"/>
          </a:bodyPr>
          <a:lstStyle/>
          <a:p>
            <a:pPr marL="0" indent="0" algn="just">
              <a:buNone/>
            </a:pPr>
            <a:r>
              <a:rPr lang="en-US" dirty="0">
                <a:highlight>
                  <a:srgbClr val="FF00FF"/>
                </a:highlight>
              </a:rPr>
              <a:t>On the other hand, in </a:t>
            </a:r>
            <a:r>
              <a:rPr lang="en-US" i="1" dirty="0">
                <a:highlight>
                  <a:srgbClr val="FF00FF"/>
                </a:highlight>
              </a:rPr>
              <a:t>Mustafa</a:t>
            </a:r>
            <a:r>
              <a:rPr lang="en-US" dirty="0">
                <a:highlight>
                  <a:srgbClr val="FF00FF"/>
                </a:highlight>
              </a:rPr>
              <a:t>, a shorter period of time from engaging in more severe misconduct yielded different results.(THESIS). </a:t>
            </a:r>
            <a:r>
              <a:rPr lang="en-US" dirty="0">
                <a:highlight>
                  <a:srgbClr val="FFFF00"/>
                </a:highlight>
              </a:rPr>
              <a:t>There, the court held that John Wali Mustafa II failed to prove that he had the good moral character required for admission to the D.C. Bar. (HOLDING</a:t>
            </a:r>
            <a:r>
              <a:rPr lang="en-US" dirty="0">
                <a:highlight>
                  <a:srgbClr val="00FFFF"/>
                </a:highlight>
              </a:rPr>
              <a:t>)</a:t>
            </a:r>
            <a:r>
              <a:rPr lang="en-US" i="1" dirty="0">
                <a:highlight>
                  <a:srgbClr val="00FFFF"/>
                </a:highlight>
              </a:rPr>
              <a:t> </a:t>
            </a:r>
            <a:r>
              <a:rPr lang="en-US" dirty="0">
                <a:highlight>
                  <a:srgbClr val="00FFFF"/>
                </a:highlight>
              </a:rPr>
              <a:t>While in his third year of law school at UCLA, Mustafa embezzled money from the law school’s moot court program. </a:t>
            </a:r>
            <a:r>
              <a:rPr lang="en-US" i="1" dirty="0">
                <a:highlight>
                  <a:srgbClr val="00FFFF"/>
                </a:highlight>
              </a:rPr>
              <a:t>Id.</a:t>
            </a:r>
            <a:r>
              <a:rPr lang="en-US" dirty="0">
                <a:highlight>
                  <a:srgbClr val="00FFFF"/>
                </a:highlight>
              </a:rPr>
              <a:t> at 46. After he made full restitution, UCLA disposed of the matter by issuing a letter of censure to Mustafa</a:t>
            </a:r>
            <a:r>
              <a:rPr lang="en-US" dirty="0">
                <a:highlight>
                  <a:srgbClr val="00FF00"/>
                </a:highlight>
              </a:rPr>
              <a:t>. Nevertheless, the court noted that Mustafa’s misconduct while licensed would have resulted in disbarment had he embezzled a client’s money. Moreover, the court found it significant that only two and a half years had elapsed since his misconduct.(REASONING) </a:t>
            </a:r>
            <a:r>
              <a:rPr lang="en-US" dirty="0">
                <a:highlight>
                  <a:srgbClr val="00FFFF"/>
                </a:highlight>
              </a:rPr>
              <a:t>Although Mustafa had shown positive personal improvement through obtaining good character references, getting married, and performing volunteer work</a:t>
            </a:r>
            <a:r>
              <a:rPr lang="en-US" dirty="0">
                <a:highlight>
                  <a:srgbClr val="FFFF00"/>
                </a:highlight>
              </a:rPr>
              <a:t>, court held that insufficient time had passed for this type of misconduct to demonstrate the requested good moral character by clear and convincing evidence.*(HOLDING) </a:t>
            </a:r>
            <a:endParaRPr lang="en-US" sz="2000" dirty="0">
              <a:highlight>
                <a:srgbClr val="FFFF00"/>
              </a:highlight>
            </a:endParaRPr>
          </a:p>
        </p:txBody>
      </p:sp>
      <p:sp>
        <p:nvSpPr>
          <p:cNvPr id="4" name="TextBox 3">
            <a:extLst>
              <a:ext uri="{FF2B5EF4-FFF2-40B4-BE49-F238E27FC236}">
                <a16:creationId xmlns:a16="http://schemas.microsoft.com/office/drawing/2014/main" id="{092C917E-AB36-1AD2-04E7-0808DDAE1688}"/>
              </a:ext>
            </a:extLst>
          </p:cNvPr>
          <p:cNvSpPr txBox="1"/>
          <p:nvPr/>
        </p:nvSpPr>
        <p:spPr>
          <a:xfrm flipH="1">
            <a:off x="1563622" y="6241780"/>
            <a:ext cx="9532008" cy="646331"/>
          </a:xfrm>
          <a:prstGeom prst="rect">
            <a:avLst/>
          </a:prstGeom>
          <a:noFill/>
        </p:spPr>
        <p:txBody>
          <a:bodyPr wrap="square" rtlCol="0">
            <a:spAutoFit/>
          </a:bodyPr>
          <a:lstStyle/>
          <a:p>
            <a:r>
              <a:rPr lang="en-US" dirty="0"/>
              <a:t>* While I am labeling this the holding, it summarizes the court’s reasoning, too. I am reemphasizing  this to transition to application section in which I will compare Fox’s misconduct and length of time. </a:t>
            </a:r>
          </a:p>
        </p:txBody>
      </p:sp>
    </p:spTree>
    <p:extLst>
      <p:ext uri="{BB962C8B-B14F-4D97-AF65-F5344CB8AC3E}">
        <p14:creationId xmlns:p14="http://schemas.microsoft.com/office/powerpoint/2010/main" val="2207989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Rectangle 26">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 name="Title 3">
            <a:extLst>
              <a:ext uri="{FF2B5EF4-FFF2-40B4-BE49-F238E27FC236}">
                <a16:creationId xmlns:a16="http://schemas.microsoft.com/office/drawing/2014/main" id="{F49A107C-2298-A229-B908-0BF0287EB06C}"/>
              </a:ext>
            </a:extLst>
          </p:cNvPr>
          <p:cNvSpPr>
            <a:spLocks noGrp="1"/>
          </p:cNvSpPr>
          <p:nvPr>
            <p:ph type="title"/>
          </p:nvPr>
        </p:nvSpPr>
        <p:spPr>
          <a:xfrm>
            <a:off x="3315031" y="1380753"/>
            <a:ext cx="5561938" cy="3466549"/>
          </a:xfrm>
        </p:spPr>
        <p:txBody>
          <a:bodyPr vert="horz" lIns="91440" tIns="45720" rIns="91440" bIns="45720" rtlCol="0" anchor="b">
            <a:normAutofit/>
          </a:bodyPr>
          <a:lstStyle/>
          <a:p>
            <a:pPr algn="ctr">
              <a:lnSpc>
                <a:spcPct val="90000"/>
              </a:lnSpc>
            </a:pPr>
            <a:r>
              <a:rPr lang="en-US" sz="4200" kern="1200" dirty="0">
                <a:solidFill>
                  <a:schemeClr val="tx1"/>
                </a:solidFill>
                <a:latin typeface="+mj-lt"/>
                <a:ea typeface="+mj-ea"/>
                <a:cs typeface="+mj-cs"/>
              </a:rPr>
              <a:t>How do you know what facts are important in an illustration?</a:t>
            </a:r>
          </a:p>
        </p:txBody>
      </p:sp>
      <p:sp>
        <p:nvSpPr>
          <p:cNvPr id="5" name="Text Placeholder 4">
            <a:extLst>
              <a:ext uri="{FF2B5EF4-FFF2-40B4-BE49-F238E27FC236}">
                <a16:creationId xmlns:a16="http://schemas.microsoft.com/office/drawing/2014/main" id="{9CA77F9D-F7A3-1A7B-03E1-C43F393FC36C}"/>
              </a:ext>
            </a:extLst>
          </p:cNvPr>
          <p:cNvSpPr>
            <a:spLocks noGrp="1"/>
          </p:cNvSpPr>
          <p:nvPr>
            <p:ph type="body" idx="1"/>
          </p:nvPr>
        </p:nvSpPr>
        <p:spPr>
          <a:xfrm>
            <a:off x="3315031" y="4076802"/>
            <a:ext cx="5561938" cy="1534587"/>
          </a:xfrm>
        </p:spPr>
        <p:txBody>
          <a:bodyPr vert="horz" lIns="91440" tIns="45720" rIns="91440" bIns="45720" rtlCol="0">
            <a:normAutofit/>
          </a:bodyPr>
          <a:lstStyle/>
          <a:p>
            <a:pPr algn="ctr">
              <a:lnSpc>
                <a:spcPct val="90000"/>
              </a:lnSpc>
              <a:spcBef>
                <a:spcPts val="1000"/>
              </a:spcBef>
            </a:pPr>
            <a:r>
              <a:rPr lang="en-US" sz="2400" kern="1200" dirty="0">
                <a:solidFill>
                  <a:schemeClr val="tx1"/>
                </a:solidFill>
                <a:latin typeface="+mn-lt"/>
                <a:ea typeface="+mn-ea"/>
                <a:cs typeface="+mn-cs"/>
              </a:rPr>
              <a:t>Let’s look at your chart of </a:t>
            </a:r>
            <a:r>
              <a:rPr lang="en-US" sz="2400" i="1" kern="1200" dirty="0">
                <a:solidFill>
                  <a:schemeClr val="tx1"/>
                </a:solidFill>
                <a:latin typeface="+mn-lt"/>
                <a:ea typeface="+mn-ea"/>
                <a:cs typeface="+mn-cs"/>
              </a:rPr>
              <a:t>Pitt </a:t>
            </a:r>
          </a:p>
          <a:p>
            <a:pPr algn="ctr">
              <a:lnSpc>
                <a:spcPct val="90000"/>
              </a:lnSpc>
              <a:spcBef>
                <a:spcPts val="1000"/>
              </a:spcBef>
            </a:pPr>
            <a:r>
              <a:rPr lang="en-US" sz="2400" i="1" kern="1200" dirty="0">
                <a:solidFill>
                  <a:schemeClr val="tx1"/>
                </a:solidFill>
                <a:latin typeface="+mn-lt"/>
                <a:ea typeface="+mn-ea"/>
                <a:cs typeface="+mn-cs"/>
              </a:rPr>
              <a:t>Excavating</a:t>
            </a:r>
          </a:p>
        </p:txBody>
      </p:sp>
      <p:sp>
        <p:nvSpPr>
          <p:cNvPr id="31" name="Arc 30">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3" name="Oval 32">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4270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4" name="Title 1"/>
          <p:cNvSpPr>
            <a:spLocks noGrp="1"/>
          </p:cNvSpPr>
          <p:nvPr>
            <p:ph type="title"/>
          </p:nvPr>
        </p:nvSpPr>
        <p:spPr>
          <a:xfrm>
            <a:off x="838200" y="365125"/>
            <a:ext cx="10515600" cy="1325563"/>
          </a:xfrm>
        </p:spPr>
        <p:txBody>
          <a:bodyPr>
            <a:normAutofit/>
          </a:bodyPr>
          <a:lstStyle/>
          <a:p>
            <a:pPr eaLnBrk="1" hangingPunct="1">
              <a:lnSpc>
                <a:spcPct val="90000"/>
              </a:lnSpc>
            </a:pPr>
            <a:r>
              <a:rPr lang="en-US" sz="3800" dirty="0"/>
              <a:t>CR</a:t>
            </a:r>
            <a:r>
              <a:rPr lang="en-US" sz="3800" dirty="0">
                <a:solidFill>
                  <a:schemeClr val="accent1"/>
                </a:solidFill>
              </a:rPr>
              <a:t>E</a:t>
            </a:r>
            <a:r>
              <a:rPr lang="en-US" sz="3800" dirty="0"/>
              <a:t>AC </a:t>
            </a:r>
            <a:r>
              <a:rPr lang="en-US" altLang="en-US" sz="3800" b="1" dirty="0">
                <a:ea typeface="ＭＳ Ｐゴシック" pitchFamily="34" charset="-128"/>
              </a:rPr>
              <a:t>Drafting Effective Case Illustrations</a:t>
            </a:r>
            <a:br>
              <a:rPr lang="en-US" altLang="en-US" sz="3800" b="1" dirty="0">
                <a:ea typeface="ＭＳ Ｐゴシック" pitchFamily="34" charset="-128"/>
              </a:rPr>
            </a:br>
            <a:r>
              <a:rPr lang="en-US" altLang="en-US" sz="3800" b="1" dirty="0">
                <a:ea typeface="ＭＳ Ｐゴシック" pitchFamily="34" charset="-128"/>
              </a:rPr>
              <a:t>BLW Ch. 7 (pg. 149)</a:t>
            </a:r>
          </a:p>
        </p:txBody>
      </p:sp>
      <p:sp>
        <p:nvSpPr>
          <p:cNvPr id="820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38200" y="1929384"/>
            <a:ext cx="10515600" cy="4251960"/>
          </a:xfrm>
        </p:spPr>
        <p:txBody>
          <a:bodyPr>
            <a:normAutofit fontScale="85000" lnSpcReduction="10000"/>
          </a:bodyPr>
          <a:lstStyle/>
          <a:p>
            <a:pPr>
              <a:lnSpc>
                <a:spcPct val="90000"/>
              </a:lnSpc>
              <a:spcBef>
                <a:spcPts val="0"/>
              </a:spcBef>
            </a:pPr>
            <a:r>
              <a:rPr lang="en-US" altLang="en-US" dirty="0">
                <a:ea typeface="ＭＳ Ｐゴシック" pitchFamily="34" charset="-128"/>
              </a:rPr>
              <a:t>The facts are highly important.  If the facts are similar to your client’s case, and the case is controlling (like here!), use more detail. </a:t>
            </a:r>
          </a:p>
          <a:p>
            <a:pPr>
              <a:lnSpc>
                <a:spcPct val="90000"/>
              </a:lnSpc>
              <a:spcBef>
                <a:spcPts val="0"/>
              </a:spcBef>
            </a:pPr>
            <a:endParaRPr lang="en-US" altLang="en-US" dirty="0">
              <a:ea typeface="ＭＳ Ｐゴシック" pitchFamily="34" charset="-128"/>
            </a:endParaRPr>
          </a:p>
          <a:p>
            <a:pPr>
              <a:lnSpc>
                <a:spcPct val="90000"/>
              </a:lnSpc>
              <a:spcBef>
                <a:spcPts val="0"/>
              </a:spcBef>
            </a:pPr>
            <a:r>
              <a:rPr lang="en-US" altLang="en-US" dirty="0">
                <a:ea typeface="ＭＳ Ｐゴシック" pitchFamily="34" charset="-128"/>
              </a:rPr>
              <a:t>Be concise!  Your reader is busy.  Omit facts not critical for understanding.</a:t>
            </a:r>
          </a:p>
          <a:p>
            <a:pPr>
              <a:lnSpc>
                <a:spcPct val="90000"/>
              </a:lnSpc>
              <a:spcBef>
                <a:spcPts val="0"/>
              </a:spcBef>
            </a:pPr>
            <a:endParaRPr lang="en-US" altLang="en-US" dirty="0">
              <a:ea typeface="ＭＳ Ｐゴシック" pitchFamily="34" charset="-128"/>
            </a:endParaRPr>
          </a:p>
          <a:p>
            <a:pPr>
              <a:lnSpc>
                <a:spcPct val="90000"/>
              </a:lnSpc>
              <a:spcBef>
                <a:spcPts val="0"/>
              </a:spcBef>
            </a:pPr>
            <a:r>
              <a:rPr lang="en-US" altLang="en-US" dirty="0">
                <a:ea typeface="ＭＳ Ｐゴシック" pitchFamily="34" charset="-128"/>
              </a:rPr>
              <a:t>Use the past tense!</a:t>
            </a:r>
          </a:p>
          <a:p>
            <a:pPr>
              <a:lnSpc>
                <a:spcPct val="90000"/>
              </a:lnSpc>
              <a:spcBef>
                <a:spcPts val="0"/>
              </a:spcBef>
            </a:pPr>
            <a:endParaRPr lang="en-US" altLang="en-US" dirty="0">
              <a:ea typeface="ＭＳ Ｐゴシック" pitchFamily="34" charset="-128"/>
            </a:endParaRPr>
          </a:p>
          <a:p>
            <a:pPr>
              <a:lnSpc>
                <a:spcPct val="90000"/>
              </a:lnSpc>
              <a:spcBef>
                <a:spcPts val="0"/>
              </a:spcBef>
            </a:pPr>
            <a:r>
              <a:rPr lang="en-US" altLang="en-US" dirty="0">
                <a:ea typeface="ＭＳ Ｐゴシック" pitchFamily="34" charset="-128"/>
              </a:rPr>
              <a:t>Identify parties by their role if appropriate. (</a:t>
            </a:r>
            <a:r>
              <a:rPr lang="en-US" altLang="en-US" i="1" dirty="0">
                <a:ea typeface="ＭＳ Ｐゴシック" pitchFamily="34" charset="-128"/>
              </a:rPr>
              <a:t>e.g.</a:t>
            </a:r>
            <a:r>
              <a:rPr lang="en-US" altLang="en-US" dirty="0">
                <a:ea typeface="ＭＳ Ｐゴシック" pitchFamily="34" charset="-128"/>
              </a:rPr>
              <a:t>, landlord/</a:t>
            </a:r>
            <a:r>
              <a:rPr lang="en-US" altLang="en-US" dirty="0" err="1">
                <a:ea typeface="ＭＳ Ｐゴシック" pitchFamily="34" charset="-128"/>
              </a:rPr>
              <a:t>tentant</a:t>
            </a:r>
            <a:r>
              <a:rPr lang="en-US" altLang="en-US" dirty="0">
                <a:ea typeface="ＭＳ Ｐゴシック" pitchFamily="34" charset="-128"/>
              </a:rPr>
              <a:t>, employee). Not plaintiff or defendant. </a:t>
            </a:r>
          </a:p>
          <a:p>
            <a:pPr>
              <a:lnSpc>
                <a:spcPct val="90000"/>
              </a:lnSpc>
              <a:spcBef>
                <a:spcPts val="0"/>
              </a:spcBef>
            </a:pPr>
            <a:endParaRPr lang="en-US" altLang="en-US" dirty="0">
              <a:ea typeface="ＭＳ Ｐゴシック" pitchFamily="34" charset="-128"/>
            </a:endParaRPr>
          </a:p>
          <a:p>
            <a:pPr>
              <a:lnSpc>
                <a:spcPct val="90000"/>
              </a:lnSpc>
              <a:spcBef>
                <a:spcPts val="0"/>
              </a:spcBef>
            </a:pPr>
            <a:r>
              <a:rPr lang="en-US" altLang="en-US" dirty="0">
                <a:ea typeface="ＭＳ Ｐゴシック" pitchFamily="34" charset="-128"/>
              </a:rPr>
              <a:t>Focus on the part of the case that is important for your analysis.</a:t>
            </a:r>
          </a:p>
        </p:txBody>
      </p:sp>
      <p:sp>
        <p:nvSpPr>
          <p:cNvPr id="4" name="Down Arrow 3"/>
          <p:cNvSpPr/>
          <p:nvPr/>
        </p:nvSpPr>
        <p:spPr>
          <a:xfrm>
            <a:off x="14554200" y="2667001"/>
            <a:ext cx="45719" cy="45719"/>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1075249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2E73B3-2EB2-F05F-9C1F-EC33C3739809}"/>
              </a:ext>
            </a:extLst>
          </p:cNvPr>
          <p:cNvSpPr>
            <a:spLocks noGrp="1"/>
          </p:cNvSpPr>
          <p:nvPr>
            <p:ph type="title"/>
          </p:nvPr>
        </p:nvSpPr>
        <p:spPr>
          <a:xfrm>
            <a:off x="808638" y="386930"/>
            <a:ext cx="9236700" cy="1188950"/>
          </a:xfrm>
        </p:spPr>
        <p:txBody>
          <a:bodyPr anchor="b">
            <a:normAutofit/>
          </a:bodyPr>
          <a:lstStyle/>
          <a:p>
            <a:r>
              <a:rPr lang="en-US" sz="5400" dirty="0"/>
              <a:t>Homework</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D873AE8-83BB-19A0-1F13-8C82436DF8DC}"/>
              </a:ext>
            </a:extLst>
          </p:cNvPr>
          <p:cNvSpPr>
            <a:spLocks noGrp="1"/>
          </p:cNvSpPr>
          <p:nvPr>
            <p:ph idx="1"/>
          </p:nvPr>
        </p:nvSpPr>
        <p:spPr>
          <a:xfrm>
            <a:off x="793750" y="1868488"/>
            <a:ext cx="10252075" cy="4775200"/>
          </a:xfrm>
        </p:spPr>
        <p:txBody>
          <a:bodyPr anchor="ctr">
            <a:normAutofit fontScale="92500" lnSpcReduction="20000"/>
          </a:bodyPr>
          <a:lstStyle/>
          <a:p>
            <a:pPr>
              <a:lnSpc>
                <a:spcPct val="90000"/>
              </a:lnSpc>
            </a:pPr>
            <a:endParaRPr lang="en-US" sz="2600" dirty="0"/>
          </a:p>
          <a:p>
            <a:pPr marL="800100" lvl="2" indent="0">
              <a:lnSpc>
                <a:spcPct val="90000"/>
              </a:lnSpc>
              <a:buNone/>
            </a:pPr>
            <a:endParaRPr lang="en-US" sz="2600" b="0" i="0" dirty="0">
              <a:effectLst/>
              <a:latin typeface="Lato Extended"/>
            </a:endParaRPr>
          </a:p>
          <a:p>
            <a:pPr>
              <a:lnSpc>
                <a:spcPct val="90000"/>
              </a:lnSpc>
            </a:pPr>
            <a:r>
              <a:rPr lang="en-US" sz="2600" dirty="0">
                <a:latin typeface="Lato Extended"/>
              </a:rPr>
              <a:t>ICWs due Sunday, September 13th at 5:00 p.m. </a:t>
            </a:r>
          </a:p>
          <a:p>
            <a:pPr marL="800100" lvl="2" indent="0">
              <a:lnSpc>
                <a:spcPct val="90000"/>
              </a:lnSpc>
              <a:buNone/>
            </a:pPr>
            <a:r>
              <a:rPr lang="en-US" sz="2600" dirty="0">
                <a:latin typeface="Lato Extended"/>
              </a:rPr>
              <a:t>ICW Exercise 3 (Full Case Cites)</a:t>
            </a:r>
          </a:p>
          <a:p>
            <a:pPr marL="800100" lvl="2" indent="0">
              <a:lnSpc>
                <a:spcPct val="90000"/>
              </a:lnSpc>
              <a:buNone/>
            </a:pPr>
            <a:r>
              <a:rPr lang="en-US" sz="2600" dirty="0">
                <a:latin typeface="Lato Extended"/>
              </a:rPr>
              <a:t>ICW Exercise 5 (Short Cites)</a:t>
            </a:r>
          </a:p>
          <a:p>
            <a:pPr marL="800100" lvl="2" indent="0">
              <a:lnSpc>
                <a:spcPct val="90000"/>
              </a:lnSpc>
              <a:buNone/>
            </a:pPr>
            <a:endParaRPr lang="en-US" sz="2600" dirty="0">
              <a:latin typeface="Lato Extended"/>
            </a:endParaRPr>
          </a:p>
          <a:p>
            <a:pPr marL="800100" lvl="2" indent="0">
              <a:lnSpc>
                <a:spcPct val="90000"/>
              </a:lnSpc>
              <a:buNone/>
            </a:pPr>
            <a:r>
              <a:rPr lang="en-US" sz="2600" dirty="0">
                <a:latin typeface="Lato Extended"/>
              </a:rPr>
              <a:t>ICW Study Hall?</a:t>
            </a:r>
          </a:p>
          <a:p>
            <a:pPr>
              <a:lnSpc>
                <a:spcPct val="90000"/>
              </a:lnSpc>
            </a:pPr>
            <a:endParaRPr lang="en-US" sz="2600" b="0" i="0" dirty="0">
              <a:effectLst/>
              <a:latin typeface="Lato Extended"/>
            </a:endParaRPr>
          </a:p>
          <a:p>
            <a:pPr>
              <a:lnSpc>
                <a:spcPct val="90000"/>
              </a:lnSpc>
            </a:pPr>
            <a:r>
              <a:rPr lang="en-US" sz="2600" b="0" i="0" dirty="0">
                <a:effectLst/>
                <a:latin typeface="Lato Extended"/>
              </a:rPr>
              <a:t>For Tuesday’s class: Read Chapter 8 Intro, 8.1, and 8.2.  Complete Exercises 8.1.1 and 8.2.1</a:t>
            </a:r>
          </a:p>
          <a:p>
            <a:pPr>
              <a:lnSpc>
                <a:spcPct val="90000"/>
              </a:lnSpc>
            </a:pPr>
            <a:endParaRPr lang="en-US" sz="2600" dirty="0">
              <a:latin typeface="Lato Extended"/>
            </a:endParaRPr>
          </a:p>
          <a:p>
            <a:pPr>
              <a:lnSpc>
                <a:spcPct val="90000"/>
              </a:lnSpc>
            </a:pPr>
            <a:r>
              <a:rPr lang="en-US" sz="2600" dirty="0">
                <a:latin typeface="Lato Extended"/>
              </a:rPr>
              <a:t>Complete Legal Research Modules 2.1-2.3  by 5 p.m. Tuesday, 9/15</a:t>
            </a:r>
          </a:p>
          <a:p>
            <a:pPr>
              <a:lnSpc>
                <a:spcPct val="90000"/>
              </a:lnSpc>
            </a:pPr>
            <a:endParaRPr lang="en-US" sz="2600" dirty="0">
              <a:latin typeface="Lato Extended"/>
            </a:endParaRPr>
          </a:p>
          <a:p>
            <a:pPr>
              <a:lnSpc>
                <a:spcPct val="90000"/>
              </a:lnSpc>
            </a:pPr>
            <a:r>
              <a:rPr lang="en-US" sz="2600" dirty="0">
                <a:latin typeface="Lato Extended"/>
              </a:rPr>
              <a:t>Bring a hard copy of your Rule Paragraph to class Tuesday</a:t>
            </a:r>
            <a:endParaRPr lang="en-US" sz="2600" b="0" i="0" dirty="0">
              <a:effectLst/>
              <a:latin typeface="Lato Extended"/>
            </a:endParaRPr>
          </a:p>
          <a:p>
            <a:pPr>
              <a:lnSpc>
                <a:spcPct val="90000"/>
              </a:lnSpc>
            </a:pPr>
            <a:endParaRPr lang="en-US" sz="2200" dirty="0"/>
          </a:p>
        </p:txBody>
      </p:sp>
    </p:spTree>
    <p:extLst>
      <p:ext uri="{BB962C8B-B14F-4D97-AF65-F5344CB8AC3E}">
        <p14:creationId xmlns:p14="http://schemas.microsoft.com/office/powerpoint/2010/main" val="4682538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1_Office Them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2A75EA04-0AE5-4074-9538-7DA6C138DAE9}" vid="{E39B6906-D52F-4B95-B43C-27F512CB479C}"/>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2530</TotalTime>
  <Words>1663</Words>
  <Application>Microsoft Office PowerPoint</Application>
  <PresentationFormat>Widescreen</PresentationFormat>
  <Paragraphs>108</Paragraphs>
  <Slides>16</Slides>
  <Notes>4</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16</vt:i4>
      </vt:variant>
    </vt:vector>
  </HeadingPairs>
  <TitlesOfParts>
    <vt:vector size="27" baseType="lpstr">
      <vt:lpstr>ＭＳ Ｐゴシック</vt:lpstr>
      <vt:lpstr>Aptos</vt:lpstr>
      <vt:lpstr>Arial</vt:lpstr>
      <vt:lpstr>Calibri</vt:lpstr>
      <vt:lpstr>Calibri Light</vt:lpstr>
      <vt:lpstr>Corbel</vt:lpstr>
      <vt:lpstr>Lato Extended</vt:lpstr>
      <vt:lpstr>Neue Haas Grotesk Text Pro</vt:lpstr>
      <vt:lpstr>1_Office Theme</vt:lpstr>
      <vt:lpstr>Office Theme</vt:lpstr>
      <vt:lpstr>Axis</vt:lpstr>
      <vt:lpstr>Today in LSS</vt:lpstr>
      <vt:lpstr>ICW 3- The Full Case Cite</vt:lpstr>
      <vt:lpstr>ICW 5-Short forms of Cases</vt:lpstr>
      <vt:lpstr>Where are we?</vt:lpstr>
      <vt:lpstr>PowerPoint Presentation</vt:lpstr>
      <vt:lpstr>CREAC Drafting Your Synthesized Rule Statement BLW Ch. 7</vt:lpstr>
      <vt:lpstr>Sample Rules Paragraph</vt:lpstr>
      <vt:lpstr>Red Light Exercise</vt:lpstr>
      <vt:lpstr>Case Illustrations: A Bridge between YouR Rule and Application Sections</vt:lpstr>
      <vt:lpstr>                                 Typical Components of a Case Illustration   </vt:lpstr>
      <vt:lpstr>Case Explanation: 4 - 8 Sentences</vt:lpstr>
      <vt:lpstr>Longer Case Explanations: Sobin &amp; Mustafa</vt:lpstr>
      <vt:lpstr>Longer Case Explanation: Sobin</vt:lpstr>
      <vt:lpstr>How do you know what facts are important in an illustration?</vt:lpstr>
      <vt:lpstr>CREAC Drafting Effective Case Illustrations BLW Ch. 7 (pg. 149)</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Hilary Reed</dc:creator>
  <cp:lastModifiedBy>Truskett, Harve A</cp:lastModifiedBy>
  <cp:revision>8</cp:revision>
  <cp:lastPrinted>2026-09-10T19:04:39Z</cp:lastPrinted>
  <dcterms:created xsi:type="dcterms:W3CDTF">2023-09-05T20:59:13Z</dcterms:created>
  <dcterms:modified xsi:type="dcterms:W3CDTF">2026-09-10T22:36:01Z</dcterms:modified>
</cp:coreProperties>
</file>