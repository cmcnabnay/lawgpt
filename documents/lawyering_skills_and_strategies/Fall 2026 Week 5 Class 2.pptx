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399" r:id="rId3"/>
    <p:sldId id="316" r:id="rId4"/>
    <p:sldId id="312" r:id="rId5"/>
    <p:sldId id="901" r:id="rId6"/>
    <p:sldId id="328" r:id="rId7"/>
    <p:sldId id="327" r:id="rId8"/>
    <p:sldId id="329" r:id="rId9"/>
    <p:sldId id="314" r:id="rId10"/>
    <p:sldId id="330" r:id="rId11"/>
    <p:sldId id="331" r:id="rId12"/>
    <p:sldId id="313" r:id="rId13"/>
    <p:sldId id="401" r:id="rId14"/>
    <p:sldId id="898" r:id="rId15"/>
    <p:sldId id="899" r:id="rId16"/>
    <p:sldId id="900" r:id="rId17"/>
    <p:sldId id="40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AAD13D-216F-4B46-9774-739E10C2CCF8}" v="21" dt="2026-09-24T00:12:26.581"/>
    <p1510:client id="{5EFF367A-7FF9-440D-8E39-44D63BBFA337}" v="26" dt="2026-09-24T15:21:31.2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undo custSel addSld delSld modSld sldOrd">
      <pc:chgData name="Truskett, Harve A" userId="213d60ac-aef1-4d38-a1a1-cc3530dfbff5" providerId="ADAL" clId="{46A6D219-DC58-45E8-8D58-021ACE409CDA}" dt="2026-09-24T15:25:01.489" v="625" actId="20577"/>
      <pc:docMkLst>
        <pc:docMk/>
      </pc:docMkLst>
      <pc:sldChg chg="del">
        <pc:chgData name="Truskett, Harve A" userId="213d60ac-aef1-4d38-a1a1-cc3530dfbff5" providerId="ADAL" clId="{46A6D219-DC58-45E8-8D58-021ACE409CDA}" dt="2026-09-23T23:55:48.047" v="271" actId="47"/>
        <pc:sldMkLst>
          <pc:docMk/>
          <pc:sldMk cId="3841650484" sldId="256"/>
        </pc:sldMkLst>
      </pc:sldChg>
      <pc:sldChg chg="addSp delSp mod ord">
        <pc:chgData name="Truskett, Harve A" userId="213d60ac-aef1-4d38-a1a1-cc3530dfbff5" providerId="ADAL" clId="{46A6D219-DC58-45E8-8D58-021ACE409CDA}" dt="2026-09-23T20:40:12.606" v="3" actId="22"/>
        <pc:sldMkLst>
          <pc:docMk/>
          <pc:sldMk cId="2877542724" sldId="312"/>
        </pc:sldMkLst>
        <pc:spChg chg="add del">
          <ac:chgData name="Truskett, Harve A" userId="213d60ac-aef1-4d38-a1a1-cc3530dfbff5" providerId="ADAL" clId="{46A6D219-DC58-45E8-8D58-021ACE409CDA}" dt="2026-09-23T20:40:12.606" v="3" actId="22"/>
          <ac:spMkLst>
            <pc:docMk/>
            <pc:sldMk cId="2877542724" sldId="312"/>
            <ac:spMk id="4" creationId="{33905E8E-68C2-DD03-96BD-0C44FB9D9620}"/>
          </ac:spMkLst>
        </pc:spChg>
      </pc:sldChg>
      <pc:sldChg chg="addSp delSp mod">
        <pc:chgData name="Truskett, Harve A" userId="213d60ac-aef1-4d38-a1a1-cc3530dfbff5" providerId="ADAL" clId="{46A6D219-DC58-45E8-8D58-021ACE409CDA}" dt="2026-09-23T20:53:09.392" v="61" actId="22"/>
        <pc:sldMkLst>
          <pc:docMk/>
          <pc:sldMk cId="3791152020" sldId="314"/>
        </pc:sldMkLst>
        <pc:spChg chg="add del">
          <ac:chgData name="Truskett, Harve A" userId="213d60ac-aef1-4d38-a1a1-cc3530dfbff5" providerId="ADAL" clId="{46A6D219-DC58-45E8-8D58-021ACE409CDA}" dt="2026-09-23T20:53:09.392" v="61" actId="22"/>
          <ac:spMkLst>
            <pc:docMk/>
            <pc:sldMk cId="3791152020" sldId="314"/>
            <ac:spMk id="4" creationId="{20D1DDA6-56C8-5134-CE99-381CDE578B08}"/>
          </ac:spMkLst>
        </pc:spChg>
      </pc:sldChg>
      <pc:sldChg chg="del">
        <pc:chgData name="Truskett, Harve A" userId="213d60ac-aef1-4d38-a1a1-cc3530dfbff5" providerId="ADAL" clId="{46A6D219-DC58-45E8-8D58-021ACE409CDA}" dt="2026-09-23T22:45:20.788" v="87" actId="47"/>
        <pc:sldMkLst>
          <pc:docMk/>
          <pc:sldMk cId="4088151266" sldId="315"/>
        </pc:sldMkLst>
      </pc:sldChg>
      <pc:sldChg chg="addSp delSp add del setBg delDesignElem">
        <pc:chgData name="Truskett, Harve A" userId="213d60ac-aef1-4d38-a1a1-cc3530dfbff5" providerId="ADAL" clId="{46A6D219-DC58-45E8-8D58-021ACE409CDA}" dt="2026-09-23T23:57:00.284" v="275"/>
        <pc:sldMkLst>
          <pc:docMk/>
          <pc:sldMk cId="2119926690" sldId="316"/>
        </pc:sldMkLst>
        <pc:spChg chg="add del">
          <ac:chgData name="Truskett, Harve A" userId="213d60ac-aef1-4d38-a1a1-cc3530dfbff5" providerId="ADAL" clId="{46A6D219-DC58-45E8-8D58-021ACE409CDA}" dt="2026-09-23T23:57:00.253" v="274"/>
          <ac:spMkLst>
            <pc:docMk/>
            <pc:sldMk cId="2119926690" sldId="316"/>
            <ac:spMk id="18" creationId="{D8B9538A-2A89-47DD-996C-7D2BE2AB6CA0}"/>
          </ac:spMkLst>
        </pc:spChg>
        <pc:spChg chg="add del">
          <ac:chgData name="Truskett, Harve A" userId="213d60ac-aef1-4d38-a1a1-cc3530dfbff5" providerId="ADAL" clId="{46A6D219-DC58-45E8-8D58-021ACE409CDA}" dt="2026-09-23T23:57:00.253" v="274"/>
          <ac:spMkLst>
            <pc:docMk/>
            <pc:sldMk cId="2119926690" sldId="316"/>
            <ac:spMk id="19" creationId="{E625979B-5325-4898-8EF9-5C174B19218E}"/>
          </ac:spMkLst>
        </pc:spChg>
        <pc:spChg chg="add del">
          <ac:chgData name="Truskett, Harve A" userId="213d60ac-aef1-4d38-a1a1-cc3530dfbff5" providerId="ADAL" clId="{46A6D219-DC58-45E8-8D58-021ACE409CDA}" dt="2026-09-23T23:57:00.253" v="274"/>
          <ac:spMkLst>
            <pc:docMk/>
            <pc:sldMk cId="2119926690" sldId="316"/>
            <ac:spMk id="20" creationId="{34B22E2B-30D5-47A4-97C5-091EA1ABC728}"/>
          </ac:spMkLst>
        </pc:spChg>
        <pc:spChg chg="add del">
          <ac:chgData name="Truskett, Harve A" userId="213d60ac-aef1-4d38-a1a1-cc3530dfbff5" providerId="ADAL" clId="{46A6D219-DC58-45E8-8D58-021ACE409CDA}" dt="2026-09-23T23:57:00.253" v="274"/>
          <ac:spMkLst>
            <pc:docMk/>
            <pc:sldMk cId="2119926690" sldId="316"/>
            <ac:spMk id="21" creationId="{9B6DA3CD-A002-40ED-8194-B4E637BD7669}"/>
          </ac:spMkLst>
        </pc:spChg>
      </pc:sldChg>
      <pc:sldChg chg="modSp new mod">
        <pc:chgData name="Truskett, Harve A" userId="213d60ac-aef1-4d38-a1a1-cc3530dfbff5" providerId="ADAL" clId="{46A6D219-DC58-45E8-8D58-021ACE409CDA}" dt="2026-09-24T15:22:20.987" v="603" actId="12"/>
        <pc:sldMkLst>
          <pc:docMk/>
          <pc:sldMk cId="3736553194" sldId="328"/>
        </pc:sldMkLst>
        <pc:spChg chg="mod">
          <ac:chgData name="Truskett, Harve A" userId="213d60ac-aef1-4d38-a1a1-cc3530dfbff5" providerId="ADAL" clId="{46A6D219-DC58-45E8-8D58-021ACE409CDA}" dt="2026-09-24T15:22:04.660" v="602" actId="20577"/>
          <ac:spMkLst>
            <pc:docMk/>
            <pc:sldMk cId="3736553194" sldId="328"/>
            <ac:spMk id="2" creationId="{668FC616-317F-87AC-1316-2075E07C359B}"/>
          </ac:spMkLst>
        </pc:spChg>
        <pc:spChg chg="mod">
          <ac:chgData name="Truskett, Harve A" userId="213d60ac-aef1-4d38-a1a1-cc3530dfbff5" providerId="ADAL" clId="{46A6D219-DC58-45E8-8D58-021ACE409CDA}" dt="2026-09-24T15:22:20.987" v="603" actId="12"/>
          <ac:spMkLst>
            <pc:docMk/>
            <pc:sldMk cId="3736553194" sldId="328"/>
            <ac:spMk id="3" creationId="{C6E5945D-DC20-71FE-9F8A-3C152EC71CE8}"/>
          </ac:spMkLst>
        </pc:spChg>
      </pc:sldChg>
      <pc:sldChg chg="modSp new mod">
        <pc:chgData name="Truskett, Harve A" userId="213d60ac-aef1-4d38-a1a1-cc3530dfbff5" providerId="ADAL" clId="{46A6D219-DC58-45E8-8D58-021ACE409CDA}" dt="2026-09-23T23:54:02.734" v="214" actId="20577"/>
        <pc:sldMkLst>
          <pc:docMk/>
          <pc:sldMk cId="1861190060" sldId="329"/>
        </pc:sldMkLst>
        <pc:spChg chg="mod">
          <ac:chgData name="Truskett, Harve A" userId="213d60ac-aef1-4d38-a1a1-cc3530dfbff5" providerId="ADAL" clId="{46A6D219-DC58-45E8-8D58-021ACE409CDA}" dt="2026-09-23T23:54:02.734" v="214" actId="20577"/>
          <ac:spMkLst>
            <pc:docMk/>
            <pc:sldMk cId="1861190060" sldId="329"/>
            <ac:spMk id="2" creationId="{89C29C30-9313-751F-E44D-65400972108F}"/>
          </ac:spMkLst>
        </pc:spChg>
        <pc:spChg chg="mod">
          <ac:chgData name="Truskett, Harve A" userId="213d60ac-aef1-4d38-a1a1-cc3530dfbff5" providerId="ADAL" clId="{46A6D219-DC58-45E8-8D58-021ACE409CDA}" dt="2026-09-23T22:26:51.921" v="82" actId="6549"/>
          <ac:spMkLst>
            <pc:docMk/>
            <pc:sldMk cId="1861190060" sldId="329"/>
            <ac:spMk id="3" creationId="{8DE9FC24-1C99-F843-5C1A-EAEFA2022509}"/>
          </ac:spMkLst>
        </pc:spChg>
      </pc:sldChg>
      <pc:sldChg chg="modSp new mod">
        <pc:chgData name="Truskett, Harve A" userId="213d60ac-aef1-4d38-a1a1-cc3530dfbff5" providerId="ADAL" clId="{46A6D219-DC58-45E8-8D58-021ACE409CDA}" dt="2026-09-24T00:10:19.700" v="329" actId="20577"/>
        <pc:sldMkLst>
          <pc:docMk/>
          <pc:sldMk cId="912158986" sldId="330"/>
        </pc:sldMkLst>
        <pc:spChg chg="mod">
          <ac:chgData name="Truskett, Harve A" userId="213d60ac-aef1-4d38-a1a1-cc3530dfbff5" providerId="ADAL" clId="{46A6D219-DC58-45E8-8D58-021ACE409CDA}" dt="2026-09-24T00:10:19.700" v="329" actId="20577"/>
          <ac:spMkLst>
            <pc:docMk/>
            <pc:sldMk cId="912158986" sldId="330"/>
            <ac:spMk id="2" creationId="{D564262C-D107-575E-C9EF-1F4B3D8ECB1B}"/>
          </ac:spMkLst>
        </pc:spChg>
        <pc:spChg chg="mod">
          <ac:chgData name="Truskett, Harve A" userId="213d60ac-aef1-4d38-a1a1-cc3530dfbff5" providerId="ADAL" clId="{46A6D219-DC58-45E8-8D58-021ACE409CDA}" dt="2026-09-23T22:46:45.377" v="92"/>
          <ac:spMkLst>
            <pc:docMk/>
            <pc:sldMk cId="912158986" sldId="330"/>
            <ac:spMk id="3" creationId="{033FBEFF-5AE3-9142-2CD8-FA19BF0A99C6}"/>
          </ac:spMkLst>
        </pc:spChg>
      </pc:sldChg>
      <pc:sldChg chg="addSp delSp modSp new mod modClrScheme chgLayout">
        <pc:chgData name="Truskett, Harve A" userId="213d60ac-aef1-4d38-a1a1-cc3530dfbff5" providerId="ADAL" clId="{46A6D219-DC58-45E8-8D58-021ACE409CDA}" dt="2026-09-23T22:48:54.498" v="100" actId="14100"/>
        <pc:sldMkLst>
          <pc:docMk/>
          <pc:sldMk cId="1117584224" sldId="331"/>
        </pc:sldMkLst>
        <pc:spChg chg="del">
          <ac:chgData name="Truskett, Harve A" userId="213d60ac-aef1-4d38-a1a1-cc3530dfbff5" providerId="ADAL" clId="{46A6D219-DC58-45E8-8D58-021ACE409CDA}" dt="2026-09-23T22:48:41.296" v="96" actId="700"/>
          <ac:spMkLst>
            <pc:docMk/>
            <pc:sldMk cId="1117584224" sldId="331"/>
            <ac:spMk id="2" creationId="{DF6C8D40-EC57-A566-E8E1-CE491397407F}"/>
          </ac:spMkLst>
        </pc:spChg>
        <pc:spChg chg="del">
          <ac:chgData name="Truskett, Harve A" userId="213d60ac-aef1-4d38-a1a1-cc3530dfbff5" providerId="ADAL" clId="{46A6D219-DC58-45E8-8D58-021ACE409CDA}" dt="2026-09-23T22:48:28.083" v="95" actId="22"/>
          <ac:spMkLst>
            <pc:docMk/>
            <pc:sldMk cId="1117584224" sldId="331"/>
            <ac:spMk id="3" creationId="{9F496D34-34D9-59E1-EABB-8F23FF251359}"/>
          </ac:spMkLst>
        </pc:spChg>
        <pc:spChg chg="add del">
          <ac:chgData name="Truskett, Harve A" userId="213d60ac-aef1-4d38-a1a1-cc3530dfbff5" providerId="ADAL" clId="{46A6D219-DC58-45E8-8D58-021ACE409CDA}" dt="2026-09-23T22:46:40.395" v="90" actId="22"/>
          <ac:spMkLst>
            <pc:docMk/>
            <pc:sldMk cId="1117584224" sldId="331"/>
            <ac:spMk id="5" creationId="{76967ADD-B0E6-03E8-7F3D-AF059FA767DB}"/>
          </ac:spMkLst>
        </pc:spChg>
        <pc:spChg chg="add del">
          <ac:chgData name="Truskett, Harve A" userId="213d60ac-aef1-4d38-a1a1-cc3530dfbff5" providerId="ADAL" clId="{46A6D219-DC58-45E8-8D58-021ACE409CDA}" dt="2026-09-23T22:47:33.452" v="94" actId="22"/>
          <ac:spMkLst>
            <pc:docMk/>
            <pc:sldMk cId="1117584224" sldId="331"/>
            <ac:spMk id="7" creationId="{9256A703-F45B-6670-FE15-6491A9ED7C86}"/>
          </ac:spMkLst>
        </pc:spChg>
        <pc:picChg chg="add mod ord">
          <ac:chgData name="Truskett, Harve A" userId="213d60ac-aef1-4d38-a1a1-cc3530dfbff5" providerId="ADAL" clId="{46A6D219-DC58-45E8-8D58-021ACE409CDA}" dt="2026-09-23T22:48:54.498" v="100" actId="14100"/>
          <ac:picMkLst>
            <pc:docMk/>
            <pc:sldMk cId="1117584224" sldId="331"/>
            <ac:picMk id="9" creationId="{9FF77635-6473-0EF4-F264-A084AB9B128B}"/>
          </ac:picMkLst>
        </pc:picChg>
      </pc:sldChg>
      <pc:sldChg chg="add del">
        <pc:chgData name="Truskett, Harve A" userId="213d60ac-aef1-4d38-a1a1-cc3530dfbff5" providerId="ADAL" clId="{46A6D219-DC58-45E8-8D58-021ACE409CDA}" dt="2026-09-23T20:53:20.972" v="64"/>
        <pc:sldMkLst>
          <pc:docMk/>
          <pc:sldMk cId="3766650302" sldId="331"/>
        </pc:sldMkLst>
      </pc:sldChg>
      <pc:sldChg chg="modSp add mod">
        <pc:chgData name="Truskett, Harve A" userId="213d60ac-aef1-4d38-a1a1-cc3530dfbff5" providerId="ADAL" clId="{46A6D219-DC58-45E8-8D58-021ACE409CDA}" dt="2026-09-23T23:55:34.493" v="270" actId="20577"/>
        <pc:sldMkLst>
          <pc:docMk/>
          <pc:sldMk cId="842705799" sldId="399"/>
        </pc:sldMkLst>
        <pc:graphicFrameChg chg="mod modGraphic">
          <ac:chgData name="Truskett, Harve A" userId="213d60ac-aef1-4d38-a1a1-cc3530dfbff5" providerId="ADAL" clId="{46A6D219-DC58-45E8-8D58-021ACE409CDA}" dt="2026-09-23T23:55:34.493" v="270" actId="20577"/>
          <ac:graphicFrameMkLst>
            <pc:docMk/>
            <pc:sldMk cId="842705799" sldId="399"/>
            <ac:graphicFrameMk id="14" creationId="{B3E97826-F806-7FD8-40AB-50488E618AF5}"/>
          </ac:graphicFrameMkLst>
        </pc:graphicFrameChg>
      </pc:sldChg>
      <pc:sldChg chg="modSp new mod">
        <pc:chgData name="Truskett, Harve A" userId="213d60ac-aef1-4d38-a1a1-cc3530dfbff5" providerId="ADAL" clId="{46A6D219-DC58-45E8-8D58-021ACE409CDA}" dt="2026-09-24T15:25:01.489" v="625" actId="20577"/>
        <pc:sldMkLst>
          <pc:docMk/>
          <pc:sldMk cId="1947377994" sldId="400"/>
        </pc:sldMkLst>
        <pc:spChg chg="mod">
          <ac:chgData name="Truskett, Harve A" userId="213d60ac-aef1-4d38-a1a1-cc3530dfbff5" providerId="ADAL" clId="{46A6D219-DC58-45E8-8D58-021ACE409CDA}" dt="2026-09-23T23:59:29.594" v="284" actId="20577"/>
          <ac:spMkLst>
            <pc:docMk/>
            <pc:sldMk cId="1947377994" sldId="400"/>
            <ac:spMk id="2" creationId="{08706FB6-CE32-5A9C-7D6B-36F0973AF9B2}"/>
          </ac:spMkLst>
        </pc:spChg>
        <pc:spChg chg="mod">
          <ac:chgData name="Truskett, Harve A" userId="213d60ac-aef1-4d38-a1a1-cc3530dfbff5" providerId="ADAL" clId="{46A6D219-DC58-45E8-8D58-021ACE409CDA}" dt="2026-09-24T15:25:01.489" v="625" actId="20577"/>
          <ac:spMkLst>
            <pc:docMk/>
            <pc:sldMk cId="1947377994" sldId="400"/>
            <ac:spMk id="3" creationId="{E3BF0491-6F7D-D8FA-BEC0-6E7F5418F68F}"/>
          </ac:spMkLst>
        </pc:spChg>
      </pc:sldChg>
      <pc:sldChg chg="addSp delSp modSp new mod setBg modClrScheme addAnim chgLayout">
        <pc:chgData name="Truskett, Harve A" userId="213d60ac-aef1-4d38-a1a1-cc3530dfbff5" providerId="ADAL" clId="{46A6D219-DC58-45E8-8D58-021ACE409CDA}" dt="2026-09-24T00:11:22.346" v="372"/>
        <pc:sldMkLst>
          <pc:docMk/>
          <pc:sldMk cId="992885189" sldId="401"/>
        </pc:sldMkLst>
        <pc:spChg chg="mod ord">
          <ac:chgData name="Truskett, Harve A" userId="213d60ac-aef1-4d38-a1a1-cc3530dfbff5" providerId="ADAL" clId="{46A6D219-DC58-45E8-8D58-021ACE409CDA}" dt="2026-09-24T00:11:22.343" v="370" actId="26606"/>
          <ac:spMkLst>
            <pc:docMk/>
            <pc:sldMk cId="992885189" sldId="401"/>
            <ac:spMk id="2" creationId="{54371246-8B31-ACD5-083D-E1BF7A12F1BC}"/>
          </ac:spMkLst>
        </pc:spChg>
        <pc:spChg chg="del">
          <ac:chgData name="Truskett, Harve A" userId="213d60ac-aef1-4d38-a1a1-cc3530dfbff5" providerId="ADAL" clId="{46A6D219-DC58-45E8-8D58-021ACE409CDA}" dt="2026-09-24T00:11:16.407" v="369" actId="700"/>
          <ac:spMkLst>
            <pc:docMk/>
            <pc:sldMk cId="992885189" sldId="401"/>
            <ac:spMk id="3" creationId="{A5396EA5-D8C0-1061-0DFE-0FA6FBA45D4A}"/>
          </ac:spMkLst>
        </pc:spChg>
        <pc:spChg chg="add">
          <ac:chgData name="Truskett, Harve A" userId="213d60ac-aef1-4d38-a1a1-cc3530dfbff5" providerId="ADAL" clId="{46A6D219-DC58-45E8-8D58-021ACE409CDA}" dt="2026-09-24T00:11:22.343" v="370" actId="26606"/>
          <ac:spMkLst>
            <pc:docMk/>
            <pc:sldMk cId="992885189" sldId="401"/>
            <ac:spMk id="13" creationId="{B9C04DC5-313B-4FE4-B868-5672A376419F}"/>
          </ac:spMkLst>
        </pc:spChg>
        <pc:spChg chg="add">
          <ac:chgData name="Truskett, Harve A" userId="213d60ac-aef1-4d38-a1a1-cc3530dfbff5" providerId="ADAL" clId="{46A6D219-DC58-45E8-8D58-021ACE409CDA}" dt="2026-09-24T00:11:22.343" v="370" actId="26606"/>
          <ac:spMkLst>
            <pc:docMk/>
            <pc:sldMk cId="992885189" sldId="401"/>
            <ac:spMk id="19" creationId="{329FDD08-42D8-4AFF-90E5-5DAA5BC4CBD8}"/>
          </ac:spMkLst>
        </pc:spChg>
        <pc:spChg chg="add">
          <ac:chgData name="Truskett, Harve A" userId="213d60ac-aef1-4d38-a1a1-cc3530dfbff5" providerId="ADAL" clId="{46A6D219-DC58-45E8-8D58-021ACE409CDA}" dt="2026-09-24T00:11:22.343" v="370" actId="26606"/>
          <ac:spMkLst>
            <pc:docMk/>
            <pc:sldMk cId="992885189" sldId="401"/>
            <ac:spMk id="21" creationId="{4C1E981B-F06E-48B4-9275-F4B261AFCAC0}"/>
          </ac:spMkLst>
        </pc:spChg>
        <pc:spChg chg="add">
          <ac:chgData name="Truskett, Harve A" userId="213d60ac-aef1-4d38-a1a1-cc3530dfbff5" providerId="ADAL" clId="{46A6D219-DC58-45E8-8D58-021ACE409CDA}" dt="2026-09-24T00:11:22.343" v="370" actId="26606"/>
          <ac:spMkLst>
            <pc:docMk/>
            <pc:sldMk cId="992885189" sldId="401"/>
            <ac:spMk id="23" creationId="{312E2C24-0CD2-4071-8CE2-B059993A99EF}"/>
          </ac:spMkLst>
        </pc:spChg>
        <pc:spChg chg="add">
          <ac:chgData name="Truskett, Harve A" userId="213d60ac-aef1-4d38-a1a1-cc3530dfbff5" providerId="ADAL" clId="{46A6D219-DC58-45E8-8D58-021ACE409CDA}" dt="2026-09-24T00:11:22.343" v="370" actId="26606"/>
          <ac:spMkLst>
            <pc:docMk/>
            <pc:sldMk cId="992885189" sldId="401"/>
            <ac:spMk id="25" creationId="{24F1DC13-C830-4B86-A9C6-927F5C55DBD7}"/>
          </ac:spMkLst>
        </pc:spChg>
        <pc:picChg chg="add">
          <ac:chgData name="Truskett, Harve A" userId="213d60ac-aef1-4d38-a1a1-cc3530dfbff5" providerId="ADAL" clId="{46A6D219-DC58-45E8-8D58-021ACE409CDA}" dt="2026-09-24T00:11:22.343" v="370" actId="26606"/>
          <ac:picMkLst>
            <pc:docMk/>
            <pc:sldMk cId="992885189" sldId="401"/>
            <ac:picMk id="6" creationId="{877536B3-AFBD-BC8E-1175-D5AC8575A051}"/>
          </ac:picMkLst>
        </pc:picChg>
        <pc:picChg chg="add">
          <ac:chgData name="Truskett, Harve A" userId="213d60ac-aef1-4d38-a1a1-cc3530dfbff5" providerId="ADAL" clId="{46A6D219-DC58-45E8-8D58-021ACE409CDA}" dt="2026-09-24T00:11:22.343" v="370" actId="26606"/>
          <ac:picMkLst>
            <pc:docMk/>
            <pc:sldMk cId="992885189" sldId="401"/>
            <ac:picMk id="9" creationId="{7594FC8B-8CD2-407F-94F1-9C71F5AEC2B6}"/>
          </ac:picMkLst>
        </pc:picChg>
        <pc:picChg chg="add">
          <ac:chgData name="Truskett, Harve A" userId="213d60ac-aef1-4d38-a1a1-cc3530dfbff5" providerId="ADAL" clId="{46A6D219-DC58-45E8-8D58-021ACE409CDA}" dt="2026-09-24T00:11:22.343" v="370" actId="26606"/>
          <ac:picMkLst>
            <pc:docMk/>
            <pc:sldMk cId="992885189" sldId="401"/>
            <ac:picMk id="11" creationId="{DBABC971-8D40-4A4F-AC60-28B9172789B9}"/>
          </ac:picMkLst>
        </pc:picChg>
        <pc:picChg chg="add">
          <ac:chgData name="Truskett, Harve A" userId="213d60ac-aef1-4d38-a1a1-cc3530dfbff5" providerId="ADAL" clId="{46A6D219-DC58-45E8-8D58-021ACE409CDA}" dt="2026-09-24T00:11:22.343" v="370" actId="26606"/>
          <ac:picMkLst>
            <pc:docMk/>
            <pc:sldMk cId="992885189" sldId="401"/>
            <ac:picMk id="17" creationId="{C5F93E90-4379-4AAC-B021-E5FA6D974AED}"/>
          </ac:picMkLst>
        </pc:picChg>
      </pc:sldChg>
      <pc:sldChg chg="delSp add setBg delDesignElem">
        <pc:chgData name="Truskett, Harve A" userId="213d60ac-aef1-4d38-a1a1-cc3530dfbff5" providerId="ADAL" clId="{46A6D219-DC58-45E8-8D58-021ACE409CDA}" dt="2026-09-24T00:12:26.580" v="376"/>
        <pc:sldMkLst>
          <pc:docMk/>
          <pc:sldMk cId="2147433133" sldId="898"/>
        </pc:sldMkLst>
        <pc:spChg chg="del">
          <ac:chgData name="Truskett, Harve A" userId="213d60ac-aef1-4d38-a1a1-cc3530dfbff5" providerId="ADAL" clId="{46A6D219-DC58-45E8-8D58-021ACE409CDA}" dt="2026-09-24T00:12:26.580" v="376"/>
          <ac:spMkLst>
            <pc:docMk/>
            <pc:sldMk cId="2147433133" sldId="898"/>
            <ac:spMk id="22" creationId="{90A7EAB6-59D3-4325-8DE6-E0CA4009CE53}"/>
          </ac:spMkLst>
        </pc:spChg>
        <pc:spChg chg="del">
          <ac:chgData name="Truskett, Harve A" userId="213d60ac-aef1-4d38-a1a1-cc3530dfbff5" providerId="ADAL" clId="{46A6D219-DC58-45E8-8D58-021ACE409CDA}" dt="2026-09-24T00:12:26.580" v="376"/>
          <ac:spMkLst>
            <pc:docMk/>
            <pc:sldMk cId="2147433133" sldId="898"/>
            <ac:spMk id="23" creationId="{AB8C311F-7253-4AED-9701-7FC0708C41C7}"/>
          </ac:spMkLst>
        </pc:spChg>
        <pc:spChg chg="del">
          <ac:chgData name="Truskett, Harve A" userId="213d60ac-aef1-4d38-a1a1-cc3530dfbff5" providerId="ADAL" clId="{46A6D219-DC58-45E8-8D58-021ACE409CDA}" dt="2026-09-24T00:12:26.580" v="376"/>
          <ac:spMkLst>
            <pc:docMk/>
            <pc:sldMk cId="2147433133" sldId="898"/>
            <ac:spMk id="24" creationId="{A8D57A06-A426-446D-B02C-A2DC6B62E45E}"/>
          </ac:spMkLst>
        </pc:spChg>
        <pc:spChg chg="del">
          <ac:chgData name="Truskett, Harve A" userId="213d60ac-aef1-4d38-a1a1-cc3530dfbff5" providerId="ADAL" clId="{46A6D219-DC58-45E8-8D58-021ACE409CDA}" dt="2026-09-24T00:12:26.580" v="376"/>
          <ac:spMkLst>
            <pc:docMk/>
            <pc:sldMk cId="2147433133" sldId="898"/>
            <ac:spMk id="25" creationId="{FD073016-B734-483B-8953-5BADEE145112}"/>
          </ac:spMkLst>
        </pc:spChg>
      </pc:sldChg>
      <pc:sldChg chg="delSp add setBg delDesignElem">
        <pc:chgData name="Truskett, Harve A" userId="213d60ac-aef1-4d38-a1a1-cc3530dfbff5" providerId="ADAL" clId="{46A6D219-DC58-45E8-8D58-021ACE409CDA}" dt="2026-09-24T00:12:26.580" v="376"/>
        <pc:sldMkLst>
          <pc:docMk/>
          <pc:sldMk cId="2460193544" sldId="899"/>
        </pc:sldMkLst>
        <pc:spChg chg="del">
          <ac:chgData name="Truskett, Harve A" userId="213d60ac-aef1-4d38-a1a1-cc3530dfbff5" providerId="ADAL" clId="{46A6D219-DC58-45E8-8D58-021ACE409CDA}" dt="2026-09-24T00:12:26.580" v="376"/>
          <ac:spMkLst>
            <pc:docMk/>
            <pc:sldMk cId="2460193544" sldId="899"/>
            <ac:spMk id="22" creationId="{81A4D89A-74D7-821B-8924-B36A713637C6}"/>
          </ac:spMkLst>
        </pc:spChg>
        <pc:spChg chg="del">
          <ac:chgData name="Truskett, Harve A" userId="213d60ac-aef1-4d38-a1a1-cc3530dfbff5" providerId="ADAL" clId="{46A6D219-DC58-45E8-8D58-021ACE409CDA}" dt="2026-09-24T00:12:26.580" v="376"/>
          <ac:spMkLst>
            <pc:docMk/>
            <pc:sldMk cId="2460193544" sldId="899"/>
            <ac:spMk id="23" creationId="{28ABBB53-FEAF-E976-82D5-1D43E476DD60}"/>
          </ac:spMkLst>
        </pc:spChg>
        <pc:spChg chg="del">
          <ac:chgData name="Truskett, Harve A" userId="213d60ac-aef1-4d38-a1a1-cc3530dfbff5" providerId="ADAL" clId="{46A6D219-DC58-45E8-8D58-021ACE409CDA}" dt="2026-09-24T00:12:26.580" v="376"/>
          <ac:spMkLst>
            <pc:docMk/>
            <pc:sldMk cId="2460193544" sldId="899"/>
            <ac:spMk id="24" creationId="{968E3B94-D47F-ED8B-C894-AE899633083E}"/>
          </ac:spMkLst>
        </pc:spChg>
        <pc:spChg chg="del">
          <ac:chgData name="Truskett, Harve A" userId="213d60ac-aef1-4d38-a1a1-cc3530dfbff5" providerId="ADAL" clId="{46A6D219-DC58-45E8-8D58-021ACE409CDA}" dt="2026-09-24T00:12:26.580" v="376"/>
          <ac:spMkLst>
            <pc:docMk/>
            <pc:sldMk cId="2460193544" sldId="899"/>
            <ac:spMk id="25" creationId="{EAD8DE8D-A07E-2C58-4F21-AED70640A80D}"/>
          </ac:spMkLst>
        </pc:spChg>
      </pc:sldChg>
      <pc:sldChg chg="delSp add setBg delDesignElem">
        <pc:chgData name="Truskett, Harve A" userId="213d60ac-aef1-4d38-a1a1-cc3530dfbff5" providerId="ADAL" clId="{46A6D219-DC58-45E8-8D58-021ACE409CDA}" dt="2026-09-24T00:12:26.580" v="376"/>
        <pc:sldMkLst>
          <pc:docMk/>
          <pc:sldMk cId="3837255976" sldId="900"/>
        </pc:sldMkLst>
        <pc:spChg chg="del">
          <ac:chgData name="Truskett, Harve A" userId="213d60ac-aef1-4d38-a1a1-cc3530dfbff5" providerId="ADAL" clId="{46A6D219-DC58-45E8-8D58-021ACE409CDA}" dt="2026-09-24T00:12:26.580" v="376"/>
          <ac:spMkLst>
            <pc:docMk/>
            <pc:sldMk cId="3837255976" sldId="900"/>
            <ac:spMk id="22" creationId="{AB22C76E-93E3-7DEC-5F27-7CCA64D9C5CB}"/>
          </ac:spMkLst>
        </pc:spChg>
        <pc:spChg chg="del">
          <ac:chgData name="Truskett, Harve A" userId="213d60ac-aef1-4d38-a1a1-cc3530dfbff5" providerId="ADAL" clId="{46A6D219-DC58-45E8-8D58-021ACE409CDA}" dt="2026-09-24T00:12:26.580" v="376"/>
          <ac:spMkLst>
            <pc:docMk/>
            <pc:sldMk cId="3837255976" sldId="900"/>
            <ac:spMk id="23" creationId="{6B4A87E2-FD18-EF0E-8489-98670D0B1C86}"/>
          </ac:spMkLst>
        </pc:spChg>
        <pc:spChg chg="del">
          <ac:chgData name="Truskett, Harve A" userId="213d60ac-aef1-4d38-a1a1-cc3530dfbff5" providerId="ADAL" clId="{46A6D219-DC58-45E8-8D58-021ACE409CDA}" dt="2026-09-24T00:12:26.580" v="376"/>
          <ac:spMkLst>
            <pc:docMk/>
            <pc:sldMk cId="3837255976" sldId="900"/>
            <ac:spMk id="24" creationId="{2F696C8F-E9F3-A7B9-CB4E-6A2DB45FCC47}"/>
          </ac:spMkLst>
        </pc:spChg>
        <pc:spChg chg="del">
          <ac:chgData name="Truskett, Harve A" userId="213d60ac-aef1-4d38-a1a1-cc3530dfbff5" providerId="ADAL" clId="{46A6D219-DC58-45E8-8D58-021ACE409CDA}" dt="2026-09-24T00:12:26.580" v="376"/>
          <ac:spMkLst>
            <pc:docMk/>
            <pc:sldMk cId="3837255976" sldId="900"/>
            <ac:spMk id="25" creationId="{ED884F99-BADC-7403-2028-B15739B5D26A}"/>
          </ac:spMkLst>
        </pc:spChg>
      </pc:sldChg>
      <pc:sldChg chg="modSp new mod modAnim">
        <pc:chgData name="Truskett, Harve A" userId="213d60ac-aef1-4d38-a1a1-cc3530dfbff5" providerId="ADAL" clId="{46A6D219-DC58-45E8-8D58-021ACE409CDA}" dt="2026-09-24T15:21:31.205" v="586" actId="20577"/>
        <pc:sldMkLst>
          <pc:docMk/>
          <pc:sldMk cId="1699395898" sldId="901"/>
        </pc:sldMkLst>
        <pc:spChg chg="mod">
          <ac:chgData name="Truskett, Harve A" userId="213d60ac-aef1-4d38-a1a1-cc3530dfbff5" providerId="ADAL" clId="{46A6D219-DC58-45E8-8D58-021ACE409CDA}" dt="2026-09-24T15:19:03.100" v="487" actId="14100"/>
          <ac:spMkLst>
            <pc:docMk/>
            <pc:sldMk cId="1699395898" sldId="901"/>
            <ac:spMk id="2" creationId="{8CB58656-1282-EB98-98A1-E444C3A2AD66}"/>
          </ac:spMkLst>
        </pc:spChg>
        <pc:spChg chg="mod">
          <ac:chgData name="Truskett, Harve A" userId="213d60ac-aef1-4d38-a1a1-cc3530dfbff5" providerId="ADAL" clId="{46A6D219-DC58-45E8-8D58-021ACE409CDA}" dt="2026-09-24T15:21:31.205" v="586" actId="20577"/>
          <ac:spMkLst>
            <pc:docMk/>
            <pc:sldMk cId="1699395898" sldId="901"/>
            <ac:spMk id="3" creationId="{ACE2D1B2-EA54-3C39-25F5-C5555A05FA3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B8E129-B831-4CAF-9772-8ACB8C238FFF}" type="doc">
      <dgm:prSet loTypeId="urn:microsoft.com/office/officeart/2005/8/layout/vList2" loCatId="list" qsTypeId="urn:microsoft.com/office/officeart/2005/8/quickstyle/simple1#3" qsCatId="simple" csTypeId="urn:microsoft.com/office/officeart/2005/8/colors/colorful2#2" csCatId="colorful" phldr="1"/>
      <dgm:spPr/>
      <dgm:t>
        <a:bodyPr/>
        <a:lstStyle/>
        <a:p>
          <a:endParaRPr lang="en-US"/>
        </a:p>
      </dgm:t>
    </dgm:pt>
    <dgm:pt modelId="{0F95985B-7594-4083-9215-53B438D0E454}">
      <dgm:prSet/>
      <dgm:spPr/>
      <dgm:t>
        <a:bodyPr/>
        <a:lstStyle/>
        <a:p>
          <a:r>
            <a:rPr lang="en-US" dirty="0"/>
            <a:t>Four Step Research Process</a:t>
          </a:r>
        </a:p>
      </dgm:t>
    </dgm:pt>
    <dgm:pt modelId="{E6DBA1F5-7738-4CD3-932D-50CE4116FE41}" type="parTrans" cxnId="{3AD937F5-5DCE-45DC-A1A2-00082BE29338}">
      <dgm:prSet/>
      <dgm:spPr/>
      <dgm:t>
        <a:bodyPr/>
        <a:lstStyle/>
        <a:p>
          <a:endParaRPr lang="en-US"/>
        </a:p>
      </dgm:t>
    </dgm:pt>
    <dgm:pt modelId="{F89B3265-60DB-46B1-8001-89F8F7265B63}" type="sibTrans" cxnId="{3AD937F5-5DCE-45DC-A1A2-00082BE29338}">
      <dgm:prSet/>
      <dgm:spPr/>
      <dgm:t>
        <a:bodyPr/>
        <a:lstStyle/>
        <a:p>
          <a:endParaRPr lang="en-US"/>
        </a:p>
      </dgm:t>
    </dgm:pt>
    <dgm:pt modelId="{EC2A9315-4B58-4AF4-A31B-5B1FC91EFAD9}">
      <dgm:prSet/>
      <dgm:spPr/>
      <dgm:t>
        <a:bodyPr/>
        <a:lstStyle/>
        <a:p>
          <a:r>
            <a:rPr lang="en-US" dirty="0"/>
            <a:t>Secondary Source Overview</a:t>
          </a:r>
        </a:p>
      </dgm:t>
    </dgm:pt>
    <dgm:pt modelId="{A0F2DC88-C8EC-44E1-B575-4EC7E2EAF20C}" type="parTrans" cxnId="{8B309552-6231-4C36-84E5-40F3ED0E67D2}">
      <dgm:prSet/>
      <dgm:spPr/>
      <dgm:t>
        <a:bodyPr/>
        <a:lstStyle/>
        <a:p>
          <a:endParaRPr lang="en-US"/>
        </a:p>
      </dgm:t>
    </dgm:pt>
    <dgm:pt modelId="{17E1CB5B-D4ED-4B03-B556-28377ABBB7A7}" type="sibTrans" cxnId="{8B309552-6231-4C36-84E5-40F3ED0E67D2}">
      <dgm:prSet/>
      <dgm:spPr/>
      <dgm:t>
        <a:bodyPr/>
        <a:lstStyle/>
        <a:p>
          <a:endParaRPr lang="en-US"/>
        </a:p>
      </dgm:t>
    </dgm:pt>
    <dgm:pt modelId="{3D965E13-6A1C-4C7B-8B16-C56F39DE5E29}">
      <dgm:prSet/>
      <dgm:spPr/>
      <dgm:t>
        <a:bodyPr/>
        <a:lstStyle/>
        <a:p>
          <a:r>
            <a:rPr lang="en-US" dirty="0"/>
            <a:t>Maureen’s Note Exercise</a:t>
          </a:r>
        </a:p>
      </dgm:t>
    </dgm:pt>
    <dgm:pt modelId="{3B8F454E-776C-443C-9D1F-038E2613B428}" type="parTrans" cxnId="{54735A94-007A-404C-8094-52F86E644B72}">
      <dgm:prSet/>
      <dgm:spPr/>
      <dgm:t>
        <a:bodyPr/>
        <a:lstStyle/>
        <a:p>
          <a:endParaRPr lang="en-US"/>
        </a:p>
      </dgm:t>
    </dgm:pt>
    <dgm:pt modelId="{B38B4DFF-8F13-4DF5-ADE8-843DCDCAFEF7}" type="sibTrans" cxnId="{54735A94-007A-404C-8094-52F86E644B72}">
      <dgm:prSet/>
      <dgm:spPr/>
      <dgm:t>
        <a:bodyPr/>
        <a:lstStyle/>
        <a:p>
          <a:endParaRPr lang="en-US"/>
        </a:p>
      </dgm:t>
    </dgm:pt>
    <dgm:pt modelId="{00E7AD03-F02E-4334-8B16-11568DF4A94F}">
      <dgm:prSet phldrT="[Text]" phldr="0"/>
      <dgm:spPr/>
      <dgm:t>
        <a:bodyPr/>
        <a:lstStyle/>
        <a:p>
          <a:r>
            <a:rPr lang="en-US" dirty="0"/>
            <a:t>Bennett – Glass Exercise</a:t>
          </a:r>
        </a:p>
      </dgm:t>
    </dgm:pt>
    <dgm:pt modelId="{7B40D751-D691-447F-8476-0ED39FD16973}" type="parTrans" cxnId="{095223AF-46DF-4F5C-AE2A-C40F1F2B2B25}">
      <dgm:prSet/>
      <dgm:spPr/>
    </dgm:pt>
    <dgm:pt modelId="{CE33BED7-CFCB-4C89-9436-E6F41AD04F1C}" type="sibTrans" cxnId="{095223AF-46DF-4F5C-AE2A-C40F1F2B2B25}">
      <dgm:prSet/>
      <dgm:spPr/>
    </dgm:pt>
    <dgm:pt modelId="{5D220876-2259-4C3D-8FE6-C9101C4F957E}" type="pres">
      <dgm:prSet presAssocID="{DFB8E129-B831-4CAF-9772-8ACB8C238FFF}" presName="linear" presStyleCnt="0">
        <dgm:presLayoutVars>
          <dgm:animLvl val="lvl"/>
          <dgm:resizeHandles val="exact"/>
        </dgm:presLayoutVars>
      </dgm:prSet>
      <dgm:spPr/>
    </dgm:pt>
    <dgm:pt modelId="{F5C57722-1CE4-47A1-A669-269769F44237}" type="pres">
      <dgm:prSet presAssocID="{0F95985B-7594-4083-9215-53B438D0E454}" presName="parentText" presStyleLbl="node1" presStyleIdx="0" presStyleCnt="4">
        <dgm:presLayoutVars>
          <dgm:chMax val="0"/>
          <dgm:bulletEnabled val="1"/>
        </dgm:presLayoutVars>
      </dgm:prSet>
      <dgm:spPr/>
    </dgm:pt>
    <dgm:pt modelId="{7259E541-E5D1-4D6D-9050-D7D254BE8315}" type="pres">
      <dgm:prSet presAssocID="{F89B3265-60DB-46B1-8001-89F8F7265B63}" presName="spacer" presStyleCnt="0"/>
      <dgm:spPr/>
    </dgm:pt>
    <dgm:pt modelId="{EEC55622-DDF9-47CF-8496-468F03E407B4}" type="pres">
      <dgm:prSet presAssocID="{EC2A9315-4B58-4AF4-A31B-5B1FC91EFAD9}" presName="parentText" presStyleLbl="node1" presStyleIdx="1" presStyleCnt="4">
        <dgm:presLayoutVars>
          <dgm:chMax val="0"/>
          <dgm:bulletEnabled val="1"/>
        </dgm:presLayoutVars>
      </dgm:prSet>
      <dgm:spPr/>
    </dgm:pt>
    <dgm:pt modelId="{CB62AD9E-F259-46BA-9B28-43A2F9692BF3}" type="pres">
      <dgm:prSet presAssocID="{17E1CB5B-D4ED-4B03-B556-28377ABBB7A7}" presName="spacer" presStyleCnt="0"/>
      <dgm:spPr/>
    </dgm:pt>
    <dgm:pt modelId="{7EC8BFA7-7131-4574-839A-5150777ACE7B}" type="pres">
      <dgm:prSet presAssocID="{3D965E13-6A1C-4C7B-8B16-C56F39DE5E29}" presName="parentText" presStyleLbl="node1" presStyleIdx="2" presStyleCnt="4">
        <dgm:presLayoutVars>
          <dgm:chMax val="0"/>
          <dgm:bulletEnabled val="1"/>
        </dgm:presLayoutVars>
      </dgm:prSet>
      <dgm:spPr/>
    </dgm:pt>
    <dgm:pt modelId="{3639F54B-89E6-450B-8847-B14F066E342C}" type="pres">
      <dgm:prSet presAssocID="{B38B4DFF-8F13-4DF5-ADE8-843DCDCAFEF7}" presName="spacer" presStyleCnt="0"/>
      <dgm:spPr/>
    </dgm:pt>
    <dgm:pt modelId="{64044CAE-B424-4049-B8C7-2082982995AB}" type="pres">
      <dgm:prSet presAssocID="{00E7AD03-F02E-4334-8B16-11568DF4A94F}" presName="parentText" presStyleLbl="node1" presStyleIdx="3" presStyleCnt="4">
        <dgm:presLayoutVars>
          <dgm:chMax val="0"/>
          <dgm:bulletEnabled val="1"/>
        </dgm:presLayoutVars>
      </dgm:prSet>
      <dgm:spPr/>
    </dgm:pt>
  </dgm:ptLst>
  <dgm:cxnLst>
    <dgm:cxn modelId="{6C12E805-A604-4444-93CA-A41C5C743508}" type="presOf" srcId="{00E7AD03-F02E-4334-8B16-11568DF4A94F}" destId="{64044CAE-B424-4049-B8C7-2082982995AB}" srcOrd="0" destOrd="0" presId="urn:microsoft.com/office/officeart/2005/8/layout/vList2"/>
    <dgm:cxn modelId="{097B0F0F-3CFA-43A4-AFE0-BD4506256AA1}" type="presOf" srcId="{DFB8E129-B831-4CAF-9772-8ACB8C238FFF}" destId="{5D220876-2259-4C3D-8FE6-C9101C4F957E}" srcOrd="0" destOrd="0" presId="urn:microsoft.com/office/officeart/2005/8/layout/vList2"/>
    <dgm:cxn modelId="{691BE065-325D-4416-95F0-D398A1B3ED0A}" type="presOf" srcId="{3D965E13-6A1C-4C7B-8B16-C56F39DE5E29}" destId="{7EC8BFA7-7131-4574-839A-5150777ACE7B}" srcOrd="0" destOrd="0" presId="urn:microsoft.com/office/officeart/2005/8/layout/vList2"/>
    <dgm:cxn modelId="{8B309552-6231-4C36-84E5-40F3ED0E67D2}" srcId="{DFB8E129-B831-4CAF-9772-8ACB8C238FFF}" destId="{EC2A9315-4B58-4AF4-A31B-5B1FC91EFAD9}" srcOrd="1" destOrd="0" parTransId="{A0F2DC88-C8EC-44E1-B575-4EC7E2EAF20C}" sibTransId="{17E1CB5B-D4ED-4B03-B556-28377ABBB7A7}"/>
    <dgm:cxn modelId="{5A7FF491-2A66-491A-8581-F5B123608918}" type="presOf" srcId="{0F95985B-7594-4083-9215-53B438D0E454}" destId="{F5C57722-1CE4-47A1-A669-269769F44237}" srcOrd="0" destOrd="0" presId="urn:microsoft.com/office/officeart/2005/8/layout/vList2"/>
    <dgm:cxn modelId="{54735A94-007A-404C-8094-52F86E644B72}" srcId="{DFB8E129-B831-4CAF-9772-8ACB8C238FFF}" destId="{3D965E13-6A1C-4C7B-8B16-C56F39DE5E29}" srcOrd="2" destOrd="0" parTransId="{3B8F454E-776C-443C-9D1F-038E2613B428}" sibTransId="{B38B4DFF-8F13-4DF5-ADE8-843DCDCAFEF7}"/>
    <dgm:cxn modelId="{095223AF-46DF-4F5C-AE2A-C40F1F2B2B25}" srcId="{DFB8E129-B831-4CAF-9772-8ACB8C238FFF}" destId="{00E7AD03-F02E-4334-8B16-11568DF4A94F}" srcOrd="3" destOrd="0" parTransId="{7B40D751-D691-447F-8476-0ED39FD16973}" sibTransId="{CE33BED7-CFCB-4C89-9436-E6F41AD04F1C}"/>
    <dgm:cxn modelId="{3AD937F5-5DCE-45DC-A1A2-00082BE29338}" srcId="{DFB8E129-B831-4CAF-9772-8ACB8C238FFF}" destId="{0F95985B-7594-4083-9215-53B438D0E454}" srcOrd="0" destOrd="0" parTransId="{E6DBA1F5-7738-4CD3-932D-50CE4116FE41}" sibTransId="{F89B3265-60DB-46B1-8001-89F8F7265B63}"/>
    <dgm:cxn modelId="{E33F8DFF-AD2E-49DB-B3E5-3A3BBE6A03B3}" type="presOf" srcId="{EC2A9315-4B58-4AF4-A31B-5B1FC91EFAD9}" destId="{EEC55622-DDF9-47CF-8496-468F03E407B4}" srcOrd="0" destOrd="0" presId="urn:microsoft.com/office/officeart/2005/8/layout/vList2"/>
    <dgm:cxn modelId="{F5541633-3029-4863-8296-7A0B0966BF57}" type="presParOf" srcId="{5D220876-2259-4C3D-8FE6-C9101C4F957E}" destId="{F5C57722-1CE4-47A1-A669-269769F44237}" srcOrd="0" destOrd="0" presId="urn:microsoft.com/office/officeart/2005/8/layout/vList2"/>
    <dgm:cxn modelId="{109AD606-A2B9-45C8-9B42-921E9DFB1F64}" type="presParOf" srcId="{5D220876-2259-4C3D-8FE6-C9101C4F957E}" destId="{7259E541-E5D1-4D6D-9050-D7D254BE8315}" srcOrd="1" destOrd="0" presId="urn:microsoft.com/office/officeart/2005/8/layout/vList2"/>
    <dgm:cxn modelId="{8A6D7465-FBAC-418B-9A13-F0B62D095717}" type="presParOf" srcId="{5D220876-2259-4C3D-8FE6-C9101C4F957E}" destId="{EEC55622-DDF9-47CF-8496-468F03E407B4}" srcOrd="2" destOrd="0" presId="urn:microsoft.com/office/officeart/2005/8/layout/vList2"/>
    <dgm:cxn modelId="{BC213B8F-41D6-463A-B8EB-EE91F1057C64}" type="presParOf" srcId="{5D220876-2259-4C3D-8FE6-C9101C4F957E}" destId="{CB62AD9E-F259-46BA-9B28-43A2F9692BF3}" srcOrd="3" destOrd="0" presId="urn:microsoft.com/office/officeart/2005/8/layout/vList2"/>
    <dgm:cxn modelId="{876977C1-11B7-40F1-99EA-CFE31DA179AC}" type="presParOf" srcId="{5D220876-2259-4C3D-8FE6-C9101C4F957E}" destId="{7EC8BFA7-7131-4574-839A-5150777ACE7B}" srcOrd="4" destOrd="0" presId="urn:microsoft.com/office/officeart/2005/8/layout/vList2"/>
    <dgm:cxn modelId="{43B44686-5107-4C81-85B4-725E58AC00AD}" type="presParOf" srcId="{5D220876-2259-4C3D-8FE6-C9101C4F957E}" destId="{3639F54B-89E6-450B-8847-B14F066E342C}" srcOrd="5" destOrd="0" presId="urn:microsoft.com/office/officeart/2005/8/layout/vList2"/>
    <dgm:cxn modelId="{270334CA-5D43-465B-8016-E3D347043689}" type="presParOf" srcId="{5D220876-2259-4C3D-8FE6-C9101C4F957E}" destId="{64044CAE-B424-4049-B8C7-2082982995A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87BDE9-1E59-4290-BDA3-76B8582EAE8C}" type="doc">
      <dgm:prSet loTypeId="urn:microsoft.com/office/officeart/2005/8/layout/vList2" loCatId="list" qsTypeId="urn:microsoft.com/office/officeart/2005/8/quickstyle/simple4#2" qsCatId="simple" csTypeId="urn:microsoft.com/office/officeart/2005/8/colors/colorful2#2" csCatId="colorful"/>
      <dgm:spPr/>
      <dgm:t>
        <a:bodyPr/>
        <a:lstStyle/>
        <a:p>
          <a:endParaRPr lang="en-US"/>
        </a:p>
      </dgm:t>
    </dgm:pt>
    <dgm:pt modelId="{D78989AA-2AA9-4245-8DD5-8BDF40E55911}">
      <dgm:prSet/>
      <dgm:spPr/>
      <dgm:t>
        <a:bodyPr/>
        <a:lstStyle/>
        <a:p>
          <a:r>
            <a:rPr lang="en-US" b="0" i="0"/>
            <a:t>Problem Analysis</a:t>
          </a:r>
          <a:endParaRPr lang="en-US"/>
        </a:p>
      </dgm:t>
    </dgm:pt>
    <dgm:pt modelId="{CDD60FBD-03A1-49F1-A4C1-EB245D4E516C}" type="parTrans" cxnId="{826139E4-0D61-4A80-9623-CBA45B10830E}">
      <dgm:prSet/>
      <dgm:spPr/>
      <dgm:t>
        <a:bodyPr/>
        <a:lstStyle/>
        <a:p>
          <a:endParaRPr lang="en-US"/>
        </a:p>
      </dgm:t>
    </dgm:pt>
    <dgm:pt modelId="{3929E814-F0F8-4B6B-B5DC-0A9604E30F25}" type="sibTrans" cxnId="{826139E4-0D61-4A80-9623-CBA45B10830E}">
      <dgm:prSet/>
      <dgm:spPr/>
      <dgm:t>
        <a:bodyPr/>
        <a:lstStyle/>
        <a:p>
          <a:endParaRPr lang="en-US"/>
        </a:p>
      </dgm:t>
    </dgm:pt>
    <dgm:pt modelId="{5DD8276F-43C4-4730-9016-39B4E5CB2A2C}">
      <dgm:prSet/>
      <dgm:spPr/>
      <dgm:t>
        <a:bodyPr/>
        <a:lstStyle/>
        <a:p>
          <a:r>
            <a:rPr lang="en-US" b="0" i="0"/>
            <a:t>Issue Analysis </a:t>
          </a:r>
          <a:endParaRPr lang="en-US"/>
        </a:p>
      </dgm:t>
    </dgm:pt>
    <dgm:pt modelId="{452DC0EC-FC5B-4450-BBD8-196C31B5E157}" type="parTrans" cxnId="{619BD31F-EE1C-4E7F-A4AF-36D15E59BFB9}">
      <dgm:prSet/>
      <dgm:spPr/>
      <dgm:t>
        <a:bodyPr/>
        <a:lstStyle/>
        <a:p>
          <a:endParaRPr lang="en-US"/>
        </a:p>
      </dgm:t>
    </dgm:pt>
    <dgm:pt modelId="{E857B46A-6E0C-4C4A-A31B-44737FD711BD}" type="sibTrans" cxnId="{619BD31F-EE1C-4E7F-A4AF-36D15E59BFB9}">
      <dgm:prSet/>
      <dgm:spPr/>
      <dgm:t>
        <a:bodyPr/>
        <a:lstStyle/>
        <a:p>
          <a:endParaRPr lang="en-US"/>
        </a:p>
      </dgm:t>
    </dgm:pt>
    <dgm:pt modelId="{E9F4DAED-AEA9-453A-8047-44AD3106ED92}">
      <dgm:prSet/>
      <dgm:spPr/>
      <dgm:t>
        <a:bodyPr/>
        <a:lstStyle/>
        <a:p>
          <a:r>
            <a:rPr lang="en-US" b="0" i="0"/>
            <a:t>Statutory Analysis </a:t>
          </a:r>
          <a:endParaRPr lang="en-US"/>
        </a:p>
      </dgm:t>
    </dgm:pt>
    <dgm:pt modelId="{E08AAA1D-924C-4CFE-A75B-3D9272689D02}" type="parTrans" cxnId="{8CFD7CDB-F39F-47F0-B3E1-DE14DF8F2DDE}">
      <dgm:prSet/>
      <dgm:spPr/>
      <dgm:t>
        <a:bodyPr/>
        <a:lstStyle/>
        <a:p>
          <a:endParaRPr lang="en-US"/>
        </a:p>
      </dgm:t>
    </dgm:pt>
    <dgm:pt modelId="{24C0037F-19D9-4CD7-9943-AC54AE917BC9}" type="sibTrans" cxnId="{8CFD7CDB-F39F-47F0-B3E1-DE14DF8F2DDE}">
      <dgm:prSet/>
      <dgm:spPr/>
      <dgm:t>
        <a:bodyPr/>
        <a:lstStyle/>
        <a:p>
          <a:endParaRPr lang="en-US"/>
        </a:p>
      </dgm:t>
    </dgm:pt>
    <dgm:pt modelId="{1712F1A4-6B80-48ED-AA22-B38AC608144E}">
      <dgm:prSet/>
      <dgm:spPr/>
      <dgm:t>
        <a:bodyPr/>
        <a:lstStyle/>
        <a:p>
          <a:r>
            <a:rPr lang="en-US" b="0" i="0"/>
            <a:t>Case Analysis</a:t>
          </a:r>
          <a:endParaRPr lang="en-US"/>
        </a:p>
      </dgm:t>
    </dgm:pt>
    <dgm:pt modelId="{C672199E-B9EC-47F0-95A2-2AF4D38257F0}" type="parTrans" cxnId="{C05567AB-7DC4-400F-906F-C1BF661ABBFD}">
      <dgm:prSet/>
      <dgm:spPr/>
      <dgm:t>
        <a:bodyPr/>
        <a:lstStyle/>
        <a:p>
          <a:endParaRPr lang="en-US"/>
        </a:p>
      </dgm:t>
    </dgm:pt>
    <dgm:pt modelId="{FB95B1D4-F511-4F4F-8DA0-3A7A36474EF7}" type="sibTrans" cxnId="{C05567AB-7DC4-400F-906F-C1BF661ABBFD}">
      <dgm:prSet/>
      <dgm:spPr/>
      <dgm:t>
        <a:bodyPr/>
        <a:lstStyle/>
        <a:p>
          <a:endParaRPr lang="en-US"/>
        </a:p>
      </dgm:t>
    </dgm:pt>
    <dgm:pt modelId="{05BC2398-DECC-4593-B261-92E5BAFF5FAF}" type="pres">
      <dgm:prSet presAssocID="{B287BDE9-1E59-4290-BDA3-76B8582EAE8C}" presName="linear" presStyleCnt="0">
        <dgm:presLayoutVars>
          <dgm:animLvl val="lvl"/>
          <dgm:resizeHandles val="exact"/>
        </dgm:presLayoutVars>
      </dgm:prSet>
      <dgm:spPr/>
    </dgm:pt>
    <dgm:pt modelId="{D0AC7CCB-83B2-4810-9AF8-62A28179F1BB}" type="pres">
      <dgm:prSet presAssocID="{D78989AA-2AA9-4245-8DD5-8BDF40E55911}" presName="parentText" presStyleLbl="node1" presStyleIdx="0" presStyleCnt="4">
        <dgm:presLayoutVars>
          <dgm:chMax val="0"/>
          <dgm:bulletEnabled val="1"/>
        </dgm:presLayoutVars>
      </dgm:prSet>
      <dgm:spPr/>
    </dgm:pt>
    <dgm:pt modelId="{50D27E2C-6007-48EC-8762-B0814C2368EC}" type="pres">
      <dgm:prSet presAssocID="{3929E814-F0F8-4B6B-B5DC-0A9604E30F25}" presName="spacer" presStyleCnt="0"/>
      <dgm:spPr/>
    </dgm:pt>
    <dgm:pt modelId="{7262C2EC-4F06-446A-96E9-E8C0A6FB592A}" type="pres">
      <dgm:prSet presAssocID="{5DD8276F-43C4-4730-9016-39B4E5CB2A2C}" presName="parentText" presStyleLbl="node1" presStyleIdx="1" presStyleCnt="4">
        <dgm:presLayoutVars>
          <dgm:chMax val="0"/>
          <dgm:bulletEnabled val="1"/>
        </dgm:presLayoutVars>
      </dgm:prSet>
      <dgm:spPr/>
    </dgm:pt>
    <dgm:pt modelId="{BF27E48E-2A91-46E5-B389-2851C3A8F261}" type="pres">
      <dgm:prSet presAssocID="{E857B46A-6E0C-4C4A-A31B-44737FD711BD}" presName="spacer" presStyleCnt="0"/>
      <dgm:spPr/>
    </dgm:pt>
    <dgm:pt modelId="{1B067EB2-1028-4133-995D-A6E6CC346706}" type="pres">
      <dgm:prSet presAssocID="{E9F4DAED-AEA9-453A-8047-44AD3106ED92}" presName="parentText" presStyleLbl="node1" presStyleIdx="2" presStyleCnt="4">
        <dgm:presLayoutVars>
          <dgm:chMax val="0"/>
          <dgm:bulletEnabled val="1"/>
        </dgm:presLayoutVars>
      </dgm:prSet>
      <dgm:spPr/>
    </dgm:pt>
    <dgm:pt modelId="{27FF529E-34FD-4793-8D8E-DF89B49203D9}" type="pres">
      <dgm:prSet presAssocID="{24C0037F-19D9-4CD7-9943-AC54AE917BC9}" presName="spacer" presStyleCnt="0"/>
      <dgm:spPr/>
    </dgm:pt>
    <dgm:pt modelId="{5F83B12E-E2CD-4068-B01F-31EF3B8DEBA0}" type="pres">
      <dgm:prSet presAssocID="{1712F1A4-6B80-48ED-AA22-B38AC608144E}" presName="parentText" presStyleLbl="node1" presStyleIdx="3" presStyleCnt="4">
        <dgm:presLayoutVars>
          <dgm:chMax val="0"/>
          <dgm:bulletEnabled val="1"/>
        </dgm:presLayoutVars>
      </dgm:prSet>
      <dgm:spPr/>
    </dgm:pt>
  </dgm:ptLst>
  <dgm:cxnLst>
    <dgm:cxn modelId="{841EAC09-7227-4732-A9DA-5AFC52D86C67}" type="presOf" srcId="{1712F1A4-6B80-48ED-AA22-B38AC608144E}" destId="{5F83B12E-E2CD-4068-B01F-31EF3B8DEBA0}" srcOrd="0" destOrd="0" presId="urn:microsoft.com/office/officeart/2005/8/layout/vList2"/>
    <dgm:cxn modelId="{619BD31F-EE1C-4E7F-A4AF-36D15E59BFB9}" srcId="{B287BDE9-1E59-4290-BDA3-76B8582EAE8C}" destId="{5DD8276F-43C4-4730-9016-39B4E5CB2A2C}" srcOrd="1" destOrd="0" parTransId="{452DC0EC-FC5B-4450-BBD8-196C31B5E157}" sibTransId="{E857B46A-6E0C-4C4A-A31B-44737FD711BD}"/>
    <dgm:cxn modelId="{ED73D357-0B8F-4DE4-A214-A114C4F25008}" type="presOf" srcId="{E9F4DAED-AEA9-453A-8047-44AD3106ED92}" destId="{1B067EB2-1028-4133-995D-A6E6CC346706}" srcOrd="0" destOrd="0" presId="urn:microsoft.com/office/officeart/2005/8/layout/vList2"/>
    <dgm:cxn modelId="{54789359-4BE8-4F27-8D02-5E4EF1C8ECE3}" type="presOf" srcId="{5DD8276F-43C4-4730-9016-39B4E5CB2A2C}" destId="{7262C2EC-4F06-446A-96E9-E8C0A6FB592A}" srcOrd="0" destOrd="0" presId="urn:microsoft.com/office/officeart/2005/8/layout/vList2"/>
    <dgm:cxn modelId="{C05567AB-7DC4-400F-906F-C1BF661ABBFD}" srcId="{B287BDE9-1E59-4290-BDA3-76B8582EAE8C}" destId="{1712F1A4-6B80-48ED-AA22-B38AC608144E}" srcOrd="3" destOrd="0" parTransId="{C672199E-B9EC-47F0-95A2-2AF4D38257F0}" sibTransId="{FB95B1D4-F511-4F4F-8DA0-3A7A36474EF7}"/>
    <dgm:cxn modelId="{BD1FA1C1-F875-4597-A55A-27D405A31352}" type="presOf" srcId="{D78989AA-2AA9-4245-8DD5-8BDF40E55911}" destId="{D0AC7CCB-83B2-4810-9AF8-62A28179F1BB}" srcOrd="0" destOrd="0" presId="urn:microsoft.com/office/officeart/2005/8/layout/vList2"/>
    <dgm:cxn modelId="{8CFD7CDB-F39F-47F0-B3E1-DE14DF8F2DDE}" srcId="{B287BDE9-1E59-4290-BDA3-76B8582EAE8C}" destId="{E9F4DAED-AEA9-453A-8047-44AD3106ED92}" srcOrd="2" destOrd="0" parTransId="{E08AAA1D-924C-4CFE-A75B-3D9272689D02}" sibTransId="{24C0037F-19D9-4CD7-9943-AC54AE917BC9}"/>
    <dgm:cxn modelId="{826139E4-0D61-4A80-9623-CBA45B10830E}" srcId="{B287BDE9-1E59-4290-BDA3-76B8582EAE8C}" destId="{D78989AA-2AA9-4245-8DD5-8BDF40E55911}" srcOrd="0" destOrd="0" parTransId="{CDD60FBD-03A1-49F1-A4C1-EB245D4E516C}" sibTransId="{3929E814-F0F8-4B6B-B5DC-0A9604E30F25}"/>
    <dgm:cxn modelId="{BD271CEA-15A2-4F29-87DC-FA6818EDDC81}" type="presOf" srcId="{B287BDE9-1E59-4290-BDA3-76B8582EAE8C}" destId="{05BC2398-DECC-4593-B261-92E5BAFF5FAF}" srcOrd="0" destOrd="0" presId="urn:microsoft.com/office/officeart/2005/8/layout/vList2"/>
    <dgm:cxn modelId="{EA333B8F-5D19-48E3-97C5-77AE77F14841}" type="presParOf" srcId="{05BC2398-DECC-4593-B261-92E5BAFF5FAF}" destId="{D0AC7CCB-83B2-4810-9AF8-62A28179F1BB}" srcOrd="0" destOrd="0" presId="urn:microsoft.com/office/officeart/2005/8/layout/vList2"/>
    <dgm:cxn modelId="{CDE17137-892B-47F9-8B0C-CB36D78ADE8D}" type="presParOf" srcId="{05BC2398-DECC-4593-B261-92E5BAFF5FAF}" destId="{50D27E2C-6007-48EC-8762-B0814C2368EC}" srcOrd="1" destOrd="0" presId="urn:microsoft.com/office/officeart/2005/8/layout/vList2"/>
    <dgm:cxn modelId="{20A61A6C-DFDB-4CE4-9643-D77F0FC41FE6}" type="presParOf" srcId="{05BC2398-DECC-4593-B261-92E5BAFF5FAF}" destId="{7262C2EC-4F06-446A-96E9-E8C0A6FB592A}" srcOrd="2" destOrd="0" presId="urn:microsoft.com/office/officeart/2005/8/layout/vList2"/>
    <dgm:cxn modelId="{8423F976-3EC6-41B7-AA8D-BA838338B56C}" type="presParOf" srcId="{05BC2398-DECC-4593-B261-92E5BAFF5FAF}" destId="{BF27E48E-2A91-46E5-B389-2851C3A8F261}" srcOrd="3" destOrd="0" presId="urn:microsoft.com/office/officeart/2005/8/layout/vList2"/>
    <dgm:cxn modelId="{1BAF9604-412C-46CF-A05B-D54010E84CD7}" type="presParOf" srcId="{05BC2398-DECC-4593-B261-92E5BAFF5FAF}" destId="{1B067EB2-1028-4133-995D-A6E6CC346706}" srcOrd="4" destOrd="0" presId="urn:microsoft.com/office/officeart/2005/8/layout/vList2"/>
    <dgm:cxn modelId="{EE3BD874-6A59-459B-98C0-59FD3900348F}" type="presParOf" srcId="{05BC2398-DECC-4593-B261-92E5BAFF5FAF}" destId="{27FF529E-34FD-4793-8D8E-DF89B49203D9}" srcOrd="5" destOrd="0" presId="urn:microsoft.com/office/officeart/2005/8/layout/vList2"/>
    <dgm:cxn modelId="{7850AACB-84D8-4386-98A6-5F70C781CB59}" type="presParOf" srcId="{05BC2398-DECC-4593-B261-92E5BAFF5FAF}" destId="{5F83B12E-E2CD-4068-B01F-31EF3B8DEBA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57722-1CE4-47A1-A669-269769F44237}">
      <dsp:nvSpPr>
        <dsp:cNvPr id="0" name=""/>
        <dsp:cNvSpPr/>
      </dsp:nvSpPr>
      <dsp:spPr>
        <a:xfrm>
          <a:off x="0" y="599125"/>
          <a:ext cx="4683949" cy="6879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Four Step Research Process</a:t>
          </a:r>
        </a:p>
      </dsp:txBody>
      <dsp:txXfrm>
        <a:off x="33583" y="632708"/>
        <a:ext cx="4616783" cy="620794"/>
      </dsp:txXfrm>
    </dsp:sp>
    <dsp:sp modelId="{EEC55622-DDF9-47CF-8496-468F03E407B4}">
      <dsp:nvSpPr>
        <dsp:cNvPr id="0" name=""/>
        <dsp:cNvSpPr/>
      </dsp:nvSpPr>
      <dsp:spPr>
        <a:xfrm>
          <a:off x="0" y="1367725"/>
          <a:ext cx="4683949" cy="68796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Secondary Source Overview</a:t>
          </a:r>
        </a:p>
      </dsp:txBody>
      <dsp:txXfrm>
        <a:off x="33583" y="1401308"/>
        <a:ext cx="4616783" cy="620794"/>
      </dsp:txXfrm>
    </dsp:sp>
    <dsp:sp modelId="{7EC8BFA7-7131-4574-839A-5150777ACE7B}">
      <dsp:nvSpPr>
        <dsp:cNvPr id="0" name=""/>
        <dsp:cNvSpPr/>
      </dsp:nvSpPr>
      <dsp:spPr>
        <a:xfrm>
          <a:off x="0" y="2136325"/>
          <a:ext cx="4683949" cy="68796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Maureen’s Note Exercise</a:t>
          </a:r>
        </a:p>
      </dsp:txBody>
      <dsp:txXfrm>
        <a:off x="33583" y="2169908"/>
        <a:ext cx="4616783" cy="620794"/>
      </dsp:txXfrm>
    </dsp:sp>
    <dsp:sp modelId="{64044CAE-B424-4049-B8C7-2082982995AB}">
      <dsp:nvSpPr>
        <dsp:cNvPr id="0" name=""/>
        <dsp:cNvSpPr/>
      </dsp:nvSpPr>
      <dsp:spPr>
        <a:xfrm>
          <a:off x="0" y="2904925"/>
          <a:ext cx="4683949" cy="6879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Bennett – Glass Exercise</a:t>
          </a:r>
        </a:p>
      </dsp:txBody>
      <dsp:txXfrm>
        <a:off x="33583" y="2938508"/>
        <a:ext cx="4616783" cy="6207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AC7CCB-83B2-4810-9AF8-62A28179F1BB}">
      <dsp:nvSpPr>
        <dsp:cNvPr id="0" name=""/>
        <dsp:cNvSpPr/>
      </dsp:nvSpPr>
      <dsp:spPr>
        <a:xfrm>
          <a:off x="0" y="37530"/>
          <a:ext cx="6496050" cy="1031354"/>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Problem Analysis</a:t>
          </a:r>
          <a:endParaRPr lang="en-US" sz="4300" kern="1200"/>
        </a:p>
      </dsp:txBody>
      <dsp:txXfrm>
        <a:off x="50347" y="87877"/>
        <a:ext cx="6395356" cy="930660"/>
      </dsp:txXfrm>
    </dsp:sp>
    <dsp:sp modelId="{7262C2EC-4F06-446A-96E9-E8C0A6FB592A}">
      <dsp:nvSpPr>
        <dsp:cNvPr id="0" name=""/>
        <dsp:cNvSpPr/>
      </dsp:nvSpPr>
      <dsp:spPr>
        <a:xfrm>
          <a:off x="0" y="1192725"/>
          <a:ext cx="6496050" cy="1031354"/>
        </a:xfrm>
        <a:prstGeom prst="roundRect">
          <a:avLst/>
        </a:prstGeom>
        <a:gradFill rotWithShape="0">
          <a:gsLst>
            <a:gs pos="0">
              <a:schemeClr val="accent2">
                <a:hueOff val="-443578"/>
                <a:satOff val="2739"/>
                <a:lumOff val="-392"/>
                <a:alphaOff val="0"/>
                <a:tint val="98000"/>
                <a:lumMod val="114000"/>
              </a:schemeClr>
            </a:gs>
            <a:gs pos="100000">
              <a:schemeClr val="accent2">
                <a:hueOff val="-443578"/>
                <a:satOff val="2739"/>
                <a:lumOff val="-39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Issue Analysis </a:t>
          </a:r>
          <a:endParaRPr lang="en-US" sz="4300" kern="1200"/>
        </a:p>
      </dsp:txBody>
      <dsp:txXfrm>
        <a:off x="50347" y="1243072"/>
        <a:ext cx="6395356" cy="930660"/>
      </dsp:txXfrm>
    </dsp:sp>
    <dsp:sp modelId="{1B067EB2-1028-4133-995D-A6E6CC346706}">
      <dsp:nvSpPr>
        <dsp:cNvPr id="0" name=""/>
        <dsp:cNvSpPr/>
      </dsp:nvSpPr>
      <dsp:spPr>
        <a:xfrm>
          <a:off x="0" y="2347920"/>
          <a:ext cx="6496050" cy="1031354"/>
        </a:xfrm>
        <a:prstGeom prst="roundRect">
          <a:avLst/>
        </a:prstGeom>
        <a:gradFill rotWithShape="0">
          <a:gsLst>
            <a:gs pos="0">
              <a:schemeClr val="accent2">
                <a:hueOff val="-887157"/>
                <a:satOff val="5477"/>
                <a:lumOff val="-784"/>
                <a:alphaOff val="0"/>
                <a:tint val="98000"/>
                <a:lumMod val="114000"/>
              </a:schemeClr>
            </a:gs>
            <a:gs pos="100000">
              <a:schemeClr val="accent2">
                <a:hueOff val="-887157"/>
                <a:satOff val="5477"/>
                <a:lumOff val="-784"/>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Statutory Analysis </a:t>
          </a:r>
          <a:endParaRPr lang="en-US" sz="4300" kern="1200"/>
        </a:p>
      </dsp:txBody>
      <dsp:txXfrm>
        <a:off x="50347" y="2398267"/>
        <a:ext cx="6395356" cy="930660"/>
      </dsp:txXfrm>
    </dsp:sp>
    <dsp:sp modelId="{5F83B12E-E2CD-4068-B01F-31EF3B8DEBA0}">
      <dsp:nvSpPr>
        <dsp:cNvPr id="0" name=""/>
        <dsp:cNvSpPr/>
      </dsp:nvSpPr>
      <dsp:spPr>
        <a:xfrm>
          <a:off x="0" y="3503115"/>
          <a:ext cx="6496050" cy="1031354"/>
        </a:xfrm>
        <a:prstGeom prst="roundRect">
          <a:avLst/>
        </a:prstGeom>
        <a:gradFill rotWithShape="0">
          <a:gsLst>
            <a:gs pos="0">
              <a:schemeClr val="accent2">
                <a:hueOff val="-1330735"/>
                <a:satOff val="8216"/>
                <a:lumOff val="-1176"/>
                <a:alphaOff val="0"/>
                <a:tint val="98000"/>
                <a:lumMod val="114000"/>
              </a:schemeClr>
            </a:gs>
            <a:gs pos="100000">
              <a:schemeClr val="accent2">
                <a:hueOff val="-1330735"/>
                <a:satOff val="8216"/>
                <a:lumOff val="-1176"/>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b="0" i="0" kern="1200"/>
            <a:t>Case Analysis</a:t>
          </a:r>
          <a:endParaRPr lang="en-US" sz="4300" kern="1200"/>
        </a:p>
      </dsp:txBody>
      <dsp:txXfrm>
        <a:off x="50347" y="3553462"/>
        <a:ext cx="6395356" cy="9306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10214C-36FD-4A70-B652-07BCEECAF815}"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EECF93-CF36-460A-9CEA-54FA473EBFED}" type="slidenum">
              <a:rPr lang="en-US" smtClean="0"/>
              <a:t>‹#›</a:t>
            </a:fld>
            <a:endParaRPr lang="en-US"/>
          </a:p>
        </p:txBody>
      </p:sp>
    </p:spTree>
    <p:extLst>
      <p:ext uri="{BB962C8B-B14F-4D97-AF65-F5344CB8AC3E}">
        <p14:creationId xmlns:p14="http://schemas.microsoft.com/office/powerpoint/2010/main" val="1681267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section or sections apply here? (a)(1) or (a)(3) – there’s no indication Glass remained concealed.</a:t>
            </a:r>
          </a:p>
          <a:p>
            <a:endParaRPr lang="en-US" dirty="0"/>
          </a:p>
          <a:p>
            <a:r>
              <a:rPr lang="en-US" dirty="0"/>
              <a:t>Assume the DA identifies 30.02 (a)(1)as the prong she wishes to pursue, what issues will you need to research to understand whether it is possible to charge Glass with burglary?</a:t>
            </a:r>
          </a:p>
        </p:txBody>
      </p:sp>
      <p:sp>
        <p:nvSpPr>
          <p:cNvPr id="4" name="Slide Number Placeholder 3"/>
          <p:cNvSpPr>
            <a:spLocks noGrp="1"/>
          </p:cNvSpPr>
          <p:nvPr>
            <p:ph type="sldNum" sz="quarter" idx="5"/>
          </p:nvPr>
        </p:nvSpPr>
        <p:spPr/>
        <p:txBody>
          <a:bodyPr/>
          <a:lstStyle/>
          <a:p>
            <a:fld id="{F2E48958-D960-41B6-9782-88B52A172130}" type="slidenum">
              <a:rPr lang="en-US" smtClean="0"/>
              <a:t>13</a:t>
            </a:fld>
            <a:endParaRPr lang="en-US"/>
          </a:p>
        </p:txBody>
      </p:sp>
    </p:spTree>
    <p:extLst>
      <p:ext uri="{BB962C8B-B14F-4D97-AF65-F5344CB8AC3E}">
        <p14:creationId xmlns:p14="http://schemas.microsoft.com/office/powerpoint/2010/main" val="3652611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1DE6C-8C46-1AEA-9359-19D9B9326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978A2-981C-8121-165E-A4CDAB394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C24FD-5F2C-8735-D68F-099ECA995698}"/>
              </a:ext>
            </a:extLst>
          </p:cNvPr>
          <p:cNvSpPr>
            <a:spLocks noGrp="1"/>
          </p:cNvSpPr>
          <p:nvPr>
            <p:ph type="body" idx="1"/>
          </p:nvPr>
        </p:nvSpPr>
        <p:spPr/>
        <p:txBody>
          <a:bodyPr/>
          <a:lstStyle/>
          <a:p>
            <a:r>
              <a:rPr lang="en-US" dirty="0"/>
              <a:t>Assume the DA identifies 30.02 (a)(1)as the prong she wishes to pursue, what issues will you need to research to understand whether it is possible to charge Glass with burglary?</a:t>
            </a:r>
          </a:p>
          <a:p>
            <a:endParaRPr lang="en-US" dirty="0"/>
          </a:p>
          <a:p>
            <a:pPr marL="228600" indent="-228600">
              <a:buAutoNum type="arabicParenR"/>
            </a:pPr>
            <a:r>
              <a:rPr lang="en-US" dirty="0"/>
              <a:t>Without effective consent of the owner</a:t>
            </a:r>
          </a:p>
          <a:p>
            <a:pPr marL="228600" indent="-228600">
              <a:buAutoNum type="arabicParenR"/>
            </a:pPr>
            <a:r>
              <a:rPr lang="en-US" dirty="0"/>
              <a:t>Entry</a:t>
            </a:r>
          </a:p>
          <a:p>
            <a:pPr marL="228600" indent="-228600">
              <a:buAutoNum type="arabicParenR"/>
            </a:pPr>
            <a:r>
              <a:rPr lang="en-US" dirty="0"/>
              <a:t>Habitation (building probably doesn’t apply)</a:t>
            </a:r>
          </a:p>
          <a:p>
            <a:pPr marL="228600" indent="-228600">
              <a:buAutoNum type="arabicParenR"/>
            </a:pPr>
            <a:r>
              <a:rPr lang="en-US" dirty="0"/>
              <a:t>Intent to commit a felony, theft, or assault.</a:t>
            </a:r>
          </a:p>
          <a:p>
            <a:pPr marL="228600" indent="-228600">
              <a:buAutoNum type="arabicParenR"/>
            </a:pPr>
            <a:endParaRPr lang="en-US" dirty="0"/>
          </a:p>
        </p:txBody>
      </p:sp>
      <p:sp>
        <p:nvSpPr>
          <p:cNvPr id="4" name="Slide Number Placeholder 3">
            <a:extLst>
              <a:ext uri="{FF2B5EF4-FFF2-40B4-BE49-F238E27FC236}">
                <a16:creationId xmlns:a16="http://schemas.microsoft.com/office/drawing/2014/main" id="{6AF607BE-29BC-4D67-CE2F-8E11489934DB}"/>
              </a:ext>
            </a:extLst>
          </p:cNvPr>
          <p:cNvSpPr>
            <a:spLocks noGrp="1"/>
          </p:cNvSpPr>
          <p:nvPr>
            <p:ph type="sldNum" sz="quarter" idx="5"/>
          </p:nvPr>
        </p:nvSpPr>
        <p:spPr/>
        <p:txBody>
          <a:bodyPr/>
          <a:lstStyle/>
          <a:p>
            <a:fld id="{F2E48958-D960-41B6-9782-88B52A172130}" type="slidenum">
              <a:rPr lang="en-US" smtClean="0"/>
              <a:t>14</a:t>
            </a:fld>
            <a:endParaRPr lang="en-US"/>
          </a:p>
        </p:txBody>
      </p:sp>
    </p:spTree>
    <p:extLst>
      <p:ext uri="{BB962C8B-B14F-4D97-AF65-F5344CB8AC3E}">
        <p14:creationId xmlns:p14="http://schemas.microsoft.com/office/powerpoint/2010/main" val="4041330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7F514-4572-A525-6F33-E12976548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AB89C-D013-5DD1-276F-B98C5A263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71CF4-A6A8-4C0F-7EC6-91FFFEEF2C68}"/>
              </a:ext>
            </a:extLst>
          </p:cNvPr>
          <p:cNvSpPr>
            <a:spLocks noGrp="1"/>
          </p:cNvSpPr>
          <p:nvPr>
            <p:ph type="body" idx="1"/>
          </p:nvPr>
        </p:nvSpPr>
        <p:spPr/>
        <p:txBody>
          <a:bodyPr/>
          <a:lstStyle/>
          <a:p>
            <a:r>
              <a:rPr lang="en-US" dirty="0"/>
              <a:t>Note that 30.02 (b)(1) defines “enter” to intrude any part of the body. If you apply this rule directly to the Glass facts, did he enter the GMC Yukon?</a:t>
            </a:r>
          </a:p>
          <a:p>
            <a:endParaRPr lang="en-US" dirty="0"/>
          </a:p>
          <a:p>
            <a:r>
              <a:rPr lang="en-US" dirty="0"/>
              <a:t>Make a deductive reasoning argument to resolve this question.</a:t>
            </a:r>
          </a:p>
        </p:txBody>
      </p:sp>
      <p:sp>
        <p:nvSpPr>
          <p:cNvPr id="4" name="Slide Number Placeholder 3">
            <a:extLst>
              <a:ext uri="{FF2B5EF4-FFF2-40B4-BE49-F238E27FC236}">
                <a16:creationId xmlns:a16="http://schemas.microsoft.com/office/drawing/2014/main" id="{05AAFCDF-03EA-8711-4003-4D79F24DE9C1}"/>
              </a:ext>
            </a:extLst>
          </p:cNvPr>
          <p:cNvSpPr>
            <a:spLocks noGrp="1"/>
          </p:cNvSpPr>
          <p:nvPr>
            <p:ph type="sldNum" sz="quarter" idx="5"/>
          </p:nvPr>
        </p:nvSpPr>
        <p:spPr/>
        <p:txBody>
          <a:bodyPr/>
          <a:lstStyle/>
          <a:p>
            <a:fld id="{F2E48958-D960-41B6-9782-88B52A172130}" type="slidenum">
              <a:rPr lang="en-US" smtClean="0"/>
              <a:t>15</a:t>
            </a:fld>
            <a:endParaRPr lang="en-US"/>
          </a:p>
        </p:txBody>
      </p:sp>
    </p:spTree>
    <p:extLst>
      <p:ext uri="{BB962C8B-B14F-4D97-AF65-F5344CB8AC3E}">
        <p14:creationId xmlns:p14="http://schemas.microsoft.com/office/powerpoint/2010/main" val="2733468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D38D8-170D-D788-0768-E44BCE33DA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1F4BA9-FAB3-09F9-A412-A2ABCB2690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424998-110A-BD6D-B55C-BA85718BD5FF}"/>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5" name="Footer Placeholder 4">
            <a:extLst>
              <a:ext uri="{FF2B5EF4-FFF2-40B4-BE49-F238E27FC236}">
                <a16:creationId xmlns:a16="http://schemas.microsoft.com/office/drawing/2014/main" id="{64C5FB2D-F2F3-A7E9-23C2-84EF31E52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FBDD6-4D3B-193C-7488-3A7752808242}"/>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166074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F80CD-1A8F-6DCB-B3AC-EC076BC51D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44C39B-503D-A6D8-7CF3-5310CECB2B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0B9011-9D0F-C8A5-E30E-2ED38E759F27}"/>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5" name="Footer Placeholder 4">
            <a:extLst>
              <a:ext uri="{FF2B5EF4-FFF2-40B4-BE49-F238E27FC236}">
                <a16:creationId xmlns:a16="http://schemas.microsoft.com/office/drawing/2014/main" id="{203150B0-F2AA-BA18-12F1-064155ECB0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99EF9-13B3-1BB3-EBAE-866FCEA26EAB}"/>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1801103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9961B-71FC-259F-FF91-D9486EF063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6EB378-7A1D-4B34-843B-F74CE80F14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4882B-453E-49F0-9B84-41C965A86CBB}"/>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5" name="Footer Placeholder 4">
            <a:extLst>
              <a:ext uri="{FF2B5EF4-FFF2-40B4-BE49-F238E27FC236}">
                <a16:creationId xmlns:a16="http://schemas.microsoft.com/office/drawing/2014/main" id="{5A0E07B3-266E-DD5C-7E41-BFF1CC2292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F119EA-FBBE-D66A-F3CC-E2F42EB8902F}"/>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2604630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D2A4-A22F-9388-F433-8BB8176BCF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92EA5E-916C-C12D-16EA-7CE703E5E5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C1198E-D5A8-82AC-738A-DA844DB481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7B53D2-5CA2-F7CA-FE09-9514CBA18742}"/>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6" name="Footer Placeholder 5">
            <a:extLst>
              <a:ext uri="{FF2B5EF4-FFF2-40B4-BE49-F238E27FC236}">
                <a16:creationId xmlns:a16="http://schemas.microsoft.com/office/drawing/2014/main" id="{3335D465-601A-2588-BB50-DE4F97DB20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AF1035-BA16-3D17-494A-D93B1F4F4B81}"/>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760545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1004-4FF1-743E-75E8-FC13F0BEAD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F9F907-DE2E-6F94-83CA-A97854E132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E63F39-7B06-AA8E-E58B-5320057193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3F3621-367D-5F6F-6ECA-9ED7D838D6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4ABBC-84DC-3BC5-D83A-B3A2A4F983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22FB3F-99F0-C9F1-2F55-8F6F35C39DDD}"/>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8" name="Footer Placeholder 7">
            <a:extLst>
              <a:ext uri="{FF2B5EF4-FFF2-40B4-BE49-F238E27FC236}">
                <a16:creationId xmlns:a16="http://schemas.microsoft.com/office/drawing/2014/main" id="{7D3FDCB8-1B8E-F1E8-B81C-85350BAB63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C1A5EC-3486-88A7-5AA9-DF20133AFEAE}"/>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2587672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164A5-56B0-AD5E-171E-69FFDDCA44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B8BD46-3032-DA2C-5B75-75222FA19CCE}"/>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4" name="Footer Placeholder 3">
            <a:extLst>
              <a:ext uri="{FF2B5EF4-FFF2-40B4-BE49-F238E27FC236}">
                <a16:creationId xmlns:a16="http://schemas.microsoft.com/office/drawing/2014/main" id="{8943A7B3-AE1B-DFBA-973F-F8776FF50F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408287-CF26-86F7-529F-70A52ADB4664}"/>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3297581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6BE432-B64D-27DB-6181-31CF5A26AEC8}"/>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3" name="Footer Placeholder 2">
            <a:extLst>
              <a:ext uri="{FF2B5EF4-FFF2-40B4-BE49-F238E27FC236}">
                <a16:creationId xmlns:a16="http://schemas.microsoft.com/office/drawing/2014/main" id="{F53965C5-D2E9-D621-4668-3973C20E5B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5C7FE5-3911-D5C0-DE4A-AA435D4B8A50}"/>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1016767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8FA75-12A0-CA3A-B948-89690551E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718EE2-D799-6002-E1B3-9461C76402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F0CAEF-95ED-B08D-075A-644241733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E5BD41-35D1-D8F1-7504-851AB1414539}"/>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6" name="Footer Placeholder 5">
            <a:extLst>
              <a:ext uri="{FF2B5EF4-FFF2-40B4-BE49-F238E27FC236}">
                <a16:creationId xmlns:a16="http://schemas.microsoft.com/office/drawing/2014/main" id="{D4E73048-9540-BE99-525A-3F2D5B2E4C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90BD65-0AB0-2394-8998-78E9C819872B}"/>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2693193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CFDEE-9008-EA28-07C4-D1141AE95C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2F7CAD-1BD4-4681-E1A4-FE9532EEE5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0A0621-68A7-D05A-FBAA-FBFCD1597F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8D5277-C52D-AED0-CAC1-8A5E9FD1E74F}"/>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6" name="Footer Placeholder 5">
            <a:extLst>
              <a:ext uri="{FF2B5EF4-FFF2-40B4-BE49-F238E27FC236}">
                <a16:creationId xmlns:a16="http://schemas.microsoft.com/office/drawing/2014/main" id="{95214863-285A-BCF0-57DC-D67FF179AF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7E4D53-C49C-84DF-C3B3-59CC63B56FAF}"/>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2962990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6A551-DB78-A16E-322A-5922EFD29C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F9DE5-F02A-AB24-701D-09B3B862DB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4E274F-0BB5-49A4-35C9-1B8BBC0CA66F}"/>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5" name="Footer Placeholder 4">
            <a:extLst>
              <a:ext uri="{FF2B5EF4-FFF2-40B4-BE49-F238E27FC236}">
                <a16:creationId xmlns:a16="http://schemas.microsoft.com/office/drawing/2014/main" id="{C0C40D62-F832-F42F-194C-309D71CA88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FB47D-07A6-520B-5C0A-3C89812C14D5}"/>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398143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840C7D-97CF-890B-4D30-8BEB6198E4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E26D57-DE08-1ED7-AC48-592B62EC17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6AF1D-53CC-1D77-E52C-D6D029CE6B12}"/>
              </a:ext>
            </a:extLst>
          </p:cNvPr>
          <p:cNvSpPr>
            <a:spLocks noGrp="1"/>
          </p:cNvSpPr>
          <p:nvPr>
            <p:ph type="dt" sz="half" idx="10"/>
          </p:nvPr>
        </p:nvSpPr>
        <p:spPr/>
        <p:txBody>
          <a:bodyPr/>
          <a:lstStyle/>
          <a:p>
            <a:fld id="{67FFC4F4-86CB-40AA-AB45-871E64BEF820}" type="datetimeFigureOut">
              <a:rPr lang="en-US" smtClean="0"/>
              <a:t>9/24/2026</a:t>
            </a:fld>
            <a:endParaRPr lang="en-US"/>
          </a:p>
        </p:txBody>
      </p:sp>
      <p:sp>
        <p:nvSpPr>
          <p:cNvPr id="5" name="Footer Placeholder 4">
            <a:extLst>
              <a:ext uri="{FF2B5EF4-FFF2-40B4-BE49-F238E27FC236}">
                <a16:creationId xmlns:a16="http://schemas.microsoft.com/office/drawing/2014/main" id="{23DCBA36-0072-4789-EE60-DC95D2B2E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23272-9F14-DBFC-C4A6-DB5C3E03D9A9}"/>
              </a:ext>
            </a:extLst>
          </p:cNvPr>
          <p:cNvSpPr>
            <a:spLocks noGrp="1"/>
          </p:cNvSpPr>
          <p:nvPr>
            <p:ph type="sldNum" sz="quarter" idx="12"/>
          </p:nvPr>
        </p:nvSpPr>
        <p:spPr/>
        <p:txBody>
          <a:bodyPr/>
          <a:lstStyle/>
          <a:p>
            <a:fld id="{CA0B29C7-D14E-4AD6-AB42-91525E02168D}" type="slidenum">
              <a:rPr lang="en-US" smtClean="0"/>
              <a:t>‹#›</a:t>
            </a:fld>
            <a:endParaRPr lang="en-US"/>
          </a:p>
        </p:txBody>
      </p:sp>
    </p:spTree>
    <p:extLst>
      <p:ext uri="{BB962C8B-B14F-4D97-AF65-F5344CB8AC3E}">
        <p14:creationId xmlns:p14="http://schemas.microsoft.com/office/powerpoint/2010/main" val="21191595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50715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1877799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41583348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072520-4D46-423A-A292-F40B3F894B6B}"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11360761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072520-4D46-423A-A292-F40B3F894B6B}"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57914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4080473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68828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9160443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072520-4D46-423A-A292-F40B3F894B6B}"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17530702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072520-4D46-423A-A292-F40B3F894B6B}"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533091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2936376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04899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6645494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7667650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7377060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38838943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4218799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image" Target="../media/image4.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4FD64F-E190-C03D-B3C8-249234B9ED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A2AF5B-EA00-BDF4-92D3-0277C2EFBD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FF7C3B-F524-71EF-9720-72CE549CB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FFC4F4-86CB-40AA-AB45-871E64BEF820}" type="datetimeFigureOut">
              <a:rPr lang="en-US" smtClean="0"/>
              <a:t>9/24/2026</a:t>
            </a:fld>
            <a:endParaRPr lang="en-US"/>
          </a:p>
        </p:txBody>
      </p:sp>
      <p:sp>
        <p:nvSpPr>
          <p:cNvPr id="5" name="Footer Placeholder 4">
            <a:extLst>
              <a:ext uri="{FF2B5EF4-FFF2-40B4-BE49-F238E27FC236}">
                <a16:creationId xmlns:a16="http://schemas.microsoft.com/office/drawing/2014/main" id="{0087BB03-3F30-3105-A433-2815F9F0F7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4C07C1-8E24-FD08-D5FD-1336364809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0B29C7-D14E-4AD6-AB42-91525E02168D}" type="slidenum">
              <a:rPr lang="en-US" smtClean="0"/>
              <a:t>‹#›</a:t>
            </a:fld>
            <a:endParaRPr lang="en-US"/>
          </a:p>
        </p:txBody>
      </p:sp>
    </p:spTree>
    <p:extLst>
      <p:ext uri="{BB962C8B-B14F-4D97-AF65-F5344CB8AC3E}">
        <p14:creationId xmlns:p14="http://schemas.microsoft.com/office/powerpoint/2010/main" val="3062413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072520-4D46-423A-A292-F40B3F894B6B}" type="datetimeFigureOut">
              <a:rPr lang="en-US" smtClean="0"/>
              <a:t>9/24/2026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6746323-BE5C-4802-8A6C-5DBFE3F3E9C0}" type="slidenum">
              <a:rPr lang="en-US" smtClean="0"/>
              <a:t>‹#›</a:t>
            </a:fld>
            <a:endParaRPr lang="en-US"/>
          </a:p>
        </p:txBody>
      </p:sp>
    </p:spTree>
    <p:extLst>
      <p:ext uri="{BB962C8B-B14F-4D97-AF65-F5344CB8AC3E}">
        <p14:creationId xmlns:p14="http://schemas.microsoft.com/office/powerpoint/2010/main" val="31664809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F48FF2-349E-ED9B-D8FB-048BC76C9959}"/>
              </a:ext>
            </a:extLst>
          </p:cNvPr>
          <p:cNvSpPr>
            <a:spLocks noGrp="1"/>
          </p:cNvSpPr>
          <p:nvPr>
            <p:ph type="title"/>
          </p:nvPr>
        </p:nvSpPr>
        <p:spPr>
          <a:xfrm>
            <a:off x="1883546" y="1660351"/>
            <a:ext cx="2954766" cy="4187345"/>
          </a:xfrm>
        </p:spPr>
        <p:txBody>
          <a:bodyPr>
            <a:normAutofit/>
          </a:bodyPr>
          <a:lstStyle/>
          <a:p>
            <a:pPr algn="r"/>
            <a:r>
              <a:rPr lang="en-US" sz="6000" dirty="0"/>
              <a:t>Today in LSS</a:t>
            </a:r>
          </a:p>
        </p:txBody>
      </p:sp>
      <p:graphicFrame>
        <p:nvGraphicFramePr>
          <p:cNvPr id="14" name="Content Placeholder 4">
            <a:extLst>
              <a:ext uri="{FF2B5EF4-FFF2-40B4-BE49-F238E27FC236}">
                <a16:creationId xmlns:a16="http://schemas.microsoft.com/office/drawing/2014/main" id="{B3E97826-F806-7FD8-40AB-50488E618AF5}"/>
              </a:ext>
            </a:extLst>
          </p:cNvPr>
          <p:cNvGraphicFramePr>
            <a:graphicFrameLocks noGrp="1"/>
          </p:cNvGraphicFramePr>
          <p:nvPr>
            <p:ph idx="1"/>
            <p:extLst>
              <p:ext uri="{D42A27DB-BD31-4B8C-83A1-F6EECF244321}">
                <p14:modId xmlns:p14="http://schemas.microsoft.com/office/powerpoint/2010/main" val="645988548"/>
              </p:ext>
            </p:extLst>
          </p:nvPr>
        </p:nvGraphicFramePr>
        <p:xfrm>
          <a:off x="5355403" y="1660351"/>
          <a:ext cx="4683949" cy="4192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2705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8B9538A-2A89-47DD-996C-7D2BE2AB6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4D299F84-E598-6DCD-5E70-D7031F0B7C0B}"/>
              </a:ext>
            </a:extLst>
          </p:cNvPr>
          <p:cNvSpPr>
            <a:spLocks noGrp="1"/>
          </p:cNvSpPr>
          <p:nvPr>
            <p:ph type="title"/>
          </p:nvPr>
        </p:nvSpPr>
        <p:spPr>
          <a:xfrm>
            <a:off x="643855" y="1447800"/>
            <a:ext cx="3108626" cy="4572000"/>
          </a:xfrm>
        </p:spPr>
        <p:txBody>
          <a:bodyPr anchor="ctr">
            <a:normAutofit/>
          </a:bodyPr>
          <a:lstStyle/>
          <a:p>
            <a:r>
              <a:rPr lang="en-US" sz="3600" dirty="0">
                <a:solidFill>
                  <a:srgbClr val="EBEBEB"/>
                </a:solidFill>
              </a:rPr>
              <a:t>The Four-Step Legal Research Process </a:t>
            </a:r>
          </a:p>
        </p:txBody>
      </p:sp>
      <p:sp>
        <p:nvSpPr>
          <p:cNvPr id="19" name="Freeform: Shape 18">
            <a:extLst>
              <a:ext uri="{FF2B5EF4-FFF2-40B4-BE49-F238E27FC236}">
                <a16:creationId xmlns:a16="http://schemas.microsoft.com/office/drawing/2014/main" id="{E625979B-5325-4898-8EF9-5C174B192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0" name="Freeform 11">
            <a:extLst>
              <a:ext uri="{FF2B5EF4-FFF2-40B4-BE49-F238E27FC236}">
                <a16:creationId xmlns:a16="http://schemas.microsoft.com/office/drawing/2014/main" id="{34B22E2B-30D5-47A4-97C5-091EA1AB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1" name="Rectangle 20">
            <a:extLst>
              <a:ext uri="{FF2B5EF4-FFF2-40B4-BE49-F238E27FC236}">
                <a16:creationId xmlns:a16="http://schemas.microsoft.com/office/drawing/2014/main" id="{9B6DA3CD-A002-40ED-8194-B4E637BD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22" name="Content Placeholder 3">
            <a:extLst>
              <a:ext uri="{FF2B5EF4-FFF2-40B4-BE49-F238E27FC236}">
                <a16:creationId xmlns:a16="http://schemas.microsoft.com/office/drawing/2014/main" id="{BF64D904-07A6-EBEB-7D23-959913CB163B}"/>
              </a:ext>
            </a:extLst>
          </p:cNvPr>
          <p:cNvGraphicFramePr>
            <a:graphicFrameLocks noGrp="1"/>
          </p:cNvGraphicFramePr>
          <p:nvPr>
            <p:ph idx="1"/>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992669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B828F-081A-F782-9222-3E0A78564A0F}"/>
              </a:ext>
            </a:extLst>
          </p:cNvPr>
          <p:cNvSpPr>
            <a:spLocks noGrp="1"/>
          </p:cNvSpPr>
          <p:nvPr>
            <p:ph type="ctrTitle"/>
          </p:nvPr>
        </p:nvSpPr>
        <p:spPr>
          <a:xfrm>
            <a:off x="1154955" y="1447800"/>
            <a:ext cx="8825658" cy="3329581"/>
          </a:xfrm>
        </p:spPr>
        <p:txBody>
          <a:bodyPr>
            <a:normAutofit/>
          </a:bodyPr>
          <a:lstStyle/>
          <a:p>
            <a:pPr>
              <a:lnSpc>
                <a:spcPct val="90000"/>
              </a:lnSpc>
            </a:pPr>
            <a:r>
              <a:rPr lang="en-US" sz="5600"/>
              <a:t>What is a type of Secondary Source you recall from the modules?</a:t>
            </a:r>
          </a:p>
        </p:txBody>
      </p:sp>
      <p:sp>
        <p:nvSpPr>
          <p:cNvPr id="9" name="Rectangle 8">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87754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8656-1282-EB98-98A1-E444C3A2AD66}"/>
              </a:ext>
            </a:extLst>
          </p:cNvPr>
          <p:cNvSpPr>
            <a:spLocks noGrp="1"/>
          </p:cNvSpPr>
          <p:nvPr>
            <p:ph type="title"/>
          </p:nvPr>
        </p:nvSpPr>
        <p:spPr>
          <a:xfrm>
            <a:off x="646111" y="452717"/>
            <a:ext cx="9404723" cy="2059573"/>
          </a:xfrm>
        </p:spPr>
        <p:txBody>
          <a:bodyPr/>
          <a:lstStyle/>
          <a:p>
            <a:r>
              <a:rPr lang="en-US" dirty="0"/>
              <a:t>Where are places to start in sources like a legal encyclopedia or treatise?</a:t>
            </a:r>
          </a:p>
        </p:txBody>
      </p:sp>
      <p:sp>
        <p:nvSpPr>
          <p:cNvPr id="3" name="Content Placeholder 2">
            <a:extLst>
              <a:ext uri="{FF2B5EF4-FFF2-40B4-BE49-F238E27FC236}">
                <a16:creationId xmlns:a16="http://schemas.microsoft.com/office/drawing/2014/main" id="{ACE2D1B2-EA54-3C39-25F5-C5555A05FA35}"/>
              </a:ext>
            </a:extLst>
          </p:cNvPr>
          <p:cNvSpPr>
            <a:spLocks noGrp="1"/>
          </p:cNvSpPr>
          <p:nvPr>
            <p:ph idx="1"/>
          </p:nvPr>
        </p:nvSpPr>
        <p:spPr>
          <a:xfrm>
            <a:off x="1103312" y="2512290"/>
            <a:ext cx="8946541" cy="3736109"/>
          </a:xfrm>
        </p:spPr>
        <p:txBody>
          <a:bodyPr>
            <a:normAutofit/>
          </a:bodyPr>
          <a:lstStyle/>
          <a:p>
            <a:r>
              <a:rPr lang="en-US" sz="3200" dirty="0"/>
              <a:t>Hint: Think of an analogy to a physical book</a:t>
            </a:r>
          </a:p>
          <a:p>
            <a:pPr marL="0" indent="0" algn="ctr">
              <a:buNone/>
            </a:pPr>
            <a:endParaRPr lang="en-US" sz="3200" dirty="0"/>
          </a:p>
          <a:p>
            <a:pPr marL="0" indent="0" algn="ctr">
              <a:buNone/>
            </a:pPr>
            <a:r>
              <a:rPr lang="en-US" sz="4000" dirty="0"/>
              <a:t>Table of Contents and the Index</a:t>
            </a:r>
          </a:p>
        </p:txBody>
      </p:sp>
    </p:spTree>
    <p:extLst>
      <p:ext uri="{BB962C8B-B14F-4D97-AF65-F5344CB8AC3E}">
        <p14:creationId xmlns:p14="http://schemas.microsoft.com/office/powerpoint/2010/main" val="169939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FC616-317F-87AC-1316-2075E07C359B}"/>
              </a:ext>
            </a:extLst>
          </p:cNvPr>
          <p:cNvSpPr>
            <a:spLocks noGrp="1"/>
          </p:cNvSpPr>
          <p:nvPr>
            <p:ph type="title"/>
          </p:nvPr>
        </p:nvSpPr>
        <p:spPr/>
        <p:txBody>
          <a:bodyPr/>
          <a:lstStyle/>
          <a:p>
            <a:r>
              <a:rPr lang="en-US" dirty="0"/>
              <a:t>Maureen’s Note Exercise</a:t>
            </a:r>
          </a:p>
        </p:txBody>
      </p:sp>
      <p:sp>
        <p:nvSpPr>
          <p:cNvPr id="3" name="Content Placeholder 2">
            <a:extLst>
              <a:ext uri="{FF2B5EF4-FFF2-40B4-BE49-F238E27FC236}">
                <a16:creationId xmlns:a16="http://schemas.microsoft.com/office/drawing/2014/main" id="{C6E5945D-DC20-71FE-9F8A-3C152EC71CE8}"/>
              </a:ext>
            </a:extLst>
          </p:cNvPr>
          <p:cNvSpPr>
            <a:spLocks noGrp="1"/>
          </p:cNvSpPr>
          <p:nvPr>
            <p:ph idx="1"/>
          </p:nvPr>
        </p:nvSpPr>
        <p:spPr/>
        <p:txBody>
          <a:bodyPr>
            <a:normAutofit fontScale="85000" lnSpcReduction="20000"/>
          </a:bodyPr>
          <a:lstStyle/>
          <a:p>
            <a:r>
              <a:rPr lang="en-US" dirty="0"/>
              <a:t>You are a new associate at a firm in Houston that handles probate cases. Maureen passed away a few days ago in her home in Houston, and her daughter Denise has come to your office with a handwritten piece of paper she found in her mother’s top desk drawer. The paper reads:</a:t>
            </a:r>
          </a:p>
          <a:p>
            <a:pPr marL="0" indent="0">
              <a:buNone/>
            </a:pPr>
            <a:r>
              <a:rPr lang="en-US" i="1" dirty="0"/>
              <a:t>To whoever reads this,</a:t>
            </a:r>
          </a:p>
          <a:p>
            <a:pPr marL="0" indent="0">
              <a:buNone/>
            </a:pPr>
            <a:r>
              <a:rPr lang="en-US" i="1" dirty="0"/>
              <a:t>This is my last will and testament. I, Maureen, am writing this while I'm still in my right mind. I want my house and everything in it to go to my daughter, Denise. She's always been there for me, and I know she'll take good care of it. My son, Sam, won't be getting anything from me. He's made his choices, and I've made mine. That's all I have to say. This is my will, and I've written it all with my own hand.</a:t>
            </a:r>
          </a:p>
          <a:p>
            <a:pPr marL="0" indent="0">
              <a:buNone/>
            </a:pPr>
            <a:r>
              <a:rPr lang="en-US" i="1" dirty="0"/>
              <a:t>Sincerely,</a:t>
            </a:r>
          </a:p>
          <a:p>
            <a:pPr marL="0" indent="0">
              <a:buNone/>
            </a:pPr>
            <a:r>
              <a:rPr lang="en-US" i="1" dirty="0"/>
              <a:t>Maureen</a:t>
            </a:r>
          </a:p>
          <a:p>
            <a:r>
              <a:rPr lang="en-US" dirty="0"/>
              <a:t>As far as Denise knows, her mother does not have any other wills or writings regarding her estate.  She wants to know if this letter will be enough to give her the house and keep Sam from getting anything.  </a:t>
            </a:r>
          </a:p>
          <a:p>
            <a:endParaRPr lang="en-US" dirty="0"/>
          </a:p>
        </p:txBody>
      </p:sp>
    </p:spTree>
    <p:extLst>
      <p:ext uri="{BB962C8B-B14F-4D97-AF65-F5344CB8AC3E}">
        <p14:creationId xmlns:p14="http://schemas.microsoft.com/office/powerpoint/2010/main" val="3736553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F03E26-B79D-3397-9232-4565A974CDE9}"/>
              </a:ext>
            </a:extLst>
          </p:cNvPr>
          <p:cNvPicPr>
            <a:picLocks noChangeAspect="1"/>
          </p:cNvPicPr>
          <p:nvPr/>
        </p:nvPicPr>
        <p:blipFill>
          <a:blip r:embed="rId2"/>
          <a:stretch>
            <a:fillRect/>
          </a:stretch>
        </p:blipFill>
        <p:spPr>
          <a:xfrm>
            <a:off x="1795462" y="252412"/>
            <a:ext cx="8601075" cy="6353175"/>
          </a:xfrm>
          <a:prstGeom prst="rect">
            <a:avLst/>
          </a:prstGeom>
        </p:spPr>
      </p:pic>
    </p:spTree>
    <p:extLst>
      <p:ext uri="{BB962C8B-B14F-4D97-AF65-F5344CB8AC3E}">
        <p14:creationId xmlns:p14="http://schemas.microsoft.com/office/powerpoint/2010/main" val="310191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29C30-9313-751F-E44D-65400972108F}"/>
              </a:ext>
            </a:extLst>
          </p:cNvPr>
          <p:cNvSpPr>
            <a:spLocks noGrp="1"/>
          </p:cNvSpPr>
          <p:nvPr>
            <p:ph type="title"/>
          </p:nvPr>
        </p:nvSpPr>
        <p:spPr/>
        <p:txBody>
          <a:bodyPr/>
          <a:lstStyle/>
          <a:p>
            <a:r>
              <a:rPr lang="en-US" dirty="0"/>
              <a:t>Texas Wills</a:t>
            </a:r>
          </a:p>
        </p:txBody>
      </p:sp>
      <p:sp>
        <p:nvSpPr>
          <p:cNvPr id="3" name="Content Placeholder 2">
            <a:extLst>
              <a:ext uri="{FF2B5EF4-FFF2-40B4-BE49-F238E27FC236}">
                <a16:creationId xmlns:a16="http://schemas.microsoft.com/office/drawing/2014/main" id="{8DE9FC24-1C99-F843-5C1A-EAEFA2022509}"/>
              </a:ext>
            </a:extLst>
          </p:cNvPr>
          <p:cNvSpPr>
            <a:spLocks noGrp="1"/>
          </p:cNvSpPr>
          <p:nvPr>
            <p:ph idx="1"/>
          </p:nvPr>
        </p:nvSpPr>
        <p:spPr/>
        <p:txBody>
          <a:bodyPr/>
          <a:lstStyle/>
          <a:p>
            <a:pPr marL="457200" indent="-457200">
              <a:buFont typeface="+mj-lt"/>
              <a:buAutoNum type="arabicPeriod"/>
            </a:pPr>
            <a:r>
              <a:rPr lang="en-US" dirty="0"/>
              <a:t>After doing a problem and issue analysis, you realize it is important to understand what it takes to have a valid will in Texas.  Give one secondary source section that would be helpful to understand the types of wills and their requirements in Texas.  </a:t>
            </a:r>
          </a:p>
          <a:p>
            <a:pPr marL="457200" lvl="0" indent="-457200">
              <a:buFont typeface="+mj-lt"/>
              <a:buAutoNum type="arabicPeriod"/>
            </a:pPr>
            <a:r>
              <a:rPr lang="en-US" dirty="0"/>
              <a:t>After reviewing that secondary source, there’s a type of will with a name that is unfamiliar to you.  Find the Black’s Law Definition for the formal name of a handwritten will and include the name and definition here.  </a:t>
            </a:r>
          </a:p>
          <a:p>
            <a:pPr marL="457200" indent="-457200">
              <a:buFont typeface="+mj-lt"/>
              <a:buAutoNum type="arabicPeriod"/>
            </a:pPr>
            <a:r>
              <a:rPr lang="en-US" dirty="0"/>
              <a:t>Find a legal encyclopedia entry explaining Texas law regarding handwritten wills. </a:t>
            </a:r>
          </a:p>
        </p:txBody>
      </p:sp>
    </p:spTree>
    <p:extLst>
      <p:ext uri="{BB962C8B-B14F-4D97-AF65-F5344CB8AC3E}">
        <p14:creationId xmlns:p14="http://schemas.microsoft.com/office/powerpoint/2010/main" val="1861190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3B8B-1560-88DA-F859-5CC8D275F0BC}"/>
              </a:ext>
            </a:extLst>
          </p:cNvPr>
          <p:cNvSpPr>
            <a:spLocks noGrp="1"/>
          </p:cNvSpPr>
          <p:nvPr>
            <p:ph type="title"/>
          </p:nvPr>
        </p:nvSpPr>
        <p:spPr/>
        <p:txBody>
          <a:bodyPr/>
          <a:lstStyle/>
          <a:p>
            <a:r>
              <a:rPr lang="en-US" dirty="0"/>
              <a:t>Legal Dictionary</a:t>
            </a:r>
          </a:p>
        </p:txBody>
      </p:sp>
      <p:pic>
        <p:nvPicPr>
          <p:cNvPr id="5" name="Content Placeholder 4">
            <a:extLst>
              <a:ext uri="{FF2B5EF4-FFF2-40B4-BE49-F238E27FC236}">
                <a16:creationId xmlns:a16="http://schemas.microsoft.com/office/drawing/2014/main" id="{3E42AFD2-1AA4-B620-2384-8FCCD8663C22}"/>
              </a:ext>
            </a:extLst>
          </p:cNvPr>
          <p:cNvPicPr>
            <a:picLocks noGrp="1" noChangeAspect="1"/>
          </p:cNvPicPr>
          <p:nvPr>
            <p:ph idx="1"/>
          </p:nvPr>
        </p:nvPicPr>
        <p:blipFill>
          <a:blip r:embed="rId2"/>
          <a:stretch>
            <a:fillRect/>
          </a:stretch>
        </p:blipFill>
        <p:spPr>
          <a:xfrm>
            <a:off x="354980" y="1394128"/>
            <a:ext cx="11626717" cy="4833951"/>
          </a:xfrm>
        </p:spPr>
      </p:pic>
      <p:sp>
        <p:nvSpPr>
          <p:cNvPr id="6" name="Oval 5">
            <a:extLst>
              <a:ext uri="{FF2B5EF4-FFF2-40B4-BE49-F238E27FC236}">
                <a16:creationId xmlns:a16="http://schemas.microsoft.com/office/drawing/2014/main" id="{EF7474EC-6566-0670-8CC0-A70B35CCB040}"/>
              </a:ext>
            </a:extLst>
          </p:cNvPr>
          <p:cNvSpPr/>
          <p:nvPr/>
        </p:nvSpPr>
        <p:spPr>
          <a:xfrm>
            <a:off x="944880" y="4246880"/>
            <a:ext cx="1452880" cy="2641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791152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4262C-D107-575E-C9EF-1F4B3D8ECB1B}"/>
              </a:ext>
            </a:extLst>
          </p:cNvPr>
          <p:cNvSpPr>
            <a:spLocks noGrp="1"/>
          </p:cNvSpPr>
          <p:nvPr>
            <p:ph type="title"/>
          </p:nvPr>
        </p:nvSpPr>
        <p:spPr/>
        <p:txBody>
          <a:bodyPr/>
          <a:lstStyle/>
          <a:p>
            <a:r>
              <a:rPr lang="en-US" dirty="0"/>
              <a:t>Let’s Dig Deeper</a:t>
            </a:r>
          </a:p>
        </p:txBody>
      </p:sp>
      <p:sp>
        <p:nvSpPr>
          <p:cNvPr id="3" name="Content Placeholder 2">
            <a:extLst>
              <a:ext uri="{FF2B5EF4-FFF2-40B4-BE49-F238E27FC236}">
                <a16:creationId xmlns:a16="http://schemas.microsoft.com/office/drawing/2014/main" id="{033FBEFF-5AE3-9142-2CD8-FA19BF0A99C6}"/>
              </a:ext>
            </a:extLst>
          </p:cNvPr>
          <p:cNvSpPr>
            <a:spLocks noGrp="1"/>
          </p:cNvSpPr>
          <p:nvPr>
            <p:ph idx="1"/>
          </p:nvPr>
        </p:nvSpPr>
        <p:spPr/>
        <p:txBody>
          <a:bodyPr/>
          <a:lstStyle/>
          <a:p>
            <a:pPr marL="457200" lvl="0" indent="-457200">
              <a:buFont typeface="+mj-lt"/>
              <a:buAutoNum type="arabicPeriod" startAt="3"/>
            </a:pPr>
            <a:r>
              <a:rPr lang="en-US" dirty="0"/>
              <a:t>Find a legal encyclopedia entry explaining Texas law regarding handwritten wills.  </a:t>
            </a:r>
          </a:p>
          <a:p>
            <a:pPr marL="457200" lvl="0" indent="-457200">
              <a:buFont typeface="+mj-lt"/>
              <a:buAutoNum type="arabicPeriod" startAt="3"/>
            </a:pPr>
            <a:r>
              <a:rPr lang="en-US" dirty="0"/>
              <a:t>What statutory provision governs handwritten wills in Texas?</a:t>
            </a:r>
          </a:p>
          <a:p>
            <a:pPr marL="457200" indent="-457200">
              <a:buFont typeface="+mj-lt"/>
              <a:buAutoNum type="arabicPeriod" startAt="3"/>
            </a:pPr>
            <a:r>
              <a:rPr lang="en-US" dirty="0"/>
              <a:t>Looking at the letter brought by Denise, are there any sub-issues that you may need to investigate further?  </a:t>
            </a:r>
          </a:p>
          <a:p>
            <a:pPr marL="457200" lvl="0" indent="-457200">
              <a:buFont typeface="+mj-lt"/>
              <a:buAutoNum type="arabicPeriod" startAt="3"/>
            </a:pPr>
            <a:endParaRPr lang="en-US" dirty="0"/>
          </a:p>
          <a:p>
            <a:pPr marL="457200" indent="-457200">
              <a:buFont typeface="+mj-lt"/>
              <a:buAutoNum type="arabicPeriod" startAt="3"/>
            </a:pPr>
            <a:endParaRPr lang="en-US" dirty="0"/>
          </a:p>
        </p:txBody>
      </p:sp>
    </p:spTree>
    <p:extLst>
      <p:ext uri="{BB962C8B-B14F-4D97-AF65-F5344CB8AC3E}">
        <p14:creationId xmlns:p14="http://schemas.microsoft.com/office/powerpoint/2010/main" val="912158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FF77635-6473-0EF4-F264-A084AB9B128B}"/>
              </a:ext>
            </a:extLst>
          </p:cNvPr>
          <p:cNvPicPr>
            <a:picLocks noGrp="1" noChangeAspect="1"/>
          </p:cNvPicPr>
          <p:nvPr>
            <p:ph idx="4294967295"/>
          </p:nvPr>
        </p:nvPicPr>
        <p:blipFill>
          <a:blip r:embed="rId2"/>
          <a:stretch>
            <a:fillRect/>
          </a:stretch>
        </p:blipFill>
        <p:spPr>
          <a:xfrm>
            <a:off x="130629" y="511629"/>
            <a:ext cx="11484428" cy="5736771"/>
          </a:xfrm>
          <a:prstGeom prst="rect">
            <a:avLst/>
          </a:prstGeom>
        </p:spPr>
      </p:pic>
    </p:spTree>
    <p:extLst>
      <p:ext uri="{BB962C8B-B14F-4D97-AF65-F5344CB8AC3E}">
        <p14:creationId xmlns:p14="http://schemas.microsoft.com/office/powerpoint/2010/main" val="1117584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B5278-1B55-942D-A8CF-E686EA13D534}"/>
              </a:ext>
            </a:extLst>
          </p:cNvPr>
          <p:cNvSpPr>
            <a:spLocks noGrp="1"/>
          </p:cNvSpPr>
          <p:nvPr>
            <p:ph type="title"/>
          </p:nvPr>
        </p:nvSpPr>
        <p:spPr/>
        <p:txBody>
          <a:bodyPr/>
          <a:lstStyle/>
          <a:p>
            <a:r>
              <a:rPr lang="en-US" dirty="0"/>
              <a:t>Legal Encyclopedia- </a:t>
            </a:r>
            <a:r>
              <a:rPr lang="en-US" sz="2800" dirty="0"/>
              <a:t>Texas Jurisprudence</a:t>
            </a:r>
          </a:p>
        </p:txBody>
      </p:sp>
      <p:pic>
        <p:nvPicPr>
          <p:cNvPr id="5" name="Content Placeholder 4">
            <a:extLst>
              <a:ext uri="{FF2B5EF4-FFF2-40B4-BE49-F238E27FC236}">
                <a16:creationId xmlns:a16="http://schemas.microsoft.com/office/drawing/2014/main" id="{12593D9A-B40B-DB53-4F25-8B339D9C74DE}"/>
              </a:ext>
            </a:extLst>
          </p:cNvPr>
          <p:cNvPicPr>
            <a:picLocks noGrp="1" noChangeAspect="1"/>
          </p:cNvPicPr>
          <p:nvPr>
            <p:ph idx="1"/>
          </p:nvPr>
        </p:nvPicPr>
        <p:blipFill>
          <a:blip r:embed="rId2"/>
          <a:stretch>
            <a:fillRect/>
          </a:stretch>
        </p:blipFill>
        <p:spPr>
          <a:xfrm>
            <a:off x="158415" y="1187326"/>
            <a:ext cx="11875170" cy="4902278"/>
          </a:xfrm>
        </p:spPr>
      </p:pic>
    </p:spTree>
    <p:extLst>
      <p:ext uri="{BB962C8B-B14F-4D97-AF65-F5344CB8AC3E}">
        <p14:creationId xmlns:p14="http://schemas.microsoft.com/office/powerpoint/2010/main" val="798014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9" name="Rectangle 18">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4371246-8B31-ACD5-083D-E1BF7A12F1BC}"/>
              </a:ext>
            </a:extLst>
          </p:cNvPr>
          <p:cNvSpPr>
            <a:spLocks noGrp="1"/>
          </p:cNvSpPr>
          <p:nvPr>
            <p:ph type="title" idx="4294967295"/>
          </p:nvPr>
        </p:nvSpPr>
        <p:spPr>
          <a:xfrm>
            <a:off x="8191925" y="1325880"/>
            <a:ext cx="3352375" cy="3066507"/>
          </a:xfrm>
        </p:spPr>
        <p:txBody>
          <a:bodyPr vert="horz" lIns="91440" tIns="45720" rIns="91440" bIns="45720" rtlCol="0" anchor="b">
            <a:normAutofit/>
          </a:bodyPr>
          <a:lstStyle/>
          <a:p>
            <a:r>
              <a:rPr lang="en-US" sz="5400"/>
              <a:t>Bennett – Glass Handout</a:t>
            </a:r>
          </a:p>
        </p:txBody>
      </p:sp>
      <p:sp>
        <p:nvSpPr>
          <p:cNvPr id="21" name="Rectangle 20">
            <a:extLst>
              <a:ext uri="{FF2B5EF4-FFF2-40B4-BE49-F238E27FC236}">
                <a16:creationId xmlns:a16="http://schemas.microsoft.com/office/drawing/2014/main" id="{4C1E981B-F06E-48B4-9275-F4B261AFCA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36">
            <a:extLst>
              <a:ext uri="{FF2B5EF4-FFF2-40B4-BE49-F238E27FC236}">
                <a16:creationId xmlns:a16="http://schemas.microsoft.com/office/drawing/2014/main" id="{312E2C24-0CD2-4071-8CE2-B059993A9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5" name="Freeform 5">
            <a:extLst>
              <a:ext uri="{FF2B5EF4-FFF2-40B4-BE49-F238E27FC236}">
                <a16:creationId xmlns:a16="http://schemas.microsoft.com/office/drawing/2014/main" id="{24F1DC13-C830-4B86-A9C6-927F5C55D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pic>
        <p:nvPicPr>
          <p:cNvPr id="6" name="Graphic 5" descr="Pencil">
            <a:extLst>
              <a:ext uri="{FF2B5EF4-FFF2-40B4-BE49-F238E27FC236}">
                <a16:creationId xmlns:a16="http://schemas.microsoft.com/office/drawing/2014/main" id="{877536B3-AFBD-BC8E-1175-D5AC8575A0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8115" y="647698"/>
            <a:ext cx="5562139" cy="5562139"/>
          </a:xfrm>
          <a:prstGeom prst="rect">
            <a:avLst/>
          </a:prstGeom>
          <a:effectLst/>
        </p:spPr>
      </p:pic>
    </p:spTree>
    <p:extLst>
      <p:ext uri="{BB962C8B-B14F-4D97-AF65-F5344CB8AC3E}">
        <p14:creationId xmlns:p14="http://schemas.microsoft.com/office/powerpoint/2010/main" val="99288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99EBEB-17F0-F30F-7D50-6762D4F5F265}"/>
              </a:ext>
            </a:extLst>
          </p:cNvPr>
          <p:cNvPicPr>
            <a:picLocks noChangeAspect="1"/>
          </p:cNvPicPr>
          <p:nvPr/>
        </p:nvPicPr>
        <p:blipFill>
          <a:blip r:embed="rId3"/>
          <a:srcRect b="23409"/>
          <a:stretch>
            <a:fillRect/>
          </a:stretch>
        </p:blipFill>
        <p:spPr>
          <a:xfrm>
            <a:off x="457200" y="1398744"/>
            <a:ext cx="11277600" cy="4060511"/>
          </a:xfrm>
          <a:prstGeom prst="rect">
            <a:avLst/>
          </a:prstGeom>
        </p:spPr>
      </p:pic>
    </p:spTree>
    <p:extLst>
      <p:ext uri="{BB962C8B-B14F-4D97-AF65-F5344CB8AC3E}">
        <p14:creationId xmlns:p14="http://schemas.microsoft.com/office/powerpoint/2010/main" val="214743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9A40-63A8-1365-AB39-A82050D62AC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5D95A53-4AA4-8821-9957-AC954A04F777}"/>
              </a:ext>
            </a:extLst>
          </p:cNvPr>
          <p:cNvPicPr>
            <a:picLocks noChangeAspect="1"/>
          </p:cNvPicPr>
          <p:nvPr/>
        </p:nvPicPr>
        <p:blipFill>
          <a:blip r:embed="rId3"/>
          <a:srcRect b="23409"/>
          <a:stretch>
            <a:fillRect/>
          </a:stretch>
        </p:blipFill>
        <p:spPr>
          <a:xfrm>
            <a:off x="457200" y="1398744"/>
            <a:ext cx="11277600" cy="4060511"/>
          </a:xfrm>
          <a:prstGeom prst="rect">
            <a:avLst/>
          </a:prstGeom>
        </p:spPr>
      </p:pic>
      <p:sp>
        <p:nvSpPr>
          <p:cNvPr id="3" name="Right Arrow 2">
            <a:extLst>
              <a:ext uri="{FF2B5EF4-FFF2-40B4-BE49-F238E27FC236}">
                <a16:creationId xmlns:a16="http://schemas.microsoft.com/office/drawing/2014/main" id="{7B5EEA03-8E00-65C5-7995-A061D8E42656}"/>
              </a:ext>
            </a:extLst>
          </p:cNvPr>
          <p:cNvSpPr/>
          <p:nvPr/>
        </p:nvSpPr>
        <p:spPr>
          <a:xfrm>
            <a:off x="838200" y="3276600"/>
            <a:ext cx="800100" cy="552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28DEEF2-86E8-9292-EB48-2B414609FDB3}"/>
              </a:ext>
            </a:extLst>
          </p:cNvPr>
          <p:cNvSpPr/>
          <p:nvPr/>
        </p:nvSpPr>
        <p:spPr>
          <a:xfrm>
            <a:off x="5410200" y="2495550"/>
            <a:ext cx="4648200" cy="266700"/>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138DA8F-BACF-04D3-D765-40DC5737C34F}"/>
              </a:ext>
            </a:extLst>
          </p:cNvPr>
          <p:cNvSpPr/>
          <p:nvPr/>
        </p:nvSpPr>
        <p:spPr>
          <a:xfrm>
            <a:off x="2362200" y="3276600"/>
            <a:ext cx="666750" cy="209120"/>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55C57C6-EBE1-3A71-A5B6-CBA086828D9D}"/>
              </a:ext>
            </a:extLst>
          </p:cNvPr>
          <p:cNvSpPr/>
          <p:nvPr/>
        </p:nvSpPr>
        <p:spPr>
          <a:xfrm>
            <a:off x="3249557" y="3203390"/>
            <a:ext cx="1112893" cy="282330"/>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C0C6D6F-6462-1336-AE2F-7461EAF021AA}"/>
              </a:ext>
            </a:extLst>
          </p:cNvPr>
          <p:cNvSpPr/>
          <p:nvPr/>
        </p:nvSpPr>
        <p:spPr>
          <a:xfrm>
            <a:off x="2695574" y="3504770"/>
            <a:ext cx="5381625" cy="324280"/>
          </a:xfrm>
          <a:prstGeom prst="rect">
            <a:avLst/>
          </a:prstGeom>
          <a:solidFill>
            <a:srgbClr val="FFFF0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019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570D-E47A-3ECF-2F07-118CAC9FD8A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9DA3572-3B85-DDD1-4703-02466E50B879}"/>
              </a:ext>
            </a:extLst>
          </p:cNvPr>
          <p:cNvPicPr>
            <a:picLocks noChangeAspect="1"/>
          </p:cNvPicPr>
          <p:nvPr/>
        </p:nvPicPr>
        <p:blipFill>
          <a:blip r:embed="rId3"/>
          <a:srcRect b="259"/>
          <a:stretch>
            <a:fillRect/>
          </a:stretch>
        </p:blipFill>
        <p:spPr>
          <a:xfrm>
            <a:off x="457200" y="784667"/>
            <a:ext cx="11277600" cy="5287806"/>
          </a:xfrm>
          <a:prstGeom prst="rect">
            <a:avLst/>
          </a:prstGeom>
        </p:spPr>
      </p:pic>
      <p:sp>
        <p:nvSpPr>
          <p:cNvPr id="3" name="Right Arrow 2">
            <a:extLst>
              <a:ext uri="{FF2B5EF4-FFF2-40B4-BE49-F238E27FC236}">
                <a16:creationId xmlns:a16="http://schemas.microsoft.com/office/drawing/2014/main" id="{1A33E7E0-BF97-23B9-D40B-1BA46EE23900}"/>
              </a:ext>
            </a:extLst>
          </p:cNvPr>
          <p:cNvSpPr/>
          <p:nvPr/>
        </p:nvSpPr>
        <p:spPr>
          <a:xfrm>
            <a:off x="811027" y="5276850"/>
            <a:ext cx="800100" cy="552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7255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06FB6-CE32-5A9C-7D6B-36F0973AF9B2}"/>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E3BF0491-6F7D-D8FA-BEC0-6E7F5418F68F}"/>
              </a:ext>
            </a:extLst>
          </p:cNvPr>
          <p:cNvSpPr>
            <a:spLocks noGrp="1"/>
          </p:cNvSpPr>
          <p:nvPr>
            <p:ph idx="1"/>
          </p:nvPr>
        </p:nvSpPr>
        <p:spPr/>
        <p:txBody>
          <a:bodyPr/>
          <a:lstStyle/>
          <a:p>
            <a:r>
              <a:rPr lang="en-US" dirty="0"/>
              <a:t>Complete selected ICW 6 and 7(Print and Electronic) by Sunday 9/27 at 5:00 p.m. (see </a:t>
            </a:r>
            <a:r>
              <a:rPr lang="en-US" b="1" dirty="0"/>
              <a:t>UPDATED</a:t>
            </a:r>
            <a:r>
              <a:rPr lang="en-US" dirty="0"/>
              <a:t> problems and instructions are posted in the Week 5 Canvas Module)</a:t>
            </a:r>
          </a:p>
          <a:p>
            <a:r>
              <a:rPr lang="en-US" dirty="0"/>
              <a:t>Read BLW Ch. 3.1 intro. and § I (pp. 37-42) (exercises not </a:t>
            </a:r>
            <a:r>
              <a:rPr lang="en-US" dirty="0" err="1"/>
              <a:t>req’d</a:t>
            </a:r>
            <a:r>
              <a:rPr lang="en-US" dirty="0"/>
              <a:t>)</a:t>
            </a:r>
          </a:p>
          <a:p>
            <a:r>
              <a:rPr lang="en-US" dirty="0"/>
              <a:t> Complete Legal Research Modules 3.4-3.7 by </a:t>
            </a:r>
            <a:r>
              <a:rPr lang="en-US" b="1" dirty="0"/>
              <a:t>class time Tuesday, 9/29</a:t>
            </a:r>
            <a:endParaRPr lang="en-US" dirty="0"/>
          </a:p>
        </p:txBody>
      </p:sp>
    </p:spTree>
    <p:extLst>
      <p:ext uri="{BB962C8B-B14F-4D97-AF65-F5344CB8AC3E}">
        <p14:creationId xmlns:p14="http://schemas.microsoft.com/office/powerpoint/2010/main" val="1947377994"/>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682</Words>
  <Application>Microsoft Office PowerPoint</Application>
  <PresentationFormat>Widescreen</PresentationFormat>
  <Paragraphs>52</Paragraphs>
  <Slides>16</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Aptos</vt:lpstr>
      <vt:lpstr>Aptos Display</vt:lpstr>
      <vt:lpstr>Arial</vt:lpstr>
      <vt:lpstr>Century Gothic</vt:lpstr>
      <vt:lpstr>Wingdings 3</vt:lpstr>
      <vt:lpstr>Office Theme</vt:lpstr>
      <vt:lpstr>Ion</vt:lpstr>
      <vt:lpstr>Today in LSS</vt:lpstr>
      <vt:lpstr>The Four-Step Legal Research Process </vt:lpstr>
      <vt:lpstr>What is a type of Secondary Source you recall from the modules?</vt:lpstr>
      <vt:lpstr>Where are places to start in sources like a legal encyclopedia or treatise?</vt:lpstr>
      <vt:lpstr>Maureen’s Note Exercise</vt:lpstr>
      <vt:lpstr>PowerPoint Presentation</vt:lpstr>
      <vt:lpstr>Texas Wills</vt:lpstr>
      <vt:lpstr>Legal Dictionary</vt:lpstr>
      <vt:lpstr>Let’s Dig Deeper</vt:lpstr>
      <vt:lpstr>PowerPoint Presentation</vt:lpstr>
      <vt:lpstr>Legal Encyclopedia- Texas Jurisprudence</vt:lpstr>
      <vt:lpstr>Bennett – Glass Handout</vt:lpstr>
      <vt:lpstr>PowerPoint Presentation</vt:lpstr>
      <vt:lpstr>PowerPoint Presentation</vt:lpstr>
      <vt:lpstr>PowerPoint Presentation</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Truskett, Harve A</dc:creator>
  <cp:lastModifiedBy>Truskett, Harve A</cp:lastModifiedBy>
  <cp:revision>1</cp:revision>
  <dcterms:created xsi:type="dcterms:W3CDTF">2026-09-22T23:39:40Z</dcterms:created>
  <dcterms:modified xsi:type="dcterms:W3CDTF">2026-09-24T15:25:07Z</dcterms:modified>
</cp:coreProperties>
</file>