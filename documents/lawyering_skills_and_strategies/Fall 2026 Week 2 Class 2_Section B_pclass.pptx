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1.xml" ContentType="application/vnd.openxmlformats-officedocument.presentationml.tags+xml"/>
  <Override PartName="/ppt/notesSlides/notesSlide31.xml" ContentType="application/vnd.openxmlformats-officedocument.presentationml.notesSlide+xml"/>
  <Override PartName="/ppt/tags/tag2.xml" ContentType="application/vnd.openxmlformats-officedocument.presentationml.tags+xml"/>
  <Override PartName="/ppt/notesSlides/notesSlide32.xml" ContentType="application/vnd.openxmlformats-officedocument.presentationml.notesSlide+xml"/>
  <Override PartName="/ppt/tags/tag3.xml" ContentType="application/vnd.openxmlformats-officedocument.presentationml.tags+xml"/>
  <Override PartName="/ppt/notesSlides/notesSlide33.xml" ContentType="application/vnd.openxmlformats-officedocument.presentationml.notesSlide+xml"/>
  <Override PartName="/ppt/tags/tag4.xml" ContentType="application/vnd.openxmlformats-officedocument.presentationml.tags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6.xml" ContentType="application/vnd.openxmlformats-officedocument.presentationml.notesSlide+xml"/>
  <Override PartName="/ppt/tags/tag5.xml" ContentType="application/vnd.openxmlformats-officedocument.presentationml.tags+xml"/>
  <Override PartName="/ppt/notesSlides/notesSlide3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  <p:sldMasterId id="2147483813" r:id="rId2"/>
  </p:sldMasterIdLst>
  <p:notesMasterIdLst>
    <p:notesMasterId r:id="rId55"/>
  </p:notesMasterIdLst>
  <p:sldIdLst>
    <p:sldId id="514" r:id="rId3"/>
    <p:sldId id="256" r:id="rId4"/>
    <p:sldId id="961" r:id="rId5"/>
    <p:sldId id="960" r:id="rId6"/>
    <p:sldId id="962" r:id="rId7"/>
    <p:sldId id="963" r:id="rId8"/>
    <p:sldId id="958" r:id="rId9"/>
    <p:sldId id="910" r:id="rId10"/>
    <p:sldId id="918" r:id="rId11"/>
    <p:sldId id="919" r:id="rId12"/>
    <p:sldId id="920" r:id="rId13"/>
    <p:sldId id="956" r:id="rId14"/>
    <p:sldId id="925" r:id="rId15"/>
    <p:sldId id="929" r:id="rId16"/>
    <p:sldId id="927" r:id="rId17"/>
    <p:sldId id="932" r:id="rId18"/>
    <p:sldId id="930" r:id="rId19"/>
    <p:sldId id="933" r:id="rId20"/>
    <p:sldId id="934" r:id="rId21"/>
    <p:sldId id="935" r:id="rId22"/>
    <p:sldId id="936" r:id="rId23"/>
    <p:sldId id="937" r:id="rId24"/>
    <p:sldId id="938" r:id="rId25"/>
    <p:sldId id="939" r:id="rId26"/>
    <p:sldId id="946" r:id="rId27"/>
    <p:sldId id="947" r:id="rId28"/>
    <p:sldId id="949" r:id="rId29"/>
    <p:sldId id="948" r:id="rId30"/>
    <p:sldId id="957" r:id="rId31"/>
    <p:sldId id="950" r:id="rId32"/>
    <p:sldId id="951" r:id="rId33"/>
    <p:sldId id="959" r:id="rId34"/>
    <p:sldId id="952" r:id="rId35"/>
    <p:sldId id="953" r:id="rId36"/>
    <p:sldId id="954" r:id="rId37"/>
    <p:sldId id="955" r:id="rId38"/>
    <p:sldId id="510" r:id="rId39"/>
    <p:sldId id="516" r:id="rId40"/>
    <p:sldId id="519" r:id="rId41"/>
    <p:sldId id="362" r:id="rId42"/>
    <p:sldId id="269" r:id="rId43"/>
    <p:sldId id="272" r:id="rId44"/>
    <p:sldId id="270" r:id="rId45"/>
    <p:sldId id="304" r:id="rId46"/>
    <p:sldId id="965" r:id="rId47"/>
    <p:sldId id="964" r:id="rId48"/>
    <p:sldId id="317" r:id="rId49"/>
    <p:sldId id="517" r:id="rId50"/>
    <p:sldId id="319" r:id="rId51"/>
    <p:sldId id="518" r:id="rId52"/>
    <p:sldId id="399" r:id="rId53"/>
    <p:sldId id="513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99C199-00D6-471A-8631-6200AE66EFD8}" v="2" dt="2026-09-03T18:40:10.329"/>
    <p1510:client id="{E50576D4-14FF-40BB-AA7E-62CA2AC8F107}" v="123" dt="2026-09-03T15:19:24.5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7" autoAdjust="0"/>
    <p:restoredTop sz="94660"/>
  </p:normalViewPr>
  <p:slideViewPr>
    <p:cSldViewPr snapToGrid="0">
      <p:cViewPr varScale="1">
        <p:scale>
          <a:sx n="70" d="100"/>
          <a:sy n="70" d="100"/>
        </p:scale>
        <p:origin x="6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microsoft.com/office/2015/10/relationships/revisionInfo" Target="revisionInfo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uskett, Harve A" userId="213d60ac-aef1-4d38-a1a1-cc3530dfbff5" providerId="ADAL" clId="{46A6D219-DC58-45E8-8D58-021ACE409CDA}"/>
    <pc:docChg chg="undo custSel addSld delSld modSld sldOrd modMainMaster">
      <pc:chgData name="Truskett, Harve A" userId="213d60ac-aef1-4d38-a1a1-cc3530dfbff5" providerId="ADAL" clId="{46A6D219-DC58-45E8-8D58-021ACE409CDA}" dt="2026-09-03T18:53:34.781" v="1624" actId="47"/>
      <pc:docMkLst>
        <pc:docMk/>
      </pc:docMkLst>
      <pc:sldChg chg="addSp delSp add del ord setBg delDesignElem">
        <pc:chgData name="Truskett, Harve A" userId="213d60ac-aef1-4d38-a1a1-cc3530dfbff5" providerId="ADAL" clId="{46A6D219-DC58-45E8-8D58-021ACE409CDA}" dt="2026-09-02T20:04:57.212" v="43"/>
        <pc:sldMkLst>
          <pc:docMk/>
          <pc:sldMk cId="368725157" sldId="256"/>
        </pc:sldMkLst>
        <pc:spChg chg="add del">
          <ac:chgData name="Truskett, Harve A" userId="213d60ac-aef1-4d38-a1a1-cc3530dfbff5" providerId="ADAL" clId="{46A6D219-DC58-45E8-8D58-021ACE409CDA}" dt="2026-09-02T20:03:00.986" v="24"/>
          <ac:spMkLst>
            <pc:docMk/>
            <pc:sldMk cId="368725157" sldId="256"/>
            <ac:spMk id="19" creationId="{11BE3FA7-0D70-4431-814F-D8C40576EA93}"/>
          </ac:spMkLst>
        </pc:spChg>
      </pc:sldChg>
      <pc:sldChg chg="delSp modSp del">
        <pc:chgData name="Truskett, Harve A" userId="213d60ac-aef1-4d38-a1a1-cc3530dfbff5" providerId="ADAL" clId="{46A6D219-DC58-45E8-8D58-021ACE409CDA}" dt="2026-09-02T21:20:16.410" v="940" actId="47"/>
        <pc:sldMkLst>
          <pc:docMk/>
          <pc:sldMk cId="0" sldId="258"/>
        </pc:sldMkLst>
      </pc:sldChg>
      <pc:sldChg chg="add del setBg">
        <pc:chgData name="Truskett, Harve A" userId="213d60ac-aef1-4d38-a1a1-cc3530dfbff5" providerId="ADAL" clId="{46A6D219-DC58-45E8-8D58-021ACE409CDA}" dt="2026-09-03T18:53:34.781" v="1624" actId="47"/>
        <pc:sldMkLst>
          <pc:docMk/>
          <pc:sldMk cId="0" sldId="259"/>
        </pc:sldMkLst>
      </pc:sldChg>
      <pc:sldChg chg="modSp del">
        <pc:chgData name="Truskett, Harve A" userId="213d60ac-aef1-4d38-a1a1-cc3530dfbff5" providerId="ADAL" clId="{46A6D219-DC58-45E8-8D58-021ACE409CDA}" dt="2026-09-02T21:20:16.410" v="940" actId="47"/>
        <pc:sldMkLst>
          <pc:docMk/>
          <pc:sldMk cId="0" sldId="260"/>
        </pc:sldMkLst>
      </pc:sldChg>
      <pc:sldChg chg="modSp add del setBg">
        <pc:chgData name="Truskett, Harve A" userId="213d60ac-aef1-4d38-a1a1-cc3530dfbff5" providerId="ADAL" clId="{46A6D219-DC58-45E8-8D58-021ACE409CDA}" dt="2026-09-03T18:53:34.781" v="1624" actId="47"/>
        <pc:sldMkLst>
          <pc:docMk/>
          <pc:sldMk cId="0" sldId="261"/>
        </pc:sldMkLst>
      </pc:sldChg>
      <pc:sldChg chg="add del setBg">
        <pc:chgData name="Truskett, Harve A" userId="213d60ac-aef1-4d38-a1a1-cc3530dfbff5" providerId="ADAL" clId="{46A6D219-DC58-45E8-8D58-021ACE409CDA}" dt="2026-09-03T18:53:34.781" v="1624" actId="47"/>
        <pc:sldMkLst>
          <pc:docMk/>
          <pc:sldMk cId="0" sldId="265"/>
        </pc:sldMkLst>
      </pc:sldChg>
      <pc:sldChg chg="add del setBg">
        <pc:chgData name="Truskett, Harve A" userId="213d60ac-aef1-4d38-a1a1-cc3530dfbff5" providerId="ADAL" clId="{46A6D219-DC58-45E8-8D58-021ACE409CDA}" dt="2026-09-03T18:53:34.781" v="1624" actId="47"/>
        <pc:sldMkLst>
          <pc:docMk/>
          <pc:sldMk cId="0" sldId="266"/>
        </pc:sldMkLst>
      </pc:sldChg>
      <pc:sldChg chg="modSp del">
        <pc:chgData name="Truskett, Harve A" userId="213d60ac-aef1-4d38-a1a1-cc3530dfbff5" providerId="ADAL" clId="{46A6D219-DC58-45E8-8D58-021ACE409CDA}" dt="2026-09-02T21:20:16.410" v="940" actId="47"/>
        <pc:sldMkLst>
          <pc:docMk/>
          <pc:sldMk cId="2567616195" sldId="286"/>
        </pc:sldMkLst>
      </pc:sldChg>
      <pc:sldChg chg="modSp modAnim">
        <pc:chgData name="Truskett, Harve A" userId="213d60ac-aef1-4d38-a1a1-cc3530dfbff5" providerId="ADAL" clId="{46A6D219-DC58-45E8-8D58-021ACE409CDA}" dt="2026-09-03T15:15:31.185" v="1406" actId="20577"/>
        <pc:sldMkLst>
          <pc:docMk/>
          <pc:sldMk cId="2651446891" sldId="317"/>
        </pc:sldMkLst>
        <pc:spChg chg="mod">
          <ac:chgData name="Truskett, Harve A" userId="213d60ac-aef1-4d38-a1a1-cc3530dfbff5" providerId="ADAL" clId="{46A6D219-DC58-45E8-8D58-021ACE409CDA}" dt="2026-09-03T15:15:31.185" v="1406" actId="20577"/>
          <ac:spMkLst>
            <pc:docMk/>
            <pc:sldMk cId="2651446891" sldId="317"/>
            <ac:spMk id="7" creationId="{00000000-0000-0000-0000-000000000000}"/>
          </ac:spMkLst>
        </pc:spChg>
      </pc:sldChg>
      <pc:sldChg chg="modSp">
        <pc:chgData name="Truskett, Harve A" userId="213d60ac-aef1-4d38-a1a1-cc3530dfbff5" providerId="ADAL" clId="{46A6D219-DC58-45E8-8D58-021ACE409CDA}" dt="2026-09-01T16:00:27.655" v="3"/>
        <pc:sldMkLst>
          <pc:docMk/>
          <pc:sldMk cId="3887909392" sldId="319"/>
        </pc:sldMkLst>
        <pc:spChg chg="mod">
          <ac:chgData name="Truskett, Harve A" userId="213d60ac-aef1-4d38-a1a1-cc3530dfbff5" providerId="ADAL" clId="{46A6D219-DC58-45E8-8D58-021ACE409CDA}" dt="2026-09-01T16:00:27.655" v="3"/>
          <ac:spMkLst>
            <pc:docMk/>
            <pc:sldMk cId="3887909392" sldId="319"/>
            <ac:spMk id="3" creationId="{3A3AAC67-EDBE-A85E-409C-B8B672EAB0BB}"/>
          </ac:spMkLst>
        </pc:spChg>
      </pc:sldChg>
      <pc:sldChg chg="delSp del">
        <pc:chgData name="Truskett, Harve A" userId="213d60ac-aef1-4d38-a1a1-cc3530dfbff5" providerId="ADAL" clId="{46A6D219-DC58-45E8-8D58-021ACE409CDA}" dt="2026-09-02T21:20:16.410" v="940" actId="47"/>
        <pc:sldMkLst>
          <pc:docMk/>
          <pc:sldMk cId="96718987" sldId="320"/>
        </pc:sldMkLst>
      </pc:sldChg>
      <pc:sldChg chg="del">
        <pc:chgData name="Truskett, Harve A" userId="213d60ac-aef1-4d38-a1a1-cc3530dfbff5" providerId="ADAL" clId="{46A6D219-DC58-45E8-8D58-021ACE409CDA}" dt="2026-09-02T21:20:16.410" v="940" actId="47"/>
        <pc:sldMkLst>
          <pc:docMk/>
          <pc:sldMk cId="2112170543" sldId="337"/>
        </pc:sldMkLst>
      </pc:sldChg>
      <pc:sldChg chg="modSp del">
        <pc:chgData name="Truskett, Harve A" userId="213d60ac-aef1-4d38-a1a1-cc3530dfbff5" providerId="ADAL" clId="{46A6D219-DC58-45E8-8D58-021ACE409CDA}" dt="2026-09-02T21:20:25.796" v="941" actId="47"/>
        <pc:sldMkLst>
          <pc:docMk/>
          <pc:sldMk cId="873866013" sldId="338"/>
        </pc:sldMkLst>
      </pc:sldChg>
      <pc:sldChg chg="addSp modSp mod">
        <pc:chgData name="Truskett, Harve A" userId="213d60ac-aef1-4d38-a1a1-cc3530dfbff5" providerId="ADAL" clId="{46A6D219-DC58-45E8-8D58-021ACE409CDA}" dt="2026-09-02T21:35:08.634" v="1090" actId="20577"/>
        <pc:sldMkLst>
          <pc:docMk/>
          <pc:sldMk cId="3230303056" sldId="362"/>
        </pc:sldMkLst>
        <pc:spChg chg="mod">
          <ac:chgData name="Truskett, Harve A" userId="213d60ac-aef1-4d38-a1a1-cc3530dfbff5" providerId="ADAL" clId="{46A6D219-DC58-45E8-8D58-021ACE409CDA}" dt="2026-09-02T18:47:54.484" v="7" actId="1076"/>
          <ac:spMkLst>
            <pc:docMk/>
            <pc:sldMk cId="3230303056" sldId="362"/>
            <ac:spMk id="3" creationId="{00000000-0000-0000-0000-000000000000}"/>
          </ac:spMkLst>
        </pc:spChg>
        <pc:spChg chg="mod">
          <ac:chgData name="Truskett, Harve A" userId="213d60ac-aef1-4d38-a1a1-cc3530dfbff5" providerId="ADAL" clId="{46A6D219-DC58-45E8-8D58-021ACE409CDA}" dt="2026-09-02T18:47:48.382" v="6" actId="1076"/>
          <ac:spMkLst>
            <pc:docMk/>
            <pc:sldMk cId="3230303056" sldId="362"/>
            <ac:spMk id="10" creationId="{00000000-0000-0000-0000-000000000000}"/>
          </ac:spMkLst>
        </pc:spChg>
        <pc:spChg chg="add mod">
          <ac:chgData name="Truskett, Harve A" userId="213d60ac-aef1-4d38-a1a1-cc3530dfbff5" providerId="ADAL" clId="{46A6D219-DC58-45E8-8D58-021ACE409CDA}" dt="2026-09-02T21:35:08.634" v="1090" actId="20577"/>
          <ac:spMkLst>
            <pc:docMk/>
            <pc:sldMk cId="3230303056" sldId="362"/>
            <ac:spMk id="11" creationId="{21063B88-2D2A-CC53-57B9-FC0F7C75EE6F}"/>
          </ac:spMkLst>
        </pc:spChg>
        <pc:spChg chg="mod">
          <ac:chgData name="Truskett, Harve A" userId="213d60ac-aef1-4d38-a1a1-cc3530dfbff5" providerId="ADAL" clId="{46A6D219-DC58-45E8-8D58-021ACE409CDA}" dt="2026-09-02T20:39:42.025" v="503" actId="1076"/>
          <ac:spMkLst>
            <pc:docMk/>
            <pc:sldMk cId="3230303056" sldId="362"/>
            <ac:spMk id="15" creationId="{382AFB9C-8301-611C-838A-4AB6CBC43478}"/>
          </ac:spMkLst>
        </pc:spChg>
        <pc:grpChg chg="mod">
          <ac:chgData name="Truskett, Harve A" userId="213d60ac-aef1-4d38-a1a1-cc3530dfbff5" providerId="ADAL" clId="{46A6D219-DC58-45E8-8D58-021ACE409CDA}" dt="2026-09-02T18:48:07.374" v="8" actId="1076"/>
          <ac:grpSpMkLst>
            <pc:docMk/>
            <pc:sldMk cId="3230303056" sldId="362"/>
            <ac:grpSpMk id="13" creationId="{5329468C-3A20-88F0-FF82-6D18654EF764}"/>
          </ac:grpSpMkLst>
        </pc:grpChg>
      </pc:sldChg>
      <pc:sldChg chg="modSp ord">
        <pc:chgData name="Truskett, Harve A" userId="213d60ac-aef1-4d38-a1a1-cc3530dfbff5" providerId="ADAL" clId="{46A6D219-DC58-45E8-8D58-021ACE409CDA}" dt="2026-09-02T21:12:45.690" v="594"/>
        <pc:sldMkLst>
          <pc:docMk/>
          <pc:sldMk cId="4080417134" sldId="399"/>
        </pc:sldMkLst>
        <pc:spChg chg="mod">
          <ac:chgData name="Truskett, Harve A" userId="213d60ac-aef1-4d38-a1a1-cc3530dfbff5" providerId="ADAL" clId="{46A6D219-DC58-45E8-8D58-021ACE409CDA}" dt="2026-09-01T16:00:27.655" v="3"/>
          <ac:spMkLst>
            <pc:docMk/>
            <pc:sldMk cId="4080417134" sldId="399"/>
            <ac:spMk id="10241" creationId="{00000000-0000-0000-0000-000000000000}"/>
          </ac:spMkLst>
        </pc:spChg>
      </pc:sldChg>
      <pc:sldChg chg="add del setBg">
        <pc:chgData name="Truskett, Harve A" userId="213d60ac-aef1-4d38-a1a1-cc3530dfbff5" providerId="ADAL" clId="{46A6D219-DC58-45E8-8D58-021ACE409CDA}" dt="2026-09-03T18:53:34.781" v="1624" actId="47"/>
        <pc:sldMkLst>
          <pc:docMk/>
          <pc:sldMk cId="0" sldId="408"/>
        </pc:sldMkLst>
      </pc:sldChg>
      <pc:sldChg chg="add del setBg">
        <pc:chgData name="Truskett, Harve A" userId="213d60ac-aef1-4d38-a1a1-cc3530dfbff5" providerId="ADAL" clId="{46A6D219-DC58-45E8-8D58-021ACE409CDA}" dt="2026-09-03T18:53:34.781" v="1624" actId="47"/>
        <pc:sldMkLst>
          <pc:docMk/>
          <pc:sldMk cId="0" sldId="409"/>
        </pc:sldMkLst>
      </pc:sldChg>
      <pc:sldChg chg="add del setBg">
        <pc:chgData name="Truskett, Harve A" userId="213d60ac-aef1-4d38-a1a1-cc3530dfbff5" providerId="ADAL" clId="{46A6D219-DC58-45E8-8D58-021ACE409CDA}" dt="2026-09-03T18:53:34.781" v="1624" actId="47"/>
        <pc:sldMkLst>
          <pc:docMk/>
          <pc:sldMk cId="0" sldId="410"/>
        </pc:sldMkLst>
      </pc:sldChg>
      <pc:sldChg chg="delSp modSp mod ord">
        <pc:chgData name="Truskett, Harve A" userId="213d60ac-aef1-4d38-a1a1-cc3530dfbff5" providerId="ADAL" clId="{46A6D219-DC58-45E8-8D58-021ACE409CDA}" dt="2026-09-03T15:21:45.302" v="1586" actId="20577"/>
        <pc:sldMkLst>
          <pc:docMk/>
          <pc:sldMk cId="1450988573" sldId="510"/>
        </pc:sldMkLst>
        <pc:graphicFrameChg chg="modGraphic">
          <ac:chgData name="Truskett, Harve A" userId="213d60ac-aef1-4d38-a1a1-cc3530dfbff5" providerId="ADAL" clId="{46A6D219-DC58-45E8-8D58-021ACE409CDA}" dt="2026-09-03T15:21:45.302" v="1586" actId="20577"/>
          <ac:graphicFrameMkLst>
            <pc:docMk/>
            <pc:sldMk cId="1450988573" sldId="510"/>
            <ac:graphicFrameMk id="6" creationId="{40A204D0-B584-E66E-4786-7A03AB24E27E}"/>
          </ac:graphicFrameMkLst>
        </pc:graphicFrameChg>
      </pc:sldChg>
      <pc:sldChg chg="modSp mod modClrScheme chgLayout">
        <pc:chgData name="Truskett, Harve A" userId="213d60ac-aef1-4d38-a1a1-cc3530dfbff5" providerId="ADAL" clId="{46A6D219-DC58-45E8-8D58-021ACE409CDA}" dt="2026-09-03T18:40:11.940" v="1620" actId="20577"/>
        <pc:sldMkLst>
          <pc:docMk/>
          <pc:sldMk cId="4291716910" sldId="513"/>
        </pc:sldMkLst>
        <pc:spChg chg="mod">
          <ac:chgData name="Truskett, Harve A" userId="213d60ac-aef1-4d38-a1a1-cc3530dfbff5" providerId="ADAL" clId="{46A6D219-DC58-45E8-8D58-021ACE409CDA}" dt="2026-09-02T21:19:36.645" v="939" actId="26606"/>
          <ac:spMkLst>
            <pc:docMk/>
            <pc:sldMk cId="4291716910" sldId="513"/>
            <ac:spMk id="2" creationId="{16A70A21-F927-1578-33D6-9BE542B5E04E}"/>
          </ac:spMkLst>
        </pc:spChg>
        <pc:graphicFrameChg chg="mod modGraphic">
          <ac:chgData name="Truskett, Harve A" userId="213d60ac-aef1-4d38-a1a1-cc3530dfbff5" providerId="ADAL" clId="{46A6D219-DC58-45E8-8D58-021ACE409CDA}" dt="2026-09-03T18:40:11.940" v="1620" actId="20577"/>
          <ac:graphicFrameMkLst>
            <pc:docMk/>
            <pc:sldMk cId="4291716910" sldId="513"/>
            <ac:graphicFrameMk id="5" creationId="{1C0F59CF-956D-1647-44DF-405EAE60CFA1}"/>
          </ac:graphicFrameMkLst>
        </pc:graphicFrameChg>
      </pc:sldChg>
      <pc:sldChg chg="delSp modSp mod">
        <pc:chgData name="Truskett, Harve A" userId="213d60ac-aef1-4d38-a1a1-cc3530dfbff5" providerId="ADAL" clId="{46A6D219-DC58-45E8-8D58-021ACE409CDA}" dt="2026-09-03T18:52:54.845" v="1623" actId="20577"/>
        <pc:sldMkLst>
          <pc:docMk/>
          <pc:sldMk cId="434539221" sldId="514"/>
        </pc:sldMkLst>
        <pc:graphicFrameChg chg="mod modGraphic">
          <ac:chgData name="Truskett, Harve A" userId="213d60ac-aef1-4d38-a1a1-cc3530dfbff5" providerId="ADAL" clId="{46A6D219-DC58-45E8-8D58-021ACE409CDA}" dt="2026-09-03T18:52:54.845" v="1623" actId="20577"/>
          <ac:graphicFrameMkLst>
            <pc:docMk/>
            <pc:sldMk cId="434539221" sldId="514"/>
            <ac:graphicFrameMk id="80" creationId="{9808DD01-06EC-60F6-D5F4-B3401A1E1AA5}"/>
          </ac:graphicFrameMkLst>
        </pc:graphicFrameChg>
      </pc:sldChg>
      <pc:sldChg chg="addSp delSp modSp mod">
        <pc:chgData name="Truskett, Harve A" userId="213d60ac-aef1-4d38-a1a1-cc3530dfbff5" providerId="ADAL" clId="{46A6D219-DC58-45E8-8D58-021ACE409CDA}" dt="2026-09-02T20:34:37.951" v="502" actId="20577"/>
        <pc:sldMkLst>
          <pc:docMk/>
          <pc:sldMk cId="1564575091" sldId="516"/>
        </pc:sldMkLst>
        <pc:spChg chg="mod">
          <ac:chgData name="Truskett, Harve A" userId="213d60ac-aef1-4d38-a1a1-cc3530dfbff5" providerId="ADAL" clId="{46A6D219-DC58-45E8-8D58-021ACE409CDA}" dt="2026-09-02T20:34:37.951" v="502" actId="20577"/>
          <ac:spMkLst>
            <pc:docMk/>
            <pc:sldMk cId="1564575091" sldId="516"/>
            <ac:spMk id="2" creationId="{F680D2B0-96BD-E977-9DC1-759C0DC1C3EB}"/>
          </ac:spMkLst>
        </pc:spChg>
        <pc:spChg chg="del">
          <ac:chgData name="Truskett, Harve A" userId="213d60ac-aef1-4d38-a1a1-cc3530dfbff5" providerId="ADAL" clId="{46A6D219-DC58-45E8-8D58-021ACE409CDA}" dt="2026-09-02T20:33:23.077" v="446" actId="478"/>
          <ac:spMkLst>
            <pc:docMk/>
            <pc:sldMk cId="1564575091" sldId="516"/>
            <ac:spMk id="3" creationId="{1D79319A-B2CD-A451-8039-6A0B0F7D2FAE}"/>
          </ac:spMkLst>
        </pc:spChg>
        <pc:picChg chg="add del">
          <ac:chgData name="Truskett, Harve A" userId="213d60ac-aef1-4d38-a1a1-cc3530dfbff5" providerId="ADAL" clId="{46A6D219-DC58-45E8-8D58-021ACE409CDA}" dt="2026-09-02T20:33:14.411" v="445" actId="478"/>
          <ac:picMkLst>
            <pc:docMk/>
            <pc:sldMk cId="1564575091" sldId="516"/>
            <ac:picMk id="5" creationId="{2AB91BF7-EF9C-76BC-C271-851A91042780}"/>
          </ac:picMkLst>
        </pc:picChg>
      </pc:sldChg>
      <pc:sldChg chg="delSp modSp ord">
        <pc:chgData name="Truskett, Harve A" userId="213d60ac-aef1-4d38-a1a1-cc3530dfbff5" providerId="ADAL" clId="{46A6D219-DC58-45E8-8D58-021ACE409CDA}" dt="2026-09-02T21:07:31.598" v="550" actId="6549"/>
        <pc:sldMkLst>
          <pc:docMk/>
          <pc:sldMk cId="2400401689" sldId="517"/>
        </pc:sldMkLst>
        <pc:spChg chg="mod">
          <ac:chgData name="Truskett, Harve A" userId="213d60ac-aef1-4d38-a1a1-cc3530dfbff5" providerId="ADAL" clId="{46A6D219-DC58-45E8-8D58-021ACE409CDA}" dt="2026-09-02T21:07:31.598" v="550" actId="6549"/>
          <ac:spMkLst>
            <pc:docMk/>
            <pc:sldMk cId="2400401689" sldId="517"/>
            <ac:spMk id="5" creationId="{4F0C766E-04F1-A22D-437C-7C468F80B205}"/>
          </ac:spMkLst>
        </pc:spChg>
      </pc:sldChg>
      <pc:sldChg chg="modSp mod ord">
        <pc:chgData name="Truskett, Harve A" userId="213d60ac-aef1-4d38-a1a1-cc3530dfbff5" providerId="ADAL" clId="{46A6D219-DC58-45E8-8D58-021ACE409CDA}" dt="2026-09-02T21:12:45.690" v="594"/>
        <pc:sldMkLst>
          <pc:docMk/>
          <pc:sldMk cId="2393441871" sldId="518"/>
        </pc:sldMkLst>
        <pc:spChg chg="mod">
          <ac:chgData name="Truskett, Harve A" userId="213d60ac-aef1-4d38-a1a1-cc3530dfbff5" providerId="ADAL" clId="{46A6D219-DC58-45E8-8D58-021ACE409CDA}" dt="2026-09-02T20:46:41.447" v="509" actId="20577"/>
          <ac:spMkLst>
            <pc:docMk/>
            <pc:sldMk cId="2393441871" sldId="518"/>
            <ac:spMk id="2" creationId="{86D9A6D9-538F-394C-D133-7A8A929B146C}"/>
          </ac:spMkLst>
        </pc:spChg>
      </pc:sldChg>
      <pc:sldChg chg="delSp modSp mod ord">
        <pc:chgData name="Truskett, Harve A" userId="213d60ac-aef1-4d38-a1a1-cc3530dfbff5" providerId="ADAL" clId="{46A6D219-DC58-45E8-8D58-021ACE409CDA}" dt="2026-09-02T18:50:49.320" v="12"/>
        <pc:sldMkLst>
          <pc:docMk/>
          <pc:sldMk cId="277743610" sldId="519"/>
        </pc:sldMkLst>
        <pc:spChg chg="del mod">
          <ac:chgData name="Truskett, Harve A" userId="213d60ac-aef1-4d38-a1a1-cc3530dfbff5" providerId="ADAL" clId="{46A6D219-DC58-45E8-8D58-021ACE409CDA}" dt="2026-09-02T18:49:56.511" v="10" actId="478"/>
          <ac:spMkLst>
            <pc:docMk/>
            <pc:sldMk cId="277743610" sldId="519"/>
            <ac:spMk id="2" creationId="{B2935ABC-74FD-CACF-9F46-0976E3DDA506}"/>
          </ac:spMkLst>
        </pc:spChg>
      </pc:sldChg>
      <pc:sldChg chg="del">
        <pc:chgData name="Truskett, Harve A" userId="213d60ac-aef1-4d38-a1a1-cc3530dfbff5" providerId="ADAL" clId="{46A6D219-DC58-45E8-8D58-021ACE409CDA}" dt="2026-09-02T21:12:49.453" v="595" actId="47"/>
        <pc:sldMkLst>
          <pc:docMk/>
          <pc:sldMk cId="1829122433" sldId="520"/>
        </pc:sldMkLst>
      </pc:sldChg>
      <pc:sldChg chg="delSp add ord setBg">
        <pc:chgData name="Truskett, Harve A" userId="213d60ac-aef1-4d38-a1a1-cc3530dfbff5" providerId="ADAL" clId="{46A6D219-DC58-45E8-8D58-021ACE409CDA}" dt="2026-09-02T19:12:54.467" v="14"/>
        <pc:sldMkLst>
          <pc:docMk/>
          <pc:sldMk cId="2393972713" sldId="910"/>
        </pc:sldMkLst>
      </pc:sldChg>
      <pc:sldChg chg="delSp add del setBg delDesignElem">
        <pc:chgData name="Truskett, Harve A" userId="213d60ac-aef1-4d38-a1a1-cc3530dfbff5" providerId="ADAL" clId="{46A6D219-DC58-45E8-8D58-021ACE409CDA}" dt="2026-09-03T18:53:34.781" v="1624" actId="47"/>
        <pc:sldMkLst>
          <pc:docMk/>
          <pc:sldMk cId="313598091" sldId="917"/>
        </pc:sldMkLst>
        <pc:spChg chg="del">
          <ac:chgData name="Truskett, Harve A" userId="213d60ac-aef1-4d38-a1a1-cc3530dfbff5" providerId="ADAL" clId="{46A6D219-DC58-45E8-8D58-021ACE409CDA}" dt="2026-09-03T18:26:20.272" v="1618"/>
          <ac:spMkLst>
            <pc:docMk/>
            <pc:sldMk cId="313598091" sldId="917"/>
            <ac:spMk id="13" creationId="{09588DA8-065E-4F6F-8EFD-43104AB2E0CF}"/>
          </ac:spMkLst>
        </pc:spChg>
        <pc:spChg chg="del">
          <ac:chgData name="Truskett, Harve A" userId="213d60ac-aef1-4d38-a1a1-cc3530dfbff5" providerId="ADAL" clId="{46A6D219-DC58-45E8-8D58-021ACE409CDA}" dt="2026-09-03T18:26:20.272" v="1618"/>
          <ac:spMkLst>
            <pc:docMk/>
            <pc:sldMk cId="313598091" sldId="917"/>
            <ac:spMk id="15" creationId="{C4285719-470E-454C-AF62-8323075F1F5B}"/>
          </ac:spMkLst>
        </pc:spChg>
        <pc:spChg chg="del">
          <ac:chgData name="Truskett, Harve A" userId="213d60ac-aef1-4d38-a1a1-cc3530dfbff5" providerId="ADAL" clId="{46A6D219-DC58-45E8-8D58-021ACE409CDA}" dt="2026-09-03T18:26:20.272" v="1618"/>
          <ac:spMkLst>
            <pc:docMk/>
            <pc:sldMk cId="313598091" sldId="917"/>
            <ac:spMk id="17" creationId="{CD9FE4EF-C4D8-49A0-B2FF-81D8DB7D8A24}"/>
          </ac:spMkLst>
        </pc:spChg>
        <pc:spChg chg="del">
          <ac:chgData name="Truskett, Harve A" userId="213d60ac-aef1-4d38-a1a1-cc3530dfbff5" providerId="ADAL" clId="{46A6D219-DC58-45E8-8D58-021ACE409CDA}" dt="2026-09-03T18:26:20.272" v="1618"/>
          <ac:spMkLst>
            <pc:docMk/>
            <pc:sldMk cId="313598091" sldId="917"/>
            <ac:spMk id="19" creationId="{4300840D-0A0B-4512-BACA-B439D5B9C57C}"/>
          </ac:spMkLst>
        </pc:spChg>
        <pc:spChg chg="del">
          <ac:chgData name="Truskett, Harve A" userId="213d60ac-aef1-4d38-a1a1-cc3530dfbff5" providerId="ADAL" clId="{46A6D219-DC58-45E8-8D58-021ACE409CDA}" dt="2026-09-03T18:26:20.272" v="1618"/>
          <ac:spMkLst>
            <pc:docMk/>
            <pc:sldMk cId="313598091" sldId="917"/>
            <ac:spMk id="21" creationId="{D2B78728-A580-49A7-84F9-6EF6F583ADE0}"/>
          </ac:spMkLst>
        </pc:spChg>
        <pc:spChg chg="del">
          <ac:chgData name="Truskett, Harve A" userId="213d60ac-aef1-4d38-a1a1-cc3530dfbff5" providerId="ADAL" clId="{46A6D219-DC58-45E8-8D58-021ACE409CDA}" dt="2026-09-03T18:26:20.272" v="1618"/>
          <ac:spMkLst>
            <pc:docMk/>
            <pc:sldMk cId="313598091" sldId="917"/>
            <ac:spMk id="23" creationId="{38FAA1A1-D861-433F-88FA-1E9D6FD31D11}"/>
          </ac:spMkLst>
        </pc:spChg>
        <pc:spChg chg="del">
          <ac:chgData name="Truskett, Harve A" userId="213d60ac-aef1-4d38-a1a1-cc3530dfbff5" providerId="ADAL" clId="{46A6D219-DC58-45E8-8D58-021ACE409CDA}" dt="2026-09-03T18:26:20.272" v="1618"/>
          <ac:spMkLst>
            <pc:docMk/>
            <pc:sldMk cId="313598091" sldId="917"/>
            <ac:spMk id="25" creationId="{8D71EDA1-87BF-4D5D-AB79-F346FD19278A}"/>
          </ac:spMkLst>
        </pc:spChg>
      </pc:sldChg>
      <pc:sldChg chg="ord">
        <pc:chgData name="Truskett, Harve A" userId="213d60ac-aef1-4d38-a1a1-cc3530dfbff5" providerId="ADAL" clId="{46A6D219-DC58-45E8-8D58-021ACE409CDA}" dt="2026-09-02T19:12:54.467" v="14"/>
        <pc:sldMkLst>
          <pc:docMk/>
          <pc:sldMk cId="1627276628" sldId="918"/>
        </pc:sldMkLst>
      </pc:sldChg>
      <pc:sldChg chg="ord">
        <pc:chgData name="Truskett, Harve A" userId="213d60ac-aef1-4d38-a1a1-cc3530dfbff5" providerId="ADAL" clId="{46A6D219-DC58-45E8-8D58-021ACE409CDA}" dt="2026-09-02T19:12:54.467" v="14"/>
        <pc:sldMkLst>
          <pc:docMk/>
          <pc:sldMk cId="2983104180" sldId="919"/>
        </pc:sldMkLst>
      </pc:sldChg>
      <pc:sldChg chg="ord">
        <pc:chgData name="Truskett, Harve A" userId="213d60ac-aef1-4d38-a1a1-cc3530dfbff5" providerId="ADAL" clId="{46A6D219-DC58-45E8-8D58-021ACE409CDA}" dt="2026-09-02T19:12:54.467" v="14"/>
        <pc:sldMkLst>
          <pc:docMk/>
          <pc:sldMk cId="1796167887" sldId="920"/>
        </pc:sldMkLst>
      </pc:sldChg>
      <pc:sldChg chg="ord">
        <pc:chgData name="Truskett, Harve A" userId="213d60ac-aef1-4d38-a1a1-cc3530dfbff5" providerId="ADAL" clId="{46A6D219-DC58-45E8-8D58-021ACE409CDA}" dt="2026-09-02T19:12:54.467" v="14"/>
        <pc:sldMkLst>
          <pc:docMk/>
          <pc:sldMk cId="2381455291" sldId="925"/>
        </pc:sldMkLst>
      </pc:sldChg>
      <pc:sldChg chg="ord">
        <pc:chgData name="Truskett, Harve A" userId="213d60ac-aef1-4d38-a1a1-cc3530dfbff5" providerId="ADAL" clId="{46A6D219-DC58-45E8-8D58-021ACE409CDA}" dt="2026-09-02T19:12:54.467" v="14"/>
        <pc:sldMkLst>
          <pc:docMk/>
          <pc:sldMk cId="247556762" sldId="927"/>
        </pc:sldMkLst>
      </pc:sldChg>
      <pc:sldChg chg="ord">
        <pc:chgData name="Truskett, Harve A" userId="213d60ac-aef1-4d38-a1a1-cc3530dfbff5" providerId="ADAL" clId="{46A6D219-DC58-45E8-8D58-021ACE409CDA}" dt="2026-09-02T19:12:54.467" v="14"/>
        <pc:sldMkLst>
          <pc:docMk/>
          <pc:sldMk cId="3249271253" sldId="929"/>
        </pc:sldMkLst>
      </pc:sldChg>
      <pc:sldChg chg="ord">
        <pc:chgData name="Truskett, Harve A" userId="213d60ac-aef1-4d38-a1a1-cc3530dfbff5" providerId="ADAL" clId="{46A6D219-DC58-45E8-8D58-021ACE409CDA}" dt="2026-09-02T19:12:54.467" v="14"/>
        <pc:sldMkLst>
          <pc:docMk/>
          <pc:sldMk cId="2491487177" sldId="930"/>
        </pc:sldMkLst>
      </pc:sldChg>
      <pc:sldChg chg="ord">
        <pc:chgData name="Truskett, Harve A" userId="213d60ac-aef1-4d38-a1a1-cc3530dfbff5" providerId="ADAL" clId="{46A6D219-DC58-45E8-8D58-021ACE409CDA}" dt="2026-09-02T19:12:54.467" v="14"/>
        <pc:sldMkLst>
          <pc:docMk/>
          <pc:sldMk cId="4150008844" sldId="932"/>
        </pc:sldMkLst>
      </pc:sldChg>
      <pc:sldChg chg="ord">
        <pc:chgData name="Truskett, Harve A" userId="213d60ac-aef1-4d38-a1a1-cc3530dfbff5" providerId="ADAL" clId="{46A6D219-DC58-45E8-8D58-021ACE409CDA}" dt="2026-09-02T19:12:54.467" v="14"/>
        <pc:sldMkLst>
          <pc:docMk/>
          <pc:sldMk cId="2961406245" sldId="933"/>
        </pc:sldMkLst>
      </pc:sldChg>
      <pc:sldChg chg="ord">
        <pc:chgData name="Truskett, Harve A" userId="213d60ac-aef1-4d38-a1a1-cc3530dfbff5" providerId="ADAL" clId="{46A6D219-DC58-45E8-8D58-021ACE409CDA}" dt="2026-09-02T19:12:54.467" v="14"/>
        <pc:sldMkLst>
          <pc:docMk/>
          <pc:sldMk cId="3327446513" sldId="934"/>
        </pc:sldMkLst>
      </pc:sldChg>
      <pc:sldChg chg="ord">
        <pc:chgData name="Truskett, Harve A" userId="213d60ac-aef1-4d38-a1a1-cc3530dfbff5" providerId="ADAL" clId="{46A6D219-DC58-45E8-8D58-021ACE409CDA}" dt="2026-09-02T19:12:54.467" v="14"/>
        <pc:sldMkLst>
          <pc:docMk/>
          <pc:sldMk cId="1152044652" sldId="935"/>
        </pc:sldMkLst>
      </pc:sldChg>
      <pc:sldChg chg="ord">
        <pc:chgData name="Truskett, Harve A" userId="213d60ac-aef1-4d38-a1a1-cc3530dfbff5" providerId="ADAL" clId="{46A6D219-DC58-45E8-8D58-021ACE409CDA}" dt="2026-09-02T19:12:54.467" v="14"/>
        <pc:sldMkLst>
          <pc:docMk/>
          <pc:sldMk cId="3097929871" sldId="936"/>
        </pc:sldMkLst>
      </pc:sldChg>
      <pc:sldChg chg="ord">
        <pc:chgData name="Truskett, Harve A" userId="213d60ac-aef1-4d38-a1a1-cc3530dfbff5" providerId="ADAL" clId="{46A6D219-DC58-45E8-8D58-021ACE409CDA}" dt="2026-09-02T19:12:54.467" v="14"/>
        <pc:sldMkLst>
          <pc:docMk/>
          <pc:sldMk cId="654111816" sldId="937"/>
        </pc:sldMkLst>
      </pc:sldChg>
      <pc:sldChg chg="ord">
        <pc:chgData name="Truskett, Harve A" userId="213d60ac-aef1-4d38-a1a1-cc3530dfbff5" providerId="ADAL" clId="{46A6D219-DC58-45E8-8D58-021ACE409CDA}" dt="2026-09-02T19:12:54.467" v="14"/>
        <pc:sldMkLst>
          <pc:docMk/>
          <pc:sldMk cId="2552259007" sldId="938"/>
        </pc:sldMkLst>
      </pc:sldChg>
      <pc:sldChg chg="ord">
        <pc:chgData name="Truskett, Harve A" userId="213d60ac-aef1-4d38-a1a1-cc3530dfbff5" providerId="ADAL" clId="{46A6D219-DC58-45E8-8D58-021ACE409CDA}" dt="2026-09-02T19:12:54.467" v="14"/>
        <pc:sldMkLst>
          <pc:docMk/>
          <pc:sldMk cId="988563898" sldId="939"/>
        </pc:sldMkLst>
      </pc:sldChg>
      <pc:sldChg chg="modSp ord">
        <pc:chgData name="Truskett, Harve A" userId="213d60ac-aef1-4d38-a1a1-cc3530dfbff5" providerId="ADAL" clId="{46A6D219-DC58-45E8-8D58-021ACE409CDA}" dt="2026-09-02T19:28:34.937" v="16" actId="20577"/>
        <pc:sldMkLst>
          <pc:docMk/>
          <pc:sldMk cId="1496881380" sldId="946"/>
        </pc:sldMkLst>
        <pc:spChg chg="mod">
          <ac:chgData name="Truskett, Harve A" userId="213d60ac-aef1-4d38-a1a1-cc3530dfbff5" providerId="ADAL" clId="{46A6D219-DC58-45E8-8D58-021ACE409CDA}" dt="2026-09-02T19:28:34.937" v="16" actId="20577"/>
          <ac:spMkLst>
            <pc:docMk/>
            <pc:sldMk cId="1496881380" sldId="946"/>
            <ac:spMk id="6" creationId="{428F3435-AC2E-C372-6EF4-A71DBBBF0075}"/>
          </ac:spMkLst>
        </pc:spChg>
      </pc:sldChg>
      <pc:sldChg chg="ord">
        <pc:chgData name="Truskett, Harve A" userId="213d60ac-aef1-4d38-a1a1-cc3530dfbff5" providerId="ADAL" clId="{46A6D219-DC58-45E8-8D58-021ACE409CDA}" dt="2026-09-02T19:12:54.467" v="14"/>
        <pc:sldMkLst>
          <pc:docMk/>
          <pc:sldMk cId="2436559029" sldId="947"/>
        </pc:sldMkLst>
      </pc:sldChg>
      <pc:sldChg chg="ord">
        <pc:chgData name="Truskett, Harve A" userId="213d60ac-aef1-4d38-a1a1-cc3530dfbff5" providerId="ADAL" clId="{46A6D219-DC58-45E8-8D58-021ACE409CDA}" dt="2026-09-02T19:12:54.467" v="14"/>
        <pc:sldMkLst>
          <pc:docMk/>
          <pc:sldMk cId="1460881277" sldId="948"/>
        </pc:sldMkLst>
      </pc:sldChg>
      <pc:sldChg chg="ord">
        <pc:chgData name="Truskett, Harve A" userId="213d60ac-aef1-4d38-a1a1-cc3530dfbff5" providerId="ADAL" clId="{46A6D219-DC58-45E8-8D58-021ACE409CDA}" dt="2026-09-02T19:12:54.467" v="14"/>
        <pc:sldMkLst>
          <pc:docMk/>
          <pc:sldMk cId="2696624395" sldId="949"/>
        </pc:sldMkLst>
      </pc:sldChg>
      <pc:sldChg chg="ord">
        <pc:chgData name="Truskett, Harve A" userId="213d60ac-aef1-4d38-a1a1-cc3530dfbff5" providerId="ADAL" clId="{46A6D219-DC58-45E8-8D58-021ACE409CDA}" dt="2026-09-02T19:12:54.467" v="14"/>
        <pc:sldMkLst>
          <pc:docMk/>
          <pc:sldMk cId="4283673646" sldId="950"/>
        </pc:sldMkLst>
      </pc:sldChg>
      <pc:sldChg chg="ord">
        <pc:chgData name="Truskett, Harve A" userId="213d60ac-aef1-4d38-a1a1-cc3530dfbff5" providerId="ADAL" clId="{46A6D219-DC58-45E8-8D58-021ACE409CDA}" dt="2026-09-02T19:12:54.467" v="14"/>
        <pc:sldMkLst>
          <pc:docMk/>
          <pc:sldMk cId="236958056" sldId="951"/>
        </pc:sldMkLst>
      </pc:sldChg>
      <pc:sldChg chg="ord">
        <pc:chgData name="Truskett, Harve A" userId="213d60ac-aef1-4d38-a1a1-cc3530dfbff5" providerId="ADAL" clId="{46A6D219-DC58-45E8-8D58-021ACE409CDA}" dt="2026-09-02T19:12:54.467" v="14"/>
        <pc:sldMkLst>
          <pc:docMk/>
          <pc:sldMk cId="3428261988" sldId="952"/>
        </pc:sldMkLst>
      </pc:sldChg>
      <pc:sldChg chg="ord">
        <pc:chgData name="Truskett, Harve A" userId="213d60ac-aef1-4d38-a1a1-cc3530dfbff5" providerId="ADAL" clId="{46A6D219-DC58-45E8-8D58-021ACE409CDA}" dt="2026-09-02T19:12:54.467" v="14"/>
        <pc:sldMkLst>
          <pc:docMk/>
          <pc:sldMk cId="3277661704" sldId="953"/>
        </pc:sldMkLst>
      </pc:sldChg>
      <pc:sldChg chg="ord">
        <pc:chgData name="Truskett, Harve A" userId="213d60ac-aef1-4d38-a1a1-cc3530dfbff5" providerId="ADAL" clId="{46A6D219-DC58-45E8-8D58-021ACE409CDA}" dt="2026-09-02T19:12:54.467" v="14"/>
        <pc:sldMkLst>
          <pc:docMk/>
          <pc:sldMk cId="2732430795" sldId="954"/>
        </pc:sldMkLst>
      </pc:sldChg>
      <pc:sldChg chg="ord">
        <pc:chgData name="Truskett, Harve A" userId="213d60ac-aef1-4d38-a1a1-cc3530dfbff5" providerId="ADAL" clId="{46A6D219-DC58-45E8-8D58-021ACE409CDA}" dt="2026-09-02T19:12:54.467" v="14"/>
        <pc:sldMkLst>
          <pc:docMk/>
          <pc:sldMk cId="144003685" sldId="955"/>
        </pc:sldMkLst>
      </pc:sldChg>
      <pc:sldChg chg="ord">
        <pc:chgData name="Truskett, Harve A" userId="213d60ac-aef1-4d38-a1a1-cc3530dfbff5" providerId="ADAL" clId="{46A6D219-DC58-45E8-8D58-021ACE409CDA}" dt="2026-09-02T19:12:54.467" v="14"/>
        <pc:sldMkLst>
          <pc:docMk/>
          <pc:sldMk cId="4093817735" sldId="956"/>
        </pc:sldMkLst>
      </pc:sldChg>
      <pc:sldChg chg="ord">
        <pc:chgData name="Truskett, Harve A" userId="213d60ac-aef1-4d38-a1a1-cc3530dfbff5" providerId="ADAL" clId="{46A6D219-DC58-45E8-8D58-021ACE409CDA}" dt="2026-09-02T19:12:54.467" v="14"/>
        <pc:sldMkLst>
          <pc:docMk/>
          <pc:sldMk cId="1945014998" sldId="957"/>
        </pc:sldMkLst>
      </pc:sldChg>
      <pc:sldChg chg="modSp add ord">
        <pc:chgData name="Truskett, Harve A" userId="213d60ac-aef1-4d38-a1a1-cc3530dfbff5" providerId="ADAL" clId="{46A6D219-DC58-45E8-8D58-021ACE409CDA}" dt="2026-09-02T19:12:54.467" v="14"/>
        <pc:sldMkLst>
          <pc:docMk/>
          <pc:sldMk cId="26400165" sldId="958"/>
        </pc:sldMkLst>
        <pc:spChg chg="mod">
          <ac:chgData name="Truskett, Harve A" userId="213d60ac-aef1-4d38-a1a1-cc3530dfbff5" providerId="ADAL" clId="{46A6D219-DC58-45E8-8D58-021ACE409CDA}" dt="2026-09-01T16:00:27.655" v="3"/>
          <ac:spMkLst>
            <pc:docMk/>
            <pc:sldMk cId="26400165" sldId="958"/>
            <ac:spMk id="2" creationId="{4A2F53E2-111E-7CAF-0EBB-E86DB20C2272}"/>
          </ac:spMkLst>
        </pc:spChg>
      </pc:sldChg>
      <pc:sldChg chg="add ord">
        <pc:chgData name="Truskett, Harve A" userId="213d60ac-aef1-4d38-a1a1-cc3530dfbff5" providerId="ADAL" clId="{46A6D219-DC58-45E8-8D58-021ACE409CDA}" dt="2026-09-02T19:35:22.740" v="19"/>
        <pc:sldMkLst>
          <pc:docMk/>
          <pc:sldMk cId="2437749707" sldId="959"/>
        </pc:sldMkLst>
      </pc:sldChg>
      <pc:sldChg chg="addSp delSp modSp new mod">
        <pc:chgData name="Truskett, Harve A" userId="213d60ac-aef1-4d38-a1a1-cc3530dfbff5" providerId="ADAL" clId="{46A6D219-DC58-45E8-8D58-021ACE409CDA}" dt="2026-09-02T20:24:39.449" v="309" actId="22"/>
        <pc:sldMkLst>
          <pc:docMk/>
          <pc:sldMk cId="3490837867" sldId="960"/>
        </pc:sldMkLst>
        <pc:spChg chg="mod">
          <ac:chgData name="Truskett, Harve A" userId="213d60ac-aef1-4d38-a1a1-cc3530dfbff5" providerId="ADAL" clId="{46A6D219-DC58-45E8-8D58-021ACE409CDA}" dt="2026-09-02T20:04:49.786" v="41" actId="20577"/>
          <ac:spMkLst>
            <pc:docMk/>
            <pc:sldMk cId="3490837867" sldId="960"/>
            <ac:spMk id="2" creationId="{E14FE712-3AD2-A64E-8507-14F74B87B53C}"/>
          </ac:spMkLst>
        </pc:spChg>
        <pc:spChg chg="del">
          <ac:chgData name="Truskett, Harve A" userId="213d60ac-aef1-4d38-a1a1-cc3530dfbff5" providerId="ADAL" clId="{46A6D219-DC58-45E8-8D58-021ACE409CDA}" dt="2026-09-02T20:04:35.990" v="27"/>
          <ac:spMkLst>
            <pc:docMk/>
            <pc:sldMk cId="3490837867" sldId="960"/>
            <ac:spMk id="3" creationId="{FB821C35-295E-639D-9248-0F438B844F48}"/>
          </ac:spMkLst>
        </pc:spChg>
        <pc:spChg chg="add del">
          <ac:chgData name="Truskett, Harve A" userId="213d60ac-aef1-4d38-a1a1-cc3530dfbff5" providerId="ADAL" clId="{46A6D219-DC58-45E8-8D58-021ACE409CDA}" dt="2026-09-02T20:24:39.449" v="309" actId="22"/>
          <ac:spMkLst>
            <pc:docMk/>
            <pc:sldMk cId="3490837867" sldId="960"/>
            <ac:spMk id="7" creationId="{F4D27881-7299-1210-E2C1-F553F4B8CE4A}"/>
          </ac:spMkLst>
        </pc:spChg>
        <pc:picChg chg="add mod ord">
          <ac:chgData name="Truskett, Harve A" userId="213d60ac-aef1-4d38-a1a1-cc3530dfbff5" providerId="ADAL" clId="{46A6D219-DC58-45E8-8D58-021ACE409CDA}" dt="2026-09-02T20:04:35.990" v="27"/>
          <ac:picMkLst>
            <pc:docMk/>
            <pc:sldMk cId="3490837867" sldId="960"/>
            <ac:picMk id="5" creationId="{23EB20D1-05C5-9C1F-C38B-1ABD64AA3E82}"/>
          </ac:picMkLst>
        </pc:picChg>
      </pc:sldChg>
      <pc:sldChg chg="addSp modSp add mod setBg">
        <pc:chgData name="Truskett, Harve A" userId="213d60ac-aef1-4d38-a1a1-cc3530dfbff5" providerId="ADAL" clId="{46A6D219-DC58-45E8-8D58-021ACE409CDA}" dt="2026-09-02T20:25:34.277" v="327" actId="255"/>
        <pc:sldMkLst>
          <pc:docMk/>
          <pc:sldMk cId="2143612629" sldId="962"/>
        </pc:sldMkLst>
        <pc:spChg chg="add mod">
          <ac:chgData name="Truskett, Harve A" userId="213d60ac-aef1-4d38-a1a1-cc3530dfbff5" providerId="ADAL" clId="{46A6D219-DC58-45E8-8D58-021ACE409CDA}" dt="2026-09-02T20:25:34.277" v="327" actId="255"/>
          <ac:spMkLst>
            <pc:docMk/>
            <pc:sldMk cId="2143612629" sldId="962"/>
            <ac:spMk id="2" creationId="{698D19B7-D1A7-36AD-8928-887E930B24F3}"/>
          </ac:spMkLst>
        </pc:spChg>
      </pc:sldChg>
      <pc:sldChg chg="addSp delSp modSp add mod setBg">
        <pc:chgData name="Truskett, Harve A" userId="213d60ac-aef1-4d38-a1a1-cc3530dfbff5" providerId="ADAL" clId="{46A6D219-DC58-45E8-8D58-021ACE409CDA}" dt="2026-09-03T18:25:30.965" v="1616" actId="22"/>
        <pc:sldMkLst>
          <pc:docMk/>
          <pc:sldMk cId="656665811" sldId="963"/>
        </pc:sldMkLst>
        <pc:spChg chg="mod">
          <ac:chgData name="Truskett, Harve A" userId="213d60ac-aef1-4d38-a1a1-cc3530dfbff5" providerId="ADAL" clId="{46A6D219-DC58-45E8-8D58-021ACE409CDA}" dt="2026-09-02T20:27:01.477" v="440" actId="20577"/>
          <ac:spMkLst>
            <pc:docMk/>
            <pc:sldMk cId="656665811" sldId="963"/>
            <ac:spMk id="2" creationId="{D1CC6E8E-E1B7-40D1-7876-EF93810FDA32}"/>
          </ac:spMkLst>
        </pc:spChg>
        <pc:spChg chg="del">
          <ac:chgData name="Truskett, Harve A" userId="213d60ac-aef1-4d38-a1a1-cc3530dfbff5" providerId="ADAL" clId="{46A6D219-DC58-45E8-8D58-021ACE409CDA}" dt="2026-09-02T20:27:19.064" v="443" actId="478"/>
          <ac:spMkLst>
            <pc:docMk/>
            <pc:sldMk cId="656665811" sldId="963"/>
            <ac:spMk id="3" creationId="{4314F49B-A0C7-3A0B-A9CF-BE3CA13566AF}"/>
          </ac:spMkLst>
        </pc:spChg>
        <pc:spChg chg="add del">
          <ac:chgData name="Truskett, Harve A" userId="213d60ac-aef1-4d38-a1a1-cc3530dfbff5" providerId="ADAL" clId="{46A6D219-DC58-45E8-8D58-021ACE409CDA}" dt="2026-09-03T18:25:30.965" v="1616" actId="22"/>
          <ac:spMkLst>
            <pc:docMk/>
            <pc:sldMk cId="656665811" sldId="963"/>
            <ac:spMk id="4" creationId="{6C2CDC86-BCCD-7943-70D3-7F925BF305B0}"/>
          </ac:spMkLst>
        </pc:spChg>
        <pc:picChg chg="add del">
          <ac:chgData name="Truskett, Harve A" userId="213d60ac-aef1-4d38-a1a1-cc3530dfbff5" providerId="ADAL" clId="{46A6D219-DC58-45E8-8D58-021ACE409CDA}" dt="2026-09-02T20:27:14.909" v="442" actId="478"/>
          <ac:picMkLst>
            <pc:docMk/>
            <pc:sldMk cId="656665811" sldId="963"/>
            <ac:picMk id="5" creationId="{6ECFEB05-17D1-EB2F-2CE2-A6C778ED5009}"/>
          </ac:picMkLst>
        </pc:picChg>
      </pc:sldChg>
      <pc:sldChg chg="modSp add mod setBg">
        <pc:chgData name="Truskett, Harve A" userId="213d60ac-aef1-4d38-a1a1-cc3530dfbff5" providerId="ADAL" clId="{46A6D219-DC58-45E8-8D58-021ACE409CDA}" dt="2026-09-03T15:22:18.792" v="1614" actId="20577"/>
        <pc:sldMkLst>
          <pc:docMk/>
          <pc:sldMk cId="2603493929" sldId="964"/>
        </pc:sldMkLst>
        <pc:spChg chg="mod">
          <ac:chgData name="Truskett, Harve A" userId="213d60ac-aef1-4d38-a1a1-cc3530dfbff5" providerId="ADAL" clId="{46A6D219-DC58-45E8-8D58-021ACE409CDA}" dt="2026-09-03T15:22:18.792" v="1614" actId="20577"/>
          <ac:spMkLst>
            <pc:docMk/>
            <pc:sldMk cId="2603493929" sldId="964"/>
            <ac:spMk id="2" creationId="{333AFA92-E64B-A23F-22A7-442BD6AFCA5E}"/>
          </ac:spMkLst>
        </pc:spChg>
      </pc:sldChg>
      <pc:sldChg chg="addSp delSp modSp new mod modClrScheme chgLayout">
        <pc:chgData name="Truskett, Harve A" userId="213d60ac-aef1-4d38-a1a1-cc3530dfbff5" providerId="ADAL" clId="{46A6D219-DC58-45E8-8D58-021ACE409CDA}" dt="2026-09-03T15:16:48.849" v="1416" actId="20577"/>
        <pc:sldMkLst>
          <pc:docMk/>
          <pc:sldMk cId="2861641456" sldId="965"/>
        </pc:sldMkLst>
        <pc:spChg chg="mod">
          <ac:chgData name="Truskett, Harve A" userId="213d60ac-aef1-4d38-a1a1-cc3530dfbff5" providerId="ADAL" clId="{46A6D219-DC58-45E8-8D58-021ACE409CDA}" dt="2026-09-03T15:16:45.807" v="1414" actId="26606"/>
          <ac:spMkLst>
            <pc:docMk/>
            <pc:sldMk cId="2861641456" sldId="965"/>
            <ac:spMk id="2" creationId="{6A12A638-8F84-3EA8-049B-08E3FE618953}"/>
          </ac:spMkLst>
        </pc:spChg>
        <pc:spChg chg="del mod">
          <ac:chgData name="Truskett, Harve A" userId="213d60ac-aef1-4d38-a1a1-cc3530dfbff5" providerId="ADAL" clId="{46A6D219-DC58-45E8-8D58-021ACE409CDA}" dt="2026-09-03T15:16:45.807" v="1414" actId="26606"/>
          <ac:spMkLst>
            <pc:docMk/>
            <pc:sldMk cId="2861641456" sldId="965"/>
            <ac:spMk id="3" creationId="{3A2FD32D-331A-C73E-460E-87B04DC77647}"/>
          </ac:spMkLst>
        </pc:spChg>
        <pc:graphicFrameChg chg="add mod modGraphic">
          <ac:chgData name="Truskett, Harve A" userId="213d60ac-aef1-4d38-a1a1-cc3530dfbff5" providerId="ADAL" clId="{46A6D219-DC58-45E8-8D58-021ACE409CDA}" dt="2026-09-03T15:16:48.849" v="1416" actId="20577"/>
          <ac:graphicFrameMkLst>
            <pc:docMk/>
            <pc:sldMk cId="2861641456" sldId="965"/>
            <ac:graphicFrameMk id="5" creationId="{A35ED958-9EA7-FC43-61C9-FF5C1A07CE64}"/>
          </ac:graphicFrameMkLst>
        </pc:graphicFrameChg>
      </pc:sldChg>
      <pc:sldMasterChg chg="delSldLayout">
        <pc:chgData name="Truskett, Harve A" userId="213d60ac-aef1-4d38-a1a1-cc3530dfbff5" providerId="ADAL" clId="{46A6D219-DC58-45E8-8D58-021ACE409CDA}" dt="2026-09-03T18:53:34.781" v="1624" actId="47"/>
        <pc:sldMasterMkLst>
          <pc:docMk/>
          <pc:sldMasterMk cId="3180278689" sldId="2147483780"/>
        </pc:sldMasterMkLst>
        <pc:sldLayoutChg chg="del">
          <pc:chgData name="Truskett, Harve A" userId="213d60ac-aef1-4d38-a1a1-cc3530dfbff5" providerId="ADAL" clId="{46A6D219-DC58-45E8-8D58-021ACE409CDA}" dt="2026-09-02T21:20:16.410" v="940" actId="47"/>
          <pc:sldLayoutMkLst>
            <pc:docMk/>
            <pc:sldMasterMk cId="3180278689" sldId="2147483780"/>
            <pc:sldLayoutMk cId="2153744940" sldId="2147483810"/>
          </pc:sldLayoutMkLst>
        </pc:sldLayoutChg>
        <pc:sldLayoutChg chg="del">
          <pc:chgData name="Truskett, Harve A" userId="213d60ac-aef1-4d38-a1a1-cc3530dfbff5" providerId="ADAL" clId="{46A6D219-DC58-45E8-8D58-021ACE409CDA}" dt="2026-09-03T18:53:34.781" v="1624" actId="47"/>
          <pc:sldLayoutMkLst>
            <pc:docMk/>
            <pc:sldMasterMk cId="3180278689" sldId="2147483780"/>
            <pc:sldLayoutMk cId="2775631846" sldId="2147483825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#1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25412F-F788-4604-9E52-0E309BE8B778}" type="doc">
      <dgm:prSet loTypeId="urn:microsoft.com/office/officeart/2005/8/layout/vList2" loCatId="list" qsTypeId="urn:microsoft.com/office/officeart/2005/8/quickstyle/simple1#8" qsCatId="simple" csTypeId="urn:microsoft.com/office/officeart/2005/8/colors/colorful2#2" csCatId="colorful" phldr="1"/>
      <dgm:spPr/>
      <dgm:t>
        <a:bodyPr/>
        <a:lstStyle/>
        <a:p>
          <a:endParaRPr lang="en-US"/>
        </a:p>
      </dgm:t>
    </dgm:pt>
    <dgm:pt modelId="{58428EE7-8232-4E5D-9993-83B24C526ED9}">
      <dgm:prSet/>
      <dgm:spPr/>
      <dgm:t>
        <a:bodyPr/>
        <a:lstStyle/>
        <a:p>
          <a:r>
            <a:rPr lang="en-US" dirty="0"/>
            <a:t>Introduction to the Closed Memo</a:t>
          </a:r>
        </a:p>
      </dgm:t>
    </dgm:pt>
    <dgm:pt modelId="{7BD04D09-F7B4-4CB4-ADEB-F9041F86C94F}" type="parTrans" cxnId="{CF7151B6-6ACB-48A6-9D01-DBE0D19F8CB9}">
      <dgm:prSet/>
      <dgm:spPr/>
      <dgm:t>
        <a:bodyPr/>
        <a:lstStyle/>
        <a:p>
          <a:endParaRPr lang="en-US"/>
        </a:p>
      </dgm:t>
    </dgm:pt>
    <dgm:pt modelId="{A3DE364C-5E3E-4D99-AADE-5007B91BDFC2}" type="sibTrans" cxnId="{CF7151B6-6ACB-48A6-9D01-DBE0D19F8CB9}">
      <dgm:prSet/>
      <dgm:spPr/>
      <dgm:t>
        <a:bodyPr/>
        <a:lstStyle/>
        <a:p>
          <a:endParaRPr lang="en-US"/>
        </a:p>
      </dgm:t>
    </dgm:pt>
    <dgm:pt modelId="{B15CBD24-CB42-432D-B86A-E8A621780CAA}">
      <dgm:prSet/>
      <dgm:spPr/>
      <dgm:t>
        <a:bodyPr/>
        <a:lstStyle/>
        <a:p>
          <a:r>
            <a:rPr lang="en-US" dirty="0"/>
            <a:t>Communicating Legal Analysis in Writing – IRAC &amp; CREAC</a:t>
          </a:r>
        </a:p>
      </dgm:t>
    </dgm:pt>
    <dgm:pt modelId="{1E08F3EC-C8FD-4613-B1A3-152C13636A78}" type="parTrans" cxnId="{6D8A03A8-AF55-40AA-9AEA-A65E623A5F7C}">
      <dgm:prSet/>
      <dgm:spPr/>
      <dgm:t>
        <a:bodyPr/>
        <a:lstStyle/>
        <a:p>
          <a:endParaRPr lang="en-US"/>
        </a:p>
      </dgm:t>
    </dgm:pt>
    <dgm:pt modelId="{74BD007E-AB6B-425B-B73C-270958A49AB6}" type="sibTrans" cxnId="{6D8A03A8-AF55-40AA-9AEA-A65E623A5F7C}">
      <dgm:prSet/>
      <dgm:spPr/>
      <dgm:t>
        <a:bodyPr/>
        <a:lstStyle/>
        <a:p>
          <a:endParaRPr lang="en-US"/>
        </a:p>
      </dgm:t>
    </dgm:pt>
    <dgm:pt modelId="{79DBD08D-D86F-462C-B969-E44454D1FFF6}">
      <dgm:prSet/>
      <dgm:spPr/>
      <dgm:t>
        <a:bodyPr/>
        <a:lstStyle/>
        <a:p>
          <a:r>
            <a:rPr lang="en-US" dirty="0"/>
            <a:t>Fox/Mustafa/Sobin</a:t>
          </a:r>
        </a:p>
      </dgm:t>
    </dgm:pt>
    <dgm:pt modelId="{36554978-596C-4EBA-A81E-D9F6F776DE3F}" type="parTrans" cxnId="{8C354654-6286-454C-82F1-985F8F73A9C3}">
      <dgm:prSet/>
      <dgm:spPr/>
      <dgm:t>
        <a:bodyPr/>
        <a:lstStyle/>
        <a:p>
          <a:endParaRPr lang="en-US"/>
        </a:p>
      </dgm:t>
    </dgm:pt>
    <dgm:pt modelId="{64DE43B5-C9E8-4AF1-9D3F-4DAA34689522}" type="sibTrans" cxnId="{8C354654-6286-454C-82F1-985F8F73A9C3}">
      <dgm:prSet/>
      <dgm:spPr/>
      <dgm:t>
        <a:bodyPr/>
        <a:lstStyle/>
        <a:p>
          <a:endParaRPr lang="en-US"/>
        </a:p>
      </dgm:t>
    </dgm:pt>
    <dgm:pt modelId="{A12B4ADA-D87F-4675-98B2-C88BE58DD94E}">
      <dgm:prSet phldrT="[Text]" phldr="0"/>
      <dgm:spPr/>
      <dgm:t>
        <a:bodyPr/>
        <a:lstStyle/>
        <a:p>
          <a:r>
            <a:rPr lang="en-US" dirty="0"/>
            <a:t>Yonc</a:t>
          </a:r>
          <a:r>
            <a:rPr lang="en-US" dirty="0">
              <a:latin typeface="+mj-lt"/>
              <a:ea typeface="+mj-ea"/>
              <a:cs typeface="+mj-cs"/>
            </a:rPr>
            <a:t>é Law Group Presentations</a:t>
          </a:r>
          <a:endParaRPr lang="en-US" dirty="0"/>
        </a:p>
      </dgm:t>
    </dgm:pt>
    <dgm:pt modelId="{B78AB09C-483E-4BF9-9582-965B36A24EF2}" type="parTrans" cxnId="{1074F895-5B98-4975-9846-BD5D1A95E76C}">
      <dgm:prSet/>
      <dgm:spPr/>
      <dgm:t>
        <a:bodyPr/>
        <a:lstStyle/>
        <a:p>
          <a:endParaRPr lang="en-US"/>
        </a:p>
      </dgm:t>
    </dgm:pt>
    <dgm:pt modelId="{C069F9B3-478D-4FAF-8862-FC6DECE0FDE2}" type="sibTrans" cxnId="{1074F895-5B98-4975-9846-BD5D1A95E76C}">
      <dgm:prSet/>
      <dgm:spPr/>
      <dgm:t>
        <a:bodyPr/>
        <a:lstStyle/>
        <a:p>
          <a:endParaRPr lang="en-US"/>
        </a:p>
      </dgm:t>
    </dgm:pt>
    <dgm:pt modelId="{5155CD4D-54DD-46DD-A197-F288C521E3AA}">
      <dgm:prSet phldrT="[Text]" phldr="0"/>
      <dgm:spPr/>
      <dgm:t>
        <a:bodyPr/>
        <a:lstStyle/>
        <a:p>
          <a:r>
            <a:rPr lang="en-US" dirty="0"/>
            <a:t>Bluebook Citations – Case Names</a:t>
          </a:r>
        </a:p>
      </dgm:t>
    </dgm:pt>
    <dgm:pt modelId="{C8935761-3EBA-4FCD-8BAB-424E59377A72}" type="parTrans" cxnId="{AF16E2B9-6707-4DC1-A895-5E4AED62476F}">
      <dgm:prSet/>
      <dgm:spPr/>
      <dgm:t>
        <a:bodyPr/>
        <a:lstStyle/>
        <a:p>
          <a:endParaRPr lang="en-US"/>
        </a:p>
      </dgm:t>
    </dgm:pt>
    <dgm:pt modelId="{AE4C8299-D4EC-43E5-BEA8-3C4EFC633FC9}" type="sibTrans" cxnId="{AF16E2B9-6707-4DC1-A895-5E4AED62476F}">
      <dgm:prSet/>
      <dgm:spPr/>
      <dgm:t>
        <a:bodyPr/>
        <a:lstStyle/>
        <a:p>
          <a:endParaRPr lang="en-US"/>
        </a:p>
      </dgm:t>
    </dgm:pt>
    <dgm:pt modelId="{EF13898B-B3B8-4C79-B845-21DC8F4CFCB4}" type="pres">
      <dgm:prSet presAssocID="{E325412F-F788-4604-9E52-0E309BE8B778}" presName="linear" presStyleCnt="0">
        <dgm:presLayoutVars>
          <dgm:animLvl val="lvl"/>
          <dgm:resizeHandles val="exact"/>
        </dgm:presLayoutVars>
      </dgm:prSet>
      <dgm:spPr/>
    </dgm:pt>
    <dgm:pt modelId="{DE410AE7-0757-4192-B557-5E6B87A13160}" type="pres">
      <dgm:prSet presAssocID="{A12B4ADA-D87F-4675-98B2-C88BE58DD94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A3A5835-0494-4A31-A805-80D46C4CC522}" type="pres">
      <dgm:prSet presAssocID="{C069F9B3-478D-4FAF-8862-FC6DECE0FDE2}" presName="spacer" presStyleCnt="0"/>
      <dgm:spPr/>
    </dgm:pt>
    <dgm:pt modelId="{0B258582-41DB-419A-9F5A-986DEAC0E6AD}" type="pres">
      <dgm:prSet presAssocID="{5155CD4D-54DD-46DD-A197-F288C521E3A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1AB980E-FEB7-4CF0-B035-2C65B6AB08CB}" type="pres">
      <dgm:prSet presAssocID="{AE4C8299-D4EC-43E5-BEA8-3C4EFC633FC9}" presName="spacer" presStyleCnt="0"/>
      <dgm:spPr/>
    </dgm:pt>
    <dgm:pt modelId="{76255F40-357E-4E40-B703-4E5F983CD228}" type="pres">
      <dgm:prSet presAssocID="{58428EE7-8232-4E5D-9993-83B24C526ED9}" presName="parentText" presStyleLbl="node1" presStyleIdx="2" presStyleCnt="5" custLinFactY="86020" custLinFactNeighborX="0" custLinFactNeighborY="100000">
        <dgm:presLayoutVars>
          <dgm:chMax val="0"/>
          <dgm:bulletEnabled val="1"/>
        </dgm:presLayoutVars>
      </dgm:prSet>
      <dgm:spPr/>
    </dgm:pt>
    <dgm:pt modelId="{CECFEF94-F058-4E45-9A57-DC84B70CBE74}" type="pres">
      <dgm:prSet presAssocID="{A3DE364C-5E3E-4D99-AADE-5007B91BDFC2}" presName="spacer" presStyleCnt="0"/>
      <dgm:spPr/>
    </dgm:pt>
    <dgm:pt modelId="{7A9B47AD-E7DA-4C4D-A4BE-F3BECB1FB4CB}" type="pres">
      <dgm:prSet presAssocID="{B15CBD24-CB42-432D-B86A-E8A621780CAA}" presName="parentText" presStyleLbl="node1" presStyleIdx="3" presStyleCnt="5" custLinFactY="-104896" custLinFactNeighborX="0" custLinFactNeighborY="-200000">
        <dgm:presLayoutVars>
          <dgm:chMax val="0"/>
          <dgm:bulletEnabled val="1"/>
        </dgm:presLayoutVars>
      </dgm:prSet>
      <dgm:spPr/>
    </dgm:pt>
    <dgm:pt modelId="{FC493373-F53E-4B3A-909D-A9986C0CB49C}" type="pres">
      <dgm:prSet presAssocID="{74BD007E-AB6B-425B-B73C-270958A49AB6}" presName="spacer" presStyleCnt="0"/>
      <dgm:spPr/>
    </dgm:pt>
    <dgm:pt modelId="{BDD61D89-E706-4C02-80E8-180084D2F374}" type="pres">
      <dgm:prSet presAssocID="{79DBD08D-D86F-462C-B969-E44454D1FFF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649F469-4D23-4F20-9FB6-A98BE57CC3F0}" type="presOf" srcId="{79DBD08D-D86F-462C-B969-E44454D1FFF6}" destId="{BDD61D89-E706-4C02-80E8-180084D2F374}" srcOrd="0" destOrd="0" presId="urn:microsoft.com/office/officeart/2005/8/layout/vList2"/>
    <dgm:cxn modelId="{8C354654-6286-454C-82F1-985F8F73A9C3}" srcId="{E325412F-F788-4604-9E52-0E309BE8B778}" destId="{79DBD08D-D86F-462C-B969-E44454D1FFF6}" srcOrd="4" destOrd="0" parTransId="{36554978-596C-4EBA-A81E-D9F6F776DE3F}" sibTransId="{64DE43B5-C9E8-4AF1-9D3F-4DAA34689522}"/>
    <dgm:cxn modelId="{83FAD97A-81D4-45D5-9DF4-47F2F42CCF56}" type="presOf" srcId="{5155CD4D-54DD-46DD-A197-F288C521E3AA}" destId="{0B258582-41DB-419A-9F5A-986DEAC0E6AD}" srcOrd="0" destOrd="0" presId="urn:microsoft.com/office/officeart/2005/8/layout/vList2"/>
    <dgm:cxn modelId="{1074F895-5B98-4975-9846-BD5D1A95E76C}" srcId="{E325412F-F788-4604-9E52-0E309BE8B778}" destId="{A12B4ADA-D87F-4675-98B2-C88BE58DD94E}" srcOrd="0" destOrd="0" parTransId="{B78AB09C-483E-4BF9-9582-965B36A24EF2}" sibTransId="{C069F9B3-478D-4FAF-8862-FC6DECE0FDE2}"/>
    <dgm:cxn modelId="{E849AB97-7911-4CE0-95A3-98404CA38083}" type="presOf" srcId="{B15CBD24-CB42-432D-B86A-E8A621780CAA}" destId="{7A9B47AD-E7DA-4C4D-A4BE-F3BECB1FB4CB}" srcOrd="0" destOrd="0" presId="urn:microsoft.com/office/officeart/2005/8/layout/vList2"/>
    <dgm:cxn modelId="{6D8A03A8-AF55-40AA-9AEA-A65E623A5F7C}" srcId="{E325412F-F788-4604-9E52-0E309BE8B778}" destId="{B15CBD24-CB42-432D-B86A-E8A621780CAA}" srcOrd="3" destOrd="0" parTransId="{1E08F3EC-C8FD-4613-B1A3-152C13636A78}" sibTransId="{74BD007E-AB6B-425B-B73C-270958A49AB6}"/>
    <dgm:cxn modelId="{3AFF2BAE-DE49-49DC-9181-0B078F993079}" type="presOf" srcId="{A12B4ADA-D87F-4675-98B2-C88BE58DD94E}" destId="{DE410AE7-0757-4192-B557-5E6B87A13160}" srcOrd="0" destOrd="0" presId="urn:microsoft.com/office/officeart/2005/8/layout/vList2"/>
    <dgm:cxn modelId="{CF7151B6-6ACB-48A6-9D01-DBE0D19F8CB9}" srcId="{E325412F-F788-4604-9E52-0E309BE8B778}" destId="{58428EE7-8232-4E5D-9993-83B24C526ED9}" srcOrd="2" destOrd="0" parTransId="{7BD04D09-F7B4-4CB4-ADEB-F9041F86C94F}" sibTransId="{A3DE364C-5E3E-4D99-AADE-5007B91BDFC2}"/>
    <dgm:cxn modelId="{AF16E2B9-6707-4DC1-A895-5E4AED62476F}" srcId="{E325412F-F788-4604-9E52-0E309BE8B778}" destId="{5155CD4D-54DD-46DD-A197-F288C521E3AA}" srcOrd="1" destOrd="0" parTransId="{C8935761-3EBA-4FCD-8BAB-424E59377A72}" sibTransId="{AE4C8299-D4EC-43E5-BEA8-3C4EFC633FC9}"/>
    <dgm:cxn modelId="{CAAF4AEC-AC4B-414A-BCDD-41852F1D27A8}" type="presOf" srcId="{E325412F-F788-4604-9E52-0E309BE8B778}" destId="{EF13898B-B3B8-4C79-B845-21DC8F4CFCB4}" srcOrd="0" destOrd="0" presId="urn:microsoft.com/office/officeart/2005/8/layout/vList2"/>
    <dgm:cxn modelId="{75345AF1-552F-4A7C-B57E-CA62B3799D9E}" type="presOf" srcId="{58428EE7-8232-4E5D-9993-83B24C526ED9}" destId="{76255F40-357E-4E40-B703-4E5F983CD228}" srcOrd="0" destOrd="0" presId="urn:microsoft.com/office/officeart/2005/8/layout/vList2"/>
    <dgm:cxn modelId="{0E4CD5D5-3A70-47EF-90EC-86C5E82ACA8F}" type="presParOf" srcId="{EF13898B-B3B8-4C79-B845-21DC8F4CFCB4}" destId="{DE410AE7-0757-4192-B557-5E6B87A13160}" srcOrd="0" destOrd="0" presId="urn:microsoft.com/office/officeart/2005/8/layout/vList2"/>
    <dgm:cxn modelId="{FFF8858E-F261-4D46-86D4-A65AAAFFF781}" type="presParOf" srcId="{EF13898B-B3B8-4C79-B845-21DC8F4CFCB4}" destId="{5A3A5835-0494-4A31-A805-80D46C4CC522}" srcOrd="1" destOrd="0" presId="urn:microsoft.com/office/officeart/2005/8/layout/vList2"/>
    <dgm:cxn modelId="{F8933C7B-5255-49E5-86DB-9A4524E9624C}" type="presParOf" srcId="{EF13898B-B3B8-4C79-B845-21DC8F4CFCB4}" destId="{0B258582-41DB-419A-9F5A-986DEAC0E6AD}" srcOrd="2" destOrd="0" presId="urn:microsoft.com/office/officeart/2005/8/layout/vList2"/>
    <dgm:cxn modelId="{9E46CDFD-EAA0-4A92-8AB2-E3A8ED0C1736}" type="presParOf" srcId="{EF13898B-B3B8-4C79-B845-21DC8F4CFCB4}" destId="{11AB980E-FEB7-4CF0-B035-2C65B6AB08CB}" srcOrd="3" destOrd="0" presId="urn:microsoft.com/office/officeart/2005/8/layout/vList2"/>
    <dgm:cxn modelId="{7812FEF0-7183-47AD-9324-00632FA77ECF}" type="presParOf" srcId="{EF13898B-B3B8-4C79-B845-21DC8F4CFCB4}" destId="{76255F40-357E-4E40-B703-4E5F983CD228}" srcOrd="4" destOrd="0" presId="urn:microsoft.com/office/officeart/2005/8/layout/vList2"/>
    <dgm:cxn modelId="{729EFA99-B236-4E4F-AB48-BC074FD9B2BB}" type="presParOf" srcId="{EF13898B-B3B8-4C79-B845-21DC8F4CFCB4}" destId="{CECFEF94-F058-4E45-9A57-DC84B70CBE74}" srcOrd="5" destOrd="0" presId="urn:microsoft.com/office/officeart/2005/8/layout/vList2"/>
    <dgm:cxn modelId="{286C3AF1-DBE2-4E44-A4A1-75F8622EA971}" type="presParOf" srcId="{EF13898B-B3B8-4C79-B845-21DC8F4CFCB4}" destId="{7A9B47AD-E7DA-4C4D-A4BE-F3BECB1FB4CB}" srcOrd="6" destOrd="0" presId="urn:microsoft.com/office/officeart/2005/8/layout/vList2"/>
    <dgm:cxn modelId="{6D7705D1-8318-4547-8384-7EA595B82FE8}" type="presParOf" srcId="{EF13898B-B3B8-4C79-B845-21DC8F4CFCB4}" destId="{FC493373-F53E-4B3A-909D-A9986C0CB49C}" srcOrd="7" destOrd="0" presId="urn:microsoft.com/office/officeart/2005/8/layout/vList2"/>
    <dgm:cxn modelId="{18F96E25-71E0-4D8D-9A50-EF0C78E77510}" type="presParOf" srcId="{EF13898B-B3B8-4C79-B845-21DC8F4CFCB4}" destId="{BDD61D89-E706-4C02-80E8-180084D2F37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9F7E799-8986-4977-921C-C3413A8E21E0}" type="doc">
      <dgm:prSet loTypeId="urn:microsoft.com/office/officeart/2005/8/layout/hierarchy1" loCatId="hierarchy" qsTypeId="urn:microsoft.com/office/officeart/2005/8/quickstyle/simple1#11" qsCatId="simple" csTypeId="urn:microsoft.com/office/officeart/2005/8/colors/accent1_2#5" csCatId="accent1" phldr="1"/>
      <dgm:spPr/>
      <dgm:t>
        <a:bodyPr/>
        <a:lstStyle/>
        <a:p>
          <a:endParaRPr lang="en-US"/>
        </a:p>
      </dgm:t>
    </dgm:pt>
    <dgm:pt modelId="{E01BB4A8-B84A-4794-A0BB-5668925F2795}">
      <dgm:prSet/>
      <dgm:spPr/>
      <dgm:t>
        <a:bodyPr/>
        <a:lstStyle/>
        <a:p>
          <a:r>
            <a:rPr lang="en-US"/>
            <a:t>Interactive Citation Workstation</a:t>
          </a:r>
        </a:p>
      </dgm:t>
    </dgm:pt>
    <dgm:pt modelId="{951E6D6A-6231-49A5-B3BF-7DE62095A026}" type="parTrans" cxnId="{74EFE202-6C66-401B-9FA7-E4C0D8E529D6}">
      <dgm:prSet/>
      <dgm:spPr/>
      <dgm:t>
        <a:bodyPr/>
        <a:lstStyle/>
        <a:p>
          <a:endParaRPr lang="en-US"/>
        </a:p>
      </dgm:t>
    </dgm:pt>
    <dgm:pt modelId="{CEA1E2BF-0560-49A8-960B-EFA59C42EE61}" type="sibTrans" cxnId="{74EFE202-6C66-401B-9FA7-E4C0D8E529D6}">
      <dgm:prSet/>
      <dgm:spPr/>
      <dgm:t>
        <a:bodyPr/>
        <a:lstStyle/>
        <a:p>
          <a:endParaRPr lang="en-US"/>
        </a:p>
      </dgm:t>
    </dgm:pt>
    <dgm:pt modelId="{A5AD4B43-746D-4378-A70E-2800EB858A7D}">
      <dgm:prSet/>
      <dgm:spPr/>
      <dgm:t>
        <a:bodyPr/>
        <a:lstStyle/>
        <a:p>
          <a:r>
            <a:rPr lang="en-US" dirty="0"/>
            <a:t>Bluebook Uncovered (free book on Canvas)</a:t>
          </a:r>
        </a:p>
      </dgm:t>
    </dgm:pt>
    <dgm:pt modelId="{61C39794-BE63-437A-9396-060DE782841A}" type="parTrans" cxnId="{36490BF3-8732-46E1-853D-49E580321328}">
      <dgm:prSet/>
      <dgm:spPr/>
      <dgm:t>
        <a:bodyPr/>
        <a:lstStyle/>
        <a:p>
          <a:endParaRPr lang="en-US"/>
        </a:p>
      </dgm:t>
    </dgm:pt>
    <dgm:pt modelId="{2FA4FD55-3C31-431F-8F0B-1CFF4EC8738D}" type="sibTrans" cxnId="{36490BF3-8732-46E1-853D-49E580321328}">
      <dgm:prSet/>
      <dgm:spPr/>
      <dgm:t>
        <a:bodyPr/>
        <a:lstStyle/>
        <a:p>
          <a:endParaRPr lang="en-US"/>
        </a:p>
      </dgm:t>
    </dgm:pt>
    <dgm:pt modelId="{C9917BA3-7177-4CDB-85A9-CA6606D9B429}">
      <dgm:prSet/>
      <dgm:spPr/>
      <dgm:t>
        <a:bodyPr/>
        <a:lstStyle/>
        <a:p>
          <a:r>
            <a:rPr lang="en-US" dirty="0"/>
            <a:t>Legal Writing Center Fellows</a:t>
          </a:r>
        </a:p>
      </dgm:t>
    </dgm:pt>
    <dgm:pt modelId="{5B97A26B-40A0-4EAA-AE30-04AC84B0CDE0}" type="parTrans" cxnId="{D6CB8DDD-518E-4EFA-BAA1-595D9B8FC15A}">
      <dgm:prSet/>
      <dgm:spPr/>
      <dgm:t>
        <a:bodyPr/>
        <a:lstStyle/>
        <a:p>
          <a:endParaRPr lang="en-US"/>
        </a:p>
      </dgm:t>
    </dgm:pt>
    <dgm:pt modelId="{DFC38499-C455-45EC-9F86-2C5AFB600125}" type="sibTrans" cxnId="{D6CB8DDD-518E-4EFA-BAA1-595D9B8FC15A}">
      <dgm:prSet/>
      <dgm:spPr/>
      <dgm:t>
        <a:bodyPr/>
        <a:lstStyle/>
        <a:p>
          <a:endParaRPr lang="en-US"/>
        </a:p>
      </dgm:t>
    </dgm:pt>
    <dgm:pt modelId="{6137D5DC-2246-7942-A518-D6488B781904}" type="pres">
      <dgm:prSet presAssocID="{39F7E799-8986-4977-921C-C3413A8E21E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B8E5785-CD47-B140-997A-82CB2CB41927}" type="pres">
      <dgm:prSet presAssocID="{E01BB4A8-B84A-4794-A0BB-5668925F2795}" presName="hierRoot1" presStyleCnt="0"/>
      <dgm:spPr/>
    </dgm:pt>
    <dgm:pt modelId="{313083A0-A1F0-BE44-B0A1-907199D83E58}" type="pres">
      <dgm:prSet presAssocID="{E01BB4A8-B84A-4794-A0BB-5668925F2795}" presName="composite" presStyleCnt="0"/>
      <dgm:spPr/>
    </dgm:pt>
    <dgm:pt modelId="{CA7D9007-70D3-8B40-83B6-F390619907F9}" type="pres">
      <dgm:prSet presAssocID="{E01BB4A8-B84A-4794-A0BB-5668925F2795}" presName="background" presStyleLbl="node0" presStyleIdx="0" presStyleCnt="3"/>
      <dgm:spPr/>
    </dgm:pt>
    <dgm:pt modelId="{EBC6DDF6-28B7-2F48-8803-73B776BE7189}" type="pres">
      <dgm:prSet presAssocID="{E01BB4A8-B84A-4794-A0BB-5668925F2795}" presName="text" presStyleLbl="fgAcc0" presStyleIdx="0" presStyleCnt="3">
        <dgm:presLayoutVars>
          <dgm:chPref val="3"/>
        </dgm:presLayoutVars>
      </dgm:prSet>
      <dgm:spPr/>
    </dgm:pt>
    <dgm:pt modelId="{8319EB27-8C84-1C4B-9983-3DC969C55704}" type="pres">
      <dgm:prSet presAssocID="{E01BB4A8-B84A-4794-A0BB-5668925F2795}" presName="hierChild2" presStyleCnt="0"/>
      <dgm:spPr/>
    </dgm:pt>
    <dgm:pt modelId="{37053616-6487-1544-9092-9504E1CAF76F}" type="pres">
      <dgm:prSet presAssocID="{A5AD4B43-746D-4378-A70E-2800EB858A7D}" presName="hierRoot1" presStyleCnt="0"/>
      <dgm:spPr/>
    </dgm:pt>
    <dgm:pt modelId="{41946996-A6B1-9E49-8A2B-D88964DC4023}" type="pres">
      <dgm:prSet presAssocID="{A5AD4B43-746D-4378-A70E-2800EB858A7D}" presName="composite" presStyleCnt="0"/>
      <dgm:spPr/>
    </dgm:pt>
    <dgm:pt modelId="{3AC70711-2FCA-354A-BD4F-02B3EE356AAD}" type="pres">
      <dgm:prSet presAssocID="{A5AD4B43-746D-4378-A70E-2800EB858A7D}" presName="background" presStyleLbl="node0" presStyleIdx="1" presStyleCnt="3"/>
      <dgm:spPr/>
    </dgm:pt>
    <dgm:pt modelId="{111A5F04-4CE8-984B-9763-157A70B8691C}" type="pres">
      <dgm:prSet presAssocID="{A5AD4B43-746D-4378-A70E-2800EB858A7D}" presName="text" presStyleLbl="fgAcc0" presStyleIdx="1" presStyleCnt="3">
        <dgm:presLayoutVars>
          <dgm:chPref val="3"/>
        </dgm:presLayoutVars>
      </dgm:prSet>
      <dgm:spPr/>
    </dgm:pt>
    <dgm:pt modelId="{0CF097F5-32EA-F747-BF39-88AEA019EF80}" type="pres">
      <dgm:prSet presAssocID="{A5AD4B43-746D-4378-A70E-2800EB858A7D}" presName="hierChild2" presStyleCnt="0"/>
      <dgm:spPr/>
    </dgm:pt>
    <dgm:pt modelId="{2F713FA9-A172-E74C-9DA4-42348ED2B2D0}" type="pres">
      <dgm:prSet presAssocID="{C9917BA3-7177-4CDB-85A9-CA6606D9B429}" presName="hierRoot1" presStyleCnt="0"/>
      <dgm:spPr/>
    </dgm:pt>
    <dgm:pt modelId="{92501084-9CB4-5B4C-B229-5BE64CF20FAD}" type="pres">
      <dgm:prSet presAssocID="{C9917BA3-7177-4CDB-85A9-CA6606D9B429}" presName="composite" presStyleCnt="0"/>
      <dgm:spPr/>
    </dgm:pt>
    <dgm:pt modelId="{0B6DFD4E-3AE6-834C-B424-DC22C5A9D00E}" type="pres">
      <dgm:prSet presAssocID="{C9917BA3-7177-4CDB-85A9-CA6606D9B429}" presName="background" presStyleLbl="node0" presStyleIdx="2" presStyleCnt="3"/>
      <dgm:spPr/>
    </dgm:pt>
    <dgm:pt modelId="{B1AF2175-7EAB-7945-88A5-A3A4AA1CB93F}" type="pres">
      <dgm:prSet presAssocID="{C9917BA3-7177-4CDB-85A9-CA6606D9B429}" presName="text" presStyleLbl="fgAcc0" presStyleIdx="2" presStyleCnt="3">
        <dgm:presLayoutVars>
          <dgm:chPref val="3"/>
        </dgm:presLayoutVars>
      </dgm:prSet>
      <dgm:spPr/>
    </dgm:pt>
    <dgm:pt modelId="{CFF7DEF5-DCC7-3044-8C3C-3A8F6C904755}" type="pres">
      <dgm:prSet presAssocID="{C9917BA3-7177-4CDB-85A9-CA6606D9B429}" presName="hierChild2" presStyleCnt="0"/>
      <dgm:spPr/>
    </dgm:pt>
  </dgm:ptLst>
  <dgm:cxnLst>
    <dgm:cxn modelId="{74EFE202-6C66-401B-9FA7-E4C0D8E529D6}" srcId="{39F7E799-8986-4977-921C-C3413A8E21E0}" destId="{E01BB4A8-B84A-4794-A0BB-5668925F2795}" srcOrd="0" destOrd="0" parTransId="{951E6D6A-6231-49A5-B3BF-7DE62095A026}" sibTransId="{CEA1E2BF-0560-49A8-960B-EFA59C42EE61}"/>
    <dgm:cxn modelId="{57604836-5551-684A-BC20-FEFD9C590943}" type="presOf" srcId="{C9917BA3-7177-4CDB-85A9-CA6606D9B429}" destId="{B1AF2175-7EAB-7945-88A5-A3A4AA1CB93F}" srcOrd="0" destOrd="0" presId="urn:microsoft.com/office/officeart/2005/8/layout/hierarchy1"/>
    <dgm:cxn modelId="{1DC09340-84F9-4D4D-A9F2-9A56A5E20F20}" type="presOf" srcId="{A5AD4B43-746D-4378-A70E-2800EB858A7D}" destId="{111A5F04-4CE8-984B-9763-157A70B8691C}" srcOrd="0" destOrd="0" presId="urn:microsoft.com/office/officeart/2005/8/layout/hierarchy1"/>
    <dgm:cxn modelId="{638FE0A8-32E1-B844-8177-B454212B7DD8}" type="presOf" srcId="{39F7E799-8986-4977-921C-C3413A8E21E0}" destId="{6137D5DC-2246-7942-A518-D6488B781904}" srcOrd="0" destOrd="0" presId="urn:microsoft.com/office/officeart/2005/8/layout/hierarchy1"/>
    <dgm:cxn modelId="{627AE2C3-D5EA-2B45-9C8A-3C9284D8A355}" type="presOf" srcId="{E01BB4A8-B84A-4794-A0BB-5668925F2795}" destId="{EBC6DDF6-28B7-2F48-8803-73B776BE7189}" srcOrd="0" destOrd="0" presId="urn:microsoft.com/office/officeart/2005/8/layout/hierarchy1"/>
    <dgm:cxn modelId="{D6CB8DDD-518E-4EFA-BAA1-595D9B8FC15A}" srcId="{39F7E799-8986-4977-921C-C3413A8E21E0}" destId="{C9917BA3-7177-4CDB-85A9-CA6606D9B429}" srcOrd="2" destOrd="0" parTransId="{5B97A26B-40A0-4EAA-AE30-04AC84B0CDE0}" sibTransId="{DFC38499-C455-45EC-9F86-2C5AFB600125}"/>
    <dgm:cxn modelId="{36490BF3-8732-46E1-853D-49E580321328}" srcId="{39F7E799-8986-4977-921C-C3413A8E21E0}" destId="{A5AD4B43-746D-4378-A70E-2800EB858A7D}" srcOrd="1" destOrd="0" parTransId="{61C39794-BE63-437A-9396-060DE782841A}" sibTransId="{2FA4FD55-3C31-431F-8F0B-1CFF4EC8738D}"/>
    <dgm:cxn modelId="{7C705520-561D-BD4C-9CF9-91C5D454A9D0}" type="presParOf" srcId="{6137D5DC-2246-7942-A518-D6488B781904}" destId="{0B8E5785-CD47-B140-997A-82CB2CB41927}" srcOrd="0" destOrd="0" presId="urn:microsoft.com/office/officeart/2005/8/layout/hierarchy1"/>
    <dgm:cxn modelId="{DC1BEEA0-5127-7C43-B3C5-7ED8BF20403A}" type="presParOf" srcId="{0B8E5785-CD47-B140-997A-82CB2CB41927}" destId="{313083A0-A1F0-BE44-B0A1-907199D83E58}" srcOrd="0" destOrd="0" presId="urn:microsoft.com/office/officeart/2005/8/layout/hierarchy1"/>
    <dgm:cxn modelId="{DF509906-D96A-5D4D-AD09-8F70EE22F96F}" type="presParOf" srcId="{313083A0-A1F0-BE44-B0A1-907199D83E58}" destId="{CA7D9007-70D3-8B40-83B6-F390619907F9}" srcOrd="0" destOrd="0" presId="urn:microsoft.com/office/officeart/2005/8/layout/hierarchy1"/>
    <dgm:cxn modelId="{CC075DB5-2219-4543-BFF9-602112FD57AF}" type="presParOf" srcId="{313083A0-A1F0-BE44-B0A1-907199D83E58}" destId="{EBC6DDF6-28B7-2F48-8803-73B776BE7189}" srcOrd="1" destOrd="0" presId="urn:microsoft.com/office/officeart/2005/8/layout/hierarchy1"/>
    <dgm:cxn modelId="{567599D2-DB89-A040-94A8-F1200F72E8E3}" type="presParOf" srcId="{0B8E5785-CD47-B140-997A-82CB2CB41927}" destId="{8319EB27-8C84-1C4B-9983-3DC969C55704}" srcOrd="1" destOrd="0" presId="urn:microsoft.com/office/officeart/2005/8/layout/hierarchy1"/>
    <dgm:cxn modelId="{7595FA41-2725-FB41-80B8-E6099E290098}" type="presParOf" srcId="{6137D5DC-2246-7942-A518-D6488B781904}" destId="{37053616-6487-1544-9092-9504E1CAF76F}" srcOrd="1" destOrd="0" presId="urn:microsoft.com/office/officeart/2005/8/layout/hierarchy1"/>
    <dgm:cxn modelId="{E050F1BE-163C-2245-99D7-A47CBAA558B6}" type="presParOf" srcId="{37053616-6487-1544-9092-9504E1CAF76F}" destId="{41946996-A6B1-9E49-8A2B-D88964DC4023}" srcOrd="0" destOrd="0" presId="urn:microsoft.com/office/officeart/2005/8/layout/hierarchy1"/>
    <dgm:cxn modelId="{EC9C05AC-76B6-AC47-8D9C-27577CBBCB74}" type="presParOf" srcId="{41946996-A6B1-9E49-8A2B-D88964DC4023}" destId="{3AC70711-2FCA-354A-BD4F-02B3EE356AAD}" srcOrd="0" destOrd="0" presId="urn:microsoft.com/office/officeart/2005/8/layout/hierarchy1"/>
    <dgm:cxn modelId="{4ED6A5A6-B2C6-E247-A662-465E6AAF0C8E}" type="presParOf" srcId="{41946996-A6B1-9E49-8A2B-D88964DC4023}" destId="{111A5F04-4CE8-984B-9763-157A70B8691C}" srcOrd="1" destOrd="0" presId="urn:microsoft.com/office/officeart/2005/8/layout/hierarchy1"/>
    <dgm:cxn modelId="{45CD0C09-83C6-9041-A4DD-7FF5B5B76D4E}" type="presParOf" srcId="{37053616-6487-1544-9092-9504E1CAF76F}" destId="{0CF097F5-32EA-F747-BF39-88AEA019EF80}" srcOrd="1" destOrd="0" presId="urn:microsoft.com/office/officeart/2005/8/layout/hierarchy1"/>
    <dgm:cxn modelId="{BA0886AE-96C1-0D4F-901C-3193D6728DD6}" type="presParOf" srcId="{6137D5DC-2246-7942-A518-D6488B781904}" destId="{2F713FA9-A172-E74C-9DA4-42348ED2B2D0}" srcOrd="2" destOrd="0" presId="urn:microsoft.com/office/officeart/2005/8/layout/hierarchy1"/>
    <dgm:cxn modelId="{570DE4E6-3B55-9F48-9105-DE6BF705C205}" type="presParOf" srcId="{2F713FA9-A172-E74C-9DA4-42348ED2B2D0}" destId="{92501084-9CB4-5B4C-B229-5BE64CF20FAD}" srcOrd="0" destOrd="0" presId="urn:microsoft.com/office/officeart/2005/8/layout/hierarchy1"/>
    <dgm:cxn modelId="{2BCDAED0-A7C5-E24F-AA13-08B3E0A0E604}" type="presParOf" srcId="{92501084-9CB4-5B4C-B229-5BE64CF20FAD}" destId="{0B6DFD4E-3AE6-834C-B424-DC22C5A9D00E}" srcOrd="0" destOrd="0" presId="urn:microsoft.com/office/officeart/2005/8/layout/hierarchy1"/>
    <dgm:cxn modelId="{E8D3F119-36A6-DB43-8BAC-5AB8994BCD0C}" type="presParOf" srcId="{92501084-9CB4-5B4C-B229-5BE64CF20FAD}" destId="{B1AF2175-7EAB-7945-88A5-A3A4AA1CB93F}" srcOrd="1" destOrd="0" presId="urn:microsoft.com/office/officeart/2005/8/layout/hierarchy1"/>
    <dgm:cxn modelId="{0279C8BD-9D1D-D746-99C3-D17497251E9F}" type="presParOf" srcId="{2F713FA9-A172-E74C-9DA4-42348ED2B2D0}" destId="{CFF7DEF5-DCC7-3044-8C3C-3A8F6C90475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2FC9C7D-DAC4-44A5-92DA-48536328A9BE}" type="doc">
      <dgm:prSet loTypeId="urn:microsoft.com/office/officeart/2005/8/layout/list1" loCatId="list" qsTypeId="urn:microsoft.com/office/officeart/2005/8/quickstyle/simple4#1" qsCatId="simple" csTypeId="urn:microsoft.com/office/officeart/2005/8/colors/accent2_2#1" csCatId="accent2" phldr="1"/>
      <dgm:spPr/>
      <dgm:t>
        <a:bodyPr/>
        <a:lstStyle/>
        <a:p>
          <a:endParaRPr lang="en-US"/>
        </a:p>
      </dgm:t>
    </dgm:pt>
    <dgm:pt modelId="{452ADF5E-C29C-4A3F-A5BB-30011A1A5D9E}">
      <dgm:prSet/>
      <dgm:spPr/>
      <dgm:t>
        <a:bodyPr/>
        <a:lstStyle/>
        <a:p>
          <a:r>
            <a:rPr lang="en-US" dirty="0"/>
            <a:t>Reread Sample Memo in BLW, page 11. </a:t>
          </a:r>
        </a:p>
      </dgm:t>
    </dgm:pt>
    <dgm:pt modelId="{7E462DAD-9B8E-44C3-92A5-461AE71FB927}" type="parTrans" cxnId="{3AECB556-4CD1-48C1-9669-3DDBECED1865}">
      <dgm:prSet/>
      <dgm:spPr/>
      <dgm:t>
        <a:bodyPr/>
        <a:lstStyle/>
        <a:p>
          <a:endParaRPr lang="en-US"/>
        </a:p>
      </dgm:t>
    </dgm:pt>
    <dgm:pt modelId="{B80E9E97-0570-45F6-9234-A6A3EDD5B954}" type="sibTrans" cxnId="{3AECB556-4CD1-48C1-9669-3DDBECED1865}">
      <dgm:prSet/>
      <dgm:spPr/>
      <dgm:t>
        <a:bodyPr/>
        <a:lstStyle/>
        <a:p>
          <a:endParaRPr lang="en-US"/>
        </a:p>
      </dgm:t>
    </dgm:pt>
    <dgm:pt modelId="{9EEA5693-8965-4A3C-BBED-1E0977B4E1C7}">
      <dgm:prSet/>
      <dgm:spPr/>
      <dgm:t>
        <a:bodyPr/>
        <a:lstStyle/>
        <a:p>
          <a:r>
            <a:rPr lang="en-US"/>
            <a:t>Get in your Law Firms</a:t>
          </a:r>
        </a:p>
      </dgm:t>
    </dgm:pt>
    <dgm:pt modelId="{1B11BDB2-89BD-40EC-9C07-BB0B5BF86BB7}" type="parTrans" cxnId="{6C91BB19-BF49-45C6-8243-DB954B2B4605}">
      <dgm:prSet/>
      <dgm:spPr/>
      <dgm:t>
        <a:bodyPr/>
        <a:lstStyle/>
        <a:p>
          <a:endParaRPr lang="en-US"/>
        </a:p>
      </dgm:t>
    </dgm:pt>
    <dgm:pt modelId="{6141E983-27B2-414B-A29E-3881C38A5C1F}" type="sibTrans" cxnId="{6C91BB19-BF49-45C6-8243-DB954B2B4605}">
      <dgm:prSet/>
      <dgm:spPr/>
      <dgm:t>
        <a:bodyPr/>
        <a:lstStyle/>
        <a:p>
          <a:endParaRPr lang="en-US"/>
        </a:p>
      </dgm:t>
    </dgm:pt>
    <dgm:pt modelId="{DAF057B2-7A07-4A49-B045-68CC39E458B8}">
      <dgm:prSet/>
      <dgm:spPr/>
      <dgm:t>
        <a:bodyPr/>
        <a:lstStyle/>
        <a:p>
          <a:r>
            <a:rPr lang="en-US" dirty="0"/>
            <a:t>Yoncé Law Group – find the rule statement</a:t>
          </a:r>
        </a:p>
      </dgm:t>
    </dgm:pt>
    <dgm:pt modelId="{B0AA3300-C42B-4A8F-8872-EDA520F1F414}" type="parTrans" cxnId="{BB6A45C5-0D6F-41F0-B5F7-FD13919BC44A}">
      <dgm:prSet/>
      <dgm:spPr/>
      <dgm:t>
        <a:bodyPr/>
        <a:lstStyle/>
        <a:p>
          <a:endParaRPr lang="en-US"/>
        </a:p>
      </dgm:t>
    </dgm:pt>
    <dgm:pt modelId="{BB315C2B-B264-4F65-9285-52E759B913BD}" type="sibTrans" cxnId="{BB6A45C5-0D6F-41F0-B5F7-FD13919BC44A}">
      <dgm:prSet/>
      <dgm:spPr/>
      <dgm:t>
        <a:bodyPr/>
        <a:lstStyle/>
        <a:p>
          <a:endParaRPr lang="en-US"/>
        </a:p>
      </dgm:t>
    </dgm:pt>
    <dgm:pt modelId="{D4E6CFB5-BFBF-4112-AFA9-05187589250D}">
      <dgm:prSet/>
      <dgm:spPr/>
      <dgm:t>
        <a:bodyPr/>
        <a:lstStyle/>
        <a:p>
          <a:r>
            <a:rPr lang="en-US" dirty="0"/>
            <a:t>Astro &amp; Toro LLP – find the case explanations</a:t>
          </a:r>
        </a:p>
      </dgm:t>
    </dgm:pt>
    <dgm:pt modelId="{C9DB4E98-8E21-4E5C-B836-0815270F94CE}" type="parTrans" cxnId="{A6EEAEC7-EA1D-4D9B-97B0-29C8B02E54DF}">
      <dgm:prSet/>
      <dgm:spPr/>
      <dgm:t>
        <a:bodyPr/>
        <a:lstStyle/>
        <a:p>
          <a:endParaRPr lang="en-US"/>
        </a:p>
      </dgm:t>
    </dgm:pt>
    <dgm:pt modelId="{1B3BAB4A-1BAF-4780-A00A-4A9F2EA7FFA8}" type="sibTrans" cxnId="{A6EEAEC7-EA1D-4D9B-97B0-29C8B02E54DF}">
      <dgm:prSet/>
      <dgm:spPr/>
      <dgm:t>
        <a:bodyPr/>
        <a:lstStyle/>
        <a:p>
          <a:endParaRPr lang="en-US"/>
        </a:p>
      </dgm:t>
    </dgm:pt>
    <dgm:pt modelId="{491AC517-0C77-4989-9F81-ABF6159274AE}">
      <dgm:prSet/>
      <dgm:spPr/>
      <dgm:t>
        <a:bodyPr/>
        <a:lstStyle/>
        <a:p>
          <a:r>
            <a:rPr lang="en-US"/>
            <a:t>Love, Price, Whitehurst, and Tran LLP – find the application section</a:t>
          </a:r>
        </a:p>
      </dgm:t>
    </dgm:pt>
    <dgm:pt modelId="{A9B7512C-A8C7-42F1-BDF5-4DDF3611B356}" type="parTrans" cxnId="{2D887728-7CE8-416A-8AD9-219122DE69C9}">
      <dgm:prSet/>
      <dgm:spPr/>
      <dgm:t>
        <a:bodyPr/>
        <a:lstStyle/>
        <a:p>
          <a:endParaRPr lang="en-US"/>
        </a:p>
      </dgm:t>
    </dgm:pt>
    <dgm:pt modelId="{24303B15-BAE2-4EDE-AF8B-6E27265042E0}" type="sibTrans" cxnId="{2D887728-7CE8-416A-8AD9-219122DE69C9}">
      <dgm:prSet/>
      <dgm:spPr/>
      <dgm:t>
        <a:bodyPr/>
        <a:lstStyle/>
        <a:p>
          <a:endParaRPr lang="en-US"/>
        </a:p>
      </dgm:t>
    </dgm:pt>
    <dgm:pt modelId="{39C62E85-EDEA-413C-BE61-FABF76746062}">
      <dgm:prSet/>
      <dgm:spPr/>
      <dgm:t>
        <a:bodyPr/>
        <a:lstStyle/>
        <a:p>
          <a:r>
            <a:rPr lang="en-US"/>
            <a:t>River &amp; Oaks – find the conclusion section</a:t>
          </a:r>
          <a:r>
            <a:rPr lang="en-US" u="sng"/>
            <a:t>s</a:t>
          </a:r>
          <a:endParaRPr lang="en-US"/>
        </a:p>
      </dgm:t>
    </dgm:pt>
    <dgm:pt modelId="{C86BC55C-0C1B-42F7-983D-4DF2E5943530}" type="parTrans" cxnId="{96E0BCF0-75F9-4DDC-8897-239070D532D0}">
      <dgm:prSet/>
      <dgm:spPr/>
      <dgm:t>
        <a:bodyPr/>
        <a:lstStyle/>
        <a:p>
          <a:endParaRPr lang="en-US"/>
        </a:p>
      </dgm:t>
    </dgm:pt>
    <dgm:pt modelId="{691FF7EE-C6EA-4536-8A1A-B469B2CE901D}" type="sibTrans" cxnId="{96E0BCF0-75F9-4DDC-8897-239070D532D0}">
      <dgm:prSet/>
      <dgm:spPr/>
      <dgm:t>
        <a:bodyPr/>
        <a:lstStyle/>
        <a:p>
          <a:endParaRPr lang="en-US"/>
        </a:p>
      </dgm:t>
    </dgm:pt>
    <dgm:pt modelId="{052B2486-4680-4CCB-9939-AB9E85D8EAB1}" type="pres">
      <dgm:prSet presAssocID="{12FC9C7D-DAC4-44A5-92DA-48536328A9BE}" presName="linear" presStyleCnt="0">
        <dgm:presLayoutVars>
          <dgm:dir/>
          <dgm:animLvl val="lvl"/>
          <dgm:resizeHandles val="exact"/>
        </dgm:presLayoutVars>
      </dgm:prSet>
      <dgm:spPr/>
    </dgm:pt>
    <dgm:pt modelId="{A801D0A2-38D1-4531-9DCB-A9B9692F0D60}" type="pres">
      <dgm:prSet presAssocID="{452ADF5E-C29C-4A3F-A5BB-30011A1A5D9E}" presName="parentLin" presStyleCnt="0"/>
      <dgm:spPr/>
    </dgm:pt>
    <dgm:pt modelId="{1777FAAF-4B0D-40A1-85E2-11BB00D2B712}" type="pres">
      <dgm:prSet presAssocID="{452ADF5E-C29C-4A3F-A5BB-30011A1A5D9E}" presName="parentLeftMargin" presStyleLbl="node1" presStyleIdx="0" presStyleCnt="2"/>
      <dgm:spPr/>
    </dgm:pt>
    <dgm:pt modelId="{ACC2F015-20AB-4A61-917E-D4565DE8C76A}" type="pres">
      <dgm:prSet presAssocID="{452ADF5E-C29C-4A3F-A5BB-30011A1A5D9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B0E37D8-F1FC-496B-90AE-E85F939989C7}" type="pres">
      <dgm:prSet presAssocID="{452ADF5E-C29C-4A3F-A5BB-30011A1A5D9E}" presName="negativeSpace" presStyleCnt="0"/>
      <dgm:spPr/>
    </dgm:pt>
    <dgm:pt modelId="{FCC1A0A9-997E-44C3-846B-257108A7A9C3}" type="pres">
      <dgm:prSet presAssocID="{452ADF5E-C29C-4A3F-A5BB-30011A1A5D9E}" presName="childText" presStyleLbl="conFgAcc1" presStyleIdx="0" presStyleCnt="2">
        <dgm:presLayoutVars>
          <dgm:bulletEnabled val="1"/>
        </dgm:presLayoutVars>
      </dgm:prSet>
      <dgm:spPr/>
    </dgm:pt>
    <dgm:pt modelId="{153CCF50-E373-4687-A8CC-27F66276B6DE}" type="pres">
      <dgm:prSet presAssocID="{B80E9E97-0570-45F6-9234-A6A3EDD5B954}" presName="spaceBetweenRectangles" presStyleCnt="0"/>
      <dgm:spPr/>
    </dgm:pt>
    <dgm:pt modelId="{68A6E6A1-7593-46D6-9D99-7BDE5438D172}" type="pres">
      <dgm:prSet presAssocID="{9EEA5693-8965-4A3C-BBED-1E0977B4E1C7}" presName="parentLin" presStyleCnt="0"/>
      <dgm:spPr/>
    </dgm:pt>
    <dgm:pt modelId="{D0B71E4C-6402-4B8E-A32B-B4CDC32CF0F0}" type="pres">
      <dgm:prSet presAssocID="{9EEA5693-8965-4A3C-BBED-1E0977B4E1C7}" presName="parentLeftMargin" presStyleLbl="node1" presStyleIdx="0" presStyleCnt="2"/>
      <dgm:spPr/>
    </dgm:pt>
    <dgm:pt modelId="{CEEA6F1C-C73C-46D0-96A6-025C2E5F2F31}" type="pres">
      <dgm:prSet presAssocID="{9EEA5693-8965-4A3C-BBED-1E0977B4E1C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B1CC10C-24CB-42D0-91E6-6E497D6AC26A}" type="pres">
      <dgm:prSet presAssocID="{9EEA5693-8965-4A3C-BBED-1E0977B4E1C7}" presName="negativeSpace" presStyleCnt="0"/>
      <dgm:spPr/>
    </dgm:pt>
    <dgm:pt modelId="{0A585BD3-0C14-4DA3-8556-518BC49941C9}" type="pres">
      <dgm:prSet presAssocID="{9EEA5693-8965-4A3C-BBED-1E0977B4E1C7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F5B8A519-238D-4DBC-B2C8-DCF650035F9F}" type="presOf" srcId="{9EEA5693-8965-4A3C-BBED-1E0977B4E1C7}" destId="{CEEA6F1C-C73C-46D0-96A6-025C2E5F2F31}" srcOrd="1" destOrd="0" presId="urn:microsoft.com/office/officeart/2005/8/layout/list1"/>
    <dgm:cxn modelId="{6C91BB19-BF49-45C6-8243-DB954B2B4605}" srcId="{12FC9C7D-DAC4-44A5-92DA-48536328A9BE}" destId="{9EEA5693-8965-4A3C-BBED-1E0977B4E1C7}" srcOrd="1" destOrd="0" parTransId="{1B11BDB2-89BD-40EC-9C07-BB0B5BF86BB7}" sibTransId="{6141E983-27B2-414B-A29E-3881C38A5C1F}"/>
    <dgm:cxn modelId="{7F775B1F-DEEC-4A1E-9417-E586C6C8170D}" type="presOf" srcId="{DAF057B2-7A07-4A49-B045-68CC39E458B8}" destId="{0A585BD3-0C14-4DA3-8556-518BC49941C9}" srcOrd="0" destOrd="0" presId="urn:microsoft.com/office/officeart/2005/8/layout/list1"/>
    <dgm:cxn modelId="{2D887728-7CE8-416A-8AD9-219122DE69C9}" srcId="{9EEA5693-8965-4A3C-BBED-1E0977B4E1C7}" destId="{491AC517-0C77-4989-9F81-ABF6159274AE}" srcOrd="2" destOrd="0" parTransId="{A9B7512C-A8C7-42F1-BDF5-4DDF3611B356}" sibTransId="{24303B15-BAE2-4EDE-AF8B-6E27265042E0}"/>
    <dgm:cxn modelId="{3477C346-C007-4E63-9CEE-EDAA9E52CD27}" type="presOf" srcId="{12FC9C7D-DAC4-44A5-92DA-48536328A9BE}" destId="{052B2486-4680-4CCB-9939-AB9E85D8EAB1}" srcOrd="0" destOrd="0" presId="urn:microsoft.com/office/officeart/2005/8/layout/list1"/>
    <dgm:cxn modelId="{7B17EB68-0EB0-4BEF-9B34-69B7F5BA4A51}" type="presOf" srcId="{452ADF5E-C29C-4A3F-A5BB-30011A1A5D9E}" destId="{ACC2F015-20AB-4A61-917E-D4565DE8C76A}" srcOrd="1" destOrd="0" presId="urn:microsoft.com/office/officeart/2005/8/layout/list1"/>
    <dgm:cxn modelId="{3AECB556-4CD1-48C1-9669-3DDBECED1865}" srcId="{12FC9C7D-DAC4-44A5-92DA-48536328A9BE}" destId="{452ADF5E-C29C-4A3F-A5BB-30011A1A5D9E}" srcOrd="0" destOrd="0" parTransId="{7E462DAD-9B8E-44C3-92A5-461AE71FB927}" sibTransId="{B80E9E97-0570-45F6-9234-A6A3EDD5B954}"/>
    <dgm:cxn modelId="{8811D5A1-0E6C-43A4-9DC1-FF37719A6E89}" type="presOf" srcId="{491AC517-0C77-4989-9F81-ABF6159274AE}" destId="{0A585BD3-0C14-4DA3-8556-518BC49941C9}" srcOrd="0" destOrd="2" presId="urn:microsoft.com/office/officeart/2005/8/layout/list1"/>
    <dgm:cxn modelId="{BB6A45C5-0D6F-41F0-B5F7-FD13919BC44A}" srcId="{9EEA5693-8965-4A3C-BBED-1E0977B4E1C7}" destId="{DAF057B2-7A07-4A49-B045-68CC39E458B8}" srcOrd="0" destOrd="0" parTransId="{B0AA3300-C42B-4A8F-8872-EDA520F1F414}" sibTransId="{BB315C2B-B264-4F65-9285-52E759B913BD}"/>
    <dgm:cxn modelId="{A6EEAEC7-EA1D-4D9B-97B0-29C8B02E54DF}" srcId="{9EEA5693-8965-4A3C-BBED-1E0977B4E1C7}" destId="{D4E6CFB5-BFBF-4112-AFA9-05187589250D}" srcOrd="1" destOrd="0" parTransId="{C9DB4E98-8E21-4E5C-B836-0815270F94CE}" sibTransId="{1B3BAB4A-1BAF-4780-A00A-4A9F2EA7FFA8}"/>
    <dgm:cxn modelId="{A08C06CD-9BD7-4C13-BE3F-D0E5F6CFD028}" type="presOf" srcId="{D4E6CFB5-BFBF-4112-AFA9-05187589250D}" destId="{0A585BD3-0C14-4DA3-8556-518BC49941C9}" srcOrd="0" destOrd="1" presId="urn:microsoft.com/office/officeart/2005/8/layout/list1"/>
    <dgm:cxn modelId="{20378CE5-9106-426B-B95D-BAB9E909F6B6}" type="presOf" srcId="{9EEA5693-8965-4A3C-BBED-1E0977B4E1C7}" destId="{D0B71E4C-6402-4B8E-A32B-B4CDC32CF0F0}" srcOrd="0" destOrd="0" presId="urn:microsoft.com/office/officeart/2005/8/layout/list1"/>
    <dgm:cxn modelId="{39C009EA-AD41-4F01-9873-D7BF82D5891A}" type="presOf" srcId="{39C62E85-EDEA-413C-BE61-FABF76746062}" destId="{0A585BD3-0C14-4DA3-8556-518BC49941C9}" srcOrd="0" destOrd="3" presId="urn:microsoft.com/office/officeart/2005/8/layout/list1"/>
    <dgm:cxn modelId="{96E0BCF0-75F9-4DDC-8897-239070D532D0}" srcId="{9EEA5693-8965-4A3C-BBED-1E0977B4E1C7}" destId="{39C62E85-EDEA-413C-BE61-FABF76746062}" srcOrd="3" destOrd="0" parTransId="{C86BC55C-0C1B-42F7-983D-4DF2E5943530}" sibTransId="{691FF7EE-C6EA-4536-8A1A-B469B2CE901D}"/>
    <dgm:cxn modelId="{83B9FDF5-D8D2-4A74-BEC2-5F493745C3B2}" type="presOf" srcId="{452ADF5E-C29C-4A3F-A5BB-30011A1A5D9E}" destId="{1777FAAF-4B0D-40A1-85E2-11BB00D2B712}" srcOrd="0" destOrd="0" presId="urn:microsoft.com/office/officeart/2005/8/layout/list1"/>
    <dgm:cxn modelId="{E419FC00-B675-401D-8BB0-C48EA7864E50}" type="presParOf" srcId="{052B2486-4680-4CCB-9939-AB9E85D8EAB1}" destId="{A801D0A2-38D1-4531-9DCB-A9B9692F0D60}" srcOrd="0" destOrd="0" presId="urn:microsoft.com/office/officeart/2005/8/layout/list1"/>
    <dgm:cxn modelId="{7B82E5B0-5F52-4EC6-BB7F-84E7CE49EE86}" type="presParOf" srcId="{A801D0A2-38D1-4531-9DCB-A9B9692F0D60}" destId="{1777FAAF-4B0D-40A1-85E2-11BB00D2B712}" srcOrd="0" destOrd="0" presId="urn:microsoft.com/office/officeart/2005/8/layout/list1"/>
    <dgm:cxn modelId="{2F1B3D1B-A2DF-4587-84E7-1EEC38C3D0E6}" type="presParOf" srcId="{A801D0A2-38D1-4531-9DCB-A9B9692F0D60}" destId="{ACC2F015-20AB-4A61-917E-D4565DE8C76A}" srcOrd="1" destOrd="0" presId="urn:microsoft.com/office/officeart/2005/8/layout/list1"/>
    <dgm:cxn modelId="{89B7CA9C-963A-40A2-9AD8-93B1E441B6B9}" type="presParOf" srcId="{052B2486-4680-4CCB-9939-AB9E85D8EAB1}" destId="{FB0E37D8-F1FC-496B-90AE-E85F939989C7}" srcOrd="1" destOrd="0" presId="urn:microsoft.com/office/officeart/2005/8/layout/list1"/>
    <dgm:cxn modelId="{A14AAFCA-910E-4DFB-B3A1-B19EEC4612E1}" type="presParOf" srcId="{052B2486-4680-4CCB-9939-AB9E85D8EAB1}" destId="{FCC1A0A9-997E-44C3-846B-257108A7A9C3}" srcOrd="2" destOrd="0" presId="urn:microsoft.com/office/officeart/2005/8/layout/list1"/>
    <dgm:cxn modelId="{9D614603-DA40-4EC1-A1F0-EE62992B4DF7}" type="presParOf" srcId="{052B2486-4680-4CCB-9939-AB9E85D8EAB1}" destId="{153CCF50-E373-4687-A8CC-27F66276B6DE}" srcOrd="3" destOrd="0" presId="urn:microsoft.com/office/officeart/2005/8/layout/list1"/>
    <dgm:cxn modelId="{E422495D-A3D1-4EDE-BD5E-EDBBBE3013C7}" type="presParOf" srcId="{052B2486-4680-4CCB-9939-AB9E85D8EAB1}" destId="{68A6E6A1-7593-46D6-9D99-7BDE5438D172}" srcOrd="4" destOrd="0" presId="urn:microsoft.com/office/officeart/2005/8/layout/list1"/>
    <dgm:cxn modelId="{2DF0A0B4-59D5-4606-97DD-E2443CC22A2E}" type="presParOf" srcId="{68A6E6A1-7593-46D6-9D99-7BDE5438D172}" destId="{D0B71E4C-6402-4B8E-A32B-B4CDC32CF0F0}" srcOrd="0" destOrd="0" presId="urn:microsoft.com/office/officeart/2005/8/layout/list1"/>
    <dgm:cxn modelId="{98745DCA-4E76-45DB-924F-78A906D1392D}" type="presParOf" srcId="{68A6E6A1-7593-46D6-9D99-7BDE5438D172}" destId="{CEEA6F1C-C73C-46D0-96A6-025C2E5F2F31}" srcOrd="1" destOrd="0" presId="urn:microsoft.com/office/officeart/2005/8/layout/list1"/>
    <dgm:cxn modelId="{9951B2B8-FFA5-4439-B49B-55F77490FD33}" type="presParOf" srcId="{052B2486-4680-4CCB-9939-AB9E85D8EAB1}" destId="{4B1CC10C-24CB-42D0-91E6-6E497D6AC26A}" srcOrd="5" destOrd="0" presId="urn:microsoft.com/office/officeart/2005/8/layout/list1"/>
    <dgm:cxn modelId="{1C89BD41-C951-445B-80EC-CBCEB900B7B7}" type="presParOf" srcId="{052B2486-4680-4CCB-9939-AB9E85D8EAB1}" destId="{0A585BD3-0C14-4DA3-8556-518BC49941C9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CB66D83-4BC4-4DB0-8BDE-BFC99B273BB7}" type="doc">
      <dgm:prSet loTypeId="urn:microsoft.com/office/officeart/2008/layout/LinedList" loCatId="list" qsTypeId="urn:microsoft.com/office/officeart/2005/8/quickstyle/simple1#3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5F3F66E5-8A55-4D88-8F10-820034B9F25A}">
      <dgm:prSet/>
      <dgm:spPr/>
      <dgm:t>
        <a:bodyPr/>
        <a:lstStyle/>
        <a:p>
          <a:r>
            <a:rPr lang="en-US"/>
            <a:t>Read BLW Ch.4 (I-IV) pp. 85 – 88; Complete Exercises 4.1, 4.2, 4.4</a:t>
          </a:r>
        </a:p>
      </dgm:t>
    </dgm:pt>
    <dgm:pt modelId="{2DB150E3-179A-4EAF-9EF5-1A74E9F5804E}" type="parTrans" cxnId="{2265A315-3343-4426-BEF6-F5ECA87CF5F2}">
      <dgm:prSet/>
      <dgm:spPr/>
      <dgm:t>
        <a:bodyPr/>
        <a:lstStyle/>
        <a:p>
          <a:endParaRPr lang="en-US"/>
        </a:p>
      </dgm:t>
    </dgm:pt>
    <dgm:pt modelId="{72747734-B49D-40FF-88FA-0D6AC4613ADD}" type="sibTrans" cxnId="{2265A315-3343-4426-BEF6-F5ECA87CF5F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16B3A74-BFE3-48F9-B5C3-EBE1640A938A}">
      <dgm:prSet phldrT="[Text]" phldr="0"/>
      <dgm:spPr/>
      <dgm:t>
        <a:bodyPr/>
        <a:lstStyle/>
        <a:p>
          <a:r>
            <a:rPr lang="en-US" dirty="0"/>
            <a:t>Read, brief, and chart your cases for the Closed Memo Discussion Section and be prepared to discuss</a:t>
          </a:r>
        </a:p>
      </dgm:t>
    </dgm:pt>
    <dgm:pt modelId="{D542D20C-4CA6-4E00-9323-65D03F35552D}" type="parTrans" cxnId="{34AB8FE5-B447-4B02-ADC6-98D8785D4F72}">
      <dgm:prSet/>
      <dgm:spPr/>
      <dgm:t>
        <a:bodyPr/>
        <a:lstStyle/>
        <a:p>
          <a:endParaRPr lang="en-US"/>
        </a:p>
      </dgm:t>
    </dgm:pt>
    <dgm:pt modelId="{76AD6C51-29D6-4F5C-989C-A44E2386A177}" type="sibTrans" cxnId="{34AB8FE5-B447-4B02-ADC6-98D8785D4F7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6751E20-CE2F-428C-BC6C-43C925CFD3F7}">
      <dgm:prSet phldrT="[Text]" phldr="0"/>
      <dgm:spPr/>
      <dgm:t>
        <a:bodyPr/>
        <a:lstStyle/>
        <a:p>
          <a:r>
            <a:rPr lang="en-US" dirty="0"/>
            <a:t>ICW Citing Exercises 1 &amp; 2 (read modified instruction in Week 2 Module) due 5 PM on Sunday, 9/6 – extra office hours for citations - Friday 2 PM-3 PM on Zoom</a:t>
          </a:r>
        </a:p>
      </dgm:t>
    </dgm:pt>
    <dgm:pt modelId="{F1CCA783-014E-417A-86B2-BC2A97414082}" type="parTrans" cxnId="{9F1F1969-8AEB-4594-8D7C-15F13CA567D3}">
      <dgm:prSet/>
      <dgm:spPr/>
      <dgm:t>
        <a:bodyPr/>
        <a:lstStyle/>
        <a:p>
          <a:endParaRPr lang="en-US"/>
        </a:p>
      </dgm:t>
    </dgm:pt>
    <dgm:pt modelId="{9BB8C659-640B-427E-87DB-1C330987A3CD}" type="sibTrans" cxnId="{9F1F1969-8AEB-4594-8D7C-15F13CA567D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07FEEB3-182C-48DB-8A4C-7AB00B4B7D5B}">
      <dgm:prSet phldrT="[Text]" phldr="0"/>
      <dgm:spPr/>
      <dgm:t>
        <a:bodyPr/>
        <a:lstStyle/>
        <a:p>
          <a:r>
            <a:rPr lang="en-US" dirty="0"/>
            <a:t>Complete Legal Research Modules 1.1 – 1.3 by 5 PM</a:t>
          </a:r>
        </a:p>
      </dgm:t>
    </dgm:pt>
    <dgm:pt modelId="{22E64851-9C67-4380-A382-2B788087E7A6}" type="parTrans" cxnId="{B2780158-A7E6-40EA-943A-3B0A5FA8BFF5}">
      <dgm:prSet/>
      <dgm:spPr/>
      <dgm:t>
        <a:bodyPr/>
        <a:lstStyle/>
        <a:p>
          <a:endParaRPr lang="en-US"/>
        </a:p>
      </dgm:t>
    </dgm:pt>
    <dgm:pt modelId="{96977490-9025-4ECF-9A03-B93EAC212799}" type="sibTrans" cxnId="{B2780158-A7E6-40EA-943A-3B0A5FA8BFF5}">
      <dgm:prSet/>
      <dgm:spPr/>
      <dgm:t>
        <a:bodyPr/>
        <a:lstStyle/>
        <a:p>
          <a:endParaRPr lang="en-US"/>
        </a:p>
      </dgm:t>
    </dgm:pt>
    <dgm:pt modelId="{D9D5F115-AE0B-4D6E-AD78-7361C11286C9}">
      <dgm:prSet phldrT="[Text]" phldr="0"/>
      <dgm:spPr/>
      <dgm:t>
        <a:bodyPr/>
        <a:lstStyle/>
        <a:p>
          <a:r>
            <a:rPr lang="en-US" dirty="0"/>
            <a:t>Love, Price, Whitehurst, and </a:t>
          </a:r>
          <a:r>
            <a:rPr lang="en-US"/>
            <a:t>Tran LLP send </a:t>
          </a:r>
          <a:r>
            <a:rPr lang="en-US" dirty="0"/>
            <a:t>me your image PowerPoint slide by Monday at 2 PM</a:t>
          </a:r>
        </a:p>
      </dgm:t>
    </dgm:pt>
    <dgm:pt modelId="{E8F54C91-F99A-4885-92B4-9C54E65A5D9C}" type="parTrans" cxnId="{EE223B8E-D585-4395-9084-FBED473A9F81}">
      <dgm:prSet/>
      <dgm:spPr/>
      <dgm:t>
        <a:bodyPr/>
        <a:lstStyle/>
        <a:p>
          <a:endParaRPr lang="en-US"/>
        </a:p>
      </dgm:t>
    </dgm:pt>
    <dgm:pt modelId="{7D4B6248-C23B-48D0-85DF-01F4FE05519A}" type="sibTrans" cxnId="{EE223B8E-D585-4395-9084-FBED473A9F81}">
      <dgm:prSet/>
      <dgm:spPr/>
      <dgm:t>
        <a:bodyPr/>
        <a:lstStyle/>
        <a:p>
          <a:endParaRPr lang="en-US"/>
        </a:p>
      </dgm:t>
    </dgm:pt>
    <dgm:pt modelId="{C1C6C53A-F7E5-472E-A4E7-C601E532B27A}" type="pres">
      <dgm:prSet presAssocID="{DCB66D83-4BC4-4DB0-8BDE-BFC99B273BB7}" presName="vert0" presStyleCnt="0">
        <dgm:presLayoutVars>
          <dgm:dir/>
          <dgm:animOne val="branch"/>
          <dgm:animLvl val="lvl"/>
        </dgm:presLayoutVars>
      </dgm:prSet>
      <dgm:spPr/>
    </dgm:pt>
    <dgm:pt modelId="{A18C2C13-653E-4207-B76F-01CC08718EDF}" type="pres">
      <dgm:prSet presAssocID="{B6751E20-CE2F-428C-BC6C-43C925CFD3F7}" presName="thickLine" presStyleLbl="alignNode1" presStyleIdx="0" presStyleCnt="5"/>
      <dgm:spPr/>
    </dgm:pt>
    <dgm:pt modelId="{1FA25562-5C58-4E87-A447-7FF0FFE6CD41}" type="pres">
      <dgm:prSet presAssocID="{B6751E20-CE2F-428C-BC6C-43C925CFD3F7}" presName="horz1" presStyleCnt="0"/>
      <dgm:spPr/>
    </dgm:pt>
    <dgm:pt modelId="{B24004CC-A52F-4CE1-907E-CE37322B5AE5}" type="pres">
      <dgm:prSet presAssocID="{B6751E20-CE2F-428C-BC6C-43C925CFD3F7}" presName="tx1" presStyleLbl="revTx" presStyleIdx="0" presStyleCnt="5"/>
      <dgm:spPr/>
    </dgm:pt>
    <dgm:pt modelId="{C75657EC-48E7-4B7F-9B41-FBD369BFC9F9}" type="pres">
      <dgm:prSet presAssocID="{B6751E20-CE2F-428C-BC6C-43C925CFD3F7}" presName="vert1" presStyleCnt="0"/>
      <dgm:spPr/>
    </dgm:pt>
    <dgm:pt modelId="{A8F6D7D5-7E80-431F-B475-96327E3860B3}" type="pres">
      <dgm:prSet presAssocID="{5F3F66E5-8A55-4D88-8F10-820034B9F25A}" presName="thickLine" presStyleLbl="alignNode1" presStyleIdx="1" presStyleCnt="5"/>
      <dgm:spPr/>
    </dgm:pt>
    <dgm:pt modelId="{106A0D1C-C480-40B0-AC8D-BA2A834B7A4D}" type="pres">
      <dgm:prSet presAssocID="{5F3F66E5-8A55-4D88-8F10-820034B9F25A}" presName="horz1" presStyleCnt="0"/>
      <dgm:spPr/>
    </dgm:pt>
    <dgm:pt modelId="{5BAD33D2-80FE-4FBB-B3DE-503352D5E633}" type="pres">
      <dgm:prSet presAssocID="{5F3F66E5-8A55-4D88-8F10-820034B9F25A}" presName="tx1" presStyleLbl="revTx" presStyleIdx="1" presStyleCnt="5"/>
      <dgm:spPr/>
    </dgm:pt>
    <dgm:pt modelId="{5187B6AD-C9C2-45B7-A591-812466CF3A2B}" type="pres">
      <dgm:prSet presAssocID="{5F3F66E5-8A55-4D88-8F10-820034B9F25A}" presName="vert1" presStyleCnt="0"/>
      <dgm:spPr/>
    </dgm:pt>
    <dgm:pt modelId="{68A622D6-E13F-4B22-9165-28DE2D1F1DFB}" type="pres">
      <dgm:prSet presAssocID="{816B3A74-BFE3-48F9-B5C3-EBE1640A938A}" presName="thickLine" presStyleLbl="alignNode1" presStyleIdx="2" presStyleCnt="5"/>
      <dgm:spPr/>
    </dgm:pt>
    <dgm:pt modelId="{CE0F3A23-B3AB-4333-87F8-4C7C4A27363D}" type="pres">
      <dgm:prSet presAssocID="{816B3A74-BFE3-48F9-B5C3-EBE1640A938A}" presName="horz1" presStyleCnt="0"/>
      <dgm:spPr/>
    </dgm:pt>
    <dgm:pt modelId="{2E550591-0921-4498-91A9-F2435486501C}" type="pres">
      <dgm:prSet presAssocID="{816B3A74-BFE3-48F9-B5C3-EBE1640A938A}" presName="tx1" presStyleLbl="revTx" presStyleIdx="2" presStyleCnt="5"/>
      <dgm:spPr/>
    </dgm:pt>
    <dgm:pt modelId="{58BB2058-7EA4-48B3-9348-3D23D65E6FD0}" type="pres">
      <dgm:prSet presAssocID="{816B3A74-BFE3-48F9-B5C3-EBE1640A938A}" presName="vert1" presStyleCnt="0"/>
      <dgm:spPr/>
    </dgm:pt>
    <dgm:pt modelId="{AAE1B1C5-D5FB-4127-A2B6-A41BF93966EA}" type="pres">
      <dgm:prSet presAssocID="{407FEEB3-182C-48DB-8A4C-7AB00B4B7D5B}" presName="thickLine" presStyleLbl="alignNode1" presStyleIdx="3" presStyleCnt="5"/>
      <dgm:spPr/>
    </dgm:pt>
    <dgm:pt modelId="{38BD1AFE-7CD1-4CF9-A4BA-290FF3948E69}" type="pres">
      <dgm:prSet presAssocID="{407FEEB3-182C-48DB-8A4C-7AB00B4B7D5B}" presName="horz1" presStyleCnt="0"/>
      <dgm:spPr/>
    </dgm:pt>
    <dgm:pt modelId="{690D494F-902C-4672-AA20-8E9EF0E62A79}" type="pres">
      <dgm:prSet presAssocID="{407FEEB3-182C-48DB-8A4C-7AB00B4B7D5B}" presName="tx1" presStyleLbl="revTx" presStyleIdx="3" presStyleCnt="5"/>
      <dgm:spPr/>
    </dgm:pt>
    <dgm:pt modelId="{0281F426-8C49-4E2E-B637-499775963452}" type="pres">
      <dgm:prSet presAssocID="{407FEEB3-182C-48DB-8A4C-7AB00B4B7D5B}" presName="vert1" presStyleCnt="0"/>
      <dgm:spPr/>
    </dgm:pt>
    <dgm:pt modelId="{0E53F04B-1893-4189-864D-4057FC8E377A}" type="pres">
      <dgm:prSet presAssocID="{D9D5F115-AE0B-4D6E-AD78-7361C11286C9}" presName="thickLine" presStyleLbl="alignNode1" presStyleIdx="4" presStyleCnt="5"/>
      <dgm:spPr/>
    </dgm:pt>
    <dgm:pt modelId="{60C3A01B-4F9E-4F72-AF4D-69251BABA445}" type="pres">
      <dgm:prSet presAssocID="{D9D5F115-AE0B-4D6E-AD78-7361C11286C9}" presName="horz1" presStyleCnt="0"/>
      <dgm:spPr/>
    </dgm:pt>
    <dgm:pt modelId="{0171FD25-9EB2-4666-91AA-CAB91C69BE18}" type="pres">
      <dgm:prSet presAssocID="{D9D5F115-AE0B-4D6E-AD78-7361C11286C9}" presName="tx1" presStyleLbl="revTx" presStyleIdx="4" presStyleCnt="5"/>
      <dgm:spPr/>
    </dgm:pt>
    <dgm:pt modelId="{E5F0228B-E3AC-4794-A540-9217C6E00C05}" type="pres">
      <dgm:prSet presAssocID="{D9D5F115-AE0B-4D6E-AD78-7361C11286C9}" presName="vert1" presStyleCnt="0"/>
      <dgm:spPr/>
    </dgm:pt>
  </dgm:ptLst>
  <dgm:cxnLst>
    <dgm:cxn modelId="{79CDBE04-8D25-44D9-BBDE-072F1A9C20E7}" type="presOf" srcId="{5F3F66E5-8A55-4D88-8F10-820034B9F25A}" destId="{5BAD33D2-80FE-4FBB-B3DE-503352D5E633}" srcOrd="0" destOrd="0" presId="urn:microsoft.com/office/officeart/2008/layout/LinedList"/>
    <dgm:cxn modelId="{2265A315-3343-4426-BEF6-F5ECA87CF5F2}" srcId="{DCB66D83-4BC4-4DB0-8BDE-BFC99B273BB7}" destId="{5F3F66E5-8A55-4D88-8F10-820034B9F25A}" srcOrd="1" destOrd="0" parTransId="{2DB150E3-179A-4EAF-9EF5-1A74E9F5804E}" sibTransId="{72747734-B49D-40FF-88FA-0D6AC4613ADD}"/>
    <dgm:cxn modelId="{0EC8113A-37F8-4725-80F8-2BD2ADE0A5C0}" type="presOf" srcId="{407FEEB3-182C-48DB-8A4C-7AB00B4B7D5B}" destId="{690D494F-902C-4672-AA20-8E9EF0E62A79}" srcOrd="0" destOrd="0" presId="urn:microsoft.com/office/officeart/2008/layout/LinedList"/>
    <dgm:cxn modelId="{5BB81745-368D-436C-B095-B8B62F856C3C}" type="presOf" srcId="{816B3A74-BFE3-48F9-B5C3-EBE1640A938A}" destId="{2E550591-0921-4498-91A9-F2435486501C}" srcOrd="0" destOrd="0" presId="urn:microsoft.com/office/officeart/2008/layout/LinedList"/>
    <dgm:cxn modelId="{9F1F1969-8AEB-4594-8D7C-15F13CA567D3}" srcId="{DCB66D83-4BC4-4DB0-8BDE-BFC99B273BB7}" destId="{B6751E20-CE2F-428C-BC6C-43C925CFD3F7}" srcOrd="0" destOrd="0" parTransId="{F1CCA783-014E-417A-86B2-BC2A97414082}" sibTransId="{9BB8C659-640B-427E-87DB-1C330987A3CD}"/>
    <dgm:cxn modelId="{B2780158-A7E6-40EA-943A-3B0A5FA8BFF5}" srcId="{DCB66D83-4BC4-4DB0-8BDE-BFC99B273BB7}" destId="{407FEEB3-182C-48DB-8A4C-7AB00B4B7D5B}" srcOrd="3" destOrd="0" parTransId="{22E64851-9C67-4380-A382-2B788087E7A6}" sibTransId="{96977490-9025-4ECF-9A03-B93EAC212799}"/>
    <dgm:cxn modelId="{EE223B8E-D585-4395-9084-FBED473A9F81}" srcId="{DCB66D83-4BC4-4DB0-8BDE-BFC99B273BB7}" destId="{D9D5F115-AE0B-4D6E-AD78-7361C11286C9}" srcOrd="4" destOrd="0" parTransId="{E8F54C91-F99A-4885-92B4-9C54E65A5D9C}" sibTransId="{7D4B6248-C23B-48D0-85DF-01F4FE05519A}"/>
    <dgm:cxn modelId="{7A80AC96-66F4-4350-B5D5-87304086F041}" type="presOf" srcId="{B6751E20-CE2F-428C-BC6C-43C925CFD3F7}" destId="{B24004CC-A52F-4CE1-907E-CE37322B5AE5}" srcOrd="0" destOrd="0" presId="urn:microsoft.com/office/officeart/2008/layout/LinedList"/>
    <dgm:cxn modelId="{33DCFD96-DB58-4951-902C-E429AFF6462A}" type="presOf" srcId="{D9D5F115-AE0B-4D6E-AD78-7361C11286C9}" destId="{0171FD25-9EB2-4666-91AA-CAB91C69BE18}" srcOrd="0" destOrd="0" presId="urn:microsoft.com/office/officeart/2008/layout/LinedList"/>
    <dgm:cxn modelId="{551828D8-1630-4F0A-96DC-56C02484AA5C}" type="presOf" srcId="{DCB66D83-4BC4-4DB0-8BDE-BFC99B273BB7}" destId="{C1C6C53A-F7E5-472E-A4E7-C601E532B27A}" srcOrd="0" destOrd="0" presId="urn:microsoft.com/office/officeart/2008/layout/LinedList"/>
    <dgm:cxn modelId="{34AB8FE5-B447-4B02-ADC6-98D8785D4F72}" srcId="{DCB66D83-4BC4-4DB0-8BDE-BFC99B273BB7}" destId="{816B3A74-BFE3-48F9-B5C3-EBE1640A938A}" srcOrd="2" destOrd="0" parTransId="{D542D20C-4CA6-4E00-9323-65D03F35552D}" sibTransId="{76AD6C51-29D6-4F5C-989C-A44E2386A177}"/>
    <dgm:cxn modelId="{AE7CBCDA-5294-484C-8EF5-08C08E5ED35C}" type="presParOf" srcId="{C1C6C53A-F7E5-472E-A4E7-C601E532B27A}" destId="{A18C2C13-653E-4207-B76F-01CC08718EDF}" srcOrd="0" destOrd="0" presId="urn:microsoft.com/office/officeart/2008/layout/LinedList"/>
    <dgm:cxn modelId="{4FF6FA01-3FFB-4B50-ADB1-C33B5DF325A2}" type="presParOf" srcId="{C1C6C53A-F7E5-472E-A4E7-C601E532B27A}" destId="{1FA25562-5C58-4E87-A447-7FF0FFE6CD41}" srcOrd="1" destOrd="0" presId="urn:microsoft.com/office/officeart/2008/layout/LinedList"/>
    <dgm:cxn modelId="{5497C02F-8158-428C-80E6-0D689B9F8C0F}" type="presParOf" srcId="{1FA25562-5C58-4E87-A447-7FF0FFE6CD41}" destId="{B24004CC-A52F-4CE1-907E-CE37322B5AE5}" srcOrd="0" destOrd="0" presId="urn:microsoft.com/office/officeart/2008/layout/LinedList"/>
    <dgm:cxn modelId="{35C1C848-B3F4-4733-9080-98B18DDB000A}" type="presParOf" srcId="{1FA25562-5C58-4E87-A447-7FF0FFE6CD41}" destId="{C75657EC-48E7-4B7F-9B41-FBD369BFC9F9}" srcOrd="1" destOrd="0" presId="urn:microsoft.com/office/officeart/2008/layout/LinedList"/>
    <dgm:cxn modelId="{70E0DF81-008D-4F4B-9399-D43571BB3F95}" type="presParOf" srcId="{C1C6C53A-F7E5-472E-A4E7-C601E532B27A}" destId="{A8F6D7D5-7E80-431F-B475-96327E3860B3}" srcOrd="2" destOrd="0" presId="urn:microsoft.com/office/officeart/2008/layout/LinedList"/>
    <dgm:cxn modelId="{96A8ADA3-E490-4FE6-9821-350A85F0F019}" type="presParOf" srcId="{C1C6C53A-F7E5-472E-A4E7-C601E532B27A}" destId="{106A0D1C-C480-40B0-AC8D-BA2A834B7A4D}" srcOrd="3" destOrd="0" presId="urn:microsoft.com/office/officeart/2008/layout/LinedList"/>
    <dgm:cxn modelId="{3214C1E8-9F34-4071-A99D-27C6D4B99423}" type="presParOf" srcId="{106A0D1C-C480-40B0-AC8D-BA2A834B7A4D}" destId="{5BAD33D2-80FE-4FBB-B3DE-503352D5E633}" srcOrd="0" destOrd="0" presId="urn:microsoft.com/office/officeart/2008/layout/LinedList"/>
    <dgm:cxn modelId="{F9D661EF-C5CB-4386-A0AF-7CFE3EFE753B}" type="presParOf" srcId="{106A0D1C-C480-40B0-AC8D-BA2A834B7A4D}" destId="{5187B6AD-C9C2-45B7-A591-812466CF3A2B}" srcOrd="1" destOrd="0" presId="urn:microsoft.com/office/officeart/2008/layout/LinedList"/>
    <dgm:cxn modelId="{443A3089-C7AF-4D1E-86D2-2B87A2F8CAD8}" type="presParOf" srcId="{C1C6C53A-F7E5-472E-A4E7-C601E532B27A}" destId="{68A622D6-E13F-4B22-9165-28DE2D1F1DFB}" srcOrd="4" destOrd="0" presId="urn:microsoft.com/office/officeart/2008/layout/LinedList"/>
    <dgm:cxn modelId="{F28A4BC8-A674-4A69-AD1E-8D9CE5FEEF45}" type="presParOf" srcId="{C1C6C53A-F7E5-472E-A4E7-C601E532B27A}" destId="{CE0F3A23-B3AB-4333-87F8-4C7C4A27363D}" srcOrd="5" destOrd="0" presId="urn:microsoft.com/office/officeart/2008/layout/LinedList"/>
    <dgm:cxn modelId="{3568784F-433E-4C0B-A936-4A3E0DC83D41}" type="presParOf" srcId="{CE0F3A23-B3AB-4333-87F8-4C7C4A27363D}" destId="{2E550591-0921-4498-91A9-F2435486501C}" srcOrd="0" destOrd="0" presId="urn:microsoft.com/office/officeart/2008/layout/LinedList"/>
    <dgm:cxn modelId="{8045DDED-60B7-4855-AF61-D610AA07671C}" type="presParOf" srcId="{CE0F3A23-B3AB-4333-87F8-4C7C4A27363D}" destId="{58BB2058-7EA4-48B3-9348-3D23D65E6FD0}" srcOrd="1" destOrd="0" presId="urn:microsoft.com/office/officeart/2008/layout/LinedList"/>
    <dgm:cxn modelId="{F1600864-F639-4A41-BEF6-17BB9BFAA929}" type="presParOf" srcId="{C1C6C53A-F7E5-472E-A4E7-C601E532B27A}" destId="{AAE1B1C5-D5FB-4127-A2B6-A41BF93966EA}" srcOrd="6" destOrd="0" presId="urn:microsoft.com/office/officeart/2008/layout/LinedList"/>
    <dgm:cxn modelId="{D230F7EF-F7A1-4AB0-A704-873CDF0627D3}" type="presParOf" srcId="{C1C6C53A-F7E5-472E-A4E7-C601E532B27A}" destId="{38BD1AFE-7CD1-4CF9-A4BA-290FF3948E69}" srcOrd="7" destOrd="0" presId="urn:microsoft.com/office/officeart/2008/layout/LinedList"/>
    <dgm:cxn modelId="{AFFE518F-BFD6-4981-BB24-74E4FCB97117}" type="presParOf" srcId="{38BD1AFE-7CD1-4CF9-A4BA-290FF3948E69}" destId="{690D494F-902C-4672-AA20-8E9EF0E62A79}" srcOrd="0" destOrd="0" presId="urn:microsoft.com/office/officeart/2008/layout/LinedList"/>
    <dgm:cxn modelId="{5557A703-A600-4DB9-B9E3-163C818465B8}" type="presParOf" srcId="{38BD1AFE-7CD1-4CF9-A4BA-290FF3948E69}" destId="{0281F426-8C49-4E2E-B637-499775963452}" srcOrd="1" destOrd="0" presId="urn:microsoft.com/office/officeart/2008/layout/LinedList"/>
    <dgm:cxn modelId="{21EE84B1-38BD-4686-9CD6-3FF758E2120F}" type="presParOf" srcId="{C1C6C53A-F7E5-472E-A4E7-C601E532B27A}" destId="{0E53F04B-1893-4189-864D-4057FC8E377A}" srcOrd="8" destOrd="0" presId="urn:microsoft.com/office/officeart/2008/layout/LinedList"/>
    <dgm:cxn modelId="{ECCB2480-4447-4085-AD99-9FA77C7DF65B}" type="presParOf" srcId="{C1C6C53A-F7E5-472E-A4E7-C601E532B27A}" destId="{60C3A01B-4F9E-4F72-AF4D-69251BABA445}" srcOrd="9" destOrd="0" presId="urn:microsoft.com/office/officeart/2008/layout/LinedList"/>
    <dgm:cxn modelId="{AF8410DC-8AC3-4F22-B9D9-4653E99E2B23}" type="presParOf" srcId="{60C3A01B-4F9E-4F72-AF4D-69251BABA445}" destId="{0171FD25-9EB2-4666-91AA-CAB91C69BE18}" srcOrd="0" destOrd="0" presId="urn:microsoft.com/office/officeart/2008/layout/LinedList"/>
    <dgm:cxn modelId="{62059FC1-F609-4F87-8597-A84C07627946}" type="presParOf" srcId="{60C3A01B-4F9E-4F72-AF4D-69251BABA445}" destId="{E5F0228B-E3AC-4794-A540-9217C6E00C0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410AE7-0757-4192-B557-5E6B87A13160}">
      <dsp:nvSpPr>
        <dsp:cNvPr id="0" name=""/>
        <dsp:cNvSpPr/>
      </dsp:nvSpPr>
      <dsp:spPr>
        <a:xfrm>
          <a:off x="0" y="11983"/>
          <a:ext cx="6449246" cy="103285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Yonc</a:t>
          </a:r>
          <a:r>
            <a:rPr lang="en-US" sz="2600" kern="1200" dirty="0">
              <a:latin typeface="+mj-lt"/>
              <a:ea typeface="+mj-ea"/>
              <a:cs typeface="+mj-cs"/>
            </a:rPr>
            <a:t>é Law Group Presentations</a:t>
          </a:r>
          <a:endParaRPr lang="en-US" sz="2600" kern="1200" dirty="0"/>
        </a:p>
      </dsp:txBody>
      <dsp:txXfrm>
        <a:off x="50420" y="62403"/>
        <a:ext cx="6348406" cy="932014"/>
      </dsp:txXfrm>
    </dsp:sp>
    <dsp:sp modelId="{0B258582-41DB-419A-9F5A-986DEAC0E6AD}">
      <dsp:nvSpPr>
        <dsp:cNvPr id="0" name=""/>
        <dsp:cNvSpPr/>
      </dsp:nvSpPr>
      <dsp:spPr>
        <a:xfrm>
          <a:off x="0" y="1119717"/>
          <a:ext cx="6449246" cy="1032854"/>
        </a:xfrm>
        <a:prstGeom prst="roundRect">
          <a:avLst/>
        </a:prstGeom>
        <a:solidFill>
          <a:schemeClr val="accent2">
            <a:hueOff val="33541"/>
            <a:satOff val="1181"/>
            <a:lumOff val="-46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Bluebook Citations – Case Names</a:t>
          </a:r>
        </a:p>
      </dsp:txBody>
      <dsp:txXfrm>
        <a:off x="50420" y="1170137"/>
        <a:ext cx="6348406" cy="932014"/>
      </dsp:txXfrm>
    </dsp:sp>
    <dsp:sp modelId="{76255F40-357E-4E40-B703-4E5F983CD228}">
      <dsp:nvSpPr>
        <dsp:cNvPr id="0" name=""/>
        <dsp:cNvSpPr/>
      </dsp:nvSpPr>
      <dsp:spPr>
        <a:xfrm>
          <a:off x="0" y="3190793"/>
          <a:ext cx="6449246" cy="1032854"/>
        </a:xfrm>
        <a:prstGeom prst="roundRect">
          <a:avLst/>
        </a:prstGeom>
        <a:solidFill>
          <a:schemeClr val="accent2">
            <a:hueOff val="67083"/>
            <a:satOff val="2362"/>
            <a:lumOff val="-9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Introduction to the Closed Memo</a:t>
          </a:r>
        </a:p>
      </dsp:txBody>
      <dsp:txXfrm>
        <a:off x="50420" y="3241213"/>
        <a:ext cx="6348406" cy="932014"/>
      </dsp:txXfrm>
    </dsp:sp>
    <dsp:sp modelId="{7A9B47AD-E7DA-4C4D-A4BE-F3BECB1FB4CB}">
      <dsp:nvSpPr>
        <dsp:cNvPr id="0" name=""/>
        <dsp:cNvSpPr/>
      </dsp:nvSpPr>
      <dsp:spPr>
        <a:xfrm>
          <a:off x="0" y="2102003"/>
          <a:ext cx="6449246" cy="1032854"/>
        </a:xfrm>
        <a:prstGeom prst="roundRect">
          <a:avLst/>
        </a:prstGeom>
        <a:solidFill>
          <a:schemeClr val="accent2">
            <a:hueOff val="100624"/>
            <a:satOff val="3544"/>
            <a:lumOff val="-139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Communicating Legal Analysis in Writing – IRAC &amp; CREAC</a:t>
          </a:r>
        </a:p>
      </dsp:txBody>
      <dsp:txXfrm>
        <a:off x="50420" y="2152423"/>
        <a:ext cx="6348406" cy="932014"/>
      </dsp:txXfrm>
    </dsp:sp>
    <dsp:sp modelId="{BDD61D89-E706-4C02-80E8-180084D2F374}">
      <dsp:nvSpPr>
        <dsp:cNvPr id="0" name=""/>
        <dsp:cNvSpPr/>
      </dsp:nvSpPr>
      <dsp:spPr>
        <a:xfrm>
          <a:off x="0" y="4442920"/>
          <a:ext cx="6449246" cy="1032854"/>
        </a:xfrm>
        <a:prstGeom prst="roundRect">
          <a:avLst/>
        </a:prstGeom>
        <a:solidFill>
          <a:schemeClr val="accent2">
            <a:hueOff val="134165"/>
            <a:satOff val="4725"/>
            <a:lumOff val="-1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Fox/Mustafa/Sobin</a:t>
          </a:r>
        </a:p>
      </dsp:txBody>
      <dsp:txXfrm>
        <a:off x="50420" y="4493340"/>
        <a:ext cx="6348406" cy="9320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7D9007-70D3-8B40-83B6-F390619907F9}">
      <dsp:nvSpPr>
        <dsp:cNvPr id="0" name=""/>
        <dsp:cNvSpPr/>
      </dsp:nvSpPr>
      <dsp:spPr>
        <a:xfrm>
          <a:off x="0" y="724559"/>
          <a:ext cx="2834282" cy="17997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C6DDF6-28B7-2F48-8803-73B776BE7189}">
      <dsp:nvSpPr>
        <dsp:cNvPr id="0" name=""/>
        <dsp:cNvSpPr/>
      </dsp:nvSpPr>
      <dsp:spPr>
        <a:xfrm>
          <a:off x="314920" y="1023733"/>
          <a:ext cx="2834282" cy="17997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Interactive Citation Workstation</a:t>
          </a:r>
        </a:p>
      </dsp:txBody>
      <dsp:txXfrm>
        <a:off x="367633" y="1076446"/>
        <a:ext cx="2728856" cy="1694343"/>
      </dsp:txXfrm>
    </dsp:sp>
    <dsp:sp modelId="{3AC70711-2FCA-354A-BD4F-02B3EE356AAD}">
      <dsp:nvSpPr>
        <dsp:cNvPr id="0" name=""/>
        <dsp:cNvSpPr/>
      </dsp:nvSpPr>
      <dsp:spPr>
        <a:xfrm>
          <a:off x="3464123" y="724559"/>
          <a:ext cx="2834282" cy="17997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1A5F04-4CE8-984B-9763-157A70B8691C}">
      <dsp:nvSpPr>
        <dsp:cNvPr id="0" name=""/>
        <dsp:cNvSpPr/>
      </dsp:nvSpPr>
      <dsp:spPr>
        <a:xfrm>
          <a:off x="3779043" y="1023733"/>
          <a:ext cx="2834282" cy="17997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Bluebook Uncovered (free book on Canvas)</a:t>
          </a:r>
        </a:p>
      </dsp:txBody>
      <dsp:txXfrm>
        <a:off x="3831756" y="1076446"/>
        <a:ext cx="2728856" cy="1694343"/>
      </dsp:txXfrm>
    </dsp:sp>
    <dsp:sp modelId="{0B6DFD4E-3AE6-834C-B424-DC22C5A9D00E}">
      <dsp:nvSpPr>
        <dsp:cNvPr id="0" name=""/>
        <dsp:cNvSpPr/>
      </dsp:nvSpPr>
      <dsp:spPr>
        <a:xfrm>
          <a:off x="6928246" y="724559"/>
          <a:ext cx="2834282" cy="17997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AF2175-7EAB-7945-88A5-A3A4AA1CB93F}">
      <dsp:nvSpPr>
        <dsp:cNvPr id="0" name=""/>
        <dsp:cNvSpPr/>
      </dsp:nvSpPr>
      <dsp:spPr>
        <a:xfrm>
          <a:off x="7243167" y="1023733"/>
          <a:ext cx="2834282" cy="17997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Legal Writing Center Fellows</a:t>
          </a:r>
        </a:p>
      </dsp:txBody>
      <dsp:txXfrm>
        <a:off x="7295880" y="1076446"/>
        <a:ext cx="2728856" cy="16943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C1A0A9-997E-44C3-846B-257108A7A9C3}">
      <dsp:nvSpPr>
        <dsp:cNvPr id="0" name=""/>
        <dsp:cNvSpPr/>
      </dsp:nvSpPr>
      <dsp:spPr>
        <a:xfrm>
          <a:off x="0" y="435656"/>
          <a:ext cx="11013670" cy="65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C2F015-20AB-4A61-917E-D4565DE8C76A}">
      <dsp:nvSpPr>
        <dsp:cNvPr id="0" name=""/>
        <dsp:cNvSpPr/>
      </dsp:nvSpPr>
      <dsp:spPr>
        <a:xfrm>
          <a:off x="550683" y="51896"/>
          <a:ext cx="7709569" cy="7675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1403" tIns="0" rIns="291403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Reread Sample Memo in BLW, page 11. </a:t>
          </a:r>
        </a:p>
      </dsp:txBody>
      <dsp:txXfrm>
        <a:off x="588150" y="89363"/>
        <a:ext cx="7634635" cy="692586"/>
      </dsp:txXfrm>
    </dsp:sp>
    <dsp:sp modelId="{0A585BD3-0C14-4DA3-8556-518BC49941C9}">
      <dsp:nvSpPr>
        <dsp:cNvPr id="0" name=""/>
        <dsp:cNvSpPr/>
      </dsp:nvSpPr>
      <dsp:spPr>
        <a:xfrm>
          <a:off x="0" y="1615016"/>
          <a:ext cx="11013670" cy="2784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4783" tIns="541528" rIns="854783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Yoncé Law Group – find the rule statement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Astro &amp; Toro LLP – find the case explanations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Love, Price, Whitehurst, and Tran LLP – find the application section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River &amp; Oaks – find the conclusion section</a:t>
          </a:r>
          <a:r>
            <a:rPr lang="en-US" sz="2600" u="sng" kern="1200"/>
            <a:t>s</a:t>
          </a:r>
          <a:endParaRPr lang="en-US" sz="2600" kern="1200"/>
        </a:p>
      </dsp:txBody>
      <dsp:txXfrm>
        <a:off x="0" y="1615016"/>
        <a:ext cx="11013670" cy="2784600"/>
      </dsp:txXfrm>
    </dsp:sp>
    <dsp:sp modelId="{CEEA6F1C-C73C-46D0-96A6-025C2E5F2F31}">
      <dsp:nvSpPr>
        <dsp:cNvPr id="0" name=""/>
        <dsp:cNvSpPr/>
      </dsp:nvSpPr>
      <dsp:spPr>
        <a:xfrm>
          <a:off x="550683" y="1231257"/>
          <a:ext cx="7709569" cy="7675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1403" tIns="0" rIns="291403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Get in your Law Firms</a:t>
          </a:r>
        </a:p>
      </dsp:txBody>
      <dsp:txXfrm>
        <a:off x="588150" y="1268724"/>
        <a:ext cx="7634635" cy="69258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8C2C13-653E-4207-B76F-01CC08718EDF}">
      <dsp:nvSpPr>
        <dsp:cNvPr id="0" name=""/>
        <dsp:cNvSpPr/>
      </dsp:nvSpPr>
      <dsp:spPr>
        <a:xfrm>
          <a:off x="0" y="588"/>
          <a:ext cx="533675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4004CC-A52F-4CE1-907E-CE37322B5AE5}">
      <dsp:nvSpPr>
        <dsp:cNvPr id="0" name=""/>
        <dsp:cNvSpPr/>
      </dsp:nvSpPr>
      <dsp:spPr>
        <a:xfrm>
          <a:off x="0" y="588"/>
          <a:ext cx="5336753" cy="963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ICW Citing Exercises 1 &amp; 2 (read modified instruction in Week 2 Module) due 5 PM on Sunday, 9/6 – extra office hours for citations - Friday 2 PM-3 PM on Zoom</a:t>
          </a:r>
        </a:p>
      </dsp:txBody>
      <dsp:txXfrm>
        <a:off x="0" y="588"/>
        <a:ext cx="5336753" cy="963377"/>
      </dsp:txXfrm>
    </dsp:sp>
    <dsp:sp modelId="{A8F6D7D5-7E80-431F-B475-96327E3860B3}">
      <dsp:nvSpPr>
        <dsp:cNvPr id="0" name=""/>
        <dsp:cNvSpPr/>
      </dsp:nvSpPr>
      <dsp:spPr>
        <a:xfrm>
          <a:off x="0" y="963965"/>
          <a:ext cx="533675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AD33D2-80FE-4FBB-B3DE-503352D5E633}">
      <dsp:nvSpPr>
        <dsp:cNvPr id="0" name=""/>
        <dsp:cNvSpPr/>
      </dsp:nvSpPr>
      <dsp:spPr>
        <a:xfrm>
          <a:off x="0" y="963965"/>
          <a:ext cx="5336753" cy="963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Read BLW Ch.4 (I-IV) pp. 85 – 88; Complete Exercises 4.1, 4.2, 4.4</a:t>
          </a:r>
        </a:p>
      </dsp:txBody>
      <dsp:txXfrm>
        <a:off x="0" y="963965"/>
        <a:ext cx="5336753" cy="963377"/>
      </dsp:txXfrm>
    </dsp:sp>
    <dsp:sp modelId="{68A622D6-E13F-4B22-9165-28DE2D1F1DFB}">
      <dsp:nvSpPr>
        <dsp:cNvPr id="0" name=""/>
        <dsp:cNvSpPr/>
      </dsp:nvSpPr>
      <dsp:spPr>
        <a:xfrm>
          <a:off x="0" y="1927342"/>
          <a:ext cx="533675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550591-0921-4498-91A9-F2435486501C}">
      <dsp:nvSpPr>
        <dsp:cNvPr id="0" name=""/>
        <dsp:cNvSpPr/>
      </dsp:nvSpPr>
      <dsp:spPr>
        <a:xfrm>
          <a:off x="0" y="1927342"/>
          <a:ext cx="5336753" cy="963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Read, brief, and chart your cases for the Closed Memo Discussion Section and be prepared to discuss</a:t>
          </a:r>
        </a:p>
      </dsp:txBody>
      <dsp:txXfrm>
        <a:off x="0" y="1927342"/>
        <a:ext cx="5336753" cy="963377"/>
      </dsp:txXfrm>
    </dsp:sp>
    <dsp:sp modelId="{AAE1B1C5-D5FB-4127-A2B6-A41BF93966EA}">
      <dsp:nvSpPr>
        <dsp:cNvPr id="0" name=""/>
        <dsp:cNvSpPr/>
      </dsp:nvSpPr>
      <dsp:spPr>
        <a:xfrm>
          <a:off x="0" y="2890719"/>
          <a:ext cx="533675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0D494F-902C-4672-AA20-8E9EF0E62A79}">
      <dsp:nvSpPr>
        <dsp:cNvPr id="0" name=""/>
        <dsp:cNvSpPr/>
      </dsp:nvSpPr>
      <dsp:spPr>
        <a:xfrm>
          <a:off x="0" y="2890719"/>
          <a:ext cx="5336753" cy="963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Complete Legal Research Modules 1.1 – 1.3 by 5 PM</a:t>
          </a:r>
        </a:p>
      </dsp:txBody>
      <dsp:txXfrm>
        <a:off x="0" y="2890719"/>
        <a:ext cx="5336753" cy="963377"/>
      </dsp:txXfrm>
    </dsp:sp>
    <dsp:sp modelId="{0E53F04B-1893-4189-864D-4057FC8E377A}">
      <dsp:nvSpPr>
        <dsp:cNvPr id="0" name=""/>
        <dsp:cNvSpPr/>
      </dsp:nvSpPr>
      <dsp:spPr>
        <a:xfrm>
          <a:off x="0" y="3854096"/>
          <a:ext cx="533675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71FD25-9EB2-4666-91AA-CAB91C69BE18}">
      <dsp:nvSpPr>
        <dsp:cNvPr id="0" name=""/>
        <dsp:cNvSpPr/>
      </dsp:nvSpPr>
      <dsp:spPr>
        <a:xfrm>
          <a:off x="0" y="3854096"/>
          <a:ext cx="5336753" cy="963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Love, Price, Whitehurst, and </a:t>
          </a:r>
          <a:r>
            <a:rPr lang="en-US" sz="1600" kern="1200"/>
            <a:t>Tran LLP send </a:t>
          </a:r>
          <a:r>
            <a:rPr lang="en-US" sz="1600" kern="1200" dirty="0"/>
            <a:t>me your image PowerPoint slide by Monday at 2 PM</a:t>
          </a:r>
        </a:p>
      </dsp:txBody>
      <dsp:txXfrm>
        <a:off x="0" y="3854096"/>
        <a:ext cx="5336753" cy="9633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0647A6-2A9A-1A4B-A15C-C0C1FA7AD5D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9321D-269D-D94D-AAF1-AC4559D23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622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4EF5E-6B18-27CC-AD74-F37C5F99D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26BB8E64-1AD2-BD3A-0915-4B8E3723CA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559FF0C-65AE-4455-B353-CEE906D119BA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F7891755-EA2C-E856-B6A4-15C41028D7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915D112E-956B-3F06-8279-9CB00075AF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sz="1400" dirty="0"/>
              <a:t>Almost always the names of the parties, separated by a v. Use italics.</a:t>
            </a:r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dirty="0"/>
              <a:t>Don’t italicize the comma at the end of the case name! Do italicize any punctuation within the case name.</a:t>
            </a:r>
          </a:p>
        </p:txBody>
      </p:sp>
    </p:spTree>
    <p:extLst>
      <p:ext uri="{BB962C8B-B14F-4D97-AF65-F5344CB8AC3E}">
        <p14:creationId xmlns:p14="http://schemas.microsoft.com/office/powerpoint/2010/main" val="1353642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2D215-BD06-E6BE-27F8-20DF127D7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C75C72-FBA2-D6D8-48F1-F277B8C33B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B65CFD-A8DF-58AA-BCB6-B15AD81C24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4C432-0D37-2DBE-7704-AAE391965F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2C138-ED38-4604-AC41-5D527400E9B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9906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4102A-CDE2-BB2D-A1CE-F457F62EA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95D34D-30B1-774F-D635-FF8B61997E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D90381-90F4-3D44-67A7-385A871E1F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63D6F5-4E67-7338-1F9F-2F3622BA58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2C138-ED38-4604-AC41-5D527400E9B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1611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4045C-604A-C6CB-5A08-C63AD4F96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6C5C5-7383-5D2C-B9B0-3E62A130F1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9FE86A-32E1-42E7-160E-40883156DE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6FC8C-9E1A-39B2-1D0A-FD90DA7265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2C138-ED38-4604-AC41-5D527400E9B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454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314B6-DE6D-899E-3796-961EB9A61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E07509-5BDD-67A7-3D7C-0854ABE4B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FB94EE-DC16-6B47-ECA1-F19EBD71C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AFB34-0DC7-E567-8373-8D76E33DF7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2C138-ED38-4604-AC41-5D527400E9B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05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FC6F8-EA13-17C1-747A-861E3F497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5A13F8-708F-689F-F727-4D4EE08B31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1ECE5D-4EA9-763D-2307-196FFDC51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03A7C-8287-8B87-9926-462AE67618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2C138-ED38-4604-AC41-5D527400E9B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1363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390FA-06D1-9125-4999-9E73EDD06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102B78-D54F-D74B-E11C-464A26F05C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6DC859-E847-227B-A5AA-46CADA3FE1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715EC-91FA-1B53-4460-29600ECF0D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2C138-ED38-4604-AC41-5D527400E9B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6522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78B59-4DF4-135F-FE17-EE3F06072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64188D-092E-30F3-453D-8EFDA65F95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8D5657-76A0-D125-8CC6-C221F6CB9C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BD4D3-648D-0121-6313-C82ED6857A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2C138-ED38-4604-AC41-5D527400E9B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2966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2EB4E-E45A-4194-818E-D04F2E9ED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2682C4-50E6-4CBB-1A09-8E4FD7905A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A0257D-A8B3-1937-ED95-7FA1CC074B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67D0D-FDF4-E6DB-CC51-9FC00A50B1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2C138-ED38-4604-AC41-5D527400E9B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7176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50426-2F36-7896-F8CD-B23CECD58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B3F13A-90C4-844E-B379-19A5965818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3D644-633D-B0D7-A96A-D3CC4E5CE4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ABE10-265A-496E-62A7-F77681B927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2C138-ED38-4604-AC41-5D527400E9B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5734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8EC1B-2B22-FCF7-7107-883230211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AA778D-D4FA-14DE-63DE-A90EFA01D1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3A1ABE-D065-3A70-7CF7-0DD6DFCDA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7B0A6-629D-16DB-5279-988C289D10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2C138-ED38-4604-AC41-5D527400E9B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2432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8BFA1-C273-A717-EB3A-94CE491BB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85EB68-DB68-7142-461C-E9E59CF62D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8ACAF6-C3AE-4941-910C-F40C099B98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EB4F6-E545-8EE7-A71E-B3300F3E44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2C138-ED38-4604-AC41-5D527400E9B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2751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A9978-AB29-ADF6-F8F1-5CFB2CB14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308ABE-CE2C-C0B1-0F5A-6AC7CFD51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E49447-B668-B30F-A368-24A0E74863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01721-ACC2-82DA-71D9-5C2B5330EC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2C138-ED38-4604-AC41-5D527400E9B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2033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27000-EE3A-C581-A6FA-1B83D5A86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B1D7AA-3005-782B-F2F6-20D580071A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E36907-E80E-24A2-1189-89AAB776A5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FAB62-F2CC-7641-81F0-1C0FF173E3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2C138-ED38-4604-AC41-5D527400E9B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836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F6257-516B-AFE7-33A8-2C19E7B3C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B53548-C450-90B8-6111-9DA446DCF7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45D5BE-E110-05D2-3168-551944D77E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E63BD-C1FC-C5C6-F776-AAF40ADE00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2C138-ED38-4604-AC41-5D527400E9B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2055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B6948-349C-19E9-708C-7A83CFA5A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71B53-37CC-8F4F-B5CE-6DB3624E3D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A45154-A2CE-4FC1-9E1E-0AAF4AD094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A15D6-2F78-97FE-3CAF-2F53C68F09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2C138-ED38-4604-AC41-5D527400E9B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3603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0C941-1F1C-5172-98EE-325F2D113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530A19-8271-CA9F-3543-503973467F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CBB90D-0CE9-8D70-5841-306E3B0EB7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BFB6C-FDED-95EF-B9D5-CCEBEAED1C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2C138-ED38-4604-AC41-5D527400E9B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3531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5BA8C-FCDC-4388-20A9-902C5E3A6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9BA15C-B7DA-6041-2F05-D6BE5772CE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CC60C4-669D-C3BD-ED14-EFBA40E7A3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56583-912D-5C34-13E7-C015391F0F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2C138-ED38-4604-AC41-5D527400E9B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0228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B5EA8-94CC-41A6-1EC1-90B8E589A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3E068F-C1EF-3186-AD4D-9BE222B9AE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F7E092-385C-36ED-3C47-C98B41B18B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E562F-126F-5AB8-196A-DB0CB4D3C0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2C138-ED38-4604-AC41-5D527400E9B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5508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C463D-C5DE-5BA8-5CC1-EA1F6EB14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893D3D-0365-888A-F8ED-256FA5BA2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466B99-6165-8FFB-F22D-D0667CA7D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8715A-20E0-9A5C-885C-0F285EECC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2C138-ED38-4604-AC41-5D527400E9B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1745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4D36E-6A0B-C58F-627C-A619EB081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8C7C69-EC05-C1F6-EF72-E5758EF83B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BD8601-2CF4-E455-E0FC-1A6C3F28EB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452DB-0004-637C-432E-19A961F308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2C138-ED38-4604-AC41-5D527400E9B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1040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D79F1-EDCE-4776-6AF6-9BABA7F4B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309F8F-EA1D-1B6C-8459-641E894C8E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523534-82BA-9640-91E7-6D81ABD293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E0C74-F764-C54E-DA89-A6BE9728BA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2C138-ED38-4604-AC41-5D527400E9B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2774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A4143-E01D-36F4-0176-CB9585DC9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A6A562-9FEF-BE7E-62AE-0AF9CABF52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FA1D89-E6C2-A746-0003-42C4477E47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D98DF-2B62-2313-AC6B-1E589A554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2C138-ED38-4604-AC41-5D527400E9B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4970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09472-109F-A54F-5EB5-E99526ECB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B48F75-CB1F-EBA0-0BE5-0917DF2405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44A022-DB7A-ECFC-C237-A7D5F3E02E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952B16-003D-7938-912A-71C522C5EC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2C138-ED38-4604-AC41-5D527400E9B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214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16687-496B-32FF-8684-29240CEEC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FF7D31-8565-D434-94A6-307F5E6706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FF2A3C-0E92-BB1B-9BDA-3729510E8E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677EF-D72A-A4AD-13B7-A7D718848B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2C138-ED38-4604-AC41-5D527400E9B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7691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2E781-22CD-44C4-0103-88592F862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5B9FF-8F21-3DAC-CAFC-03D540349C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0036FD-BA9F-2FFC-F8B0-3E19B640FE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B6D22F-B43C-E149-4DDD-AB856F8CAA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2C138-ED38-4604-AC41-5D527400E9B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4795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78381-AB46-9043-6963-90AF708CD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9F169F-C6EE-3BE2-655C-A42D27BA14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6DAA8B-3688-31F1-3927-88AFCDF8C1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64B87-0682-2983-18E9-447A67F110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2C138-ED38-4604-AC41-5D527400E9B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8876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7B1AF-14B1-B2CD-4DF7-3C7DA36BD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2CAD64-758A-1B35-1E5F-DF0CFAB583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B9897C-EB60-80E4-DD14-C25F19B3A7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9CC0F-F710-F22E-89B2-76EC1A6349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2C138-ED38-4604-AC41-5D527400E9B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3239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809DF-4D9D-1FD4-BEB9-25251FF57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98A37B-8BB5-E549-FC23-A9C9AD76B6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58EDF9-A34D-5329-F211-9C4A686034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C9C9F3-B517-34B2-0DEB-6F2699648E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2C138-ED38-4604-AC41-5D527400E9B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3981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5170A-F1EB-4C15-A126-444367A3D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C66C3E-554E-25FC-8404-D2E513EB01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3F74B0-ABF0-C685-FDAB-8B6EF8B30E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1F8311-E8E5-ACC3-548C-CD9CB86F3E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2C138-ED38-4604-AC41-5D527400E9B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9217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E57EA-13D6-424E-9A71-65FFABB373D4}" type="slidenum">
              <a:rPr lang="en-US" smtClean="0">
                <a:solidFill>
                  <a:prstClr val="black"/>
                </a:solidFill>
              </a:rPr>
              <a:pPr/>
              <a:t>40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656909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</a:t>
            </a:r>
            <a:r>
              <a:rPr lang="en-US" baseline="0" dirty="0"/>
              <a:t> the first 2 weeks we covered materials that are going to be ingredients in your final memo.  </a:t>
            </a:r>
          </a:p>
          <a:p>
            <a:r>
              <a:rPr lang="en-US" baseline="0" dirty="0"/>
              <a:t>If the memo is your finished product, we were getting some of the components down-</a:t>
            </a:r>
          </a:p>
          <a:p>
            <a:r>
              <a:rPr lang="en-US" baseline="0" dirty="0"/>
              <a:t>Comparing and distinguishing facts, pulling out and analyzing rules, etc.  We are going to keep doing those things- and in a memo it is the way that you are presenting this legal analysis.  </a:t>
            </a:r>
            <a:endParaRPr lang="en-US" dirty="0"/>
          </a:p>
          <a:p>
            <a:endParaRPr lang="en-US" dirty="0"/>
          </a:p>
          <a:p>
            <a:r>
              <a:rPr lang="en-US" dirty="0"/>
              <a:t>Look at all sides of the issue—include all relevant</a:t>
            </a:r>
            <a:r>
              <a:rPr lang="en-US" baseline="0" dirty="0"/>
              <a:t> law (</a:t>
            </a:r>
            <a:r>
              <a:rPr lang="en-US" dirty="0"/>
              <a:t>cases, statutes, regulations) that support and do</a:t>
            </a:r>
            <a:r>
              <a:rPr lang="en-US" baseline="0" dirty="0"/>
              <a:t> not support your 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FE57EA-13D6-424E-9A71-65FFABB373D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133622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 at all sides of the issue—include all relevant</a:t>
            </a:r>
            <a:r>
              <a:rPr lang="en-US" baseline="0" dirty="0"/>
              <a:t> law (</a:t>
            </a:r>
            <a:r>
              <a:rPr lang="en-US" dirty="0"/>
              <a:t>cases, statutes, regulations) that support and do</a:t>
            </a:r>
            <a:r>
              <a:rPr lang="en-US" baseline="0" dirty="0"/>
              <a:t> not support your 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FE57EA-13D6-424E-9A71-65FFABB373D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877107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Later in class we will be looking at an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FE57EA-13D6-424E-9A71-65FFABB373D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238130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EC882B-6C55-405D-9866-99CD4EC8E29D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40814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0ECB6A-2C21-44D2-9188-4282C1CD7E3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898246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ea typeface="ＭＳ Ｐゴシック" pitchFamily="34" charset="-128"/>
              </a:rPr>
              <a:t>Mustafa: Admitted to CA after DC rejection. Resigned. Commingling funds; not answering calls.</a:t>
            </a:r>
          </a:p>
          <a:p>
            <a:r>
              <a:rPr lang="en-US" altLang="en-US" dirty="0">
                <a:ea typeface="ＭＳ Ｐゴシック" pitchFamily="34" charset="-128"/>
              </a:rPr>
              <a:t>Sobin: Director of Ethics, Board of Ethics and Government Accountability, Wash DC</a:t>
            </a:r>
          </a:p>
        </p:txBody>
      </p:sp>
      <p:sp>
        <p:nvSpPr>
          <p:cNvPr id="1126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30914" indent="-281121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24483" indent="-224897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574277" indent="-224897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24070" indent="-224897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473863" indent="-224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23657" indent="-224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373450" indent="-224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23244" indent="-22489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1D04E55F-7680-4166-8EDA-D27A1E97C41C}" type="slidenum">
              <a:rPr lang="en-US" altLang="en-US" sz="1200">
                <a:solidFill>
                  <a:prstClr val="black"/>
                </a:solidFill>
                <a:latin typeface="Calibri" pitchFamily="34" charset="0"/>
              </a:rPr>
              <a:pPr eaLnBrk="1" hangingPunct="1"/>
              <a:t>51</a:t>
            </a:fld>
            <a:endParaRPr lang="en-US" altLang="en-US" sz="1200">
              <a:solidFill>
                <a:prstClr val="black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910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939257"/>
            <a:ext cx="5898630" cy="4803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2000" cy="47840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C7B0B-C375-9D64-1424-3B07B71AF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05927" y="4939715"/>
            <a:ext cx="4420031" cy="479458"/>
          </a:xfrm>
        </p:spPr>
        <p:txBody>
          <a:bodyPr anchor="t"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117021-C08A-0E4F-5F64-FC1A870E48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2" y="4939257"/>
            <a:ext cx="429207" cy="365125"/>
          </a:xfrm>
        </p:spPr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001D668-DD9C-F5B4-B191-51BDD0B308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09A08CF-24F0-EC7D-277D-CB831E7E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847" y="5718869"/>
            <a:ext cx="5916168" cy="1143000"/>
          </a:xfrm>
        </p:spPr>
        <p:txBody>
          <a:bodyPr anchor="b">
            <a:normAutofit/>
          </a:bodyPr>
          <a:lstStyle>
            <a:lvl1pPr>
              <a:lnSpc>
                <a:spcPct val="6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89755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06F310-2B8D-3C32-560C-686817E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113008" cy="8497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FD1A6D-2D8E-1FD1-C1AC-CB5E9D5A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375" y="110364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DE430-EE65-B675-F031-7651DE9D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9D389-4C4C-4FD7-9E6B-9F44477F0EB8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05BC9-1670-00D4-5A66-F52444DA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959" y="104649"/>
            <a:ext cx="429207" cy="365125"/>
          </a:xfrm>
        </p:spPr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2115542"/>
            <a:ext cx="11013670" cy="44515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43028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57214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134185-2980-312E-60AF-F360D16F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1290"/>
            <a:ext cx="4654296" cy="3739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46771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9E0058-93A2-5291-6ACA-A04308626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9D389-4C4C-4FD7-9E6B-9F44477F0EB8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430135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4E7A70C-B49B-5779-BA11-88AE4939E0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77355" y="83125"/>
            <a:ext cx="731520" cy="73152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8197F50-0DC4-261A-813C-264E7361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84032"/>
            <a:ext cx="8074152" cy="471830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8854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2296"/>
            <a:ext cx="8139659" cy="1554480"/>
          </a:xfrm>
        </p:spPr>
        <p:txBody>
          <a:bodyPr anchor="t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1" y="1896472"/>
            <a:ext cx="8139660" cy="3557904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5C8E38-E957-9E3C-9A05-717C0F009AB9}"/>
              </a:ext>
            </a:extLst>
          </p:cNvPr>
          <p:cNvSpPr/>
          <p:nvPr/>
        </p:nvSpPr>
        <p:spPr>
          <a:xfrm>
            <a:off x="8552512" y="3218512"/>
            <a:ext cx="3557904" cy="3557904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1E193C2-09EC-BB41-5A34-007D34EB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76468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6396" y="621792"/>
            <a:ext cx="5386715" cy="1816898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590664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90488" y="110364"/>
            <a:ext cx="534923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2740228"/>
            <a:ext cx="5906642" cy="4096512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42018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178B15-836F-D50E-D616-40C93732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45" y="987552"/>
            <a:ext cx="5366480" cy="4044508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3A196D4-110B-6911-7AF5-9149D3FFF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536648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8D9253F-93F3-9EB9-BFA6-49C9461D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0701"/>
            <a:ext cx="2940449" cy="365125"/>
          </a:xfrm>
        </p:spPr>
        <p:txBody>
          <a:bodyPr/>
          <a:lstStyle/>
          <a:p>
            <a:fld id="{8769D389-4C4C-4FD7-9E6B-9F44477F0EB8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4C6C96-D651-5D6B-830B-07E5A3542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969264"/>
            <a:ext cx="5336753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11633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988979"/>
            <a:ext cx="3462878" cy="294241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9910B-18FC-4A92-025A-A88AC7CD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34702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52728-D41A-655E-871F-F76147E0E9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7167" y="100701"/>
            <a:ext cx="2940449" cy="365125"/>
          </a:xfrm>
        </p:spPr>
        <p:txBody>
          <a:bodyPr/>
          <a:lstStyle/>
          <a:p>
            <a:fld id="{8769D389-4C4C-4FD7-9E6B-9F44477F0EB8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07CC96-728B-298D-B2D6-54C4E9F0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17167" y="967689"/>
            <a:ext cx="7217771" cy="5237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08363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7D0064E-1F0E-2DDF-C6B5-9CE196C4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804" y="612140"/>
            <a:ext cx="6499655" cy="151961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401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D478DAE4-13AB-5772-07E6-B3264F1E314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4122" y="2457406"/>
            <a:ext cx="6441338" cy="3778977"/>
          </a:xfrm>
        </p:spPr>
        <p:txBody>
          <a:bodyPr anchor="t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04122" y="6452990"/>
            <a:ext cx="1968375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16252" y="6452989"/>
            <a:ext cx="429207" cy="365125"/>
          </a:xfrm>
        </p:spPr>
        <p:txBody>
          <a:bodyPr anchor="b"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15899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CDF6858-35EF-4C90-B3F5-339B7EF1F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93" y="621792"/>
            <a:ext cx="7252710" cy="113876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2FCF01F-6AD4-FD29-865E-65BD55CF89D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09088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F9B8FC8-8820-A655-2A18-E8F8FC2C72D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1793" y="6492875"/>
            <a:ext cx="1968375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A8C032E2-BBA3-EA74-8FE1-5AFC46A21AE1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23903" y="6492875"/>
            <a:ext cx="1596200" cy="365125"/>
          </a:xfrm>
        </p:spPr>
        <p:txBody>
          <a:bodyPr anchor="b"/>
          <a:lstStyle/>
          <a:p>
            <a:fld id="{8769D389-4C4C-4FD7-9E6B-9F44477F0EB8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D28087CA-07B9-D0D2-3AA7-C34B5C9645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05296" y="6492875"/>
            <a:ext cx="429207" cy="365125"/>
          </a:xfrm>
        </p:spPr>
        <p:txBody>
          <a:bodyPr anchor="b"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19862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7A932ED1-5750-0D24-8D58-961B6F20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07" y="621792"/>
            <a:ext cx="7252710" cy="11387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01598DB3-17DB-7EDD-0F42-9866A753C2D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69602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6C5AB1A9-786B-C92B-C6EA-63CE0AACFB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6115057-015C-DC83-074A-D22D9E0B6CD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2307" y="6492875"/>
            <a:ext cx="19683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42028964-5597-F5F0-6AEA-C79255C9BCE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5284417" y="6492875"/>
            <a:ext cx="1596200" cy="365125"/>
          </a:xfrm>
        </p:spPr>
        <p:txBody>
          <a:bodyPr/>
          <a:lstStyle/>
          <a:p>
            <a:fld id="{8769D389-4C4C-4FD7-9E6B-9F44477F0EB8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6324527-5F82-8213-FFB9-A5E6BEB231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365810" y="6492875"/>
            <a:ext cx="429207" cy="365125"/>
          </a:xfrm>
        </p:spPr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02361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5000-16D8-B5F1-E35B-BAE97B4E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621793"/>
            <a:ext cx="5326684" cy="1507454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022A1E6-0A6D-9476-5034-0BDE3EE38B9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18616" y="2513110"/>
            <a:ext cx="5326683" cy="356800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B8D4096-4B0D-5226-C004-475A83BE8BF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08842" y="0"/>
            <a:ext cx="588315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917C8CF-AEBF-835D-4503-06A0208049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8615" y="6450237"/>
            <a:ext cx="1968375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3662962-C2D0-E99D-BD6A-C97F4798F2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453953" y="6464979"/>
            <a:ext cx="429207" cy="365125"/>
          </a:xfrm>
        </p:spPr>
        <p:txBody>
          <a:bodyPr anchor="b"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42300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B87BE0-867D-AF74-02DD-6F5420BC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965" y="621792"/>
            <a:ext cx="4446871" cy="186762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B86FDEC-359F-20D5-12F6-5CBA3DC009E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3940" y="2890729"/>
            <a:ext cx="4449227" cy="313843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FBEF9CB2-E8D7-8869-9B11-C58F1606DF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3570" y="0"/>
            <a:ext cx="682843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784CE43-81E9-3B12-CB65-9B5FC6ECE9E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18" y="6430476"/>
            <a:ext cx="1968375" cy="379867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779F1775-5104-9F86-4A61-07F914947CC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63960" y="6430476"/>
            <a:ext cx="429207" cy="379867"/>
          </a:xfrm>
        </p:spPr>
        <p:txBody>
          <a:bodyPr anchor="b"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82805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9733" y="621792"/>
            <a:ext cx="3884546" cy="2280501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4736F65-8A7D-D535-AAD0-31480F8AD31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7260609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7521" y="3211512"/>
            <a:ext cx="3884547" cy="27432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C64245F1-97E2-FD23-26A5-03067F46469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49733" y="6456384"/>
            <a:ext cx="1968375" cy="379867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15E75D5B-F407-F4DD-192B-D56CF168CD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4152" y="6456385"/>
            <a:ext cx="429207" cy="379867"/>
          </a:xfrm>
        </p:spPr>
        <p:txBody>
          <a:bodyPr anchor="b"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20271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B686070-85E7-EB57-8965-F95F2692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08276"/>
            <a:ext cx="4428700" cy="2620587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4546533B-13A8-961D-BD05-8DE715F6340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68036" y="3579702"/>
            <a:ext cx="6298442" cy="262058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9349FD65-108E-79AD-A9C8-91429963386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262666" y="6442872"/>
            <a:ext cx="1968375" cy="379867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547B7542-C2BA-4322-9FF4-E2713B917492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697040" y="6442872"/>
            <a:ext cx="2295997" cy="379867"/>
          </a:xfrm>
        </p:spPr>
        <p:txBody>
          <a:bodyPr anchor="b"/>
          <a:lstStyle/>
          <a:p>
            <a:fld id="{8769D389-4C4C-4FD7-9E6B-9F44477F0EB8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B058DA4-9F6F-CC80-D1C5-728E096806C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7271" y="6442873"/>
            <a:ext cx="429207" cy="379867"/>
          </a:xfrm>
        </p:spPr>
        <p:txBody>
          <a:bodyPr anchor="b"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18392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B0F469B-7972-C862-3265-20EC44D7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1710"/>
            <a:ext cx="11032239" cy="111520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1A9091ED-65DB-CA4C-BC68-EC773138EFA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9181" y="2115403"/>
            <a:ext cx="5786651" cy="467143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A3F07A79-5344-FA17-3625-1266EFAA87F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0488" y="2115403"/>
            <a:ext cx="5353815" cy="4110888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0D704B-E4D2-B261-890F-35C54C94C6E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6177425" y="6428984"/>
            <a:ext cx="4467829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932FFD-B632-F7EE-B653-9A621348C00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0926847" y="6421709"/>
            <a:ext cx="617457" cy="365125"/>
          </a:xfrm>
        </p:spPr>
        <p:txBody>
          <a:bodyPr anchor="b"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81472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348" y="644000"/>
            <a:ext cx="2594550" cy="1877132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740" y="2899954"/>
            <a:ext cx="3610418" cy="331404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2183" y="644000"/>
            <a:ext cx="7183078" cy="557000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E471EB04-B63C-4629-0688-E2CC8C576A5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2" name="Date Placeholder 5">
            <a:extLst>
              <a:ext uri="{FF2B5EF4-FFF2-40B4-BE49-F238E27FC236}">
                <a16:creationId xmlns:a16="http://schemas.microsoft.com/office/drawing/2014/main" id="{A4924D77-E18C-D84A-F550-9B0188FEBF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 anchor="b"/>
          <a:lstStyle/>
          <a:p>
            <a:fld id="{8769D389-4C4C-4FD7-9E6B-9F44477F0EB8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38B4B455-40D3-EF76-D860-2A6FFBF6983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 anchor="b"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517373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04688"/>
            <a:ext cx="5902657" cy="1353312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54591" y="-156950"/>
            <a:ext cx="5957248" cy="45105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0101" y="5852160"/>
            <a:ext cx="1005840" cy="10058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20740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005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6453" y="5852160"/>
            <a:ext cx="1005840" cy="1005840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F777942-A24A-16CB-2115-A16E397BBB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1D0C3F1-69CA-2A45-33F7-9AF4B8FFED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769D389-4C4C-4FD7-9E6B-9F44477F0EB8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DB65802-3866-05DF-F96B-15A117F7C7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7470" y="1016759"/>
            <a:ext cx="10082693" cy="584124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9525504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83347" y="5852160"/>
            <a:ext cx="1005840" cy="100584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A0FBB42-F049-CCA6-45E1-D60DC58A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5899926"/>
            <a:ext cx="5902657" cy="958073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2B5E50A9-B175-CA38-A22A-468AE7533B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8288" y="95534"/>
            <a:ext cx="8961120" cy="4476466"/>
          </a:xfrm>
        </p:spPr>
        <p:txBody>
          <a:bodyPr anchor="t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84D7E47A-F89A-8F43-C300-185AD1461C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CA01B7F-0CDC-9F0A-6B3B-A87674D14D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93030" y="6392564"/>
            <a:ext cx="3104866" cy="365125"/>
          </a:xfrm>
        </p:spPr>
        <p:txBody>
          <a:bodyPr anchor="b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03377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A74F0-5415-CAD7-98B3-4A75913F4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987552"/>
            <a:ext cx="3465576" cy="29443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1E178-0505-15CE-6ACB-7BE1FB1E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3" y="110364"/>
            <a:ext cx="347472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2246E-2BFA-5BAA-F22D-A2618C05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5968" y="104576"/>
            <a:ext cx="4836883" cy="365125"/>
          </a:xfrm>
        </p:spPr>
        <p:txBody>
          <a:bodyPr/>
          <a:lstStyle/>
          <a:p>
            <a:fld id="{8769D389-4C4C-4FD7-9E6B-9F44477F0EB8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BA02B-433E-FB95-6E96-11393CDB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74B4B98-ABA0-9FD3-485A-984EDEEB446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5966" y="987552"/>
            <a:ext cx="7446825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3822067E-4B47-03C7-3636-0C6F8324E1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15967" y="3931920"/>
            <a:ext cx="7446824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037337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29C1-2D4D-0529-EAD3-926838F4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0936"/>
            <a:ext cx="11018520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A1D5A-FFC5-5F10-90D2-A3FBCC312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10364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1BD63D-FC9C-D946-5560-869AEDE31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4576"/>
            <a:ext cx="4836883" cy="365125"/>
          </a:xfrm>
        </p:spPr>
        <p:txBody>
          <a:bodyPr/>
          <a:lstStyle/>
          <a:p>
            <a:fld id="{8769D389-4C4C-4FD7-9E6B-9F44477F0EB8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EF08D-93E2-AF7A-F559-DDB0B35B8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8CB9E0-8B46-6608-0C37-7C5ABA9B4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286000"/>
            <a:ext cx="5184648" cy="534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C2C05A59-CCEE-1225-7022-B1DA682C704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30351" y="2980943"/>
            <a:ext cx="5183188" cy="3586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6471C19-5F51-6595-B72A-4BFC1E553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0488" y="2286000"/>
            <a:ext cx="5183188" cy="534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0AB20C10-A144-EF5E-8276-7E736CE875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90488" y="2980944"/>
            <a:ext cx="5183188" cy="3586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824630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D1F904E-1F4C-373E-2E2B-D7478F70F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644663"/>
            <a:ext cx="11045952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09728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9D389-4C4C-4FD7-9E6B-9F44477F0EB8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1928" y="110364"/>
            <a:ext cx="429207" cy="365125"/>
          </a:xfrm>
        </p:spPr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579590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AD1B27E-1142-7BB8-1DE8-D31FA8AA8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100701"/>
            <a:ext cx="589863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900E2BC-FCC7-E994-4648-A42CDE51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0" y="100701"/>
            <a:ext cx="5332001" cy="365125"/>
          </a:xfrm>
        </p:spPr>
        <p:txBody>
          <a:bodyPr/>
          <a:lstStyle/>
          <a:p>
            <a:fld id="{8769D389-4C4C-4FD7-9E6B-9F44477F0EB8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211A59-CFA8-A0B1-4A4C-E446F907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22902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26" y="655093"/>
            <a:ext cx="10982409" cy="152854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5926" y="2497540"/>
            <a:ext cx="10982409" cy="338464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D7A9B30-35AB-D437-5276-473CFE5169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0D033E8C-C8B6-A9F1-6B99-0610AEC435C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/>
          <a:lstStyle/>
          <a:p>
            <a:fld id="{8769D389-4C4C-4FD7-9E6B-9F44477F0EB8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9C00759-43C5-D4A5-6597-C9F31C4DA2A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9288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2883090"/>
            <a:ext cx="7741851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9D34928-44CA-ACCE-36AD-37689020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906" y="100701"/>
            <a:ext cx="536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6F43E62-A9B0-571B-E3BD-354206A8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1" y="100701"/>
            <a:ext cx="2526030" cy="365125"/>
          </a:xfrm>
        </p:spPr>
        <p:txBody>
          <a:bodyPr/>
          <a:lstStyle/>
          <a:p>
            <a:fld id="{8769D389-4C4C-4FD7-9E6B-9F44477F0EB8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6905" y="4922111"/>
            <a:ext cx="7741850" cy="1279615"/>
          </a:xfrm>
        </p:spPr>
        <p:txBody>
          <a:bodyPr anchor="t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6392174"/>
            <a:ext cx="429207" cy="365125"/>
          </a:xfrm>
        </p:spPr>
        <p:txBody>
          <a:bodyPr anchor="b"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CF16D9-01F3-6CE6-7291-C344E099BBD0}"/>
              </a:ext>
            </a:extLst>
          </p:cNvPr>
          <p:cNvSpPr/>
          <p:nvPr/>
        </p:nvSpPr>
        <p:spPr>
          <a:xfrm>
            <a:off x="8454179" y="100701"/>
            <a:ext cx="3557904" cy="3557904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648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B4A7-C566-48F4-B4B8-3A5E7B6C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93F5-BC8B-452C-ACE2-C7E01D1B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A49B3-A57D-46C5-8462-0C52509F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/>
          <a:p>
            <a:fld id="{9376191F-481E-48E9-BB9A-369A67A7362D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8C810-EAF4-4D86-84DD-2E574122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7E738-8574-490B-974B-9AD3B2AA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6173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764E-4B3D-4B6A-A210-B50E4F60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10072922" cy="2313641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0AEC2-B6E6-4C09-A16F-5E2A1C9A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3509963"/>
            <a:ext cx="10072922" cy="25796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7CAB-B545-4E42-BB5A-F1DAA933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77DE-DD04-48CC-9C18-7BE9FF2DEB6B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D720B-7E58-43F4-9659-ADB2403A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5F53F-2FA5-4B5C-A151-F07BBC00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4194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2074900" y="959167"/>
            <a:ext cx="8822400" cy="9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2074900" y="1838428"/>
            <a:ext cx="8822400" cy="40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524920">
              <a:spcBef>
                <a:spcPts val="800"/>
              </a:spcBef>
              <a:spcAft>
                <a:spcPts val="0"/>
              </a:spcAft>
              <a:buSzPts val="2600"/>
              <a:buChar char="◈"/>
              <a:defRPr sz="3467"/>
            </a:lvl1pPr>
            <a:lvl2pPr marL="1219170" lvl="1" indent="-524920">
              <a:spcBef>
                <a:spcPts val="0"/>
              </a:spcBef>
              <a:spcAft>
                <a:spcPts val="0"/>
              </a:spcAft>
              <a:buSzPts val="2600"/>
              <a:buChar char="◆"/>
              <a:defRPr sz="3467"/>
            </a:lvl2pPr>
            <a:lvl3pPr marL="1828754" lvl="2" indent="-524920">
              <a:spcBef>
                <a:spcPts val="0"/>
              </a:spcBef>
              <a:spcAft>
                <a:spcPts val="0"/>
              </a:spcAft>
              <a:buSzPts val="2600"/>
              <a:buChar char="◇"/>
              <a:defRPr sz="3467"/>
            </a:lvl3pPr>
            <a:lvl4pPr marL="2438339" lvl="3" indent="-524920">
              <a:spcBef>
                <a:spcPts val="0"/>
              </a:spcBef>
              <a:spcAft>
                <a:spcPts val="0"/>
              </a:spcAft>
              <a:buSzPts val="2600"/>
              <a:buChar char="⬥"/>
              <a:defRPr sz="3467"/>
            </a:lvl4pPr>
            <a:lvl5pPr marL="3047924" lvl="4" indent="-524920">
              <a:spcBef>
                <a:spcPts val="0"/>
              </a:spcBef>
              <a:spcAft>
                <a:spcPts val="0"/>
              </a:spcAft>
              <a:buSzPts val="2600"/>
              <a:buChar char="⬦"/>
              <a:defRPr sz="3467"/>
            </a:lvl5pPr>
            <a:lvl6pPr marL="3657509" lvl="5" indent="-524920">
              <a:spcBef>
                <a:spcPts val="0"/>
              </a:spcBef>
              <a:spcAft>
                <a:spcPts val="0"/>
              </a:spcAft>
              <a:buSzPts val="2600"/>
              <a:buChar char="⬦"/>
              <a:defRPr sz="3467"/>
            </a:lvl6pPr>
            <a:lvl7pPr marL="4267093" lvl="6" indent="-524920">
              <a:spcBef>
                <a:spcPts val="0"/>
              </a:spcBef>
              <a:spcAft>
                <a:spcPts val="0"/>
              </a:spcAft>
              <a:buSzPts val="2600"/>
              <a:buChar char="⬦"/>
              <a:defRPr sz="3467"/>
            </a:lvl7pPr>
            <a:lvl8pPr marL="4876678" lvl="7" indent="-524920">
              <a:spcBef>
                <a:spcPts val="0"/>
              </a:spcBef>
              <a:spcAft>
                <a:spcPts val="0"/>
              </a:spcAft>
              <a:buSzPts val="2600"/>
              <a:buChar char="⬦"/>
              <a:defRPr sz="3467"/>
            </a:lvl8pPr>
            <a:lvl9pPr marL="5486263" lvl="8" indent="-524920">
              <a:spcBef>
                <a:spcPts val="0"/>
              </a:spcBef>
              <a:spcAft>
                <a:spcPts val="0"/>
              </a:spcAft>
              <a:buSzPts val="2600"/>
              <a:buChar char="⬦"/>
              <a:defRPr sz="3467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10532467" y="5464568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187500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255ED-7101-4D18-A8AE-3B5E4CB87EA5}" type="datetime1">
              <a:rPr lang="en-US" smtClean="0"/>
              <a:t>9/3/2026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5599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DDECB-CA32-78BD-144D-9D86BAFDB7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FDE236-B407-7FFC-BC01-AE5D73326C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F2956-6A67-B3DB-7F69-26BABCACC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AB4F9-B9AC-944E-95C3-8B7EBBF6C01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CBF5F-2D22-CAB7-3292-16BC90DFA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3CBE7-B347-47E4-08B2-3E7021E39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A5F2B-9904-E949-BFBA-2EEC4C7A4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0985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243E8-47AC-AEAA-2FA9-0367A4E38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69BA5-76BB-F699-C056-FFF311777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F57A1-F58E-8C49-C59E-FF2EB4676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AB4F9-B9AC-944E-95C3-8B7EBBF6C01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4DD9-B562-14D5-F7D3-AD18EE120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C97C7-3A88-1A1F-0792-698F33C9C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A5F2B-9904-E949-BFBA-2EEC4C7A4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5634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452E4-D4FC-7D2B-1F66-265B9456D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B4D3A-32A1-B654-DCEB-A25F53D33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1BAB0-D2DD-8D08-5CED-67B8EC043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AB4F9-B9AC-944E-95C3-8B7EBBF6C01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833E7-3D52-B409-1E93-4733953EB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53672-ADD8-3CC1-66B9-A2BE20C8A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A5F2B-9904-E949-BFBA-2EEC4C7A4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05160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C4217-53F9-A3FB-3602-6EC656F76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6050F-46DD-C73A-142E-676886324E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444F5-F146-AF06-3966-DBE4CCEED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5706BA-AA7C-0E7C-9B43-6894662FE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AB4F9-B9AC-944E-95C3-8B7EBBF6C01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6154AD-2EB0-9F5B-2633-48C9E3997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D5248-C038-DF17-EBFE-4A0A5F2AB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A5F2B-9904-E949-BFBA-2EEC4C7A4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98065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DF28F-FF39-1AE0-63A8-CC9407806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4A924D-718F-4841-2925-A60046CA7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3F778-BC5F-031F-A240-418C8F97E9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9DAC9D-7CBD-7B17-6CB3-D4ECE8CCA7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FFE72B-BCE7-995B-0457-086377E12F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62879A-DA75-0F64-3B24-51BC09829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AB4F9-B9AC-944E-95C3-8B7EBBF6C01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5A8187-B4C4-3D79-0658-2D1F7C1F4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A54711-C2A3-9A9B-491D-887894398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A5F2B-9904-E949-BFBA-2EEC4C7A4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52511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CBC2F-8876-770F-26FF-2F6DB55D0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264734-71EA-44DB-8200-749AF1565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AB4F9-B9AC-944E-95C3-8B7EBBF6C01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28162E-A337-1126-E5CF-79754F3A4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FD14FE-A2A6-46CE-8014-99DBE5B4F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A5F2B-9904-E949-BFBA-2EEC4C7A4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1545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2ED554-7D37-142D-5E5C-7221F3140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AB4F9-B9AC-944E-95C3-8B7EBBF6C01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70CC9E-2596-98F9-D334-77EB9FEDF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C12F8-74FC-4318-532D-CCB78AE4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A5F2B-9904-E949-BFBA-2EEC4C7A4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5294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FD929-2025-5183-DD09-93D882FA5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6AC8F-517E-CAC9-5B9A-BD2B28A49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F3B375-2635-282B-CDF1-2FBF0C65F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0E85B-1924-C4D4-0BCE-F7EBF1813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AB4F9-B9AC-944E-95C3-8B7EBBF6C01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019FEB-CC6B-900A-B20C-ED4EB94CF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70EBBC-2933-6212-6D59-6517054BA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A5F2B-9904-E949-BFBA-2EEC4C7A4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76318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83EB-E71F-5515-D336-FD288F427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F16E3C-F640-D8FD-BC5F-7D36CC0570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4C5D3C-AAFB-1F2B-E67F-CCB9328341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48010-398A-6FED-BA49-CE1A46D35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AB4F9-B9AC-944E-95C3-8B7EBBF6C01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EA2C0D-0983-1BD8-47C8-64D17F883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B28C6F-DD1A-8CFC-47E5-8FBA73641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A5F2B-9904-E949-BFBA-2EEC4C7A4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0129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71D05-728A-E50E-B9BF-6E66614C7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03FD25-DFD8-084A-4E6A-FEA11F1651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6A5B8-BD0D-D1F0-46EA-C24F4FB00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AB4F9-B9AC-944E-95C3-8B7EBBF6C01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45E1E-2912-641A-51F5-D9BF052E0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FA5A7-323C-53AA-2A34-CC51248D6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A5F2B-9904-E949-BFBA-2EEC4C7A4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52973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06CECE-C060-DE3C-3870-1898B780F2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391E10-F5EB-3A3F-D610-2FC0D4C18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3958F-9C45-7FA3-CFB4-C4579CCA8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AB4F9-B9AC-944E-95C3-8B7EBBF6C01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E8E04-FC2E-720C-A3F5-E155DC637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3653D-7DB7-79DF-494C-FCCEAF0C8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A5F2B-9904-E949-BFBA-2EEC4C7A4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540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644663"/>
            <a:ext cx="12001592" cy="1088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8769D389-4C4C-4FD7-9E6B-9F44477F0EB8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01" y="110364"/>
            <a:ext cx="5276852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2792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907521"/>
            <a:ext cx="12001592" cy="4840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278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  <p:sldLayoutId id="2147483797" r:id="rId17"/>
    <p:sldLayoutId id="2147483798" r:id="rId18"/>
    <p:sldLayoutId id="2147483799" r:id="rId19"/>
    <p:sldLayoutId id="2147483800" r:id="rId20"/>
    <p:sldLayoutId id="2147483801" r:id="rId21"/>
    <p:sldLayoutId id="2147483802" r:id="rId22"/>
    <p:sldLayoutId id="2147483803" r:id="rId23"/>
    <p:sldLayoutId id="2147483804" r:id="rId24"/>
    <p:sldLayoutId id="2147483805" r:id="rId25"/>
    <p:sldLayoutId id="2147483806" r:id="rId26"/>
    <p:sldLayoutId id="2147483807" r:id="rId27"/>
    <p:sldLayoutId id="2147483808" r:id="rId28"/>
    <p:sldLayoutId id="2147483809" r:id="rId29"/>
    <p:sldLayoutId id="2147483811" r:id="rId30"/>
    <p:sldLayoutId id="2147483812" r:id="rId3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117D96-99D0-6AC9-5954-CEDDF928F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F0738A-2526-4867-02C3-293AC8E51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B382E-C48C-BF15-7F30-9EDEACE205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7AB4F9-B9AC-944E-95C3-8B7EBBF6C01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54404-57BD-3BD7-9F86-F91D6849F7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599D8-09B8-070A-8A12-90F36B7B4E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CA5F2B-9904-E949-BFBA-2EEC4C7A4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356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12.JP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0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9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5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C74BC92-3355-4B9C-D794-13D62E014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829" y="1528527"/>
            <a:ext cx="4421731" cy="4542073"/>
          </a:xfrm>
        </p:spPr>
        <p:txBody>
          <a:bodyPr anchor="t">
            <a:normAutofit/>
          </a:bodyPr>
          <a:lstStyle/>
          <a:p>
            <a:r>
              <a:rPr lang="en-US" dirty="0"/>
              <a:t>Today in LSS</a:t>
            </a:r>
          </a:p>
        </p:txBody>
      </p:sp>
      <p:graphicFrame>
        <p:nvGraphicFramePr>
          <p:cNvPr id="80" name="Content Placeholder 6">
            <a:extLst>
              <a:ext uri="{FF2B5EF4-FFF2-40B4-BE49-F238E27FC236}">
                <a16:creationId xmlns:a16="http://schemas.microsoft.com/office/drawing/2014/main" id="{9808DD01-06EC-60F6-D5F4-B3401A1E1A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1225485"/>
              </p:ext>
            </p:extLst>
          </p:nvPr>
        </p:nvGraphicFramePr>
        <p:xfrm>
          <a:off x="5068561" y="582842"/>
          <a:ext cx="6449246" cy="54877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34539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4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1BE3FA7-0D70-4431-814F-D8C40576E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668FBF-ACB5-974C-BE60-2DFB54D6F446}"/>
              </a:ext>
            </a:extLst>
          </p:cNvPr>
          <p:cNvSpPr txBox="1"/>
          <p:nvPr/>
        </p:nvSpPr>
        <p:spPr>
          <a:xfrm>
            <a:off x="9572945" y="294904"/>
            <a:ext cx="2864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F1E8DE"/>
                </a:solidFill>
                <a:effectLst/>
                <a:uLnTx/>
                <a:uFillTx/>
                <a:latin typeface="Times New Roman" panose="02020603050405020304" pitchFamily="18" charset="0"/>
                <a:ea typeface="STXingkai" panose="02010800040101010101" pitchFamily="2" charset="-122"/>
                <a:cs typeface="Times New Roman" panose="02020603050405020304" pitchFamily="18" charset="0"/>
              </a:rPr>
              <a:t>Sadie Bostwick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868792-B3DC-F958-9DBE-E9FFD40F00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51" t="542" r="1271"/>
          <a:stretch>
            <a:fillRect/>
          </a:stretch>
        </p:blipFill>
        <p:spPr>
          <a:xfrm>
            <a:off x="2811859" y="3754590"/>
            <a:ext cx="2864320" cy="2924239"/>
          </a:xfrm>
          <a:prstGeom prst="round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02EA92-40CF-ED87-75C4-4E6174FA8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299" y="3964742"/>
            <a:ext cx="3641313" cy="2730985"/>
          </a:xfrm>
          <a:prstGeom prst="round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3C5F7B9-C4AE-34BB-7BF3-BCD79E63FD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75669" y="3985421"/>
            <a:ext cx="3078181" cy="2308635"/>
          </a:xfrm>
          <a:prstGeom prst="round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597A856-459B-8AB9-77B8-6308A58FFA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1686" y="1476292"/>
            <a:ext cx="2290624" cy="4976900"/>
          </a:xfrm>
          <a:prstGeom prst="round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23C5D57-91CA-6591-86D1-19CFBC5295FC}"/>
              </a:ext>
            </a:extLst>
          </p:cNvPr>
          <p:cNvSpPr txBox="1"/>
          <p:nvPr/>
        </p:nvSpPr>
        <p:spPr>
          <a:xfrm>
            <a:off x="2999347" y="521305"/>
            <a:ext cx="2649142" cy="3002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marR="0" lvl="0" indent="-4000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romanLcPeriod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1E8D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Musical theater. </a:t>
            </a:r>
          </a:p>
          <a:p>
            <a:pPr marL="400050" marR="0" lvl="0" indent="-4000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romanLcPeriod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1E8D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Egyptology. </a:t>
            </a:r>
          </a:p>
          <a:p>
            <a:pPr marL="400050" marR="0" lvl="0" indent="-4000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romanLcPeriod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1E8D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Sleepy, always.</a:t>
            </a:r>
          </a:p>
          <a:p>
            <a:pPr marL="400050" marR="0" lvl="0" indent="-4000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romanLcPeriod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1E8D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Travel.</a:t>
            </a:r>
          </a:p>
          <a:p>
            <a:pPr marL="400050" marR="0" lvl="0" indent="-4000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romanLcPeriod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1E8D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Mom &amp; Sis.</a:t>
            </a:r>
          </a:p>
          <a:p>
            <a:pPr marL="400050" marR="0" lvl="0" indent="-4000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romanLcPeriod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1E8D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POLITICS! Poli sci degree in practice, not just on paper.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17FDC07-A54E-D76E-0342-E117E1E1C1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1052" y="1326852"/>
            <a:ext cx="3300823" cy="2475617"/>
          </a:xfrm>
          <a:prstGeom prst="round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0F63A3B-F0C2-5607-4133-CCD01B896F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220690" y="644929"/>
            <a:ext cx="2736996" cy="2560168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68725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9BC9C8-377D-08D4-A632-9F2770C0AB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761" r="-117587" b="8276"/>
          <a:stretch>
            <a:fillRect/>
          </a:stretch>
        </p:blipFill>
        <p:spPr>
          <a:xfrm>
            <a:off x="1991926" y="658"/>
            <a:ext cx="16667475" cy="685209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B1754F1-471D-779F-0412-1E0D83440FFA}"/>
              </a:ext>
            </a:extLst>
          </p:cNvPr>
          <p:cNvSpPr txBox="1"/>
          <p:nvPr/>
        </p:nvSpPr>
        <p:spPr>
          <a:xfrm>
            <a:off x="180473" y="180473"/>
            <a:ext cx="201444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Modern No. 20"/>
              </a:rPr>
              <a:t>Audrey Griffith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34305E-35E7-0F22-653A-6663216046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522" t="12846" r="7697" b="4396"/>
          <a:stretch>
            <a:fillRect/>
          </a:stretch>
        </p:blipFill>
        <p:spPr>
          <a:xfrm rot="5400000">
            <a:off x="9941065" y="4661003"/>
            <a:ext cx="1886650" cy="18788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DB3540-9690-6910-1171-DF52460EA1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9715500" y="469365"/>
            <a:ext cx="2327314" cy="174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FE712-3AD2-A64E-8507-14F74B87B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Conor </a:t>
            </a:r>
            <a:r>
              <a:rPr lang="en-US" dirty="0" err="1"/>
              <a:t>McNabnay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EB20D1-05C5-9C1F-C38B-1ABD64AA3E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699" y="1908175"/>
            <a:ext cx="4582102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837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DAC488B0-0038-0B50-91BA-C5EF30F17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043517"/>
            <a:ext cx="10905066" cy="477096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98D19B7-D1A7-36AD-8928-887E930B24F3}"/>
              </a:ext>
            </a:extLst>
          </p:cNvPr>
          <p:cNvSpPr txBox="1"/>
          <p:nvPr/>
        </p:nvSpPr>
        <p:spPr>
          <a:xfrm>
            <a:off x="643467" y="420624"/>
            <a:ext cx="15969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Lilly Sills</a:t>
            </a:r>
          </a:p>
        </p:txBody>
      </p:sp>
    </p:spTree>
    <p:extLst>
      <p:ext uri="{BB962C8B-B14F-4D97-AF65-F5344CB8AC3E}">
        <p14:creationId xmlns:p14="http://schemas.microsoft.com/office/powerpoint/2010/main" val="2143612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8D1CF-317C-3BFE-12A0-9178FDA61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qua and green fractal background like floral petal">
            <a:extLst>
              <a:ext uri="{FF2B5EF4-FFF2-40B4-BE49-F238E27FC236}">
                <a16:creationId xmlns:a16="http://schemas.microsoft.com/office/drawing/2014/main" id="{6ECFEB05-17D1-EB2F-2CE2-A6C778ED50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33" r="-1" b="17148"/>
          <a:stretch/>
        </p:blipFill>
        <p:spPr>
          <a:xfrm>
            <a:off x="332610" y="195765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CC6E8E-E1B7-40D1-7876-EF93810FD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428" y="799521"/>
            <a:ext cx="7770034" cy="21796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Bluebook Citations – Intro. &amp; Case Names</a:t>
            </a:r>
          </a:p>
        </p:txBody>
      </p:sp>
    </p:spTree>
    <p:extLst>
      <p:ext uri="{BB962C8B-B14F-4D97-AF65-F5344CB8AC3E}">
        <p14:creationId xmlns:p14="http://schemas.microsoft.com/office/powerpoint/2010/main" val="656665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D4851-1A1D-DAE5-3C2D-028458C4D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5293DD-7C86-5E15-1A84-3DE708895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62" y="-93785"/>
            <a:ext cx="12109938" cy="178447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Parts of a Case Citation – Case 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28E4052D-D095-CD36-A92F-3A1728FCB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062" y="1500555"/>
            <a:ext cx="12109938" cy="72683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80000"/>
              </a:lnSpc>
              <a:buSzPct val="100000"/>
              <a:buNone/>
            </a:pP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Southern Pacific Co. v. Jensen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244 U.S. 205 (1917)</a:t>
            </a: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2F53E2-111E-7CAF-0EBB-E86DB20C2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0A34A-B3B8-4746-90C8-364B6AFD1A5B}" type="slidenum">
              <a:rPr lang="en-US" smtClean="0">
                <a:solidFill>
                  <a:schemeClr val="tx1"/>
                </a:solidFill>
              </a:rPr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9EF23EDF-EE2B-37D8-4E5B-40F13D809604}"/>
              </a:ext>
            </a:extLst>
          </p:cNvPr>
          <p:cNvSpPr/>
          <p:nvPr/>
        </p:nvSpPr>
        <p:spPr>
          <a:xfrm rot="5400000">
            <a:off x="3585650" y="-638357"/>
            <a:ext cx="726830" cy="6115050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781772-0332-D974-922E-4F5FBCD51062}"/>
              </a:ext>
            </a:extLst>
          </p:cNvPr>
          <p:cNvSpPr txBox="1"/>
          <p:nvPr/>
        </p:nvSpPr>
        <p:spPr>
          <a:xfrm>
            <a:off x="378307" y="5653539"/>
            <a:ext cx="5263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Name (the parties)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B900A8-D71E-4C87-3094-05A66D4F8882}"/>
              </a:ext>
            </a:extLst>
          </p:cNvPr>
          <p:cNvSpPr txBox="1"/>
          <p:nvPr/>
        </p:nvSpPr>
        <p:spPr>
          <a:xfrm>
            <a:off x="1" y="4372560"/>
            <a:ext cx="121920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Childress v. Johnson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103 F.3d 1221 (5th Cir. 1997)</a:t>
            </a:r>
            <a:endParaRPr lang="en-US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36F496E2-BA67-C8EF-F211-FA1814D5E1F1}"/>
              </a:ext>
            </a:extLst>
          </p:cNvPr>
          <p:cNvSpPr/>
          <p:nvPr/>
        </p:nvSpPr>
        <p:spPr>
          <a:xfrm rot="5400000">
            <a:off x="2548332" y="3251422"/>
            <a:ext cx="726830" cy="4212045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607D58-68B1-1FCE-19D8-6920E6B15BEE}"/>
              </a:ext>
            </a:extLst>
          </p:cNvPr>
          <p:cNvSpPr txBox="1"/>
          <p:nvPr/>
        </p:nvSpPr>
        <p:spPr>
          <a:xfrm>
            <a:off x="1277817" y="2727324"/>
            <a:ext cx="5263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Name (the parties)</a:t>
            </a:r>
          </a:p>
        </p:txBody>
      </p:sp>
    </p:spTree>
    <p:extLst>
      <p:ext uri="{BB962C8B-B14F-4D97-AF65-F5344CB8AC3E}">
        <p14:creationId xmlns:p14="http://schemas.microsoft.com/office/powerpoint/2010/main" val="26400165"/>
      </p:ext>
    </p:extLst>
  </p:cSld>
  <p:clrMapOvr>
    <a:masterClrMapping/>
  </p:clrMapOvr>
  <p:transition spd="slow" advTm="15444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ABAAA-5C8B-C4F3-AEDA-72D3F98C6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DB5B0D-811D-84D2-070F-D93708E44A20}"/>
              </a:ext>
            </a:extLst>
          </p:cNvPr>
          <p:cNvSpPr txBox="1"/>
          <p:nvPr/>
        </p:nvSpPr>
        <p:spPr>
          <a:xfrm>
            <a:off x="640080" y="325369"/>
            <a:ext cx="4368602" cy="195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>
                <a:latin typeface="+mj-lt"/>
                <a:ea typeface="+mj-ea"/>
                <a:cs typeface="+mj-cs"/>
              </a:rPr>
              <a:t>How to Cite Case Names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C7F2B1-6FC4-CC7C-4B66-CC9D72AB0F29}"/>
              </a:ext>
            </a:extLst>
          </p:cNvPr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45720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Rules governing case names are listed in R10.2.1, R10.2.2, B2, B10.1.1.</a:t>
            </a:r>
          </a:p>
          <a:p>
            <a:pPr marL="45720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marL="45720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Tables 6 and 10 and </a:t>
            </a:r>
            <a:r>
              <a:rPr lang="en-US" sz="1700" b="1"/>
              <a:t>very important</a:t>
            </a:r>
            <a:r>
              <a:rPr lang="en-US" sz="1700"/>
              <a:t> for case names. Flag them.</a:t>
            </a:r>
          </a:p>
          <a:p>
            <a:pPr marL="45720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marL="45720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How we cite case names changes based on </a:t>
            </a:r>
            <a:r>
              <a:rPr lang="en-US" sz="1700" b="1"/>
              <a:t>where</a:t>
            </a:r>
            <a:r>
              <a:rPr lang="en-US" sz="1700"/>
              <a:t> the citation is within the text: </a:t>
            </a:r>
          </a:p>
          <a:p>
            <a:pPr marL="9144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A </a:t>
            </a:r>
            <a:r>
              <a:rPr lang="en-US" sz="1700" b="1"/>
              <a:t>textual sentence</a:t>
            </a:r>
            <a:r>
              <a:rPr lang="en-US" sz="1700"/>
              <a:t>; or</a:t>
            </a:r>
          </a:p>
          <a:p>
            <a:pPr marL="9144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A </a:t>
            </a:r>
            <a:r>
              <a:rPr lang="en-US" sz="1700" b="1"/>
              <a:t>citation sentence</a:t>
            </a:r>
            <a:r>
              <a:rPr lang="en-US" sz="1700"/>
              <a:t>.</a:t>
            </a:r>
          </a:p>
          <a:p>
            <a:pPr marL="34290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marL="34290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</p:txBody>
      </p:sp>
      <p:pic>
        <p:nvPicPr>
          <p:cNvPr id="8" name="Picture 7" descr="Multi-colored paper-craft art">
            <a:extLst>
              <a:ext uri="{FF2B5EF4-FFF2-40B4-BE49-F238E27FC236}">
                <a16:creationId xmlns:a16="http://schemas.microsoft.com/office/drawing/2014/main" id="{779A474A-28F6-C5B7-3066-393C8D55D0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642" r="15405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F25EB09-62AA-DCDA-BBFB-04180234313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7869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3972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695E2-00FC-420A-45E4-7CF807CCB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C20AD90-1A71-F713-57FF-9B58A897643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7869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0B95C8-32D2-659C-C66D-264B32924717}"/>
              </a:ext>
            </a:extLst>
          </p:cNvPr>
          <p:cNvSpPr txBox="1"/>
          <p:nvPr/>
        </p:nvSpPr>
        <p:spPr>
          <a:xfrm>
            <a:off x="246753" y="140595"/>
            <a:ext cx="1229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Textual v. Citation Sentences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42421B-7203-9502-B9AC-F5937868A4E8}"/>
              </a:ext>
            </a:extLst>
          </p:cNvPr>
          <p:cNvSpPr txBox="1"/>
          <p:nvPr/>
        </p:nvSpPr>
        <p:spPr>
          <a:xfrm>
            <a:off x="502919" y="1244973"/>
            <a:ext cx="10858501" cy="3473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Childress does not contend that he was entirely without an attorney during his 1946 and 1948 plea hearings, nor that counsel’s performance was ineffective within the meaning of </a:t>
            </a:r>
            <a:r>
              <a:rPr lang="en-US" sz="2800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Strickland v. Washington,</a:t>
            </a:r>
            <a:r>
              <a:rPr lang="en-US" sz="2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466 U.S. 668 (1984)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He claims instead that he received no meaningful assistance at all from his court-appointed lawyer, and thus was constructively denied his Sixth Amendment right to counsel.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 </a:t>
            </a:r>
            <a:r>
              <a:rPr lang="en-US" sz="2800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United States v. </a:t>
            </a:r>
            <a:r>
              <a:rPr lang="en-US" sz="2800" i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Cronic</a:t>
            </a:r>
            <a:r>
              <a:rPr lang="en-US" sz="2800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466 U.S. 648 (1984)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7276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64127-6DAE-8B62-3D1C-44A1DDCC5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BAE9F61-F8B2-9FE5-225B-C027D1D8D56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7869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B89449-3522-D172-1459-A918E301ADC4}"/>
              </a:ext>
            </a:extLst>
          </p:cNvPr>
          <p:cNvSpPr txBox="1"/>
          <p:nvPr/>
        </p:nvSpPr>
        <p:spPr>
          <a:xfrm>
            <a:off x="246753" y="140595"/>
            <a:ext cx="1229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Textual v. Citation Sentences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C31C70-28D7-C900-E419-6A4D6598ED58}"/>
              </a:ext>
            </a:extLst>
          </p:cNvPr>
          <p:cNvSpPr txBox="1"/>
          <p:nvPr/>
        </p:nvSpPr>
        <p:spPr>
          <a:xfrm>
            <a:off x="502919" y="1244973"/>
            <a:ext cx="10858501" cy="3473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Childress does not contend that he was entirely without an attorney during his 1946 and 1948 plea hearings, nor that counsel’s performance was ineffective within the meaning of </a:t>
            </a:r>
            <a:r>
              <a:rPr lang="en-US" sz="2800" i="1" u="sng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Strickland v. Washington,</a:t>
            </a:r>
            <a:r>
              <a:rPr lang="en-US" sz="2800" u="sng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466 U.S. 668 (1984)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He claims instead that he received no meaningful assistance at all from his court-appointed lawyer, and thus was constructively denied his Sixth Amendment right to counsel.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 </a:t>
            </a:r>
            <a:r>
              <a:rPr lang="en-US" sz="2800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United States v. </a:t>
            </a:r>
            <a:r>
              <a:rPr lang="en-US" sz="2800" i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Cronic</a:t>
            </a:r>
            <a:r>
              <a:rPr lang="en-US" sz="2800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466 U.S. 648 (1984)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89967C-976C-C05E-BB0A-77AF643A0478}"/>
              </a:ext>
            </a:extLst>
          </p:cNvPr>
          <p:cNvSpPr txBox="1"/>
          <p:nvPr/>
        </p:nvSpPr>
        <p:spPr>
          <a:xfrm>
            <a:off x="1423034" y="4494616"/>
            <a:ext cx="90182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citation to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Strickland v. Washington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part of a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textual sentence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meaning that the case citation is part of a full, grammatical sentence.</a:t>
            </a:r>
          </a:p>
        </p:txBody>
      </p:sp>
    </p:spTree>
    <p:extLst>
      <p:ext uri="{BB962C8B-B14F-4D97-AF65-F5344CB8AC3E}">
        <p14:creationId xmlns:p14="http://schemas.microsoft.com/office/powerpoint/2010/main" val="2983104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0FB91-FBAE-40C1-2433-D480DD630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19105E0-5E62-BCC2-0C3A-A199A5EED25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7869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3A59F0-4998-DBDB-9CA4-E34ECFE820A1}"/>
              </a:ext>
            </a:extLst>
          </p:cNvPr>
          <p:cNvSpPr txBox="1"/>
          <p:nvPr/>
        </p:nvSpPr>
        <p:spPr>
          <a:xfrm>
            <a:off x="246753" y="140595"/>
            <a:ext cx="1229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Textual v. Citation Sentences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B54E8-0743-88B5-16F2-188C404AC989}"/>
              </a:ext>
            </a:extLst>
          </p:cNvPr>
          <p:cNvSpPr txBox="1"/>
          <p:nvPr/>
        </p:nvSpPr>
        <p:spPr>
          <a:xfrm>
            <a:off x="502919" y="1244973"/>
            <a:ext cx="10858501" cy="3473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Childress does not contend that he was entirely without an attorney during his 1946 and 1948 plea hearings, nor that counsel’s performance was ineffective within the meaning of </a:t>
            </a:r>
            <a:r>
              <a:rPr lang="en-US" sz="2800" i="1" u="sng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Strickland v. Washington,</a:t>
            </a:r>
            <a:r>
              <a:rPr lang="en-US" sz="2800" u="sng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466 U.S. 668 (1984)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He claims instead that he received no meaningful assistance at all from his court-appointed lawyer, and thus was constructively denied his Sixth Amendment right to counsel. </a:t>
            </a:r>
            <a:r>
              <a:rPr lang="en-US" sz="2800" i="1" u="sng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 </a:t>
            </a:r>
            <a:r>
              <a:rPr lang="en-US" sz="2800" i="1" u="sng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United States v. </a:t>
            </a:r>
            <a:r>
              <a:rPr lang="en-US" sz="2800" i="1" u="sng" dirty="0" err="1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Cronic</a:t>
            </a:r>
            <a:r>
              <a:rPr lang="en-US" sz="2800" i="1" u="sng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800" u="sng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466 U.S. 648 (1984)</a:t>
            </a:r>
            <a:r>
              <a:rPr lang="en-US" sz="2800" u="sng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ADA045-509E-A8FE-765F-C28C8B6DB778}"/>
              </a:ext>
            </a:extLst>
          </p:cNvPr>
          <p:cNvSpPr txBox="1"/>
          <p:nvPr/>
        </p:nvSpPr>
        <p:spPr>
          <a:xfrm>
            <a:off x="1423034" y="4494616"/>
            <a:ext cx="90182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citation to </a:t>
            </a: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Strickland v. Washington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part of a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textual sentence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meaning that the case citation is part of a full, grammatical sentence.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citation to </a:t>
            </a:r>
            <a:r>
              <a:rPr lang="en-US" sz="2400" i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United States v. </a:t>
            </a:r>
            <a:r>
              <a:rPr lang="en-US" sz="2400" i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Cronic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part of a 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citation sentence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meaning that it is not a full grammatical sentence. The only purpose of the “sentence” is to include citations.</a:t>
            </a:r>
          </a:p>
        </p:txBody>
      </p:sp>
    </p:spTree>
    <p:extLst>
      <p:ext uri="{BB962C8B-B14F-4D97-AF65-F5344CB8AC3E}">
        <p14:creationId xmlns:p14="http://schemas.microsoft.com/office/powerpoint/2010/main" val="1796167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1FD80-2459-F543-08D4-C89DC113D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54DC99E-77B9-CF57-EC38-F42EA83F269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7869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84736A-CAA4-E187-DE84-0D2E369ACCA0}"/>
              </a:ext>
            </a:extLst>
          </p:cNvPr>
          <p:cNvSpPr txBox="1"/>
          <p:nvPr/>
        </p:nvSpPr>
        <p:spPr>
          <a:xfrm>
            <a:off x="-279027" y="243465"/>
            <a:ext cx="1229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Names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296AFF-BF18-B8E1-4987-41A0D4B4B7CE}"/>
              </a:ext>
            </a:extLst>
          </p:cNvPr>
          <p:cNvSpPr txBox="1"/>
          <p:nvPr/>
        </p:nvSpPr>
        <p:spPr>
          <a:xfrm>
            <a:off x="472439" y="1210683"/>
            <a:ext cx="112471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Submissions Insanity: The Homer Simpson Guide - Script Magazine">
            <a:extLst>
              <a:ext uri="{FF2B5EF4-FFF2-40B4-BE49-F238E27FC236}">
                <a16:creationId xmlns:a16="http://schemas.microsoft.com/office/drawing/2014/main" id="{935C7A1D-5C03-6E03-7F6C-19DD6C29E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034" y="1420441"/>
            <a:ext cx="6806565" cy="5104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817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FB090-7FEF-BCBE-1813-DF8FBFE00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7025B94-4358-B074-FE95-9AEA7126D5C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7869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82E233-40BE-1472-469C-B57040A3EBB7}"/>
              </a:ext>
            </a:extLst>
          </p:cNvPr>
          <p:cNvSpPr txBox="1"/>
          <p:nvPr/>
        </p:nvSpPr>
        <p:spPr>
          <a:xfrm>
            <a:off x="-279027" y="243465"/>
            <a:ext cx="1229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Names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1D38C4-6922-4475-7342-B5B16CECF106}"/>
              </a:ext>
            </a:extLst>
          </p:cNvPr>
          <p:cNvSpPr txBox="1"/>
          <p:nvPr/>
        </p:nvSpPr>
        <p:spPr>
          <a:xfrm>
            <a:off x="472439" y="1210683"/>
            <a:ext cx="11247121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>
              <a:buAutoNum type="arabicPeriod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are the parties? </a:t>
            </a:r>
          </a:p>
          <a:p>
            <a:pPr lvl="0"/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00050">
              <a:buFont typeface="+mj-lt"/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there more than one party on each side of the v.?</a:t>
            </a:r>
          </a:p>
          <a:p>
            <a:pPr marL="857250" lvl="1" indent="-400050">
              <a:buFont typeface="+mj-lt"/>
              <a:buAutoNum type="alphaL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14450" lvl="2" indent="-400050">
              <a:buFont typeface="+mj-lt"/>
              <a:buAutoNum type="roman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yes: omit all parties other than the first listed on each side.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R10.2.1(a).</a:t>
            </a:r>
          </a:p>
          <a:p>
            <a:pPr marL="1314450" lvl="2" indent="-400050">
              <a:buFont typeface="+mj-lt"/>
              <a:buAutoNum type="romanLcPeriod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14450" lvl="2" indent="-400050">
              <a:buFont typeface="+mj-lt"/>
              <a:buAutoNum type="roman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 special rules for relators, partnerships, and procedural phrases 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“in the matter of”).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R10.2.1(a), (b).</a:t>
            </a:r>
          </a:p>
          <a:p>
            <a:pPr marL="1314450" lvl="2" indent="-400050">
              <a:buFont typeface="+mj-lt"/>
              <a:buAutoNum type="romanL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14450" lvl="2" indent="-400050">
              <a:buFont typeface="+mj-lt"/>
              <a:buAutoNum type="roman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Omit “et al.,” and alternative names for a single party (like “d/b/a”).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R10.2.1(a).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14450" lvl="2" indent="-400050">
              <a:buFont typeface="+mj-lt"/>
              <a:buAutoNum type="romanLcPeriod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455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812E5-7E88-B729-BD12-B6F81042E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DBBC3F5-F9BB-3F12-31D7-C2F1A732AB4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7869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31BE15-FEC0-F832-0463-DA951BA6EFC5}"/>
              </a:ext>
            </a:extLst>
          </p:cNvPr>
          <p:cNvSpPr txBox="1"/>
          <p:nvPr/>
        </p:nvSpPr>
        <p:spPr>
          <a:xfrm>
            <a:off x="1" y="1416423"/>
            <a:ext cx="1219199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Homer Simpson, Marge Simpson, and Ned Flanders</a:t>
            </a:r>
          </a:p>
          <a:p>
            <a:pPr marL="0" lvl="2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</a:t>
            </a:r>
          </a:p>
          <a:p>
            <a:pPr marL="0" lvl="2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Springfield Nuclear Electric Company, Inc., </a:t>
            </a:r>
          </a:p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Montgomery Burns and Waylon Smithers, et al.</a:t>
            </a:r>
          </a:p>
          <a:p>
            <a:pPr lvl="2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271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D5F6E-EC5E-C6ED-D0BA-CFB66B1DD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523A6A4-2D3A-9C97-2223-D0A2ABACEA2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7869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A1EDB5-7340-4F72-4D71-27B22ABF4E53}"/>
              </a:ext>
            </a:extLst>
          </p:cNvPr>
          <p:cNvSpPr txBox="1"/>
          <p:nvPr/>
        </p:nvSpPr>
        <p:spPr>
          <a:xfrm>
            <a:off x="1" y="1416423"/>
            <a:ext cx="1219199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Homer Simpson</a:t>
            </a:r>
            <a:r>
              <a:rPr lang="en-US" sz="2800" strike="sngStrik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Marge Simpson, and Ned Flanders </a:t>
            </a:r>
          </a:p>
          <a:p>
            <a:pPr marL="0" lvl="2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</a:t>
            </a:r>
          </a:p>
          <a:p>
            <a:pPr marL="0" lvl="2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Springfield Nuclear Electric Company, Inc.</a:t>
            </a:r>
            <a:r>
              <a:rPr lang="en-US" sz="2800" strike="sngStrik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0" lvl="2" algn="ctr"/>
            <a:r>
              <a:rPr lang="en-US" sz="2800" strike="sngStrik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Montgomery Burns and Waylon Smithers, et al.</a:t>
            </a:r>
          </a:p>
          <a:p>
            <a:pPr lvl="2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56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11B40-C20A-3C59-CC9D-CA631D4A5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3C6D02C-DD8F-7238-808E-60C63564060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7869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576134-AB7B-A5B9-1D48-1AA84C0A55CB}"/>
              </a:ext>
            </a:extLst>
          </p:cNvPr>
          <p:cNvSpPr txBox="1"/>
          <p:nvPr/>
        </p:nvSpPr>
        <p:spPr>
          <a:xfrm>
            <a:off x="1" y="1416423"/>
            <a:ext cx="1219199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Homer Simpson</a:t>
            </a:r>
            <a:endParaRPr lang="en-US" sz="2800" strike="sngStrik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</a:t>
            </a:r>
          </a:p>
          <a:p>
            <a:pPr marL="0" lvl="2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Springfield Nuclear Electric Company, Inc.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0088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0FE27-9D64-5E51-136F-ECCEED9AC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252052E-A6DE-0A11-34BF-30EFD4D2C6E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7869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524257-F86B-C031-A609-A9D13EFE167D}"/>
              </a:ext>
            </a:extLst>
          </p:cNvPr>
          <p:cNvSpPr txBox="1"/>
          <p:nvPr/>
        </p:nvSpPr>
        <p:spPr>
          <a:xfrm>
            <a:off x="0" y="352473"/>
            <a:ext cx="1229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Names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601BE3-9056-D7C2-7BF3-9178D0B4FCD6}"/>
              </a:ext>
            </a:extLst>
          </p:cNvPr>
          <p:cNvSpPr txBox="1"/>
          <p:nvPr/>
        </p:nvSpPr>
        <p:spPr>
          <a:xfrm>
            <a:off x="472439" y="1210683"/>
            <a:ext cx="1124712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>
              <a:buAutoNum type="arabicPeriod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are the parties? </a:t>
            </a:r>
          </a:p>
          <a:p>
            <a:pPr lvl="0"/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lphaLcPeriod" startAt="2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first-named part on either side of the “v” an individual (not a company, government or entity)?</a:t>
            </a:r>
          </a:p>
          <a:p>
            <a:pPr marL="857250" lvl="1" indent="-400050">
              <a:buFont typeface="+mj-lt"/>
              <a:buAutoNum type="alphaLcPeriod" startAt="2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14450" lvl="2" indent="-400050">
              <a:buFont typeface="+mj-lt"/>
              <a:buAutoNum type="roman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yes: omit the first name and only use the surname.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R10.2.1(g).</a:t>
            </a:r>
          </a:p>
          <a:p>
            <a:pPr marL="1314450" lvl="2" indent="-400050">
              <a:buFont typeface="+mj-lt"/>
              <a:buAutoNum type="romanLcPeriod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14450" lvl="2" indent="-400050">
              <a:buFont typeface="+mj-lt"/>
              <a:buAutoNum type="roman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Omit descriptive terms like “administrator, appellee, executor.”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R10.2.1(e).</a:t>
            </a:r>
          </a:p>
          <a:p>
            <a:pPr marL="1314450" lvl="2" indent="-400050">
              <a:buFont typeface="+mj-lt"/>
              <a:buAutoNum type="romanL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14450" lvl="2" indent="-400050">
              <a:buFont typeface="+mj-lt"/>
              <a:buAutoNum type="romanLcPeriod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487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FF138-A496-0C06-0DBC-895656592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DF0CC1C-0A1B-2C7F-388E-04D3FC562D6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7869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1B048B-2C20-988E-D33C-99B966255EBF}"/>
              </a:ext>
            </a:extLst>
          </p:cNvPr>
          <p:cNvSpPr txBox="1"/>
          <p:nvPr/>
        </p:nvSpPr>
        <p:spPr>
          <a:xfrm>
            <a:off x="1" y="1416423"/>
            <a:ext cx="1219199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Homer Simpson</a:t>
            </a:r>
            <a:endParaRPr lang="en-US" sz="2800" strike="sngStrik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</a:t>
            </a:r>
          </a:p>
          <a:p>
            <a:pPr marL="0" lvl="2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Springfield Nuclear Electric Company, Inc.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4062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25CAD-E0C4-BA63-B2C9-A30B2AA7D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5D2B48C-026E-B16A-2E58-F4AB582EB6A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7869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872774-B51B-CB17-1B45-44384546973B}"/>
              </a:ext>
            </a:extLst>
          </p:cNvPr>
          <p:cNvSpPr txBox="1"/>
          <p:nvPr/>
        </p:nvSpPr>
        <p:spPr>
          <a:xfrm>
            <a:off x="1" y="1416423"/>
            <a:ext cx="1219199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/>
            <a:r>
              <a:rPr lang="en-US" sz="2800" strike="sngStrik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Simpson</a:t>
            </a:r>
            <a:endParaRPr lang="en-US" sz="2800" strike="sngStrik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</a:t>
            </a:r>
          </a:p>
          <a:p>
            <a:pPr marL="0" lvl="2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Springfield Nuclear Electric Company, Inc.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74465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2D01F-0409-91BD-6059-181596757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EF52BC3-270F-85AA-06DE-1A8D8DA97CC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7869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C05E18-8B0F-02B1-7BD3-D68B725185D9}"/>
              </a:ext>
            </a:extLst>
          </p:cNvPr>
          <p:cNvSpPr txBox="1"/>
          <p:nvPr/>
        </p:nvSpPr>
        <p:spPr>
          <a:xfrm>
            <a:off x="1" y="1416423"/>
            <a:ext cx="1219199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Simpson</a:t>
            </a:r>
            <a:endParaRPr lang="en-US" sz="2800" strike="sngStrik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</a:t>
            </a:r>
          </a:p>
          <a:p>
            <a:pPr marL="0" lvl="2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Springfield Nuclear Electric Company, Inc.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0446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6BBB4-521A-58FC-0C71-7CA125DF1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825CE78-7D16-C190-FD46-E367B7FDB2A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7869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CF2BB9-33E0-6493-18C5-14A3361A8892}"/>
              </a:ext>
            </a:extLst>
          </p:cNvPr>
          <p:cNvSpPr txBox="1"/>
          <p:nvPr/>
        </p:nvSpPr>
        <p:spPr>
          <a:xfrm>
            <a:off x="-279027" y="243465"/>
            <a:ext cx="1229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Names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A34C84-D823-6500-D20A-50334CA44936}"/>
              </a:ext>
            </a:extLst>
          </p:cNvPr>
          <p:cNvSpPr txBox="1"/>
          <p:nvPr/>
        </p:nvSpPr>
        <p:spPr>
          <a:xfrm>
            <a:off x="472439" y="1210683"/>
            <a:ext cx="1124712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>
              <a:buAutoNum type="arabicPeriod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are the parties? </a:t>
            </a:r>
          </a:p>
          <a:p>
            <a:pPr lvl="0"/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lphaLcPeriod" startAt="3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first-named party on either side of the “v” an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or government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857250" lvl="1" indent="-400050">
              <a:buFont typeface="+mj-lt"/>
              <a:buAutoNum type="alphaLcPeriod" startAt="3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14450" lvl="2" indent="-400050">
              <a:buFont typeface="+mj-lt"/>
              <a:buAutoNum type="roman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yes: omit “The” at the start of a party name.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R10.2.1(d).</a:t>
            </a:r>
          </a:p>
          <a:p>
            <a:pPr marL="1314450" lvl="2" indent="-400050">
              <a:buFont typeface="+mj-lt"/>
              <a:buAutoNum type="romanLcPeriod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14450" lvl="2" indent="-400050">
              <a:buFont typeface="+mj-lt"/>
              <a:buAutoNum type="roman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Omit “Inc., “Ltd.,” “L.L.C.,” “N.A.,” “F.S.B.,” and similar terms if the entity name also contains a word such as “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Ass’n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“Bros.,” “Co.,” “Corp., “Ins.,” or “R.R.”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R10.2.1(h).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14450" lvl="2" indent="-400050">
              <a:buFont typeface="+mj-lt"/>
              <a:buAutoNum type="romanLcPeriod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7929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68A50-F16C-0D61-D702-ECAB25185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4539216-0724-7A6E-C283-1F6B80369D8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7869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9ACCDD-08FC-80CF-9320-FC7625A02E71}"/>
              </a:ext>
            </a:extLst>
          </p:cNvPr>
          <p:cNvSpPr txBox="1"/>
          <p:nvPr/>
        </p:nvSpPr>
        <p:spPr>
          <a:xfrm>
            <a:off x="1" y="1416423"/>
            <a:ext cx="1219199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Simpson</a:t>
            </a:r>
            <a:endParaRPr lang="en-US" sz="2800" strike="sngStrik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</a:t>
            </a:r>
          </a:p>
          <a:p>
            <a:pPr marL="0" lvl="2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Springfield Nuclear Electric Company, Inc.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1118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D4DB7-E3EA-AFB0-DC0D-7548FD0E6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41FA9F3-7A18-5A8A-60B9-6DBDC8BC4BD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7869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861F69-6925-CCAA-8102-4962EEC3C83B}"/>
              </a:ext>
            </a:extLst>
          </p:cNvPr>
          <p:cNvSpPr txBox="1"/>
          <p:nvPr/>
        </p:nvSpPr>
        <p:spPr>
          <a:xfrm>
            <a:off x="1" y="1416423"/>
            <a:ext cx="1219199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Simpson</a:t>
            </a:r>
            <a:endParaRPr lang="en-US" sz="2800" strike="sngStrik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</a:t>
            </a:r>
          </a:p>
          <a:p>
            <a:pPr marL="0" lvl="2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algn="ctr"/>
            <a:r>
              <a:rPr lang="en-US" sz="2800" strike="sngStrik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Springfield Nuclear Electric Company</a:t>
            </a:r>
            <a:r>
              <a:rPr lang="en-US" sz="2800" strike="sngStrik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Inc.</a:t>
            </a:r>
            <a:endParaRPr lang="en-US" sz="2400" strike="sngStrik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2590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F151B-0F72-863B-AA39-0AD3AFD95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09EBEA3-8BF6-59DC-3BF3-E554407B194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7869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78BCEB-1CBD-DE78-01CA-430C303424D0}"/>
              </a:ext>
            </a:extLst>
          </p:cNvPr>
          <p:cNvSpPr txBox="1"/>
          <p:nvPr/>
        </p:nvSpPr>
        <p:spPr>
          <a:xfrm>
            <a:off x="1" y="1416423"/>
            <a:ext cx="1219199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Simpson</a:t>
            </a:r>
            <a:endParaRPr lang="en-US" sz="2800" strike="sngStrik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</a:t>
            </a:r>
          </a:p>
          <a:p>
            <a:pPr lvl="2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Springfield Nuclear Electric Company</a:t>
            </a:r>
            <a:endParaRPr lang="en-US" sz="2400" strike="sngStrik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5638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93907-E0D9-FDB0-39AB-2F3F0FB07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590A433-0FD0-7EEF-8522-EC41BDE6FCE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7869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F0BC0A-87F6-0D2C-4DEF-F410F9844B63}"/>
              </a:ext>
            </a:extLst>
          </p:cNvPr>
          <p:cNvSpPr txBox="1"/>
          <p:nvPr/>
        </p:nvSpPr>
        <p:spPr>
          <a:xfrm>
            <a:off x="86733" y="352473"/>
            <a:ext cx="1229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Names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8F3435-AC2E-C372-6EF4-A71DBBBF0075}"/>
              </a:ext>
            </a:extLst>
          </p:cNvPr>
          <p:cNvSpPr txBox="1"/>
          <p:nvPr/>
        </p:nvSpPr>
        <p:spPr>
          <a:xfrm>
            <a:off x="472439" y="1210683"/>
            <a:ext cx="11247121" cy="7171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>
              <a:buAutoNum type="arabicPeriod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are the parties? </a:t>
            </a:r>
          </a:p>
          <a:p>
            <a:pPr lvl="0"/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lphaLcPeriod" startAt="4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I need to abbreviate any words in the case name?</a:t>
            </a:r>
          </a:p>
          <a:p>
            <a:pPr marL="857250" lvl="1" indent="-400050">
              <a:buFont typeface="+mj-lt"/>
              <a:buAutoNum type="alphaLcPeriod" startAt="4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14450" lvl="2" indent="-400050">
              <a:buFont typeface="+mj-lt"/>
              <a:buAutoNum type="roman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citation in a textual sentence or a citation sentence?</a:t>
            </a:r>
          </a:p>
          <a:p>
            <a:pPr marL="1314450" lvl="2" indent="-400050">
              <a:buFont typeface="+mj-lt"/>
              <a:buAutoNum type="romanL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0" lvl="3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textual sentence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follow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R10.2.1(c)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abbreviate only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4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widely-known acronyms 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R6.1(b)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the words “&amp;,” “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Ass’n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“Bros.,” “Co.,” “Corp.,” “Inc.,” “Ltd.,” and “No.”</a:t>
            </a:r>
          </a:p>
          <a:p>
            <a:pPr lvl="4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0" lvl="3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</a:t>
            </a:r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citation sentence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4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Abbreviate any words listed 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T6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geographical entities listed 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(unless the geographical entity is the entire name of the party).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R10.2.2.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br>
              <a:rPr lang="en-US" dirty="0"/>
            </a:br>
            <a:endParaRPr lang="en-US" dirty="0"/>
          </a:p>
          <a:p>
            <a:pPr marL="1314450" lvl="2" indent="-400050">
              <a:buFont typeface="+mj-lt"/>
              <a:buAutoNum type="romanLcPeriod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14450" lvl="2" indent="-400050">
              <a:buFont typeface="+mj-lt"/>
              <a:buAutoNum type="romanL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14450" lvl="2" indent="-400050">
              <a:buFont typeface="+mj-lt"/>
              <a:buAutoNum type="romanLcPeriod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881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75C77-7CE7-B5DE-2246-C6E237F97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FF33C1C-ABD2-90F6-2177-7EEFA49180F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7869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6C5F27-C202-A616-F702-7B23A93BB89C}"/>
              </a:ext>
            </a:extLst>
          </p:cNvPr>
          <p:cNvSpPr txBox="1"/>
          <p:nvPr/>
        </p:nvSpPr>
        <p:spPr>
          <a:xfrm>
            <a:off x="1" y="1416423"/>
            <a:ext cx="1219199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Simpson</a:t>
            </a:r>
            <a:endParaRPr lang="en-US" sz="2800" strike="sngStrik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</a:t>
            </a:r>
          </a:p>
          <a:p>
            <a:pPr lvl="2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Springfield Nuclear Electric Company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5590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946EB-1DDD-922F-3571-1C65E62AA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AD19B18-BD7E-2111-729F-341B5C92CA3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7869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471A08-8DC4-0972-2A4D-163C1B562DFD}"/>
              </a:ext>
            </a:extLst>
          </p:cNvPr>
          <p:cNvSpPr txBox="1"/>
          <p:nvPr/>
        </p:nvSpPr>
        <p:spPr>
          <a:xfrm>
            <a:off x="1" y="1416423"/>
            <a:ext cx="1219199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Simpson</a:t>
            </a:r>
            <a:endParaRPr lang="en-US" sz="2800" strike="sngStrik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</a:t>
            </a:r>
          </a:p>
          <a:p>
            <a:pPr lvl="2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Springfield Nuclear Electric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800" strike="sngStrike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mpany</a:t>
            </a:r>
            <a:endParaRPr lang="en-US" sz="2400" strike="sngStrik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A9C45E-5C50-E8F0-6307-F07EDE301426}"/>
              </a:ext>
            </a:extLst>
          </p:cNvPr>
          <p:cNvSpPr txBox="1"/>
          <p:nvPr/>
        </p:nvSpPr>
        <p:spPr>
          <a:xfrm>
            <a:off x="1" y="548640"/>
            <a:ext cx="12191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Textual sentence</a:t>
            </a:r>
          </a:p>
        </p:txBody>
      </p:sp>
    </p:spTree>
    <p:extLst>
      <p:ext uri="{BB962C8B-B14F-4D97-AF65-F5344CB8AC3E}">
        <p14:creationId xmlns:p14="http://schemas.microsoft.com/office/powerpoint/2010/main" val="26966243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7468E-C5E5-D317-90D2-99E55EB22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12F613A-C07C-65D8-6471-4CD0683B941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7869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84AABA-9777-AC34-69E8-A95C6AAC9938}"/>
              </a:ext>
            </a:extLst>
          </p:cNvPr>
          <p:cNvSpPr txBox="1"/>
          <p:nvPr/>
        </p:nvSpPr>
        <p:spPr>
          <a:xfrm>
            <a:off x="1" y="1416423"/>
            <a:ext cx="1219199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Simpson</a:t>
            </a:r>
            <a:endParaRPr lang="en-US" sz="2800" strike="sngStrik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</a:t>
            </a:r>
          </a:p>
          <a:p>
            <a:pPr lvl="2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Springfield Nuclear Electric Co.</a:t>
            </a:r>
            <a:endParaRPr lang="en-US" sz="2400" strike="sngStrik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36C39B-BE04-9554-9A70-901B3A4E9681}"/>
              </a:ext>
            </a:extLst>
          </p:cNvPr>
          <p:cNvSpPr txBox="1"/>
          <p:nvPr/>
        </p:nvSpPr>
        <p:spPr>
          <a:xfrm>
            <a:off x="1" y="548640"/>
            <a:ext cx="12191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Textual sentence</a:t>
            </a:r>
          </a:p>
        </p:txBody>
      </p:sp>
    </p:spTree>
    <p:extLst>
      <p:ext uri="{BB962C8B-B14F-4D97-AF65-F5344CB8AC3E}">
        <p14:creationId xmlns:p14="http://schemas.microsoft.com/office/powerpoint/2010/main" val="14608812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39A73-09CE-5046-98A4-46F15F836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4F243B3-9E1C-95F2-14C7-9BB9F9A2CFD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7869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A7441F-A230-A9D6-C823-048EA34FE4B0}"/>
              </a:ext>
            </a:extLst>
          </p:cNvPr>
          <p:cNvSpPr txBox="1"/>
          <p:nvPr/>
        </p:nvSpPr>
        <p:spPr>
          <a:xfrm>
            <a:off x="1" y="1416423"/>
            <a:ext cx="1219199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Simpson</a:t>
            </a:r>
            <a:endParaRPr lang="en-US" sz="2800" strike="sngStrik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</a:t>
            </a:r>
          </a:p>
          <a:p>
            <a:pPr lvl="2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Springfield Nuclear Electric Company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0149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B1784-9029-CB13-8214-EE4A41860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5EE9768-2AF0-56FD-D653-7FF5BF1BA24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7869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6633AB-E796-59C2-55BF-814BEF33B517}"/>
              </a:ext>
            </a:extLst>
          </p:cNvPr>
          <p:cNvSpPr txBox="1"/>
          <p:nvPr/>
        </p:nvSpPr>
        <p:spPr>
          <a:xfrm>
            <a:off x="1" y="1416423"/>
            <a:ext cx="1219199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Simpson</a:t>
            </a:r>
            <a:endParaRPr lang="en-US" sz="2800" strike="sngStrik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</a:t>
            </a:r>
          </a:p>
          <a:p>
            <a:pPr lvl="2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Springfield Nuclear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800" strike="sngStrike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800" strike="sngStrike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mpany</a:t>
            </a:r>
            <a:endParaRPr lang="en-US" sz="2400" strike="sngStrik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1C2023-AC67-7474-D024-6B0E90011E9F}"/>
              </a:ext>
            </a:extLst>
          </p:cNvPr>
          <p:cNvSpPr txBox="1"/>
          <p:nvPr/>
        </p:nvSpPr>
        <p:spPr>
          <a:xfrm>
            <a:off x="1" y="548640"/>
            <a:ext cx="12191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Citation sentence</a:t>
            </a:r>
          </a:p>
        </p:txBody>
      </p:sp>
    </p:spTree>
    <p:extLst>
      <p:ext uri="{BB962C8B-B14F-4D97-AF65-F5344CB8AC3E}">
        <p14:creationId xmlns:p14="http://schemas.microsoft.com/office/powerpoint/2010/main" val="42836736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E0A40-380F-738F-43C8-EA50BC61A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218416A-DCBD-2290-FBB5-C497A30CE9C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7869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9A0388-15DC-F067-57DF-2891F6A81368}"/>
              </a:ext>
            </a:extLst>
          </p:cNvPr>
          <p:cNvSpPr txBox="1"/>
          <p:nvPr/>
        </p:nvSpPr>
        <p:spPr>
          <a:xfrm>
            <a:off x="1" y="1416423"/>
            <a:ext cx="1219199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Simpson</a:t>
            </a:r>
            <a:endParaRPr lang="en-US" sz="2800" strike="sngStrik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</a:t>
            </a:r>
          </a:p>
          <a:p>
            <a:pPr lvl="2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Springfield Nuclear Elec. Co.</a:t>
            </a:r>
            <a:endParaRPr lang="en-US" sz="2400" strike="sngStrik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895292-7E9D-B57D-2412-65551EA10F76}"/>
              </a:ext>
            </a:extLst>
          </p:cNvPr>
          <p:cNvSpPr txBox="1"/>
          <p:nvPr/>
        </p:nvSpPr>
        <p:spPr>
          <a:xfrm>
            <a:off x="1" y="548640"/>
            <a:ext cx="12191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Citation sentence</a:t>
            </a:r>
          </a:p>
        </p:txBody>
      </p:sp>
    </p:spTree>
    <p:extLst>
      <p:ext uri="{BB962C8B-B14F-4D97-AF65-F5344CB8AC3E}">
        <p14:creationId xmlns:p14="http://schemas.microsoft.com/office/powerpoint/2010/main" val="2369580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6FA92-4422-8349-88D4-6343A7B12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3A62D80-52EA-2EB7-C124-5898D9648A9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7869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B656EF-E5A1-373D-0AA5-98911605AE47}"/>
              </a:ext>
            </a:extLst>
          </p:cNvPr>
          <p:cNvSpPr txBox="1"/>
          <p:nvPr/>
        </p:nvSpPr>
        <p:spPr>
          <a:xfrm>
            <a:off x="1" y="1416423"/>
            <a:ext cx="1219199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Homer Simpson, Marge Simpson, and Ned Flanders</a:t>
            </a:r>
          </a:p>
          <a:p>
            <a:pPr marL="0" lvl="2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</a:t>
            </a:r>
          </a:p>
          <a:p>
            <a:pPr marL="0" lvl="2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Springfield Nuclear Electric Company, Inc., </a:t>
            </a:r>
          </a:p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Montgomery Burns and Waylon Smithers, et al.</a:t>
            </a:r>
          </a:p>
          <a:p>
            <a:pPr lvl="2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7497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56494-2A03-AB75-C5DC-D42571CE3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09CBD24-76F8-24AE-B3A5-FFC106346D3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7869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187931-F998-59BB-A4EE-358DD00CBC57}"/>
              </a:ext>
            </a:extLst>
          </p:cNvPr>
          <p:cNvSpPr txBox="1"/>
          <p:nvPr/>
        </p:nvSpPr>
        <p:spPr>
          <a:xfrm>
            <a:off x="1" y="1416423"/>
            <a:ext cx="1219199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Abbreviations: </a:t>
            </a:r>
          </a:p>
          <a:p>
            <a:pPr marL="0" lvl="2" algn="ctr"/>
            <a:endParaRPr lang="en-US" sz="2800" strike="sngStrik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2" algn="ctr"/>
            <a:r>
              <a:rPr lang="en-US" sz="7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 check T6 &amp; T10!</a:t>
            </a:r>
          </a:p>
        </p:txBody>
      </p:sp>
    </p:spTree>
    <p:extLst>
      <p:ext uri="{BB962C8B-B14F-4D97-AF65-F5344CB8AC3E}">
        <p14:creationId xmlns:p14="http://schemas.microsoft.com/office/powerpoint/2010/main" val="3428261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0A32A-4678-7ADA-6377-A90FF14FA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3C566CA-110C-C49A-558B-B3138DE9D63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7869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6DCB84-6A54-4FAD-F4AF-F6E852A374A5}"/>
              </a:ext>
            </a:extLst>
          </p:cNvPr>
          <p:cNvSpPr txBox="1"/>
          <p:nvPr/>
        </p:nvSpPr>
        <p:spPr>
          <a:xfrm>
            <a:off x="0" y="352473"/>
            <a:ext cx="12299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Names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3F26F2-9C5C-189E-379E-E7E298EEF95E}"/>
              </a:ext>
            </a:extLst>
          </p:cNvPr>
          <p:cNvSpPr txBox="1"/>
          <p:nvPr/>
        </p:nvSpPr>
        <p:spPr>
          <a:xfrm>
            <a:off x="472439" y="1210683"/>
            <a:ext cx="11247121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>
              <a:buAutoNum type="arabicPeriod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are the parties? </a:t>
            </a:r>
          </a:p>
          <a:p>
            <a:pPr lvl="0"/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lphaLcPeriod" startAt="5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step for case name: Italicize the party names, the “v.,” and any internal punction.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ITALICIZE THE COMMA WHICH FOLLOWS THE PARTY NAMES</a:t>
            </a:r>
          </a:p>
          <a:p>
            <a:pPr lvl="2"/>
            <a:br>
              <a:rPr lang="en-US" dirty="0"/>
            </a:br>
            <a:endParaRPr lang="en-US" dirty="0"/>
          </a:p>
          <a:p>
            <a:pPr marL="1314450" lvl="2" indent="-400050">
              <a:buFont typeface="+mj-lt"/>
              <a:buAutoNum type="romanLcPeriod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14450" lvl="2" indent="-400050">
              <a:buFont typeface="+mj-lt"/>
              <a:buAutoNum type="romanL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14450" lvl="2" indent="-400050">
              <a:buFont typeface="+mj-lt"/>
              <a:buAutoNum type="romanLcPeriod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661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DC76B-C17D-1EC3-2843-A3C959173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C9A8544-69D1-875C-A7E2-529AED739F6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7869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12DD58-0BBB-696D-6C7D-8CE9CDB9FC42}"/>
              </a:ext>
            </a:extLst>
          </p:cNvPr>
          <p:cNvSpPr txBox="1"/>
          <p:nvPr/>
        </p:nvSpPr>
        <p:spPr>
          <a:xfrm>
            <a:off x="1" y="1416423"/>
            <a:ext cx="121919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/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Simpson v. Springfield Nuclear Elec. Co.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US" sz="2400" i="1" strike="sngStrik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4307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63B3E-84D0-205F-9A01-325273BE9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69A571A-16FE-AF36-DB0F-287EDCA7FB6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7869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b="1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93EF33-53AA-E036-EA8D-AC6CCA83206B}"/>
              </a:ext>
            </a:extLst>
          </p:cNvPr>
          <p:cNvSpPr txBox="1"/>
          <p:nvPr/>
        </p:nvSpPr>
        <p:spPr>
          <a:xfrm>
            <a:off x="1" y="1416423"/>
            <a:ext cx="121919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/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Simpson v. Springfield Nuclear Elec. Co.</a:t>
            </a:r>
            <a:r>
              <a:rPr lang="en-US" sz="2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US" sz="2400" strike="sngStrike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CF65813-89F1-D63E-1CC3-11E890BDC59A}"/>
              </a:ext>
            </a:extLst>
          </p:cNvPr>
          <p:cNvCxnSpPr>
            <a:cxnSpLocks/>
          </p:cNvCxnSpPr>
          <p:nvPr/>
        </p:nvCxnSpPr>
        <p:spPr>
          <a:xfrm>
            <a:off x="9033510" y="1939643"/>
            <a:ext cx="533400" cy="7578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CEBC6A6-D0E3-2D1F-2C9A-B7789A03635E}"/>
              </a:ext>
            </a:extLst>
          </p:cNvPr>
          <p:cNvSpPr txBox="1"/>
          <p:nvPr/>
        </p:nvSpPr>
        <p:spPr>
          <a:xfrm>
            <a:off x="8732520" y="2752844"/>
            <a:ext cx="2251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NOT ITALICIZED</a:t>
            </a:r>
          </a:p>
        </p:txBody>
      </p:sp>
    </p:spTree>
    <p:extLst>
      <p:ext uri="{BB962C8B-B14F-4D97-AF65-F5344CB8AC3E}">
        <p14:creationId xmlns:p14="http://schemas.microsoft.com/office/powerpoint/2010/main" val="1440036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56BA6-1D9A-9F3B-07B7-0F526A3C3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0077557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</a:pPr>
            <a:r>
              <a:rPr lang="en-US" dirty="0"/>
              <a:t>Additional Resources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187EE7-52A1-6D7A-AC84-27484D87A9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655367" y="6356350"/>
            <a:ext cx="52980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37</a:t>
            </a:fld>
            <a:endParaRPr lang="en-US"/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40A204D0-B584-E66E-4786-7A03AB24E2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98210"/>
              </p:ext>
            </p:extLst>
          </p:nvPr>
        </p:nvGraphicFramePr>
        <p:xfrm>
          <a:off x="525463" y="2522538"/>
          <a:ext cx="10077450" cy="3548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509885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qua and green fractal background like floral petal">
            <a:extLst>
              <a:ext uri="{FF2B5EF4-FFF2-40B4-BE49-F238E27FC236}">
                <a16:creationId xmlns:a16="http://schemas.microsoft.com/office/drawing/2014/main" id="{2AB91BF7-EF9C-76BC-C271-851A910427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33" r="-1" b="17148"/>
          <a:stretch/>
        </p:blipFill>
        <p:spPr>
          <a:xfrm>
            <a:off x="332610" y="195765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80D2B0-96BD-E977-9DC1-759C0DC1C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428" y="799521"/>
            <a:ext cx="7770034" cy="21796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Legal Memoranda Organization – Discussion Section</a:t>
            </a:r>
          </a:p>
        </p:txBody>
      </p:sp>
    </p:spTree>
    <p:extLst>
      <p:ext uri="{BB962C8B-B14F-4D97-AF65-F5344CB8AC3E}">
        <p14:creationId xmlns:p14="http://schemas.microsoft.com/office/powerpoint/2010/main" val="15645750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EE23838D-B1F4-5B83-9522-6687B16D8B7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prstClr val="white"/>
            </a:duotone>
          </a:blip>
          <a:stretch>
            <a:fillRect/>
          </a:stretch>
        </p:blipFill>
        <p:spPr>
          <a:xfrm>
            <a:off x="1142946" y="1054244"/>
            <a:ext cx="9606977" cy="1897377"/>
          </a:xfrm>
          <a:prstGeom prst="rect">
            <a:avLst/>
          </a:prstGeom>
        </p:spPr>
      </p:pic>
      <p:pic>
        <p:nvPicPr>
          <p:cNvPr id="5" name="Picture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063F97AF-BA76-C61A-3EBE-F91FBC5B41C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prstClr val="white"/>
            </a:duotone>
          </a:blip>
          <a:stretch>
            <a:fillRect/>
          </a:stretch>
        </p:blipFill>
        <p:spPr>
          <a:xfrm>
            <a:off x="1142946" y="3287029"/>
            <a:ext cx="9350322" cy="21271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C48091-EBB2-EC99-8554-4D7499C8082C}"/>
              </a:ext>
            </a:extLst>
          </p:cNvPr>
          <p:cNvSpPr txBox="1"/>
          <p:nvPr/>
        </p:nvSpPr>
        <p:spPr>
          <a:xfrm>
            <a:off x="1804086" y="5968314"/>
            <a:ext cx="87980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/>
                </a:solidFill>
              </a:rPr>
              <a:t>Different Legal Writing Paradigms</a:t>
            </a:r>
          </a:p>
        </p:txBody>
      </p:sp>
    </p:spTree>
    <p:extLst>
      <p:ext uri="{BB962C8B-B14F-4D97-AF65-F5344CB8AC3E}">
        <p14:creationId xmlns:p14="http://schemas.microsoft.com/office/powerpoint/2010/main" val="2777436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6D9E7FE-2556-E6BE-A2BA-A1E09CDB9FA5}"/>
              </a:ext>
            </a:extLst>
          </p:cNvPr>
          <p:cNvGrpSpPr/>
          <p:nvPr/>
        </p:nvGrpSpPr>
        <p:grpSpPr>
          <a:xfrm>
            <a:off x="1104899" y="259497"/>
            <a:ext cx="6934201" cy="1219200"/>
            <a:chOff x="2590800" y="2133600"/>
            <a:chExt cx="6934201" cy="1219200"/>
          </a:xfrm>
        </p:grpSpPr>
        <p:sp>
          <p:nvSpPr>
            <p:cNvPr id="9" name="Rectangle 8"/>
            <p:cNvSpPr/>
            <p:nvPr/>
          </p:nvSpPr>
          <p:spPr>
            <a:xfrm>
              <a:off x="2590800" y="2133600"/>
              <a:ext cx="1752600" cy="1219200"/>
            </a:xfrm>
            <a:prstGeom prst="rect">
              <a:avLst/>
            </a:prstGeom>
            <a:solidFill>
              <a:srgbClr val="FD666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rgbClr val="000000"/>
                  </a:solidFill>
                </a:rPr>
                <a:t>Conclusion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495801" y="2358479"/>
              <a:ext cx="50292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/>
                <a:t>Describes the problem you are presented with as an up-front prediction.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76E35D6-9CDD-6E47-50FD-ADECEFEE68E1}"/>
              </a:ext>
            </a:extLst>
          </p:cNvPr>
          <p:cNvGrpSpPr/>
          <p:nvPr/>
        </p:nvGrpSpPr>
        <p:grpSpPr>
          <a:xfrm>
            <a:off x="1080105" y="1591104"/>
            <a:ext cx="7272043" cy="1219200"/>
            <a:chOff x="2642206" y="3726091"/>
            <a:chExt cx="7272043" cy="1219200"/>
          </a:xfrm>
        </p:grpSpPr>
        <p:sp>
          <p:nvSpPr>
            <p:cNvPr id="7" name="Rectangle 6"/>
            <p:cNvSpPr/>
            <p:nvPr/>
          </p:nvSpPr>
          <p:spPr>
            <a:xfrm>
              <a:off x="2642206" y="3726091"/>
              <a:ext cx="1676400" cy="1219200"/>
            </a:xfrm>
            <a:prstGeom prst="rect">
              <a:avLst/>
            </a:prstGeom>
            <a:solidFill>
              <a:srgbClr val="CC66FF"/>
            </a:solidFill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300" b="1" dirty="0">
                  <a:solidFill>
                    <a:srgbClr val="000000"/>
                  </a:solidFill>
                </a:rPr>
                <a:t>Rules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495801" y="3795709"/>
              <a:ext cx="5418448" cy="11079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200" dirty="0"/>
                <a:t>Summarizes the law </a:t>
              </a:r>
              <a:r>
                <a:rPr lang="mr-IN" sz="2200" dirty="0"/>
                <a:t>–</a:t>
              </a:r>
              <a:r>
                <a:rPr lang="en-US" sz="2200" dirty="0"/>
                <a:t> from general to specific </a:t>
              </a:r>
              <a:r>
                <a:rPr lang="mr-IN" sz="2200" dirty="0"/>
                <a:t>–</a:t>
              </a:r>
              <a:r>
                <a:rPr lang="en-US" sz="2200" dirty="0"/>
                <a:t> </a:t>
              </a:r>
              <a:r>
                <a:rPr lang="en-US" sz="2200" u="sng" dirty="0"/>
                <a:t>without</a:t>
              </a:r>
              <a:r>
                <a:rPr lang="en-US" sz="2200" dirty="0"/>
                <a:t> reference to any facts.</a:t>
              </a:r>
              <a:r>
                <a:rPr lang="en-US" sz="2200" u="sng" dirty="0"/>
                <a:t>*Always written in present tense.*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4D436CF-8B16-FDC9-8E29-5B1CE9907199}"/>
              </a:ext>
            </a:extLst>
          </p:cNvPr>
          <p:cNvGrpSpPr/>
          <p:nvPr/>
        </p:nvGrpSpPr>
        <p:grpSpPr>
          <a:xfrm>
            <a:off x="754146" y="2810304"/>
            <a:ext cx="7284952" cy="1268401"/>
            <a:chOff x="2316248" y="5197250"/>
            <a:chExt cx="7284952" cy="1268401"/>
          </a:xfrm>
        </p:grpSpPr>
        <p:sp>
          <p:nvSpPr>
            <p:cNvPr id="10" name="Rectangle 9"/>
            <p:cNvSpPr/>
            <p:nvPr/>
          </p:nvSpPr>
          <p:spPr>
            <a:xfrm>
              <a:off x="2316248" y="5246451"/>
              <a:ext cx="2179556" cy="12192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rgbClr val="000000"/>
                  </a:solidFill>
                </a:rPr>
                <a:t>(Case) Explanation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4572000" y="5197250"/>
              <a:ext cx="5029200" cy="11079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200" dirty="0"/>
                <a:t>Starts with a thesis sentence. Provides facts, reasoning, and holding of prior case.   *</a:t>
              </a:r>
              <a:r>
                <a:rPr lang="en-US" sz="2200" u="sng" dirty="0"/>
                <a:t>Always written in past tense*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329468C-3A20-88F0-FF82-6D18654EF764}"/>
              </a:ext>
            </a:extLst>
          </p:cNvPr>
          <p:cNvGrpSpPr/>
          <p:nvPr/>
        </p:nvGrpSpPr>
        <p:grpSpPr>
          <a:xfrm>
            <a:off x="754146" y="4236277"/>
            <a:ext cx="7413208" cy="1233186"/>
            <a:chOff x="2514600" y="519414"/>
            <a:chExt cx="7052749" cy="123318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F9442AF-9E90-34BC-F64F-6AE568455195}"/>
                </a:ext>
              </a:extLst>
            </p:cNvPr>
            <p:cNvSpPr/>
            <p:nvPr/>
          </p:nvSpPr>
          <p:spPr>
            <a:xfrm>
              <a:off x="2514600" y="533400"/>
              <a:ext cx="2001081" cy="1219200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300" b="1" dirty="0">
                  <a:solidFill>
                    <a:srgbClr val="000000"/>
                  </a:solidFill>
                </a:rPr>
                <a:t>Application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82AFB9C-8301-611C-838A-4AB6CBC43478}"/>
                </a:ext>
              </a:extLst>
            </p:cNvPr>
            <p:cNvSpPr/>
            <p:nvPr/>
          </p:nvSpPr>
          <p:spPr>
            <a:xfrm>
              <a:off x="4609482" y="519414"/>
              <a:ext cx="4957867" cy="11079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200" dirty="0"/>
                <a:t>Compare/contrast facts and reasoning of prior cases with your facts using side-by-side comparisons.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B5ED075-2055-3710-FBDE-2A8FCC5E26E4}"/>
              </a:ext>
            </a:extLst>
          </p:cNvPr>
          <p:cNvGrpSpPr/>
          <p:nvPr/>
        </p:nvGrpSpPr>
        <p:grpSpPr>
          <a:xfrm>
            <a:off x="867266" y="5604988"/>
            <a:ext cx="7100499" cy="1219200"/>
            <a:chOff x="2276967" y="2362200"/>
            <a:chExt cx="7100499" cy="12192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B0D9D5F-B255-3293-40D5-ACD435A8ECE1}"/>
                </a:ext>
              </a:extLst>
            </p:cNvPr>
            <p:cNvSpPr/>
            <p:nvPr/>
          </p:nvSpPr>
          <p:spPr>
            <a:xfrm>
              <a:off x="2276967" y="2362200"/>
              <a:ext cx="1914033" cy="1219200"/>
            </a:xfrm>
            <a:prstGeom prst="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300" b="1" dirty="0">
                  <a:solidFill>
                    <a:srgbClr val="000000"/>
                  </a:solidFill>
                </a:rPr>
                <a:t>Conclusion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ADE9070-0F63-6EC7-586A-E8F434006164}"/>
                </a:ext>
              </a:extLst>
            </p:cNvPr>
            <p:cNvSpPr/>
            <p:nvPr/>
          </p:nvSpPr>
          <p:spPr>
            <a:xfrm>
              <a:off x="4419599" y="2503968"/>
              <a:ext cx="4957867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200" u="sng" dirty="0"/>
                <a:t>One</a:t>
              </a:r>
              <a:r>
                <a:rPr lang="en-US" sz="2200" dirty="0"/>
                <a:t> sentence stating your overall conclusion/prediction.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0E5730B-B64D-00F6-4B74-79C7DA65C86E}"/>
              </a:ext>
            </a:extLst>
          </p:cNvPr>
          <p:cNvSpPr txBox="1"/>
          <p:nvPr/>
        </p:nvSpPr>
        <p:spPr>
          <a:xfrm rot="20381761">
            <a:off x="7445633" y="5109774"/>
            <a:ext cx="4126742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*Discuss </a:t>
            </a:r>
            <a:r>
              <a:rPr lang="en-US" b="1" u="sng" dirty="0"/>
              <a:t>your</a:t>
            </a:r>
            <a:r>
              <a:rPr lang="en-US" dirty="0"/>
              <a:t> client’s facts for the first time in the </a:t>
            </a:r>
            <a:r>
              <a:rPr lang="en-US" u="sng" dirty="0"/>
              <a:t>application</a:t>
            </a:r>
            <a:r>
              <a:rPr lang="en-US" dirty="0"/>
              <a:t> paragraphs.  </a:t>
            </a:r>
          </a:p>
        </p:txBody>
      </p:sp>
      <p:sp>
        <p:nvSpPr>
          <p:cNvPr id="2" name="Explosion 1 1">
            <a:extLst>
              <a:ext uri="{FF2B5EF4-FFF2-40B4-BE49-F238E27FC236}">
                <a16:creationId xmlns:a16="http://schemas.microsoft.com/office/drawing/2014/main" id="{2F1E44C5-44C9-AD4A-A5FF-F0B7A139AEF2}"/>
              </a:ext>
            </a:extLst>
          </p:cNvPr>
          <p:cNvSpPr/>
          <p:nvPr/>
        </p:nvSpPr>
        <p:spPr>
          <a:xfrm>
            <a:off x="8126617" y="1025041"/>
            <a:ext cx="3406616" cy="2674088"/>
          </a:xfrm>
          <a:prstGeom prst="irregularSeal1">
            <a:avLst/>
          </a:prstGeom>
          <a:solidFill>
            <a:srgbClr val="00FD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Explain comparable case(s) </a:t>
            </a:r>
            <a:r>
              <a:rPr lang="en-US" sz="1600" i="1" dirty="0">
                <a:solidFill>
                  <a:schemeClr val="tx1"/>
                </a:solidFill>
              </a:rPr>
              <a:t>before</a:t>
            </a:r>
            <a:r>
              <a:rPr lang="en-US" sz="1600" dirty="0">
                <a:solidFill>
                  <a:schemeClr val="tx1"/>
                </a:solidFill>
              </a:rPr>
              <a:t> distinguishing cases.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063B88-2D2A-CC53-57B9-FC0F7C75EE6F}"/>
              </a:ext>
            </a:extLst>
          </p:cNvPr>
          <p:cNvSpPr txBox="1"/>
          <p:nvPr/>
        </p:nvSpPr>
        <p:spPr>
          <a:xfrm>
            <a:off x="3009898" y="0"/>
            <a:ext cx="87943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Written </a:t>
            </a:r>
            <a:r>
              <a:rPr lang="en-US" sz="2400" b="1" dirty="0"/>
              <a:t>Legal Analysis </a:t>
            </a:r>
            <a:r>
              <a:rPr lang="en-US" sz="2400" b="1"/>
              <a:t>Organization - Discussion </a:t>
            </a:r>
            <a:r>
              <a:rPr lang="en-US" sz="2400" b="1" dirty="0"/>
              <a:t>Sections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0303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981200" y="457201"/>
            <a:ext cx="7772400" cy="658761"/>
          </a:xfrm>
        </p:spPr>
        <p:txBody>
          <a:bodyPr anchor="t"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</a:rPr>
              <a:t>Legal Memoranda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1200" y="1490879"/>
            <a:ext cx="8458200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457200"/>
            <a:r>
              <a:rPr lang="en-US" sz="3200" u="sng" dirty="0">
                <a:solidFill>
                  <a:srgbClr val="FF0000"/>
                </a:solidFill>
                <a:latin typeface="Calibri"/>
              </a:rPr>
              <a:t>PURPOSE</a:t>
            </a:r>
            <a:r>
              <a:rPr lang="en-US" sz="3200" dirty="0">
                <a:solidFill>
                  <a:srgbClr val="FF0000"/>
                </a:solidFill>
                <a:latin typeface="Calibri"/>
              </a:rPr>
              <a:t>:  </a:t>
            </a:r>
            <a:r>
              <a:rPr lang="en-US" sz="3200" dirty="0">
                <a:solidFill>
                  <a:schemeClr val="accent3">
                    <a:lumMod val="75000"/>
                  </a:schemeClr>
                </a:solidFill>
                <a:latin typeface="Calibri"/>
              </a:rPr>
              <a:t>Analyze a legal issue in an objective, </a:t>
            </a:r>
            <a:r>
              <a:rPr lang="en-US" sz="3200" u="sng" dirty="0">
                <a:solidFill>
                  <a:schemeClr val="accent3">
                    <a:lumMod val="75000"/>
                  </a:schemeClr>
                </a:solidFill>
                <a:latin typeface="Calibri"/>
              </a:rPr>
              <a:t>neutral</a:t>
            </a:r>
            <a:r>
              <a:rPr lang="en-US" sz="3200" dirty="0">
                <a:solidFill>
                  <a:schemeClr val="accent3">
                    <a:lumMod val="75000"/>
                  </a:schemeClr>
                </a:solidFill>
                <a:latin typeface="Calibri"/>
              </a:rPr>
              <a:t>* manner.</a:t>
            </a:r>
            <a:br>
              <a:rPr lang="en-US" sz="3200" dirty="0">
                <a:solidFill>
                  <a:schemeClr val="accent3">
                    <a:lumMod val="75000"/>
                  </a:schemeClr>
                </a:solidFill>
                <a:latin typeface="Calibri"/>
              </a:rPr>
            </a:br>
            <a:br>
              <a:rPr lang="en-US" sz="3200" dirty="0">
                <a:solidFill>
                  <a:schemeClr val="accent3">
                    <a:lumMod val="75000"/>
                  </a:schemeClr>
                </a:solidFill>
                <a:latin typeface="Calibri"/>
              </a:rPr>
            </a:br>
            <a:r>
              <a:rPr lang="en-US" sz="3200" u="sng" dirty="0">
                <a:solidFill>
                  <a:srgbClr val="FF0000"/>
                </a:solidFill>
                <a:latin typeface="Calibri"/>
              </a:rPr>
              <a:t>GOAL</a:t>
            </a:r>
            <a:r>
              <a:rPr lang="en-US" sz="3200" dirty="0">
                <a:solidFill>
                  <a:srgbClr val="FF0000"/>
                </a:solidFill>
                <a:latin typeface="Calibri"/>
              </a:rPr>
              <a:t>:  </a:t>
            </a:r>
            <a:r>
              <a:rPr lang="en-US" sz="3200" dirty="0">
                <a:solidFill>
                  <a:schemeClr val="accent3">
                    <a:lumMod val="75000"/>
                  </a:schemeClr>
                </a:solidFill>
                <a:latin typeface="Calibri"/>
              </a:rPr>
              <a:t>Predict how the legal issue would likely be resolved by a court.</a:t>
            </a:r>
            <a:br>
              <a:rPr lang="en-US" sz="3200" dirty="0">
                <a:solidFill>
                  <a:schemeClr val="accent3">
                    <a:lumMod val="75000"/>
                  </a:schemeClr>
                </a:solidFill>
                <a:latin typeface="Calibri"/>
              </a:rPr>
            </a:br>
            <a:endParaRPr lang="en-US" sz="3200" dirty="0">
              <a:solidFill>
                <a:schemeClr val="accent3">
                  <a:lumMod val="75000"/>
                </a:schemeClr>
              </a:solidFill>
              <a:latin typeface="Calibri"/>
            </a:endParaRPr>
          </a:p>
          <a:p>
            <a:r>
              <a:rPr lang="en-US" sz="2800" dirty="0">
                <a:solidFill>
                  <a:schemeClr val="accent3">
                    <a:lumMod val="75000"/>
                  </a:schemeClr>
                </a:solidFill>
                <a:latin typeface="Calibri"/>
              </a:rPr>
              <a:t>*Look at all sides of the issue.</a:t>
            </a:r>
          </a:p>
          <a:p>
            <a:endParaRPr lang="en-US" sz="2800" dirty="0">
              <a:solidFill>
                <a:schemeClr val="accent3">
                  <a:lumMod val="75000"/>
                </a:schemeClr>
              </a:solidFill>
              <a:latin typeface="Calibri"/>
            </a:endParaRPr>
          </a:p>
          <a:p>
            <a:r>
              <a:rPr lang="en-US" sz="2800" dirty="0">
                <a:solidFill>
                  <a:schemeClr val="accent3">
                    <a:lumMod val="75000"/>
                  </a:schemeClr>
                </a:solidFill>
                <a:latin typeface="Calibri"/>
              </a:rPr>
              <a:t>*Identify strengths AND weaknesses of your prediction.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1981200" y="1027471"/>
            <a:ext cx="8001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1048223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981200" y="457200"/>
            <a:ext cx="7772400" cy="990600"/>
          </a:xfrm>
        </p:spPr>
        <p:txBody>
          <a:bodyPr anchor="t"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</a:rPr>
              <a:t>Memos:  Who is Your Audience?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1200" y="1447800"/>
            <a:ext cx="8458200" cy="549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Aft>
                <a:spcPts val="2400"/>
              </a:spcAft>
              <a:buFont typeface="Wingdings" pitchFamily="2" charset="2"/>
              <a:buChar char="§"/>
            </a:pPr>
            <a:r>
              <a:rPr lang="en-US" sz="3200" dirty="0">
                <a:solidFill>
                  <a:schemeClr val="accent3">
                    <a:lumMod val="75000"/>
                  </a:schemeClr>
                </a:solidFill>
                <a:latin typeface="Calibri"/>
              </a:rPr>
              <a:t>Memos are generally </a:t>
            </a:r>
            <a:r>
              <a:rPr lang="en-US" sz="3200" u="sng" dirty="0">
                <a:solidFill>
                  <a:schemeClr val="accent3">
                    <a:lumMod val="75000"/>
                  </a:schemeClr>
                </a:solidFill>
                <a:latin typeface="Calibri"/>
              </a:rPr>
              <a:t>internal</a:t>
            </a:r>
            <a:r>
              <a:rPr lang="en-US" sz="3200" dirty="0">
                <a:solidFill>
                  <a:schemeClr val="accent3">
                    <a:lumMod val="75000"/>
                  </a:schemeClr>
                </a:solidFill>
                <a:latin typeface="Calibri"/>
              </a:rPr>
              <a:t> working documents, so your audience is likely:</a:t>
            </a:r>
          </a:p>
          <a:p>
            <a:pPr marL="914400" indent="-398463">
              <a:spcAft>
                <a:spcPts val="1800"/>
              </a:spcAft>
              <a:buFont typeface="Courier New" pitchFamily="49" charset="0"/>
              <a:buChar char="o"/>
            </a:pPr>
            <a:r>
              <a:rPr lang="en-US" sz="3200" dirty="0">
                <a:solidFill>
                  <a:schemeClr val="accent3">
                    <a:lumMod val="75000"/>
                  </a:schemeClr>
                </a:solidFill>
                <a:latin typeface="Calibri"/>
              </a:rPr>
              <a:t>Senior attorneys in your firm/organization</a:t>
            </a:r>
          </a:p>
          <a:p>
            <a:pPr marL="914400" indent="-398463">
              <a:spcAft>
                <a:spcPts val="1800"/>
              </a:spcAft>
              <a:buFont typeface="Courier New" pitchFamily="49" charset="0"/>
              <a:buChar char="o"/>
            </a:pPr>
            <a:r>
              <a:rPr lang="en-US" sz="3200" dirty="0">
                <a:solidFill>
                  <a:schemeClr val="accent3">
                    <a:lumMod val="75000"/>
                  </a:schemeClr>
                </a:solidFill>
                <a:latin typeface="Calibri"/>
              </a:rPr>
              <a:t>Judges (if you are an intern/clerk)</a:t>
            </a:r>
          </a:p>
          <a:p>
            <a:pPr marL="914400" indent="-398463">
              <a:spcAft>
                <a:spcPts val="1800"/>
              </a:spcAft>
              <a:buFont typeface="Courier New" pitchFamily="49" charset="0"/>
              <a:buChar char="o"/>
            </a:pPr>
            <a:r>
              <a:rPr lang="en-US" sz="3200" dirty="0">
                <a:solidFill>
                  <a:schemeClr val="accent3">
                    <a:lumMod val="75000"/>
                  </a:schemeClr>
                </a:solidFill>
                <a:latin typeface="Calibri"/>
              </a:rPr>
              <a:t>Sometimes the client</a:t>
            </a:r>
          </a:p>
          <a:p>
            <a:pPr marL="914400" indent="-398463">
              <a:spcAft>
                <a:spcPts val="1800"/>
              </a:spcAft>
              <a:buFont typeface="Courier New" pitchFamily="49" charset="0"/>
              <a:buChar char="o"/>
            </a:pPr>
            <a:endParaRPr lang="en-US" sz="3200" dirty="0">
              <a:solidFill>
                <a:schemeClr val="accent3">
                  <a:lumMod val="75000"/>
                </a:schemeClr>
              </a:solidFill>
              <a:latin typeface="Calibri"/>
            </a:endParaRPr>
          </a:p>
          <a:p>
            <a:pPr marL="515937">
              <a:spcAft>
                <a:spcPts val="1800"/>
              </a:spcAft>
            </a:pPr>
            <a:r>
              <a:rPr lang="en-US" sz="3200" dirty="0">
                <a:solidFill>
                  <a:schemeClr val="accent1"/>
                </a:solidFill>
                <a:latin typeface="Calibri"/>
              </a:rPr>
              <a:t>It is </a:t>
            </a:r>
            <a:r>
              <a:rPr lang="en-US" sz="3200" b="1" u="sng" dirty="0">
                <a:solidFill>
                  <a:schemeClr val="accent1"/>
                </a:solidFill>
                <a:latin typeface="Calibri"/>
              </a:rPr>
              <a:t>not</a:t>
            </a:r>
            <a:r>
              <a:rPr lang="en-US" sz="3200" dirty="0">
                <a:solidFill>
                  <a:schemeClr val="accent1"/>
                </a:solidFill>
                <a:latin typeface="Calibri"/>
              </a:rPr>
              <a:t> a document submitted to a court.</a:t>
            </a:r>
          </a:p>
          <a:p>
            <a:pPr marL="515937">
              <a:spcAft>
                <a:spcPts val="1800"/>
              </a:spcAft>
            </a:pPr>
            <a:endParaRPr lang="en-US" sz="3200" dirty="0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1981200" y="1066800"/>
            <a:ext cx="83058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2446214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16510" y="1295400"/>
            <a:ext cx="8558981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800"/>
              </a:spcAft>
              <a:buFont typeface="Wingdings" pitchFamily="2" charset="2"/>
              <a:buChar char="§"/>
            </a:pPr>
            <a:r>
              <a:rPr lang="en-US" sz="2800" dirty="0">
                <a:solidFill>
                  <a:schemeClr val="accent3">
                    <a:lumMod val="75000"/>
                  </a:schemeClr>
                </a:solidFill>
                <a:latin typeface="Calibri"/>
              </a:rPr>
              <a:t>Memos are </a:t>
            </a:r>
            <a:r>
              <a:rPr lang="en-US" sz="2800" dirty="0">
                <a:solidFill>
                  <a:schemeClr val="accent1"/>
                </a:solidFill>
                <a:latin typeface="Calibri"/>
              </a:rPr>
              <a:t>highly structured </a:t>
            </a:r>
            <a:r>
              <a:rPr lang="en-US" sz="2800" dirty="0">
                <a:solidFill>
                  <a:schemeClr val="accent3">
                    <a:lumMod val="75000"/>
                  </a:schemeClr>
                </a:solidFill>
                <a:latin typeface="Calibri"/>
              </a:rPr>
              <a:t>for ease of reading and predictability.</a:t>
            </a:r>
          </a:p>
          <a:p>
            <a:pPr marL="457200" indent="-457200"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800" dirty="0">
                <a:solidFill>
                  <a:schemeClr val="accent3">
                    <a:lumMod val="75000"/>
                  </a:schemeClr>
                </a:solidFill>
                <a:latin typeface="Calibri"/>
              </a:rPr>
              <a:t>They contain, and judges and attorneys will EXPECT them to contain, the following sections:</a:t>
            </a:r>
          </a:p>
          <a:p>
            <a:pPr marL="914400" indent="-457200"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800" dirty="0">
                <a:solidFill>
                  <a:schemeClr val="accent3">
                    <a:lumMod val="75000"/>
                  </a:schemeClr>
                </a:solidFill>
                <a:latin typeface="Calibri"/>
              </a:rPr>
              <a:t>Caption</a:t>
            </a:r>
          </a:p>
          <a:p>
            <a:pPr marL="914400" indent="-457200"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800" dirty="0">
                <a:solidFill>
                  <a:schemeClr val="accent3">
                    <a:lumMod val="75000"/>
                  </a:schemeClr>
                </a:solidFill>
                <a:latin typeface="Calibri"/>
              </a:rPr>
              <a:t>Question Presented (a/k/a Issue Statement)</a:t>
            </a:r>
          </a:p>
          <a:p>
            <a:pPr marL="914400" indent="-457200"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800" dirty="0">
                <a:solidFill>
                  <a:schemeClr val="accent3">
                    <a:lumMod val="75000"/>
                  </a:schemeClr>
                </a:solidFill>
                <a:latin typeface="Calibri"/>
              </a:rPr>
              <a:t>Brief Answer</a:t>
            </a:r>
          </a:p>
          <a:p>
            <a:pPr marL="914400" indent="-457200"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800" dirty="0">
                <a:solidFill>
                  <a:schemeClr val="accent3">
                    <a:lumMod val="75000"/>
                  </a:schemeClr>
                </a:solidFill>
                <a:latin typeface="Calibri"/>
              </a:rPr>
              <a:t>Statement of Facts</a:t>
            </a:r>
          </a:p>
          <a:p>
            <a:pPr marL="914400" indent="-457200"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800" dirty="0">
                <a:solidFill>
                  <a:schemeClr val="accent3">
                    <a:lumMod val="75000"/>
                  </a:schemeClr>
                </a:solidFill>
                <a:latin typeface="Calibri"/>
              </a:rPr>
              <a:t>Discussion </a:t>
            </a:r>
            <a:r>
              <a:rPr lang="en-US" sz="2800" dirty="0">
                <a:solidFill>
                  <a:schemeClr val="accent1"/>
                </a:solidFill>
                <a:latin typeface="Calibri"/>
              </a:rPr>
              <a:t>(this is where the </a:t>
            </a:r>
            <a:r>
              <a:rPr lang="en-US" sz="2800" dirty="0" err="1">
                <a:solidFill>
                  <a:schemeClr val="accent1"/>
                </a:solidFill>
                <a:latin typeface="Calibri"/>
              </a:rPr>
              <a:t>CReAC</a:t>
            </a:r>
            <a:r>
              <a:rPr lang="en-US" sz="2800" dirty="0">
                <a:solidFill>
                  <a:schemeClr val="accent1"/>
                </a:solidFill>
                <a:latin typeface="Calibri"/>
              </a:rPr>
              <a:t> analysis goes)</a:t>
            </a:r>
          </a:p>
          <a:p>
            <a:pPr marL="914400" indent="-457200"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800" dirty="0">
                <a:solidFill>
                  <a:schemeClr val="accent3">
                    <a:lumMod val="75000"/>
                  </a:schemeClr>
                </a:solidFill>
                <a:latin typeface="Calibri"/>
              </a:rPr>
              <a:t>Conclusion</a:t>
            </a:r>
          </a:p>
        </p:txBody>
      </p:sp>
      <p:sp>
        <p:nvSpPr>
          <p:cNvPr id="4" name="Text Placeholder 8"/>
          <p:cNvSpPr txBox="1">
            <a:spLocks/>
          </p:cNvSpPr>
          <p:nvPr/>
        </p:nvSpPr>
        <p:spPr>
          <a:xfrm>
            <a:off x="1981200" y="457201"/>
            <a:ext cx="7772400" cy="658761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chemeClr val="tx2"/>
                </a:solidFill>
                <a:latin typeface="Calibri"/>
              </a:rPr>
              <a:t>Legal Memoranda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981200" y="1027471"/>
            <a:ext cx="8001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950839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1876052" y="-169862"/>
            <a:ext cx="10077557" cy="1325563"/>
          </a:xfrm>
        </p:spPr>
        <p:txBody>
          <a:bodyPr/>
          <a:lstStyle/>
          <a:p>
            <a:r>
              <a:rPr lang="en-US" dirty="0"/>
              <a:t>Structure – Single Issue Memo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idx="1"/>
          </p:nvPr>
        </p:nvSpPr>
        <p:spPr>
          <a:xfrm>
            <a:off x="2136648" y="1600200"/>
            <a:ext cx="8153400" cy="5029200"/>
          </a:xfrm>
        </p:spPr>
        <p:txBody>
          <a:bodyPr>
            <a:normAutofit fontScale="92500" lnSpcReduction="20000"/>
          </a:bodyPr>
          <a:lstStyle/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en-US" sz="1900" b="1" dirty="0"/>
              <a:t>MEMORANDUM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900" b="1" dirty="0"/>
              <a:t>	TO: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900" b="1" dirty="0"/>
              <a:t>	FROM: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900" b="1" dirty="0"/>
              <a:t>	DATE: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900" b="1" dirty="0"/>
              <a:t>	RE: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900" b="1" dirty="0"/>
              <a:t>	__________________________________________________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1900" b="1" dirty="0"/>
          </a:p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en-US" sz="1900" b="1" dirty="0"/>
              <a:t>QUESTION PRESENTED</a:t>
            </a:r>
          </a:p>
          <a:p>
            <a:pPr algn="ctr">
              <a:lnSpc>
                <a:spcPct val="80000"/>
              </a:lnSpc>
              <a:buFont typeface="Wingdings" pitchFamily="2" charset="2"/>
              <a:buNone/>
            </a:pPr>
            <a:endParaRPr lang="en-US" sz="1900" b="1" dirty="0"/>
          </a:p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en-US" sz="1900" b="1" dirty="0"/>
              <a:t>BRIEF ANSWER</a:t>
            </a:r>
          </a:p>
          <a:p>
            <a:pPr algn="ctr">
              <a:lnSpc>
                <a:spcPct val="80000"/>
              </a:lnSpc>
              <a:buFont typeface="Wingdings" pitchFamily="2" charset="2"/>
              <a:buNone/>
            </a:pPr>
            <a:endParaRPr lang="en-US" sz="1900" b="1" dirty="0"/>
          </a:p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en-US" sz="1900" b="1" dirty="0"/>
              <a:t>STATEMENT OF FACTS</a:t>
            </a:r>
          </a:p>
          <a:p>
            <a:pPr algn="ctr">
              <a:lnSpc>
                <a:spcPct val="80000"/>
              </a:lnSpc>
              <a:buFont typeface="Wingdings" pitchFamily="2" charset="2"/>
              <a:buNone/>
            </a:pPr>
            <a:endParaRPr lang="en-US" sz="1900" b="1" dirty="0"/>
          </a:p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en-US" sz="1900" b="1" dirty="0"/>
              <a:t>DISCUSSION</a:t>
            </a:r>
          </a:p>
          <a:p>
            <a:pPr algn="ctr">
              <a:lnSpc>
                <a:spcPct val="80000"/>
              </a:lnSpc>
              <a:buFont typeface="Wingdings" pitchFamily="2" charset="2"/>
              <a:buNone/>
            </a:pPr>
            <a:endParaRPr lang="en-US" sz="1900" b="1" dirty="0"/>
          </a:p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en-US" sz="1900" b="1" dirty="0"/>
              <a:t>CONCLUSION </a:t>
            </a:r>
            <a:endParaRPr lang="en-US" sz="1700" b="1" dirty="0"/>
          </a:p>
          <a:p>
            <a:pPr>
              <a:lnSpc>
                <a:spcPct val="80000"/>
              </a:lnSpc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9573878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2A638-8F84-3EA8-049B-08E3FE618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113008" cy="849793"/>
          </a:xfrm>
        </p:spPr>
        <p:txBody>
          <a:bodyPr anchor="t">
            <a:normAutofit/>
          </a:bodyPr>
          <a:lstStyle/>
          <a:p>
            <a:r>
              <a:rPr lang="en-US" dirty="0"/>
              <a:t>BLW Sample Memo Exercise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35ED958-9EA7-FC43-61C9-FF5C1A07CE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3240252"/>
              </p:ext>
            </p:extLst>
          </p:nvPr>
        </p:nvGraphicFramePr>
        <p:xfrm>
          <a:off x="539496" y="2115542"/>
          <a:ext cx="11013670" cy="44515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16414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F1C12-E85F-1C3F-271E-A07CE1CBF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qua and green fractal background like floral petal">
            <a:extLst>
              <a:ext uri="{FF2B5EF4-FFF2-40B4-BE49-F238E27FC236}">
                <a16:creationId xmlns:a16="http://schemas.microsoft.com/office/drawing/2014/main" id="{68889E92-39F1-2DBD-F23C-65BB334A84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33" r="-1" b="17148"/>
          <a:stretch/>
        </p:blipFill>
        <p:spPr>
          <a:xfrm>
            <a:off x="332610" y="195765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3AFA92-E64B-A23F-22A7-442BD6AFC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428" y="799521"/>
            <a:ext cx="7770034" cy="21796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Closed Memorandum – Discussion Section Assignment</a:t>
            </a:r>
          </a:p>
        </p:txBody>
      </p:sp>
    </p:spTree>
    <p:extLst>
      <p:ext uri="{BB962C8B-B14F-4D97-AF65-F5344CB8AC3E}">
        <p14:creationId xmlns:p14="http://schemas.microsoft.com/office/powerpoint/2010/main" val="26034939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3546" y="434125"/>
            <a:ext cx="10077557" cy="1325563"/>
          </a:xfrm>
        </p:spPr>
        <p:txBody>
          <a:bodyPr>
            <a:normAutofit/>
          </a:bodyPr>
          <a:lstStyle/>
          <a:p>
            <a:r>
              <a:rPr lang="en-US" sz="4800" b="1" i="0" dirty="0"/>
              <a:t>Closed “Memo” Assignment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057221" y="2583711"/>
            <a:ext cx="9769832" cy="3468023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are you being asked to do?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the legal issue?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is it due and are there formatting requirements?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accent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steps should you take next? 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FFC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446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ifferent coloured question marks">
            <a:extLst>
              <a:ext uri="{FF2B5EF4-FFF2-40B4-BE49-F238E27FC236}">
                <a16:creationId xmlns:a16="http://schemas.microsoft.com/office/drawing/2014/main" id="{D1457319-B75E-015D-A56F-7F23EE6C5C0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r="25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E8D8BA7-F25E-7334-4CA3-3D69C7013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238" y="1145080"/>
            <a:ext cx="9090476" cy="2179601"/>
          </a:xfrm>
          <a:solidFill>
            <a:schemeClr val="accent2"/>
          </a:solidFill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Question: Do you have to write any section of the Closed Memo other than the Discussion?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0C766E-04F1-A22D-437C-7C468F80B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99029" y="3774105"/>
            <a:ext cx="6190895" cy="1633040"/>
          </a:xfrm>
          <a:solidFill>
            <a:schemeClr val="accent2"/>
          </a:solidFill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No.  </a:t>
            </a:r>
          </a:p>
        </p:txBody>
      </p:sp>
    </p:spTree>
    <p:extLst>
      <p:ext uri="{BB962C8B-B14F-4D97-AF65-F5344CB8AC3E}">
        <p14:creationId xmlns:p14="http://schemas.microsoft.com/office/powerpoint/2010/main" val="2400401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60CFD-0790-C516-FA06-E57F2C63E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652" y="1085851"/>
            <a:ext cx="10072922" cy="1600521"/>
          </a:xfrm>
        </p:spPr>
        <p:txBody>
          <a:bodyPr/>
          <a:lstStyle/>
          <a:p>
            <a:r>
              <a:rPr lang="en-US" i="0" dirty="0"/>
              <a:t>HINT: </a:t>
            </a:r>
            <a:r>
              <a:rPr lang="en-US" dirty="0"/>
              <a:t>Do what we did in class for Mustafa and </a:t>
            </a:r>
            <a:r>
              <a:rPr lang="en-US" dirty="0" err="1"/>
              <a:t>Sobin</a:t>
            </a:r>
            <a:r>
              <a:rPr lang="en-US" dirty="0"/>
              <a:t>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3AAC67-EDBE-A85E-409C-B8B672EAB0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Chart the cases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Find the applicable rules (the standards, factors, etc. that guide courts faced with your legal issue).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Identify the legally significant facts.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Compare and contrast with our client’s facts.</a:t>
            </a:r>
          </a:p>
        </p:txBody>
      </p:sp>
    </p:spTree>
    <p:extLst>
      <p:ext uri="{BB962C8B-B14F-4D97-AF65-F5344CB8AC3E}">
        <p14:creationId xmlns:p14="http://schemas.microsoft.com/office/powerpoint/2010/main" val="3887909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7BF67-A513-D887-B5CE-26996DF9B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qua and green fractal background like floral petal">
            <a:extLst>
              <a:ext uri="{FF2B5EF4-FFF2-40B4-BE49-F238E27FC236}">
                <a16:creationId xmlns:a16="http://schemas.microsoft.com/office/drawing/2014/main" id="{4CF48CA1-5244-67F6-794B-04BB0EC95E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33" r="-1" b="17148"/>
          <a:stretch/>
        </p:blipFill>
        <p:spPr>
          <a:xfrm>
            <a:off x="332610" y="195765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D9A6D9-538F-394C-D133-7A8A929B1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428" y="799521"/>
            <a:ext cx="7770034" cy="21796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Analysis of Fox’s Application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1434E9-2317-8A57-145F-BFAD294C0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1428" y="3624760"/>
            <a:ext cx="5565648" cy="163304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In </a:t>
            </a:r>
            <a:r>
              <a:rPr lang="en-US">
                <a:solidFill>
                  <a:srgbClr val="FFFFFF"/>
                </a:solidFill>
              </a:rPr>
              <a:t>CREAC form</a:t>
            </a:r>
          </a:p>
        </p:txBody>
      </p:sp>
    </p:spTree>
    <p:extLst>
      <p:ext uri="{BB962C8B-B14F-4D97-AF65-F5344CB8AC3E}">
        <p14:creationId xmlns:p14="http://schemas.microsoft.com/office/powerpoint/2010/main" val="23934418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Where Are They Now?</a:t>
            </a:r>
          </a:p>
        </p:txBody>
      </p:sp>
      <p:pic>
        <p:nvPicPr>
          <p:cNvPr id="4" name="Content Placeholder 3" descr="Screen shot 2014-08-28 at 5.08.14 PM.png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4" r="2034"/>
          <a:stretch>
            <a:fillRect/>
          </a:stretch>
        </p:blipFill>
        <p:spPr>
          <a:xfrm>
            <a:off x="333375" y="1314451"/>
            <a:ext cx="5029200" cy="2765425"/>
          </a:xfr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7472" y="3467100"/>
            <a:ext cx="8351265" cy="385286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80417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70A21-F927-1578-33D6-9BE542B5E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45" y="987552"/>
            <a:ext cx="5366480" cy="4044508"/>
          </a:xfrm>
        </p:spPr>
        <p:txBody>
          <a:bodyPr anchor="t">
            <a:normAutofit/>
          </a:bodyPr>
          <a:lstStyle/>
          <a:p>
            <a:r>
              <a:rPr lang="en-US" dirty="0"/>
              <a:t>For Tuesday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1C0F59CF-956D-1647-44DF-405EAE60CF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6183486"/>
              </p:ext>
            </p:extLst>
          </p:nvPr>
        </p:nvGraphicFramePr>
        <p:xfrm>
          <a:off x="6190488" y="969264"/>
          <a:ext cx="5336753" cy="4818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917169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heme/theme1.xml><?xml version="1.0" encoding="utf-8"?>
<a:theme xmlns:a="http://schemas.openxmlformats.org/drawingml/2006/main" name="Axis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xis" id="{2A75EA04-0AE5-4074-9538-7DA6C138DAE9}" vid="{E39B6906-D52F-4B95-B43C-27F512CB47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123A9F1-4E1F-894F-B480-5370AF630930}">
  <we:reference id="wa200005566" version="3.0.0.2" store="en-US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566</TotalTime>
  <Words>2157</Words>
  <Application>Microsoft Office PowerPoint</Application>
  <PresentationFormat>Widescreen</PresentationFormat>
  <Paragraphs>350</Paragraphs>
  <Slides>52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52</vt:i4>
      </vt:variant>
    </vt:vector>
  </HeadingPairs>
  <TitlesOfParts>
    <vt:vector size="65" baseType="lpstr">
      <vt:lpstr>ＭＳ Ｐゴシック</vt:lpstr>
      <vt:lpstr>Aptos</vt:lpstr>
      <vt:lpstr>Aptos Display</vt:lpstr>
      <vt:lpstr>Arial</vt:lpstr>
      <vt:lpstr>Calibri</vt:lpstr>
      <vt:lpstr>Courier New</vt:lpstr>
      <vt:lpstr>Garamond</vt:lpstr>
      <vt:lpstr>Modern No. 20</vt:lpstr>
      <vt:lpstr>Neue Haas Grotesk Text Pro</vt:lpstr>
      <vt:lpstr>Times New Roman</vt:lpstr>
      <vt:lpstr>Wingdings</vt:lpstr>
      <vt:lpstr>Axis</vt:lpstr>
      <vt:lpstr>Office Theme</vt:lpstr>
      <vt:lpstr>Today in LSS</vt:lpstr>
      <vt:lpstr>PowerPoint Presentation</vt:lpstr>
      <vt:lpstr>PowerPoint Presentation</vt:lpstr>
      <vt:lpstr>Conor McNabnay</vt:lpstr>
      <vt:lpstr>PowerPoint Presentation</vt:lpstr>
      <vt:lpstr>Bluebook Citations – Intro. &amp; Case Names</vt:lpstr>
      <vt:lpstr>Parts of a Case Citation – Case Name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Additional Resources</vt:lpstr>
      <vt:lpstr>Legal Memoranda Organization – Discussion Section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Structure – Single Issue Memo</vt:lpstr>
      <vt:lpstr>BLW Sample Memo Exercise</vt:lpstr>
      <vt:lpstr>Closed Memorandum – Discussion Section Assignment</vt:lpstr>
      <vt:lpstr>Closed “Memo” Assignment</vt:lpstr>
      <vt:lpstr>Question: Do you have to write any section of the Closed Memo other than the Discussion?</vt:lpstr>
      <vt:lpstr>HINT: Do what we did in class for Mustafa and Sobin…</vt:lpstr>
      <vt:lpstr>Analysis of Fox’s Application</vt:lpstr>
      <vt:lpstr>Where Are They Now?</vt:lpstr>
      <vt:lpstr>For Tuesday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Reed, Hilary S</dc:creator>
  <cp:lastModifiedBy>Truskett, Harve A</cp:lastModifiedBy>
  <cp:revision>9</cp:revision>
  <dcterms:created xsi:type="dcterms:W3CDTF">2024-08-28T17:17:31Z</dcterms:created>
  <dcterms:modified xsi:type="dcterms:W3CDTF">2026-09-03T18:53:43Z</dcterms:modified>
</cp:coreProperties>
</file>