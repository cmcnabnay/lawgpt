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3.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4.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5.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4" r:id="rId5"/>
    <p:sldMasterId id="2147483694" r:id="rId6"/>
    <p:sldMasterId id="2147483708" r:id="rId7"/>
    <p:sldMasterId id="2147483762" r:id="rId8"/>
    <p:sldMasterId id="2147483780" r:id="rId9"/>
  </p:sldMasterIdLst>
  <p:notesMasterIdLst>
    <p:notesMasterId r:id="rId31"/>
  </p:notesMasterIdLst>
  <p:sldIdLst>
    <p:sldId id="645" r:id="rId10"/>
    <p:sldId id="401" r:id="rId11"/>
    <p:sldId id="257" r:id="rId12"/>
    <p:sldId id="280" r:id="rId13"/>
    <p:sldId id="260" r:id="rId14"/>
    <p:sldId id="648" r:id="rId15"/>
    <p:sldId id="646" r:id="rId16"/>
    <p:sldId id="644" r:id="rId17"/>
    <p:sldId id="400" r:id="rId18"/>
    <p:sldId id="396" r:id="rId19"/>
    <p:sldId id="404" r:id="rId20"/>
    <p:sldId id="403" r:id="rId21"/>
    <p:sldId id="638" r:id="rId22"/>
    <p:sldId id="639" r:id="rId23"/>
    <p:sldId id="406" r:id="rId24"/>
    <p:sldId id="405" r:id="rId25"/>
    <p:sldId id="327" r:id="rId26"/>
    <p:sldId id="399" r:id="rId27"/>
    <p:sldId id="407" r:id="rId28"/>
    <p:sldId id="408" r:id="rId29"/>
    <p:sldId id="647"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6172D9-645D-4EE6-B443-5CA1A3DD7894}" v="230" dt="2026-08-26T21:47:34.0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60"/>
  </p:normalViewPr>
  <p:slideViewPr>
    <p:cSldViewPr snapToGrid="0">
      <p:cViewPr varScale="1">
        <p:scale>
          <a:sx n="70" d="100"/>
          <a:sy n="70" d="100"/>
        </p:scale>
        <p:origin x="4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21" Type="http://schemas.openxmlformats.org/officeDocument/2006/relationships/slide" Target="slides/slide12.xml"/><Relationship Id="rId34" Type="http://schemas.openxmlformats.org/officeDocument/2006/relationships/theme" Target="theme/theme1.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slide" Target="slides/slide20.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microsoft.com/office/2016/11/relationships/changesInfo" Target="changesInfos/changesInfo1.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tableStyles" Target="tableStyles.xml"/><Relationship Id="rId8" Type="http://schemas.openxmlformats.org/officeDocument/2006/relationships/slideMaster" Target="slideMasters/slideMaster5.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uskett, Harve A" userId="213d60ac-aef1-4d38-a1a1-cc3530dfbff5" providerId="ADAL" clId="{46A6D219-DC58-45E8-8D58-021ACE409CDA}"/>
    <pc:docChg chg="undo custSel addSld delSld modSld sldOrd delMainMaster">
      <pc:chgData name="Truskett, Harve A" userId="213d60ac-aef1-4d38-a1a1-cc3530dfbff5" providerId="ADAL" clId="{46A6D219-DC58-45E8-8D58-021ACE409CDA}" dt="2026-08-27T14:29:57.327" v="1520" actId="20577"/>
      <pc:docMkLst>
        <pc:docMk/>
      </pc:docMkLst>
      <pc:sldChg chg="add setBg">
        <pc:chgData name="Truskett, Harve A" userId="213d60ac-aef1-4d38-a1a1-cc3530dfbff5" providerId="ADAL" clId="{46A6D219-DC58-45E8-8D58-021ACE409CDA}" dt="2026-08-26T17:14:14.366" v="767"/>
        <pc:sldMkLst>
          <pc:docMk/>
          <pc:sldMk cId="3971830056" sldId="257"/>
        </pc:sldMkLst>
      </pc:sldChg>
      <pc:sldChg chg="addSp delSp add mod">
        <pc:chgData name="Truskett, Harve A" userId="213d60ac-aef1-4d38-a1a1-cc3530dfbff5" providerId="ADAL" clId="{46A6D219-DC58-45E8-8D58-021ACE409CDA}" dt="2026-08-26T16:54:34.527" v="584" actId="22"/>
        <pc:sldMkLst>
          <pc:docMk/>
          <pc:sldMk cId="2329614230" sldId="260"/>
        </pc:sldMkLst>
        <pc:spChg chg="add del">
          <ac:chgData name="Truskett, Harve A" userId="213d60ac-aef1-4d38-a1a1-cc3530dfbff5" providerId="ADAL" clId="{46A6D219-DC58-45E8-8D58-021ACE409CDA}" dt="2026-08-26T16:54:34.527" v="584" actId="22"/>
          <ac:spMkLst>
            <pc:docMk/>
            <pc:sldMk cId="2329614230" sldId="260"/>
            <ac:spMk id="3" creationId="{F458CB93-2EE4-4A4A-63B1-6F1B734339B8}"/>
          </ac:spMkLst>
        </pc:spChg>
      </pc:sldChg>
      <pc:sldChg chg="ord">
        <pc:chgData name="Truskett, Harve A" userId="213d60ac-aef1-4d38-a1a1-cc3530dfbff5" providerId="ADAL" clId="{46A6D219-DC58-45E8-8D58-021ACE409CDA}" dt="2026-08-26T20:39:39.575" v="1299"/>
        <pc:sldMkLst>
          <pc:docMk/>
          <pc:sldMk cId="1288379075" sldId="327"/>
        </pc:sldMkLst>
      </pc:sldChg>
      <pc:sldChg chg="del">
        <pc:chgData name="Truskett, Harve A" userId="213d60ac-aef1-4d38-a1a1-cc3530dfbff5" providerId="ADAL" clId="{46A6D219-DC58-45E8-8D58-021ACE409CDA}" dt="2026-08-26T20:34:40.928" v="1293" actId="2696"/>
        <pc:sldMkLst>
          <pc:docMk/>
          <pc:sldMk cId="507071268" sldId="398"/>
        </pc:sldMkLst>
      </pc:sldChg>
      <pc:sldChg chg="ord">
        <pc:chgData name="Truskett, Harve A" userId="213d60ac-aef1-4d38-a1a1-cc3530dfbff5" providerId="ADAL" clId="{46A6D219-DC58-45E8-8D58-021ACE409CDA}" dt="2026-08-26T20:39:42.336" v="1301"/>
        <pc:sldMkLst>
          <pc:docMk/>
          <pc:sldMk cId="277743610" sldId="399"/>
        </pc:sldMkLst>
      </pc:sldChg>
      <pc:sldChg chg="modSp mod ord">
        <pc:chgData name="Truskett, Harve A" userId="213d60ac-aef1-4d38-a1a1-cc3530dfbff5" providerId="ADAL" clId="{46A6D219-DC58-45E8-8D58-021ACE409CDA}" dt="2026-08-26T17:34:19.332" v="826" actId="20577"/>
        <pc:sldMkLst>
          <pc:docMk/>
          <pc:sldMk cId="339348198" sldId="400"/>
        </pc:sldMkLst>
        <pc:spChg chg="mod">
          <ac:chgData name="Truskett, Harve A" userId="213d60ac-aef1-4d38-a1a1-cc3530dfbff5" providerId="ADAL" clId="{46A6D219-DC58-45E8-8D58-021ACE409CDA}" dt="2026-08-26T17:34:19.332" v="826" actId="20577"/>
          <ac:spMkLst>
            <pc:docMk/>
            <pc:sldMk cId="339348198" sldId="400"/>
            <ac:spMk id="3" creationId="{A6FFC6B7-DF3E-4A74-8CEF-1AF668FC0188}"/>
          </ac:spMkLst>
        </pc:spChg>
      </pc:sldChg>
      <pc:sldChg chg="modSp mod">
        <pc:chgData name="Truskett, Harve A" userId="213d60ac-aef1-4d38-a1a1-cc3530dfbff5" providerId="ADAL" clId="{46A6D219-DC58-45E8-8D58-021ACE409CDA}" dt="2026-08-26T21:19:34.018" v="1467"/>
        <pc:sldMkLst>
          <pc:docMk/>
          <pc:sldMk cId="4185819406" sldId="401"/>
        </pc:sldMkLst>
        <pc:graphicFrameChg chg="mod modGraphic">
          <ac:chgData name="Truskett, Harve A" userId="213d60ac-aef1-4d38-a1a1-cc3530dfbff5" providerId="ADAL" clId="{46A6D219-DC58-45E8-8D58-021ACE409CDA}" dt="2026-08-26T21:19:34.018" v="1467"/>
          <ac:graphicFrameMkLst>
            <pc:docMk/>
            <pc:sldMk cId="4185819406" sldId="401"/>
            <ac:graphicFrameMk id="7" creationId="{2227F2DF-1EF7-B37F-12DF-CDDE00447938}"/>
          </ac:graphicFrameMkLst>
        </pc:graphicFrameChg>
      </pc:sldChg>
      <pc:sldChg chg="del">
        <pc:chgData name="Truskett, Harve A" userId="213d60ac-aef1-4d38-a1a1-cc3530dfbff5" providerId="ADAL" clId="{46A6D219-DC58-45E8-8D58-021ACE409CDA}" dt="2026-08-26T20:13:52.840" v="1175" actId="47"/>
        <pc:sldMkLst>
          <pc:docMk/>
          <pc:sldMk cId="3360256041" sldId="402"/>
        </pc:sldMkLst>
      </pc:sldChg>
      <pc:sldChg chg="modSp mod">
        <pc:chgData name="Truskett, Harve A" userId="213d60ac-aef1-4d38-a1a1-cc3530dfbff5" providerId="ADAL" clId="{46A6D219-DC58-45E8-8D58-021ACE409CDA}" dt="2026-08-26T21:46:03.271" v="1477" actId="20577"/>
        <pc:sldMkLst>
          <pc:docMk/>
          <pc:sldMk cId="2737504896" sldId="408"/>
        </pc:sldMkLst>
        <pc:spChg chg="mod">
          <ac:chgData name="Truskett, Harve A" userId="213d60ac-aef1-4d38-a1a1-cc3530dfbff5" providerId="ADAL" clId="{46A6D219-DC58-45E8-8D58-021ACE409CDA}" dt="2026-08-26T21:46:03.271" v="1477" actId="20577"/>
          <ac:spMkLst>
            <pc:docMk/>
            <pc:sldMk cId="2737504896" sldId="408"/>
            <ac:spMk id="42" creationId="{B4BCB9A1-74BA-9235-7774-086B8B27B2F4}"/>
          </ac:spMkLst>
        </pc:spChg>
      </pc:sldChg>
      <pc:sldChg chg="del">
        <pc:chgData name="Truskett, Harve A" userId="213d60ac-aef1-4d38-a1a1-cc3530dfbff5" providerId="ADAL" clId="{46A6D219-DC58-45E8-8D58-021ACE409CDA}" dt="2026-08-26T19:35:05.844" v="1025" actId="47"/>
        <pc:sldMkLst>
          <pc:docMk/>
          <pc:sldMk cId="3298422391" sldId="409"/>
        </pc:sldMkLst>
      </pc:sldChg>
      <pc:sldChg chg="del">
        <pc:chgData name="Truskett, Harve A" userId="213d60ac-aef1-4d38-a1a1-cc3530dfbff5" providerId="ADAL" clId="{46A6D219-DC58-45E8-8D58-021ACE409CDA}" dt="2026-08-26T20:34:40.928" v="1293" actId="2696"/>
        <pc:sldMkLst>
          <pc:docMk/>
          <pc:sldMk cId="2753606995" sldId="631"/>
        </pc:sldMkLst>
      </pc:sldChg>
      <pc:sldChg chg="modSp mod ord modAnim">
        <pc:chgData name="Truskett, Harve A" userId="213d60ac-aef1-4d38-a1a1-cc3530dfbff5" providerId="ADAL" clId="{46A6D219-DC58-45E8-8D58-021ACE409CDA}" dt="2026-08-26T21:47:34.084" v="1486" actId="20577"/>
        <pc:sldMkLst>
          <pc:docMk/>
          <pc:sldMk cId="3655503204" sldId="638"/>
        </pc:sldMkLst>
        <pc:spChg chg="mod">
          <ac:chgData name="Truskett, Harve A" userId="213d60ac-aef1-4d38-a1a1-cc3530dfbff5" providerId="ADAL" clId="{46A6D219-DC58-45E8-8D58-021ACE409CDA}" dt="2026-08-26T21:47:34.084" v="1486" actId="20577"/>
          <ac:spMkLst>
            <pc:docMk/>
            <pc:sldMk cId="3655503204" sldId="638"/>
            <ac:spMk id="3" creationId="{89124825-AACF-F585-EEA1-AFD9B68F0B97}"/>
          </ac:spMkLst>
        </pc:spChg>
      </pc:sldChg>
      <pc:sldChg chg="ord">
        <pc:chgData name="Truskett, Harve A" userId="213d60ac-aef1-4d38-a1a1-cc3530dfbff5" providerId="ADAL" clId="{46A6D219-DC58-45E8-8D58-021ACE409CDA}" dt="2026-08-26T20:37:33.719" v="1295"/>
        <pc:sldMkLst>
          <pc:docMk/>
          <pc:sldMk cId="2788655178" sldId="639"/>
        </pc:sldMkLst>
      </pc:sldChg>
      <pc:sldChg chg="ord">
        <pc:chgData name="Truskett, Harve A" userId="213d60ac-aef1-4d38-a1a1-cc3530dfbff5" providerId="ADAL" clId="{46A6D219-DC58-45E8-8D58-021ACE409CDA}" dt="2026-08-26T16:57:05.467" v="605"/>
        <pc:sldMkLst>
          <pc:docMk/>
          <pc:sldMk cId="3455403355" sldId="644"/>
        </pc:sldMkLst>
      </pc:sldChg>
      <pc:sldChg chg="addSp delSp modSp new mod modClrScheme chgLayout">
        <pc:chgData name="Truskett, Harve A" userId="213d60ac-aef1-4d38-a1a1-cc3530dfbff5" providerId="ADAL" clId="{46A6D219-DC58-45E8-8D58-021ACE409CDA}" dt="2026-08-27T14:29:57.327" v="1520" actId="20577"/>
        <pc:sldMkLst>
          <pc:docMk/>
          <pc:sldMk cId="2006317195" sldId="645"/>
        </pc:sldMkLst>
        <pc:spChg chg="del mod ord">
          <ac:chgData name="Truskett, Harve A" userId="213d60ac-aef1-4d38-a1a1-cc3530dfbff5" providerId="ADAL" clId="{46A6D219-DC58-45E8-8D58-021ACE409CDA}" dt="2026-08-26T16:31:23.181" v="2" actId="700"/>
          <ac:spMkLst>
            <pc:docMk/>
            <pc:sldMk cId="2006317195" sldId="645"/>
            <ac:spMk id="2" creationId="{1C87086B-4D74-53F9-723D-604FF1DF452B}"/>
          </ac:spMkLst>
        </pc:spChg>
        <pc:spChg chg="del mod ord">
          <ac:chgData name="Truskett, Harve A" userId="213d60ac-aef1-4d38-a1a1-cc3530dfbff5" providerId="ADAL" clId="{46A6D219-DC58-45E8-8D58-021ACE409CDA}" dt="2026-08-26T16:31:23.181" v="2" actId="700"/>
          <ac:spMkLst>
            <pc:docMk/>
            <pc:sldMk cId="2006317195" sldId="645"/>
            <ac:spMk id="3" creationId="{4A0E0634-CAFF-23C4-4B9A-AE63C314D31B}"/>
          </ac:spMkLst>
        </pc:spChg>
        <pc:spChg chg="add mod ord">
          <ac:chgData name="Truskett, Harve A" userId="213d60ac-aef1-4d38-a1a1-cc3530dfbff5" providerId="ADAL" clId="{46A6D219-DC58-45E8-8D58-021ACE409CDA}" dt="2026-08-26T20:14:18.339" v="1188" actId="20577"/>
          <ac:spMkLst>
            <pc:docMk/>
            <pc:sldMk cId="2006317195" sldId="645"/>
            <ac:spMk id="4" creationId="{E292AB73-133D-8CA5-CE20-51D28642C0C7}"/>
          </ac:spMkLst>
        </pc:spChg>
        <pc:spChg chg="add mod ord">
          <ac:chgData name="Truskett, Harve A" userId="213d60ac-aef1-4d38-a1a1-cc3530dfbff5" providerId="ADAL" clId="{46A6D219-DC58-45E8-8D58-021ACE409CDA}" dt="2026-08-27T14:29:57.327" v="1520" actId="20577"/>
          <ac:spMkLst>
            <pc:docMk/>
            <pc:sldMk cId="2006317195" sldId="645"/>
            <ac:spMk id="5" creationId="{7C7372B8-3B39-993B-FE7E-6E22F9FC265F}"/>
          </ac:spMkLst>
        </pc:spChg>
      </pc:sldChg>
      <pc:sldChg chg="modSp add mod">
        <pc:chgData name="Truskett, Harve A" userId="213d60ac-aef1-4d38-a1a1-cc3530dfbff5" providerId="ADAL" clId="{46A6D219-DC58-45E8-8D58-021ACE409CDA}" dt="2026-08-26T16:55:10.591" v="603" actId="20577"/>
        <pc:sldMkLst>
          <pc:docMk/>
          <pc:sldMk cId="455053674" sldId="646"/>
        </pc:sldMkLst>
        <pc:spChg chg="mod">
          <ac:chgData name="Truskett, Harve A" userId="213d60ac-aef1-4d38-a1a1-cc3530dfbff5" providerId="ADAL" clId="{46A6D219-DC58-45E8-8D58-021ACE409CDA}" dt="2026-08-26T16:55:10.591" v="603" actId="20577"/>
          <ac:spMkLst>
            <pc:docMk/>
            <pc:sldMk cId="455053674" sldId="646"/>
            <ac:spMk id="4" creationId="{0EAD1FC5-7224-D5ED-EF50-26A963A22901}"/>
          </ac:spMkLst>
        </pc:spChg>
      </pc:sldChg>
      <pc:sldChg chg="modSp add del mod">
        <pc:chgData name="Truskett, Harve A" userId="213d60ac-aef1-4d38-a1a1-cc3530dfbff5" providerId="ADAL" clId="{46A6D219-DC58-45E8-8D58-021ACE409CDA}" dt="2026-08-26T16:54:55.322" v="588"/>
        <pc:sldMkLst>
          <pc:docMk/>
          <pc:sldMk cId="3486872682" sldId="646"/>
        </pc:sldMkLst>
        <pc:spChg chg="mod">
          <ac:chgData name="Truskett, Harve A" userId="213d60ac-aef1-4d38-a1a1-cc3530dfbff5" providerId="ADAL" clId="{46A6D219-DC58-45E8-8D58-021ACE409CDA}" dt="2026-08-26T16:54:55.322" v="588"/>
          <ac:spMkLst>
            <pc:docMk/>
            <pc:sldMk cId="3486872682" sldId="646"/>
            <ac:spMk id="5" creationId="{508F3C6C-113B-4B5B-B519-F7050E5DB32E}"/>
          </ac:spMkLst>
        </pc:spChg>
      </pc:sldChg>
      <pc:sldChg chg="add del">
        <pc:chgData name="Truskett, Harve A" userId="213d60ac-aef1-4d38-a1a1-cc3530dfbff5" providerId="ADAL" clId="{46A6D219-DC58-45E8-8D58-021ACE409CDA}" dt="2026-08-26T17:13:49.376" v="764"/>
        <pc:sldMkLst>
          <pc:docMk/>
          <pc:sldMk cId="2933606147" sldId="647"/>
        </pc:sldMkLst>
      </pc:sldChg>
      <pc:sldChg chg="addSp delSp add del setBg delDesignElem">
        <pc:chgData name="Truskett, Harve A" userId="213d60ac-aef1-4d38-a1a1-cc3530dfbff5" providerId="ADAL" clId="{46A6D219-DC58-45E8-8D58-021ACE409CDA}" dt="2026-08-26T20:13:36.359" v="1174"/>
        <pc:sldMkLst>
          <pc:docMk/>
          <pc:sldMk cId="3863985565" sldId="647"/>
        </pc:sldMkLst>
        <pc:spChg chg="add del">
          <ac:chgData name="Truskett, Harve A" userId="213d60ac-aef1-4d38-a1a1-cc3530dfbff5" providerId="ADAL" clId="{46A6D219-DC58-45E8-8D58-021ACE409CDA}" dt="2026-08-26T20:13:36.315" v="1173"/>
          <ac:spMkLst>
            <pc:docMk/>
            <pc:sldMk cId="3863985565" sldId="647"/>
            <ac:spMk id="9" creationId="{1C5A0392-8060-4B23-B943-B8D86D735DBA}"/>
          </ac:spMkLst>
        </pc:spChg>
        <pc:spChg chg="add del">
          <ac:chgData name="Truskett, Harve A" userId="213d60ac-aef1-4d38-a1a1-cc3530dfbff5" providerId="ADAL" clId="{46A6D219-DC58-45E8-8D58-021ACE409CDA}" dt="2026-08-26T20:13:36.315" v="1173"/>
          <ac:spMkLst>
            <pc:docMk/>
            <pc:sldMk cId="3863985565" sldId="647"/>
            <ac:spMk id="11" creationId="{BB2618B7-2777-4789-9442-B1B6023A9727}"/>
          </ac:spMkLst>
        </pc:spChg>
      </pc:sldChg>
      <pc:sldChg chg="add del">
        <pc:chgData name="Truskett, Harve A" userId="213d60ac-aef1-4d38-a1a1-cc3530dfbff5" providerId="ADAL" clId="{46A6D219-DC58-45E8-8D58-021ACE409CDA}" dt="2026-08-26T17:14:02.812" v="766"/>
        <pc:sldMkLst>
          <pc:docMk/>
          <pc:sldMk cId="3927285360" sldId="647"/>
        </pc:sldMkLst>
      </pc:sldChg>
      <pc:sldChg chg="addSp delSp modSp add del mod setBg delDesignElem">
        <pc:chgData name="Truskett, Harve A" userId="213d60ac-aef1-4d38-a1a1-cc3530dfbff5" providerId="ADAL" clId="{46A6D219-DC58-45E8-8D58-021ACE409CDA}" dt="2026-08-26T20:41:51.659" v="1308" actId="13926"/>
        <pc:sldMkLst>
          <pc:docMk/>
          <pc:sldMk cId="0" sldId="648"/>
        </pc:sldMkLst>
        <pc:spChg chg="mod">
          <ac:chgData name="Truskett, Harve A" userId="213d60ac-aef1-4d38-a1a1-cc3530dfbff5" providerId="ADAL" clId="{46A6D219-DC58-45E8-8D58-021ACE409CDA}" dt="2026-08-26T20:41:27.931" v="1306"/>
          <ac:spMkLst>
            <pc:docMk/>
            <pc:sldMk cId="0" sldId="648"/>
            <ac:spMk id="215" creationId="{00000000-0000-0000-0000-000000000000}"/>
          </ac:spMkLst>
        </pc:spChg>
        <pc:spChg chg="mod">
          <ac:chgData name="Truskett, Harve A" userId="213d60ac-aef1-4d38-a1a1-cc3530dfbff5" providerId="ADAL" clId="{46A6D219-DC58-45E8-8D58-021ACE409CDA}" dt="2026-08-26T20:41:51.659" v="1308" actId="13926"/>
          <ac:spMkLst>
            <pc:docMk/>
            <pc:sldMk cId="0" sldId="648"/>
            <ac:spMk id="216" creationId="{00000000-0000-0000-0000-000000000000}"/>
          </ac:spMkLst>
        </pc:spChg>
        <pc:spChg chg="add del">
          <ac:chgData name="Truskett, Harve A" userId="213d60ac-aef1-4d38-a1a1-cc3530dfbff5" providerId="ADAL" clId="{46A6D219-DC58-45E8-8D58-021ACE409CDA}" dt="2026-08-26T20:41:27.931" v="1306"/>
          <ac:spMkLst>
            <pc:docMk/>
            <pc:sldMk cId="0" sldId="648"/>
            <ac:spMk id="223" creationId="{F13C74B1-5B17-4795-BED0-7140497B445A}"/>
          </ac:spMkLst>
        </pc:spChg>
        <pc:spChg chg="add del">
          <ac:chgData name="Truskett, Harve A" userId="213d60ac-aef1-4d38-a1a1-cc3530dfbff5" providerId="ADAL" clId="{46A6D219-DC58-45E8-8D58-021ACE409CDA}" dt="2026-08-26T20:41:27.931" v="1306"/>
          <ac:spMkLst>
            <pc:docMk/>
            <pc:sldMk cId="0" sldId="648"/>
            <ac:spMk id="225" creationId="{D4974D33-8DC5-464E-8C6D-BE58F0669C17}"/>
          </ac:spMkLst>
        </pc:spChg>
      </pc:sldChg>
      <pc:sldMasterChg chg="del delSldLayout">
        <pc:chgData name="Truskett, Harve A" userId="213d60ac-aef1-4d38-a1a1-cc3530dfbff5" providerId="ADAL" clId="{46A6D219-DC58-45E8-8D58-021ACE409CDA}" dt="2026-08-26T20:34:40.928" v="1293" actId="2696"/>
        <pc:sldMasterMkLst>
          <pc:docMk/>
          <pc:sldMasterMk cId="279711957" sldId="2147483660"/>
        </pc:sldMasterMkLst>
        <pc:sldLayoutChg chg="del">
          <pc:chgData name="Truskett, Harve A" userId="213d60ac-aef1-4d38-a1a1-cc3530dfbff5" providerId="ADAL" clId="{46A6D219-DC58-45E8-8D58-021ACE409CDA}" dt="2026-08-26T20:34:40.928" v="1293" actId="2696"/>
          <pc:sldLayoutMkLst>
            <pc:docMk/>
            <pc:sldMasterMk cId="279711957" sldId="2147483660"/>
            <pc:sldLayoutMk cId="1673294451" sldId="2147483661"/>
          </pc:sldLayoutMkLst>
        </pc:sldLayoutChg>
        <pc:sldLayoutChg chg="del">
          <pc:chgData name="Truskett, Harve A" userId="213d60ac-aef1-4d38-a1a1-cc3530dfbff5" providerId="ADAL" clId="{46A6D219-DC58-45E8-8D58-021ACE409CDA}" dt="2026-08-26T20:34:40.928" v="1293" actId="2696"/>
          <pc:sldLayoutMkLst>
            <pc:docMk/>
            <pc:sldMasterMk cId="279711957" sldId="2147483660"/>
            <pc:sldLayoutMk cId="824369855" sldId="2147483662"/>
          </pc:sldLayoutMkLst>
        </pc:sldLayoutChg>
        <pc:sldLayoutChg chg="del">
          <pc:chgData name="Truskett, Harve A" userId="213d60ac-aef1-4d38-a1a1-cc3530dfbff5" providerId="ADAL" clId="{46A6D219-DC58-45E8-8D58-021ACE409CDA}" dt="2026-08-26T20:34:40.928" v="1293" actId="2696"/>
          <pc:sldLayoutMkLst>
            <pc:docMk/>
            <pc:sldMasterMk cId="279711957" sldId="2147483660"/>
            <pc:sldLayoutMk cId="2253869671" sldId="2147483663"/>
          </pc:sldLayoutMkLst>
        </pc:sldLayoutChg>
        <pc:sldLayoutChg chg="del">
          <pc:chgData name="Truskett, Harve A" userId="213d60ac-aef1-4d38-a1a1-cc3530dfbff5" providerId="ADAL" clId="{46A6D219-DC58-45E8-8D58-021ACE409CDA}" dt="2026-08-26T20:34:40.928" v="1293" actId="2696"/>
          <pc:sldLayoutMkLst>
            <pc:docMk/>
            <pc:sldMasterMk cId="279711957" sldId="2147483660"/>
            <pc:sldLayoutMk cId="2090420866" sldId="2147483664"/>
          </pc:sldLayoutMkLst>
        </pc:sldLayoutChg>
        <pc:sldLayoutChg chg="del">
          <pc:chgData name="Truskett, Harve A" userId="213d60ac-aef1-4d38-a1a1-cc3530dfbff5" providerId="ADAL" clId="{46A6D219-DC58-45E8-8D58-021ACE409CDA}" dt="2026-08-26T20:34:40.928" v="1293" actId="2696"/>
          <pc:sldLayoutMkLst>
            <pc:docMk/>
            <pc:sldMasterMk cId="279711957" sldId="2147483660"/>
            <pc:sldLayoutMk cId="2510966510" sldId="2147483665"/>
          </pc:sldLayoutMkLst>
        </pc:sldLayoutChg>
        <pc:sldLayoutChg chg="del">
          <pc:chgData name="Truskett, Harve A" userId="213d60ac-aef1-4d38-a1a1-cc3530dfbff5" providerId="ADAL" clId="{46A6D219-DC58-45E8-8D58-021ACE409CDA}" dt="2026-08-26T20:34:40.928" v="1293" actId="2696"/>
          <pc:sldLayoutMkLst>
            <pc:docMk/>
            <pc:sldMasterMk cId="279711957" sldId="2147483660"/>
            <pc:sldLayoutMk cId="477363377" sldId="2147483666"/>
          </pc:sldLayoutMkLst>
        </pc:sldLayoutChg>
        <pc:sldLayoutChg chg="del">
          <pc:chgData name="Truskett, Harve A" userId="213d60ac-aef1-4d38-a1a1-cc3530dfbff5" providerId="ADAL" clId="{46A6D219-DC58-45E8-8D58-021ACE409CDA}" dt="2026-08-26T20:34:40.928" v="1293" actId="2696"/>
          <pc:sldLayoutMkLst>
            <pc:docMk/>
            <pc:sldMasterMk cId="279711957" sldId="2147483660"/>
            <pc:sldLayoutMk cId="1045687874" sldId="2147483667"/>
          </pc:sldLayoutMkLst>
        </pc:sldLayoutChg>
        <pc:sldLayoutChg chg="del">
          <pc:chgData name="Truskett, Harve A" userId="213d60ac-aef1-4d38-a1a1-cc3530dfbff5" providerId="ADAL" clId="{46A6D219-DC58-45E8-8D58-021ACE409CDA}" dt="2026-08-26T20:34:40.928" v="1293" actId="2696"/>
          <pc:sldLayoutMkLst>
            <pc:docMk/>
            <pc:sldMasterMk cId="279711957" sldId="2147483660"/>
            <pc:sldLayoutMk cId="1915756735" sldId="2147483668"/>
          </pc:sldLayoutMkLst>
        </pc:sldLayoutChg>
        <pc:sldLayoutChg chg="del">
          <pc:chgData name="Truskett, Harve A" userId="213d60ac-aef1-4d38-a1a1-cc3530dfbff5" providerId="ADAL" clId="{46A6D219-DC58-45E8-8D58-021ACE409CDA}" dt="2026-08-26T20:34:40.928" v="1293" actId="2696"/>
          <pc:sldLayoutMkLst>
            <pc:docMk/>
            <pc:sldMasterMk cId="279711957" sldId="2147483660"/>
            <pc:sldLayoutMk cId="700259607" sldId="2147483669"/>
          </pc:sldLayoutMkLst>
        </pc:sldLayoutChg>
        <pc:sldLayoutChg chg="del">
          <pc:chgData name="Truskett, Harve A" userId="213d60ac-aef1-4d38-a1a1-cc3530dfbff5" providerId="ADAL" clId="{46A6D219-DC58-45E8-8D58-021ACE409CDA}" dt="2026-08-26T20:34:40.928" v="1293" actId="2696"/>
          <pc:sldLayoutMkLst>
            <pc:docMk/>
            <pc:sldMasterMk cId="279711957" sldId="2147483660"/>
            <pc:sldLayoutMk cId="3637974411" sldId="2147483670"/>
          </pc:sldLayoutMkLst>
        </pc:sldLayoutChg>
        <pc:sldLayoutChg chg="del">
          <pc:chgData name="Truskett, Harve A" userId="213d60ac-aef1-4d38-a1a1-cc3530dfbff5" providerId="ADAL" clId="{46A6D219-DC58-45E8-8D58-021ACE409CDA}" dt="2026-08-26T20:34:40.928" v="1293" actId="2696"/>
          <pc:sldLayoutMkLst>
            <pc:docMk/>
            <pc:sldMasterMk cId="279711957" sldId="2147483660"/>
            <pc:sldLayoutMk cId="2917281763" sldId="2147483671"/>
          </pc:sldLayoutMkLst>
        </pc:sldLayoutChg>
        <pc:sldLayoutChg chg="del">
          <pc:chgData name="Truskett, Harve A" userId="213d60ac-aef1-4d38-a1a1-cc3530dfbff5" providerId="ADAL" clId="{46A6D219-DC58-45E8-8D58-021ACE409CDA}" dt="2026-08-26T20:34:40.928" v="1293" actId="2696"/>
          <pc:sldLayoutMkLst>
            <pc:docMk/>
            <pc:sldMasterMk cId="279711957" sldId="2147483660"/>
            <pc:sldLayoutMk cId="3685087159" sldId="2147483672"/>
          </pc:sldLayoutMkLst>
        </pc:sldLayoutChg>
        <pc:sldLayoutChg chg="del">
          <pc:chgData name="Truskett, Harve A" userId="213d60ac-aef1-4d38-a1a1-cc3530dfbff5" providerId="ADAL" clId="{46A6D219-DC58-45E8-8D58-021ACE409CDA}" dt="2026-08-26T20:34:40.928" v="1293" actId="2696"/>
          <pc:sldLayoutMkLst>
            <pc:docMk/>
            <pc:sldMasterMk cId="279711957" sldId="2147483660"/>
            <pc:sldLayoutMk cId="777416177" sldId="2147483673"/>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5#2">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13">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6">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9EAA1CF-CF0D-4E84-82D6-85904595C1BC}" type="doc">
      <dgm:prSet loTypeId="urn:microsoft.com/office/officeart/2005/8/layout/vList2" loCatId="list" qsTypeId="urn:microsoft.com/office/officeart/2005/8/quickstyle/simple4#2" qsCatId="simple" csTypeId="urn:microsoft.com/office/officeart/2005/8/colors/colorful5#2" csCatId="colorful" phldr="1"/>
      <dgm:spPr/>
      <dgm:t>
        <a:bodyPr/>
        <a:lstStyle/>
        <a:p>
          <a:endParaRPr lang="en-US"/>
        </a:p>
      </dgm:t>
    </dgm:pt>
    <dgm:pt modelId="{68044522-DDE3-4561-82EE-2FD0602F4CFE}">
      <dgm:prSet/>
      <dgm:spPr/>
      <dgm:t>
        <a:bodyPr/>
        <a:lstStyle/>
        <a:p>
          <a:r>
            <a:rPr lang="en-US" dirty="0"/>
            <a:t>Preparing Case Briefs &amp; Assessing a Clients Case  - BLW Exercises</a:t>
          </a:r>
        </a:p>
      </dgm:t>
    </dgm:pt>
    <dgm:pt modelId="{919A25B6-643A-40AC-A570-E92C27296A9D}" type="parTrans" cxnId="{943805DB-4220-41D4-9E26-0719EA36030A}">
      <dgm:prSet/>
      <dgm:spPr/>
      <dgm:t>
        <a:bodyPr/>
        <a:lstStyle/>
        <a:p>
          <a:endParaRPr lang="en-US"/>
        </a:p>
      </dgm:t>
    </dgm:pt>
    <dgm:pt modelId="{64703E88-16CF-4853-9680-2AED3181AEB2}" type="sibTrans" cxnId="{943805DB-4220-41D4-9E26-0719EA36030A}">
      <dgm:prSet/>
      <dgm:spPr/>
      <dgm:t>
        <a:bodyPr/>
        <a:lstStyle/>
        <a:p>
          <a:endParaRPr lang="en-US"/>
        </a:p>
      </dgm:t>
    </dgm:pt>
    <dgm:pt modelId="{7EB5F903-F88E-42F5-8031-311319E7FF6C}">
      <dgm:prSet/>
      <dgm:spPr/>
      <dgm:t>
        <a:bodyPr/>
        <a:lstStyle/>
        <a:p>
          <a:r>
            <a:rPr lang="en-US" dirty="0"/>
            <a:t>Introduction to our Client</a:t>
          </a:r>
        </a:p>
      </dgm:t>
    </dgm:pt>
    <dgm:pt modelId="{4A1B23D1-DE9F-4B95-BBC9-4683250467CC}" type="parTrans" cxnId="{CCB6575B-B103-4EA0-9D0C-8478A1AA3A73}">
      <dgm:prSet/>
      <dgm:spPr/>
      <dgm:t>
        <a:bodyPr/>
        <a:lstStyle/>
        <a:p>
          <a:endParaRPr lang="en-US"/>
        </a:p>
      </dgm:t>
    </dgm:pt>
    <dgm:pt modelId="{EA731140-0764-49DF-8959-499CD8DE06DC}" type="sibTrans" cxnId="{CCB6575B-B103-4EA0-9D0C-8478A1AA3A73}">
      <dgm:prSet/>
      <dgm:spPr/>
      <dgm:t>
        <a:bodyPr/>
        <a:lstStyle/>
        <a:p>
          <a:endParaRPr lang="en-US"/>
        </a:p>
      </dgm:t>
    </dgm:pt>
    <dgm:pt modelId="{4A1C5218-E84C-4747-8834-D3B59AECE68E}">
      <dgm:prSet/>
      <dgm:spPr/>
      <dgm:t>
        <a:bodyPr/>
        <a:lstStyle/>
        <a:p>
          <a:r>
            <a:rPr lang="en-US"/>
            <a:t>Mustafa and Sobin Briefs and Analysis</a:t>
          </a:r>
        </a:p>
      </dgm:t>
    </dgm:pt>
    <dgm:pt modelId="{E74C916D-943C-4D09-A6BD-2D61C655F12C}" type="parTrans" cxnId="{289A6567-C4C8-4D1A-AC85-0C47A142F2EA}">
      <dgm:prSet/>
      <dgm:spPr/>
      <dgm:t>
        <a:bodyPr/>
        <a:lstStyle/>
        <a:p>
          <a:endParaRPr lang="en-US"/>
        </a:p>
      </dgm:t>
    </dgm:pt>
    <dgm:pt modelId="{49F39B31-A93D-4F3D-B566-6F2F8EA4F36E}" type="sibTrans" cxnId="{289A6567-C4C8-4D1A-AC85-0C47A142F2EA}">
      <dgm:prSet/>
      <dgm:spPr/>
      <dgm:t>
        <a:bodyPr/>
        <a:lstStyle/>
        <a:p>
          <a:endParaRPr lang="en-US"/>
        </a:p>
      </dgm:t>
    </dgm:pt>
    <dgm:pt modelId="{9B258E8A-3422-44C7-B536-47B6477F3BC2}">
      <dgm:prSet phldrT="[Text]"/>
      <dgm:spPr/>
      <dgm:t>
        <a:bodyPr/>
        <a:lstStyle/>
        <a:p>
          <a:r>
            <a:rPr lang="en-US" dirty="0"/>
            <a:t>Astro &amp; Toro LLP– Presentations</a:t>
          </a:r>
        </a:p>
      </dgm:t>
    </dgm:pt>
    <dgm:pt modelId="{49FD4023-D9C4-4B51-B5C3-A3538A2F80D8}" type="parTrans" cxnId="{9B9574EA-A575-43EA-BF6E-7FA396B60A89}">
      <dgm:prSet/>
      <dgm:spPr/>
      <dgm:t>
        <a:bodyPr/>
        <a:lstStyle/>
        <a:p>
          <a:endParaRPr lang="en-US"/>
        </a:p>
      </dgm:t>
    </dgm:pt>
    <dgm:pt modelId="{110AC6ED-554B-441E-AA2E-9B61F556CB6D}" type="sibTrans" cxnId="{9B9574EA-A575-43EA-BF6E-7FA396B60A89}">
      <dgm:prSet/>
      <dgm:spPr/>
      <dgm:t>
        <a:bodyPr/>
        <a:lstStyle/>
        <a:p>
          <a:endParaRPr lang="en-US"/>
        </a:p>
      </dgm:t>
    </dgm:pt>
    <dgm:pt modelId="{A77DF607-BB0D-4318-8033-505087FF68C7}" type="pres">
      <dgm:prSet presAssocID="{A9EAA1CF-CF0D-4E84-82D6-85904595C1BC}" presName="linear" presStyleCnt="0">
        <dgm:presLayoutVars>
          <dgm:animLvl val="lvl"/>
          <dgm:resizeHandles val="exact"/>
        </dgm:presLayoutVars>
      </dgm:prSet>
      <dgm:spPr/>
    </dgm:pt>
    <dgm:pt modelId="{9772B562-0F4E-4B44-B905-0593B80A02E3}" type="pres">
      <dgm:prSet presAssocID="{9B258E8A-3422-44C7-B536-47B6477F3BC2}" presName="parentText" presStyleLbl="node1" presStyleIdx="0" presStyleCnt="4">
        <dgm:presLayoutVars>
          <dgm:chMax val="0"/>
          <dgm:bulletEnabled val="1"/>
        </dgm:presLayoutVars>
      </dgm:prSet>
      <dgm:spPr/>
    </dgm:pt>
    <dgm:pt modelId="{C1E6309A-6173-4B22-8E5E-8A10FD9B0537}" type="pres">
      <dgm:prSet presAssocID="{110AC6ED-554B-441E-AA2E-9B61F556CB6D}" presName="spacer" presStyleCnt="0"/>
      <dgm:spPr/>
    </dgm:pt>
    <dgm:pt modelId="{AD0C6736-716F-47B4-94B3-DAE72C36E5D3}" type="pres">
      <dgm:prSet presAssocID="{68044522-DDE3-4561-82EE-2FD0602F4CFE}" presName="parentText" presStyleLbl="node1" presStyleIdx="1" presStyleCnt="4">
        <dgm:presLayoutVars>
          <dgm:chMax val="0"/>
          <dgm:bulletEnabled val="1"/>
        </dgm:presLayoutVars>
      </dgm:prSet>
      <dgm:spPr/>
    </dgm:pt>
    <dgm:pt modelId="{2C1EFF00-0B75-4AC8-A2B8-224B5541E44D}" type="pres">
      <dgm:prSet presAssocID="{64703E88-16CF-4853-9680-2AED3181AEB2}" presName="spacer" presStyleCnt="0"/>
      <dgm:spPr/>
    </dgm:pt>
    <dgm:pt modelId="{CC80528A-2908-407B-91AB-85EFB43D5164}" type="pres">
      <dgm:prSet presAssocID="{7EB5F903-F88E-42F5-8031-311319E7FF6C}" presName="parentText" presStyleLbl="node1" presStyleIdx="2" presStyleCnt="4">
        <dgm:presLayoutVars>
          <dgm:chMax val="0"/>
          <dgm:bulletEnabled val="1"/>
        </dgm:presLayoutVars>
      </dgm:prSet>
      <dgm:spPr/>
    </dgm:pt>
    <dgm:pt modelId="{6190D3CC-3D2C-4E68-8C97-97D8A16CA556}" type="pres">
      <dgm:prSet presAssocID="{EA731140-0764-49DF-8959-499CD8DE06DC}" presName="spacer" presStyleCnt="0"/>
      <dgm:spPr/>
    </dgm:pt>
    <dgm:pt modelId="{2BEE7874-A54F-43BF-A1A4-5CE5010DBEB7}" type="pres">
      <dgm:prSet presAssocID="{4A1C5218-E84C-4747-8834-D3B59AECE68E}" presName="parentText" presStyleLbl="node1" presStyleIdx="3" presStyleCnt="4">
        <dgm:presLayoutVars>
          <dgm:chMax val="0"/>
          <dgm:bulletEnabled val="1"/>
        </dgm:presLayoutVars>
      </dgm:prSet>
      <dgm:spPr/>
    </dgm:pt>
  </dgm:ptLst>
  <dgm:cxnLst>
    <dgm:cxn modelId="{8D86E819-6EDD-4D05-A520-7EEA16DA6669}" type="presOf" srcId="{7EB5F903-F88E-42F5-8031-311319E7FF6C}" destId="{CC80528A-2908-407B-91AB-85EFB43D5164}" srcOrd="0" destOrd="0" presId="urn:microsoft.com/office/officeart/2005/8/layout/vList2"/>
    <dgm:cxn modelId="{4750242C-4284-4851-B068-B2E92F247BD3}" type="presOf" srcId="{A9EAA1CF-CF0D-4E84-82D6-85904595C1BC}" destId="{A77DF607-BB0D-4318-8033-505087FF68C7}" srcOrd="0" destOrd="0" presId="urn:microsoft.com/office/officeart/2005/8/layout/vList2"/>
    <dgm:cxn modelId="{CCB6575B-B103-4EA0-9D0C-8478A1AA3A73}" srcId="{A9EAA1CF-CF0D-4E84-82D6-85904595C1BC}" destId="{7EB5F903-F88E-42F5-8031-311319E7FF6C}" srcOrd="2" destOrd="0" parTransId="{4A1B23D1-DE9F-4B95-BBC9-4683250467CC}" sibTransId="{EA731140-0764-49DF-8959-499CD8DE06DC}"/>
    <dgm:cxn modelId="{289A6567-C4C8-4D1A-AC85-0C47A142F2EA}" srcId="{A9EAA1CF-CF0D-4E84-82D6-85904595C1BC}" destId="{4A1C5218-E84C-4747-8834-D3B59AECE68E}" srcOrd="3" destOrd="0" parTransId="{E74C916D-943C-4D09-A6BD-2D61C655F12C}" sibTransId="{49F39B31-A93D-4F3D-B566-6F2F8EA4F36E}"/>
    <dgm:cxn modelId="{57CDAC8D-9803-404F-9B1C-2B9E2BDF4EB4}" type="presOf" srcId="{68044522-DDE3-4561-82EE-2FD0602F4CFE}" destId="{AD0C6736-716F-47B4-94B3-DAE72C36E5D3}" srcOrd="0" destOrd="0" presId="urn:microsoft.com/office/officeart/2005/8/layout/vList2"/>
    <dgm:cxn modelId="{BB9932D5-67DF-4FD7-8258-F9566914BE15}" type="presOf" srcId="{9B258E8A-3422-44C7-B536-47B6477F3BC2}" destId="{9772B562-0F4E-4B44-B905-0593B80A02E3}" srcOrd="0" destOrd="0" presId="urn:microsoft.com/office/officeart/2005/8/layout/vList2"/>
    <dgm:cxn modelId="{943805DB-4220-41D4-9E26-0719EA36030A}" srcId="{A9EAA1CF-CF0D-4E84-82D6-85904595C1BC}" destId="{68044522-DDE3-4561-82EE-2FD0602F4CFE}" srcOrd="1" destOrd="0" parTransId="{919A25B6-643A-40AC-A570-E92C27296A9D}" sibTransId="{64703E88-16CF-4853-9680-2AED3181AEB2}"/>
    <dgm:cxn modelId="{9B9574EA-A575-43EA-BF6E-7FA396B60A89}" srcId="{A9EAA1CF-CF0D-4E84-82D6-85904595C1BC}" destId="{9B258E8A-3422-44C7-B536-47B6477F3BC2}" srcOrd="0" destOrd="0" parTransId="{49FD4023-D9C4-4B51-B5C3-A3538A2F80D8}" sibTransId="{110AC6ED-554B-441E-AA2E-9B61F556CB6D}"/>
    <dgm:cxn modelId="{A80617F1-DD5B-4157-BB6A-F0CC0EFECB13}" type="presOf" srcId="{4A1C5218-E84C-4747-8834-D3B59AECE68E}" destId="{2BEE7874-A54F-43BF-A1A4-5CE5010DBEB7}" srcOrd="0" destOrd="0" presId="urn:microsoft.com/office/officeart/2005/8/layout/vList2"/>
    <dgm:cxn modelId="{88B09FB9-10C4-4AF1-BC78-55B238C41763}" type="presParOf" srcId="{A77DF607-BB0D-4318-8033-505087FF68C7}" destId="{9772B562-0F4E-4B44-B905-0593B80A02E3}" srcOrd="0" destOrd="0" presId="urn:microsoft.com/office/officeart/2005/8/layout/vList2"/>
    <dgm:cxn modelId="{B6ECF472-4FD9-4789-B5B7-ACD035F22365}" type="presParOf" srcId="{A77DF607-BB0D-4318-8033-505087FF68C7}" destId="{C1E6309A-6173-4B22-8E5E-8A10FD9B0537}" srcOrd="1" destOrd="0" presId="urn:microsoft.com/office/officeart/2005/8/layout/vList2"/>
    <dgm:cxn modelId="{86009900-B78B-4405-9731-515DDF0767A4}" type="presParOf" srcId="{A77DF607-BB0D-4318-8033-505087FF68C7}" destId="{AD0C6736-716F-47B4-94B3-DAE72C36E5D3}" srcOrd="2" destOrd="0" presId="urn:microsoft.com/office/officeart/2005/8/layout/vList2"/>
    <dgm:cxn modelId="{D801CCE9-B946-4B70-8E00-B4CD64AF9CB8}" type="presParOf" srcId="{A77DF607-BB0D-4318-8033-505087FF68C7}" destId="{2C1EFF00-0B75-4AC8-A2B8-224B5541E44D}" srcOrd="3" destOrd="0" presId="urn:microsoft.com/office/officeart/2005/8/layout/vList2"/>
    <dgm:cxn modelId="{1D10E307-60C3-42A9-85DC-E9DB89DD9531}" type="presParOf" srcId="{A77DF607-BB0D-4318-8033-505087FF68C7}" destId="{CC80528A-2908-407B-91AB-85EFB43D5164}" srcOrd="4" destOrd="0" presId="urn:microsoft.com/office/officeart/2005/8/layout/vList2"/>
    <dgm:cxn modelId="{714CEB7F-9298-45E8-87D0-1C9044DA1C28}" type="presParOf" srcId="{A77DF607-BB0D-4318-8033-505087FF68C7}" destId="{6190D3CC-3D2C-4E68-8C97-97D8A16CA556}" srcOrd="5" destOrd="0" presId="urn:microsoft.com/office/officeart/2005/8/layout/vList2"/>
    <dgm:cxn modelId="{A7909A54-772A-45AB-9992-834231281604}" type="presParOf" srcId="{A77DF607-BB0D-4318-8033-505087FF68C7}" destId="{2BEE7874-A54F-43BF-A1A4-5CE5010DBEB7}"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9C7FC28-1488-4C4C-8183-16DD456FBCA5}" type="doc">
      <dgm:prSet loTypeId="urn:microsoft.com/office/officeart/2005/8/layout/vList2" loCatId="list" qsTypeId="urn:microsoft.com/office/officeart/2005/8/quickstyle/simple4#41" qsCatId="simple" csTypeId="urn:microsoft.com/office/officeart/2005/8/colors/colorful5#13" csCatId="colorful" phldr="1"/>
      <dgm:spPr/>
      <dgm:t>
        <a:bodyPr/>
        <a:lstStyle/>
        <a:p>
          <a:endParaRPr lang="en-US"/>
        </a:p>
      </dgm:t>
    </dgm:pt>
    <dgm:pt modelId="{419622BE-13E9-4AAA-9C28-AEFACEB79BF1}">
      <dgm:prSet/>
      <dgm:spPr/>
      <dgm:t>
        <a:bodyPr/>
        <a:lstStyle/>
        <a:p>
          <a:r>
            <a:rPr lang="en-US" u="sng"/>
            <a:t>Governing rule </a:t>
          </a:r>
          <a:r>
            <a:rPr lang="en-US"/>
            <a:t>– the overarching legal principal that applies to a legal issue. </a:t>
          </a:r>
        </a:p>
      </dgm:t>
    </dgm:pt>
    <dgm:pt modelId="{9943BFA1-0099-4865-8B21-C1FECAC4AF44}" type="parTrans" cxnId="{3E8F0863-729B-4B48-895E-6718C933BA5F}">
      <dgm:prSet/>
      <dgm:spPr/>
      <dgm:t>
        <a:bodyPr/>
        <a:lstStyle/>
        <a:p>
          <a:endParaRPr lang="en-US"/>
        </a:p>
      </dgm:t>
    </dgm:pt>
    <dgm:pt modelId="{83991520-1DF5-4E48-8964-444708A16DE3}" type="sibTrans" cxnId="{3E8F0863-729B-4B48-895E-6718C933BA5F}">
      <dgm:prSet/>
      <dgm:spPr/>
      <dgm:t>
        <a:bodyPr/>
        <a:lstStyle/>
        <a:p>
          <a:endParaRPr lang="en-US"/>
        </a:p>
      </dgm:t>
    </dgm:pt>
    <dgm:pt modelId="{A738EBF2-2FD6-4F19-B59F-BEBB93D9A4DD}">
      <dgm:prSet/>
      <dgm:spPr/>
      <dgm:t>
        <a:bodyPr/>
        <a:lstStyle/>
        <a:p>
          <a:r>
            <a:rPr lang="en-US" u="sng" dirty="0"/>
            <a:t>Sub-rule</a:t>
          </a:r>
          <a:r>
            <a:rPr lang="en-US" dirty="0"/>
            <a:t> – components of the governing rule, such as factors (“or”), elements (“and”), or definitions. </a:t>
          </a:r>
        </a:p>
      </dgm:t>
    </dgm:pt>
    <dgm:pt modelId="{18A6176C-0296-49C7-8F48-3EC96D27A4C2}" type="parTrans" cxnId="{6D42B4CB-DDA3-4A4C-A9D1-992F14E29E5D}">
      <dgm:prSet/>
      <dgm:spPr/>
      <dgm:t>
        <a:bodyPr/>
        <a:lstStyle/>
        <a:p>
          <a:endParaRPr lang="en-US"/>
        </a:p>
      </dgm:t>
    </dgm:pt>
    <dgm:pt modelId="{959A825B-66D9-472F-A4A9-899549B10C75}" type="sibTrans" cxnId="{6D42B4CB-DDA3-4A4C-A9D1-992F14E29E5D}">
      <dgm:prSet/>
      <dgm:spPr/>
      <dgm:t>
        <a:bodyPr/>
        <a:lstStyle/>
        <a:p>
          <a:endParaRPr lang="en-US"/>
        </a:p>
      </dgm:t>
    </dgm:pt>
    <dgm:pt modelId="{6F85F8A4-3688-40F3-B6F2-E823778FD90E}" type="pres">
      <dgm:prSet presAssocID="{09C7FC28-1488-4C4C-8183-16DD456FBCA5}" presName="linear" presStyleCnt="0">
        <dgm:presLayoutVars>
          <dgm:animLvl val="lvl"/>
          <dgm:resizeHandles val="exact"/>
        </dgm:presLayoutVars>
      </dgm:prSet>
      <dgm:spPr/>
    </dgm:pt>
    <dgm:pt modelId="{7948C8DC-61BB-4F8F-8E84-132B7CAF4C18}" type="pres">
      <dgm:prSet presAssocID="{419622BE-13E9-4AAA-9C28-AEFACEB79BF1}" presName="parentText" presStyleLbl="node1" presStyleIdx="0" presStyleCnt="2">
        <dgm:presLayoutVars>
          <dgm:chMax val="0"/>
          <dgm:bulletEnabled val="1"/>
        </dgm:presLayoutVars>
      </dgm:prSet>
      <dgm:spPr/>
    </dgm:pt>
    <dgm:pt modelId="{B0987E0E-581C-4891-97F4-175CC36D6F96}" type="pres">
      <dgm:prSet presAssocID="{83991520-1DF5-4E48-8964-444708A16DE3}" presName="spacer" presStyleCnt="0"/>
      <dgm:spPr/>
    </dgm:pt>
    <dgm:pt modelId="{CF73B409-C86C-42B6-9B07-6DC0F5CC47E0}" type="pres">
      <dgm:prSet presAssocID="{A738EBF2-2FD6-4F19-B59F-BEBB93D9A4DD}" presName="parentText" presStyleLbl="node1" presStyleIdx="1" presStyleCnt="2">
        <dgm:presLayoutVars>
          <dgm:chMax val="0"/>
          <dgm:bulletEnabled val="1"/>
        </dgm:presLayoutVars>
      </dgm:prSet>
      <dgm:spPr/>
    </dgm:pt>
  </dgm:ptLst>
  <dgm:cxnLst>
    <dgm:cxn modelId="{3E8F0863-729B-4B48-895E-6718C933BA5F}" srcId="{09C7FC28-1488-4C4C-8183-16DD456FBCA5}" destId="{419622BE-13E9-4AAA-9C28-AEFACEB79BF1}" srcOrd="0" destOrd="0" parTransId="{9943BFA1-0099-4865-8B21-C1FECAC4AF44}" sibTransId="{83991520-1DF5-4E48-8964-444708A16DE3}"/>
    <dgm:cxn modelId="{B516A89D-CC65-4547-9926-7FD95D37221F}" type="presOf" srcId="{A738EBF2-2FD6-4F19-B59F-BEBB93D9A4DD}" destId="{CF73B409-C86C-42B6-9B07-6DC0F5CC47E0}" srcOrd="0" destOrd="0" presId="urn:microsoft.com/office/officeart/2005/8/layout/vList2"/>
    <dgm:cxn modelId="{E4825BB1-8360-424A-9695-B22905ACCF17}" type="presOf" srcId="{419622BE-13E9-4AAA-9C28-AEFACEB79BF1}" destId="{7948C8DC-61BB-4F8F-8E84-132B7CAF4C18}" srcOrd="0" destOrd="0" presId="urn:microsoft.com/office/officeart/2005/8/layout/vList2"/>
    <dgm:cxn modelId="{6D42B4CB-DDA3-4A4C-A9D1-992F14E29E5D}" srcId="{09C7FC28-1488-4C4C-8183-16DD456FBCA5}" destId="{A738EBF2-2FD6-4F19-B59F-BEBB93D9A4DD}" srcOrd="1" destOrd="0" parTransId="{18A6176C-0296-49C7-8F48-3EC96D27A4C2}" sibTransId="{959A825B-66D9-472F-A4A9-899549B10C75}"/>
    <dgm:cxn modelId="{8A1991F6-D497-4B84-946B-6BFDEE9E17CA}" type="presOf" srcId="{09C7FC28-1488-4C4C-8183-16DD456FBCA5}" destId="{6F85F8A4-3688-40F3-B6F2-E823778FD90E}" srcOrd="0" destOrd="0" presId="urn:microsoft.com/office/officeart/2005/8/layout/vList2"/>
    <dgm:cxn modelId="{8A216A78-FC0C-4234-AB51-DCF871AC8F55}" type="presParOf" srcId="{6F85F8A4-3688-40F3-B6F2-E823778FD90E}" destId="{7948C8DC-61BB-4F8F-8E84-132B7CAF4C18}" srcOrd="0" destOrd="0" presId="urn:microsoft.com/office/officeart/2005/8/layout/vList2"/>
    <dgm:cxn modelId="{037AF88E-BCD8-4E68-A52E-5E7EC0553F35}" type="presParOf" srcId="{6F85F8A4-3688-40F3-B6F2-E823778FD90E}" destId="{B0987E0E-581C-4891-97F4-175CC36D6F96}" srcOrd="1" destOrd="0" presId="urn:microsoft.com/office/officeart/2005/8/layout/vList2"/>
    <dgm:cxn modelId="{F71D3EF2-92AA-4277-8686-55F76BEE4DCB}" type="presParOf" srcId="{6F85F8A4-3688-40F3-B6F2-E823778FD90E}" destId="{CF73B409-C86C-42B6-9B07-6DC0F5CC47E0}"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7E88F57-2DC5-419E-95F6-7466F7C12FD4}" type="doc">
      <dgm:prSet loTypeId="urn:microsoft.com/office/officeart/2005/8/layout/vProcess5" loCatId="process" qsTypeId="urn:microsoft.com/office/officeart/2005/8/quickstyle/simple4#10" qsCatId="simple" csTypeId="urn:microsoft.com/office/officeart/2005/8/colors/colorful1#6" csCatId="colorful"/>
      <dgm:spPr/>
      <dgm:t>
        <a:bodyPr/>
        <a:lstStyle/>
        <a:p>
          <a:endParaRPr lang="en-US"/>
        </a:p>
      </dgm:t>
    </dgm:pt>
    <dgm:pt modelId="{8CAE6321-0A64-4B69-8C17-8839D736F438}">
      <dgm:prSet/>
      <dgm:spPr/>
      <dgm:t>
        <a:bodyPr/>
        <a:lstStyle/>
        <a:p>
          <a:r>
            <a:rPr lang="en-US"/>
            <a:t>Why was this assigned to me?</a:t>
          </a:r>
        </a:p>
      </dgm:t>
    </dgm:pt>
    <dgm:pt modelId="{A0FD0934-077E-4EAA-8399-1CBEB44CE864}" type="parTrans" cxnId="{D70F4490-DBB6-4E73-8C71-51FC91466E69}">
      <dgm:prSet/>
      <dgm:spPr/>
      <dgm:t>
        <a:bodyPr/>
        <a:lstStyle/>
        <a:p>
          <a:endParaRPr lang="en-US"/>
        </a:p>
      </dgm:t>
    </dgm:pt>
    <dgm:pt modelId="{DB712FFE-2C56-4088-A332-D18CDD4E1932}" type="sibTrans" cxnId="{D70F4490-DBB6-4E73-8C71-51FC91466E69}">
      <dgm:prSet/>
      <dgm:spPr/>
      <dgm:t>
        <a:bodyPr/>
        <a:lstStyle/>
        <a:p>
          <a:endParaRPr lang="en-US"/>
        </a:p>
      </dgm:t>
    </dgm:pt>
    <dgm:pt modelId="{01465CA5-26C5-4C20-8706-2D500622900B}">
      <dgm:prSet/>
      <dgm:spPr/>
      <dgm:t>
        <a:bodyPr/>
        <a:lstStyle/>
        <a:p>
          <a:r>
            <a:rPr lang="en-US"/>
            <a:t>Where does it fit in the class?</a:t>
          </a:r>
        </a:p>
      </dgm:t>
    </dgm:pt>
    <dgm:pt modelId="{B539F136-AC62-442A-9F55-EE41B7CF3B2A}" type="parTrans" cxnId="{BBD60C8E-EC46-4052-AAD0-37C09F9FE04F}">
      <dgm:prSet/>
      <dgm:spPr/>
      <dgm:t>
        <a:bodyPr/>
        <a:lstStyle/>
        <a:p>
          <a:endParaRPr lang="en-US"/>
        </a:p>
      </dgm:t>
    </dgm:pt>
    <dgm:pt modelId="{1CF87E9E-F716-42BE-9ECE-487DB837DF32}" type="sibTrans" cxnId="{BBD60C8E-EC46-4052-AAD0-37C09F9FE04F}">
      <dgm:prSet/>
      <dgm:spPr/>
      <dgm:t>
        <a:bodyPr/>
        <a:lstStyle/>
        <a:p>
          <a:endParaRPr lang="en-US"/>
        </a:p>
      </dgm:t>
    </dgm:pt>
    <dgm:pt modelId="{82695DB1-A613-41AC-8DB5-002B802194C2}">
      <dgm:prSet/>
      <dgm:spPr/>
      <dgm:t>
        <a:bodyPr/>
        <a:lstStyle/>
        <a:p>
          <a:r>
            <a:rPr lang="en-US"/>
            <a:t>How does it fit with the other cases assigned in class?</a:t>
          </a:r>
        </a:p>
      </dgm:t>
    </dgm:pt>
    <dgm:pt modelId="{2306DF7D-7B2C-45A1-82C2-6D8FF8A2D169}" type="parTrans" cxnId="{84DBA6A3-12BE-4BEE-8504-B3CF76B55D02}">
      <dgm:prSet/>
      <dgm:spPr/>
      <dgm:t>
        <a:bodyPr/>
        <a:lstStyle/>
        <a:p>
          <a:endParaRPr lang="en-US"/>
        </a:p>
      </dgm:t>
    </dgm:pt>
    <dgm:pt modelId="{CEC478EE-F272-4A7C-8C36-2483089329CE}" type="sibTrans" cxnId="{84DBA6A3-12BE-4BEE-8504-B3CF76B55D02}">
      <dgm:prSet/>
      <dgm:spPr/>
      <dgm:t>
        <a:bodyPr/>
        <a:lstStyle/>
        <a:p>
          <a:endParaRPr lang="en-US"/>
        </a:p>
      </dgm:t>
    </dgm:pt>
    <dgm:pt modelId="{FF149954-5971-421B-A914-61E556E9CB12}">
      <dgm:prSet/>
      <dgm:spPr/>
      <dgm:t>
        <a:bodyPr/>
        <a:lstStyle/>
        <a:p>
          <a:r>
            <a:rPr lang="en-US"/>
            <a:t>How does this build on the last class?</a:t>
          </a:r>
        </a:p>
      </dgm:t>
    </dgm:pt>
    <dgm:pt modelId="{A8694778-A41B-4173-8C56-19399F08FC0F}" type="parTrans" cxnId="{9F62612B-6455-41FE-A4D8-3C890737C2C7}">
      <dgm:prSet/>
      <dgm:spPr/>
      <dgm:t>
        <a:bodyPr/>
        <a:lstStyle/>
        <a:p>
          <a:endParaRPr lang="en-US"/>
        </a:p>
      </dgm:t>
    </dgm:pt>
    <dgm:pt modelId="{86101010-99DC-416A-8579-3D5D866DB04F}" type="sibTrans" cxnId="{9F62612B-6455-41FE-A4D8-3C890737C2C7}">
      <dgm:prSet/>
      <dgm:spPr/>
      <dgm:t>
        <a:bodyPr/>
        <a:lstStyle/>
        <a:p>
          <a:endParaRPr lang="en-US"/>
        </a:p>
      </dgm:t>
    </dgm:pt>
    <dgm:pt modelId="{B8E975BC-67CF-4076-A9C6-8D720C6A9E62}" type="pres">
      <dgm:prSet presAssocID="{77E88F57-2DC5-419E-95F6-7466F7C12FD4}" presName="outerComposite" presStyleCnt="0">
        <dgm:presLayoutVars>
          <dgm:chMax val="5"/>
          <dgm:dir/>
          <dgm:resizeHandles val="exact"/>
        </dgm:presLayoutVars>
      </dgm:prSet>
      <dgm:spPr/>
    </dgm:pt>
    <dgm:pt modelId="{64D3A78C-C50B-4FD7-B418-F41443730967}" type="pres">
      <dgm:prSet presAssocID="{77E88F57-2DC5-419E-95F6-7466F7C12FD4}" presName="dummyMaxCanvas" presStyleCnt="0">
        <dgm:presLayoutVars/>
      </dgm:prSet>
      <dgm:spPr/>
    </dgm:pt>
    <dgm:pt modelId="{61F25549-349F-4FF6-A7C1-F6321C6F1008}" type="pres">
      <dgm:prSet presAssocID="{77E88F57-2DC5-419E-95F6-7466F7C12FD4}" presName="FourNodes_1" presStyleLbl="node1" presStyleIdx="0" presStyleCnt="4">
        <dgm:presLayoutVars>
          <dgm:bulletEnabled val="1"/>
        </dgm:presLayoutVars>
      </dgm:prSet>
      <dgm:spPr/>
    </dgm:pt>
    <dgm:pt modelId="{9B3F57FE-7451-4658-887E-B01D1E1A7936}" type="pres">
      <dgm:prSet presAssocID="{77E88F57-2DC5-419E-95F6-7466F7C12FD4}" presName="FourNodes_2" presStyleLbl="node1" presStyleIdx="1" presStyleCnt="4">
        <dgm:presLayoutVars>
          <dgm:bulletEnabled val="1"/>
        </dgm:presLayoutVars>
      </dgm:prSet>
      <dgm:spPr/>
    </dgm:pt>
    <dgm:pt modelId="{9F248629-5BBC-4BA9-8ACF-523F8D91C254}" type="pres">
      <dgm:prSet presAssocID="{77E88F57-2DC5-419E-95F6-7466F7C12FD4}" presName="FourNodes_3" presStyleLbl="node1" presStyleIdx="2" presStyleCnt="4">
        <dgm:presLayoutVars>
          <dgm:bulletEnabled val="1"/>
        </dgm:presLayoutVars>
      </dgm:prSet>
      <dgm:spPr/>
    </dgm:pt>
    <dgm:pt modelId="{0F01EC16-BF6A-46B8-B80B-87A2F8D6B2E7}" type="pres">
      <dgm:prSet presAssocID="{77E88F57-2DC5-419E-95F6-7466F7C12FD4}" presName="FourNodes_4" presStyleLbl="node1" presStyleIdx="3" presStyleCnt="4">
        <dgm:presLayoutVars>
          <dgm:bulletEnabled val="1"/>
        </dgm:presLayoutVars>
      </dgm:prSet>
      <dgm:spPr/>
    </dgm:pt>
    <dgm:pt modelId="{8D7674AF-A27B-4773-954A-1AFE076102B0}" type="pres">
      <dgm:prSet presAssocID="{77E88F57-2DC5-419E-95F6-7466F7C12FD4}" presName="FourConn_1-2" presStyleLbl="fgAccFollowNode1" presStyleIdx="0" presStyleCnt="3">
        <dgm:presLayoutVars>
          <dgm:bulletEnabled val="1"/>
        </dgm:presLayoutVars>
      </dgm:prSet>
      <dgm:spPr/>
    </dgm:pt>
    <dgm:pt modelId="{25DAB8A3-CC61-4BA1-8416-189076428A4D}" type="pres">
      <dgm:prSet presAssocID="{77E88F57-2DC5-419E-95F6-7466F7C12FD4}" presName="FourConn_2-3" presStyleLbl="fgAccFollowNode1" presStyleIdx="1" presStyleCnt="3">
        <dgm:presLayoutVars>
          <dgm:bulletEnabled val="1"/>
        </dgm:presLayoutVars>
      </dgm:prSet>
      <dgm:spPr/>
    </dgm:pt>
    <dgm:pt modelId="{613B6C57-F24D-4CC4-A1D4-4E4834426EB7}" type="pres">
      <dgm:prSet presAssocID="{77E88F57-2DC5-419E-95F6-7466F7C12FD4}" presName="FourConn_3-4" presStyleLbl="fgAccFollowNode1" presStyleIdx="2" presStyleCnt="3">
        <dgm:presLayoutVars>
          <dgm:bulletEnabled val="1"/>
        </dgm:presLayoutVars>
      </dgm:prSet>
      <dgm:spPr/>
    </dgm:pt>
    <dgm:pt modelId="{F0196097-5058-4CBB-A4F4-C06EFF28B1BC}" type="pres">
      <dgm:prSet presAssocID="{77E88F57-2DC5-419E-95F6-7466F7C12FD4}" presName="FourNodes_1_text" presStyleLbl="node1" presStyleIdx="3" presStyleCnt="4">
        <dgm:presLayoutVars>
          <dgm:bulletEnabled val="1"/>
        </dgm:presLayoutVars>
      </dgm:prSet>
      <dgm:spPr/>
    </dgm:pt>
    <dgm:pt modelId="{3A574E71-DC32-48BC-ADEE-089C6ABFE108}" type="pres">
      <dgm:prSet presAssocID="{77E88F57-2DC5-419E-95F6-7466F7C12FD4}" presName="FourNodes_2_text" presStyleLbl="node1" presStyleIdx="3" presStyleCnt="4">
        <dgm:presLayoutVars>
          <dgm:bulletEnabled val="1"/>
        </dgm:presLayoutVars>
      </dgm:prSet>
      <dgm:spPr/>
    </dgm:pt>
    <dgm:pt modelId="{96FECF76-7026-4F16-A83B-CBF8BA1BA9A6}" type="pres">
      <dgm:prSet presAssocID="{77E88F57-2DC5-419E-95F6-7466F7C12FD4}" presName="FourNodes_3_text" presStyleLbl="node1" presStyleIdx="3" presStyleCnt="4">
        <dgm:presLayoutVars>
          <dgm:bulletEnabled val="1"/>
        </dgm:presLayoutVars>
      </dgm:prSet>
      <dgm:spPr/>
    </dgm:pt>
    <dgm:pt modelId="{3A03D7B9-E671-406A-9F21-F321C8D337AE}" type="pres">
      <dgm:prSet presAssocID="{77E88F57-2DC5-419E-95F6-7466F7C12FD4}" presName="FourNodes_4_text" presStyleLbl="node1" presStyleIdx="3" presStyleCnt="4">
        <dgm:presLayoutVars>
          <dgm:bulletEnabled val="1"/>
        </dgm:presLayoutVars>
      </dgm:prSet>
      <dgm:spPr/>
    </dgm:pt>
  </dgm:ptLst>
  <dgm:cxnLst>
    <dgm:cxn modelId="{9F62612B-6455-41FE-A4D8-3C890737C2C7}" srcId="{77E88F57-2DC5-419E-95F6-7466F7C12FD4}" destId="{FF149954-5971-421B-A914-61E556E9CB12}" srcOrd="3" destOrd="0" parTransId="{A8694778-A41B-4173-8C56-19399F08FC0F}" sibTransId="{86101010-99DC-416A-8579-3D5D866DB04F}"/>
    <dgm:cxn modelId="{C1CAD82B-F31C-47F1-9928-B73CFEFAEED1}" type="presOf" srcId="{FF149954-5971-421B-A914-61E556E9CB12}" destId="{0F01EC16-BF6A-46B8-B80B-87A2F8D6B2E7}" srcOrd="0" destOrd="0" presId="urn:microsoft.com/office/officeart/2005/8/layout/vProcess5"/>
    <dgm:cxn modelId="{6F12725D-C55D-41CF-B90F-98A28608B720}" type="presOf" srcId="{8CAE6321-0A64-4B69-8C17-8839D736F438}" destId="{61F25549-349F-4FF6-A7C1-F6321C6F1008}" srcOrd="0" destOrd="0" presId="urn:microsoft.com/office/officeart/2005/8/layout/vProcess5"/>
    <dgm:cxn modelId="{EDC39046-7BE3-44F9-AEC6-7907F02F1593}" type="presOf" srcId="{01465CA5-26C5-4C20-8706-2D500622900B}" destId="{3A574E71-DC32-48BC-ADEE-089C6ABFE108}" srcOrd="1" destOrd="0" presId="urn:microsoft.com/office/officeart/2005/8/layout/vProcess5"/>
    <dgm:cxn modelId="{450DB848-7665-43DE-9227-770CA4E620D5}" type="presOf" srcId="{01465CA5-26C5-4C20-8706-2D500622900B}" destId="{9B3F57FE-7451-4658-887E-B01D1E1A7936}" srcOrd="0" destOrd="0" presId="urn:microsoft.com/office/officeart/2005/8/layout/vProcess5"/>
    <dgm:cxn modelId="{BE87906F-720E-4A9D-91BD-A21942F62FB5}" type="presOf" srcId="{82695DB1-A613-41AC-8DB5-002B802194C2}" destId="{96FECF76-7026-4F16-A83B-CBF8BA1BA9A6}" srcOrd="1" destOrd="0" presId="urn:microsoft.com/office/officeart/2005/8/layout/vProcess5"/>
    <dgm:cxn modelId="{B2E90A77-E27D-41D5-A241-DB4E4F44F081}" type="presOf" srcId="{DB712FFE-2C56-4088-A332-D18CDD4E1932}" destId="{8D7674AF-A27B-4773-954A-1AFE076102B0}" srcOrd="0" destOrd="0" presId="urn:microsoft.com/office/officeart/2005/8/layout/vProcess5"/>
    <dgm:cxn modelId="{0059267E-364B-49C4-B861-EDA608C6D43C}" type="presOf" srcId="{8CAE6321-0A64-4B69-8C17-8839D736F438}" destId="{F0196097-5058-4CBB-A4F4-C06EFF28B1BC}" srcOrd="1" destOrd="0" presId="urn:microsoft.com/office/officeart/2005/8/layout/vProcess5"/>
    <dgm:cxn modelId="{BBD60C8E-EC46-4052-AAD0-37C09F9FE04F}" srcId="{77E88F57-2DC5-419E-95F6-7466F7C12FD4}" destId="{01465CA5-26C5-4C20-8706-2D500622900B}" srcOrd="1" destOrd="0" parTransId="{B539F136-AC62-442A-9F55-EE41B7CF3B2A}" sibTransId="{1CF87E9E-F716-42BE-9ECE-487DB837DF32}"/>
    <dgm:cxn modelId="{D70F4490-DBB6-4E73-8C71-51FC91466E69}" srcId="{77E88F57-2DC5-419E-95F6-7466F7C12FD4}" destId="{8CAE6321-0A64-4B69-8C17-8839D736F438}" srcOrd="0" destOrd="0" parTransId="{A0FD0934-077E-4EAA-8399-1CBEB44CE864}" sibTransId="{DB712FFE-2C56-4088-A332-D18CDD4E1932}"/>
    <dgm:cxn modelId="{484DA698-0C8E-4BE1-BA9B-6E2546F5AC7A}" type="presOf" srcId="{1CF87E9E-F716-42BE-9ECE-487DB837DF32}" destId="{25DAB8A3-CC61-4BA1-8416-189076428A4D}" srcOrd="0" destOrd="0" presId="urn:microsoft.com/office/officeart/2005/8/layout/vProcess5"/>
    <dgm:cxn modelId="{84DBA6A3-12BE-4BEE-8504-B3CF76B55D02}" srcId="{77E88F57-2DC5-419E-95F6-7466F7C12FD4}" destId="{82695DB1-A613-41AC-8DB5-002B802194C2}" srcOrd="2" destOrd="0" parTransId="{2306DF7D-7B2C-45A1-82C2-6D8FF8A2D169}" sibTransId="{CEC478EE-F272-4A7C-8C36-2483089329CE}"/>
    <dgm:cxn modelId="{203753AA-C9C1-4093-A5A3-C3C2A200459C}" type="presOf" srcId="{CEC478EE-F272-4A7C-8C36-2483089329CE}" destId="{613B6C57-F24D-4CC4-A1D4-4E4834426EB7}" srcOrd="0" destOrd="0" presId="urn:microsoft.com/office/officeart/2005/8/layout/vProcess5"/>
    <dgm:cxn modelId="{66200CAC-EF5D-42F6-A4E0-81D84E4762A9}" type="presOf" srcId="{FF149954-5971-421B-A914-61E556E9CB12}" destId="{3A03D7B9-E671-406A-9F21-F321C8D337AE}" srcOrd="1" destOrd="0" presId="urn:microsoft.com/office/officeart/2005/8/layout/vProcess5"/>
    <dgm:cxn modelId="{786C09D4-BA39-4398-A30C-8F0D17855224}" type="presOf" srcId="{82695DB1-A613-41AC-8DB5-002B802194C2}" destId="{9F248629-5BBC-4BA9-8ACF-523F8D91C254}" srcOrd="0" destOrd="0" presId="urn:microsoft.com/office/officeart/2005/8/layout/vProcess5"/>
    <dgm:cxn modelId="{B08F70DD-48D9-46B2-9F32-8AA9B18AD325}" type="presOf" srcId="{77E88F57-2DC5-419E-95F6-7466F7C12FD4}" destId="{B8E975BC-67CF-4076-A9C6-8D720C6A9E62}" srcOrd="0" destOrd="0" presId="urn:microsoft.com/office/officeart/2005/8/layout/vProcess5"/>
    <dgm:cxn modelId="{0D014B02-430A-4538-9148-CF304635ED89}" type="presParOf" srcId="{B8E975BC-67CF-4076-A9C6-8D720C6A9E62}" destId="{64D3A78C-C50B-4FD7-B418-F41443730967}" srcOrd="0" destOrd="0" presId="urn:microsoft.com/office/officeart/2005/8/layout/vProcess5"/>
    <dgm:cxn modelId="{4174E46E-C0A2-47CD-9286-EBEEE69FA278}" type="presParOf" srcId="{B8E975BC-67CF-4076-A9C6-8D720C6A9E62}" destId="{61F25549-349F-4FF6-A7C1-F6321C6F1008}" srcOrd="1" destOrd="0" presId="urn:microsoft.com/office/officeart/2005/8/layout/vProcess5"/>
    <dgm:cxn modelId="{97D892F9-7D25-496E-AA88-64B5F338539F}" type="presParOf" srcId="{B8E975BC-67CF-4076-A9C6-8D720C6A9E62}" destId="{9B3F57FE-7451-4658-887E-B01D1E1A7936}" srcOrd="2" destOrd="0" presId="urn:microsoft.com/office/officeart/2005/8/layout/vProcess5"/>
    <dgm:cxn modelId="{7831E075-C4AD-44F4-BF38-56B86BC27C03}" type="presParOf" srcId="{B8E975BC-67CF-4076-A9C6-8D720C6A9E62}" destId="{9F248629-5BBC-4BA9-8ACF-523F8D91C254}" srcOrd="3" destOrd="0" presId="urn:microsoft.com/office/officeart/2005/8/layout/vProcess5"/>
    <dgm:cxn modelId="{D371DF8F-32E4-48F5-86AC-2B6F14782628}" type="presParOf" srcId="{B8E975BC-67CF-4076-A9C6-8D720C6A9E62}" destId="{0F01EC16-BF6A-46B8-B80B-87A2F8D6B2E7}" srcOrd="4" destOrd="0" presId="urn:microsoft.com/office/officeart/2005/8/layout/vProcess5"/>
    <dgm:cxn modelId="{DC077C9D-EED1-4CBE-B5CC-7E66820BC12A}" type="presParOf" srcId="{B8E975BC-67CF-4076-A9C6-8D720C6A9E62}" destId="{8D7674AF-A27B-4773-954A-1AFE076102B0}" srcOrd="5" destOrd="0" presId="urn:microsoft.com/office/officeart/2005/8/layout/vProcess5"/>
    <dgm:cxn modelId="{13C68DA9-AAEF-4450-8F98-F565FB01963E}" type="presParOf" srcId="{B8E975BC-67CF-4076-A9C6-8D720C6A9E62}" destId="{25DAB8A3-CC61-4BA1-8416-189076428A4D}" srcOrd="6" destOrd="0" presId="urn:microsoft.com/office/officeart/2005/8/layout/vProcess5"/>
    <dgm:cxn modelId="{09ADFFB1-4910-406D-8638-DA2A6DA089A8}" type="presParOf" srcId="{B8E975BC-67CF-4076-A9C6-8D720C6A9E62}" destId="{613B6C57-F24D-4CC4-A1D4-4E4834426EB7}" srcOrd="7" destOrd="0" presId="urn:microsoft.com/office/officeart/2005/8/layout/vProcess5"/>
    <dgm:cxn modelId="{371490BA-8E74-48E2-A881-35C71075A0C8}" type="presParOf" srcId="{B8E975BC-67CF-4076-A9C6-8D720C6A9E62}" destId="{F0196097-5058-4CBB-A4F4-C06EFF28B1BC}" srcOrd="8" destOrd="0" presId="urn:microsoft.com/office/officeart/2005/8/layout/vProcess5"/>
    <dgm:cxn modelId="{8B944CBD-23F0-4728-B430-2DC88B6AB083}" type="presParOf" srcId="{B8E975BC-67CF-4076-A9C6-8D720C6A9E62}" destId="{3A574E71-DC32-48BC-ADEE-089C6ABFE108}" srcOrd="9" destOrd="0" presId="urn:microsoft.com/office/officeart/2005/8/layout/vProcess5"/>
    <dgm:cxn modelId="{28CE49F3-0B49-473A-BB22-9BBB8B3783CF}" type="presParOf" srcId="{B8E975BC-67CF-4076-A9C6-8D720C6A9E62}" destId="{96FECF76-7026-4F16-A83B-CBF8BA1BA9A6}" srcOrd="10" destOrd="0" presId="urn:microsoft.com/office/officeart/2005/8/layout/vProcess5"/>
    <dgm:cxn modelId="{A0AF3E00-F51F-4BF8-BD2C-FEBAF275F8B4}" type="presParOf" srcId="{B8E975BC-67CF-4076-A9C6-8D720C6A9E62}" destId="{3A03D7B9-E671-406A-9F21-F321C8D337AE}"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FBC2DB4-97E6-4CFE-A418-BDA6FBFF7EEC}" type="doc">
      <dgm:prSet loTypeId="urn:microsoft.com/office/officeart/2005/8/layout/vList2" loCatId="list" qsTypeId="urn:microsoft.com/office/officeart/2005/8/quickstyle/simple1#1" qsCatId="simple" csTypeId="urn:microsoft.com/office/officeart/2005/8/colors/colorful1#1" csCatId="colorful" phldr="1"/>
      <dgm:spPr/>
      <dgm:t>
        <a:bodyPr/>
        <a:lstStyle/>
        <a:p>
          <a:endParaRPr lang="en-US"/>
        </a:p>
      </dgm:t>
    </dgm:pt>
    <dgm:pt modelId="{B967B886-E011-4627-B943-BD7D2CA53EFF}">
      <dgm:prSet/>
      <dgm:spPr>
        <a:solidFill>
          <a:schemeClr val="accent1"/>
        </a:solidFill>
      </dgm:spPr>
      <dgm:t>
        <a:bodyPr/>
        <a:lstStyle/>
        <a:p>
          <a:r>
            <a:rPr lang="en-US"/>
            <a:t>Issue</a:t>
          </a:r>
        </a:p>
      </dgm:t>
    </dgm:pt>
    <dgm:pt modelId="{36708899-289C-4365-8613-E23628F430DF}" type="parTrans" cxnId="{D343F8F5-2C6E-48A8-910C-AFA89940A02F}">
      <dgm:prSet/>
      <dgm:spPr/>
      <dgm:t>
        <a:bodyPr/>
        <a:lstStyle/>
        <a:p>
          <a:endParaRPr lang="en-US"/>
        </a:p>
      </dgm:t>
    </dgm:pt>
    <dgm:pt modelId="{78EA5967-DDF9-42A4-8A0B-64CDC3AD46F0}" type="sibTrans" cxnId="{D343F8F5-2C6E-48A8-910C-AFA89940A02F}">
      <dgm:prSet/>
      <dgm:spPr/>
      <dgm:t>
        <a:bodyPr/>
        <a:lstStyle/>
        <a:p>
          <a:endParaRPr lang="en-US"/>
        </a:p>
      </dgm:t>
    </dgm:pt>
    <dgm:pt modelId="{AFCD1661-5C3D-4EAD-96A8-32B72335312C}">
      <dgm:prSet/>
      <dgm:spPr>
        <a:solidFill>
          <a:srgbClr val="FFC000"/>
        </a:solidFill>
      </dgm:spPr>
      <dgm:t>
        <a:bodyPr/>
        <a:lstStyle/>
        <a:p>
          <a:r>
            <a:rPr lang="en-US"/>
            <a:t>Rule </a:t>
          </a:r>
        </a:p>
      </dgm:t>
    </dgm:pt>
    <dgm:pt modelId="{73C7BBE0-47D0-4285-AFFB-F83BB4166451}" type="parTrans" cxnId="{1DFF1FF0-1172-42B0-A3C6-8F2BB43550F2}">
      <dgm:prSet/>
      <dgm:spPr/>
      <dgm:t>
        <a:bodyPr/>
        <a:lstStyle/>
        <a:p>
          <a:endParaRPr lang="en-US"/>
        </a:p>
      </dgm:t>
    </dgm:pt>
    <dgm:pt modelId="{063FB567-8A2C-4057-A27C-17408EAF4097}" type="sibTrans" cxnId="{1DFF1FF0-1172-42B0-A3C6-8F2BB43550F2}">
      <dgm:prSet/>
      <dgm:spPr/>
      <dgm:t>
        <a:bodyPr/>
        <a:lstStyle/>
        <a:p>
          <a:endParaRPr lang="en-US"/>
        </a:p>
      </dgm:t>
    </dgm:pt>
    <dgm:pt modelId="{190148F8-0447-412A-B0F9-5BCDEF12BFF9}">
      <dgm:prSet/>
      <dgm:spPr>
        <a:solidFill>
          <a:srgbClr val="00B0F0"/>
        </a:solidFill>
      </dgm:spPr>
      <dgm:t>
        <a:bodyPr/>
        <a:lstStyle/>
        <a:p>
          <a:r>
            <a:rPr lang="en-US"/>
            <a:t>Application</a:t>
          </a:r>
        </a:p>
      </dgm:t>
    </dgm:pt>
    <dgm:pt modelId="{D5F063F3-D3D8-4C31-A744-9955C3261621}" type="parTrans" cxnId="{FEB76637-25AF-48CC-B934-3D934FC7A678}">
      <dgm:prSet/>
      <dgm:spPr/>
      <dgm:t>
        <a:bodyPr/>
        <a:lstStyle/>
        <a:p>
          <a:endParaRPr lang="en-US"/>
        </a:p>
      </dgm:t>
    </dgm:pt>
    <dgm:pt modelId="{44E8460D-3237-49D9-92EB-25F4942D4713}" type="sibTrans" cxnId="{FEB76637-25AF-48CC-B934-3D934FC7A678}">
      <dgm:prSet/>
      <dgm:spPr/>
      <dgm:t>
        <a:bodyPr/>
        <a:lstStyle/>
        <a:p>
          <a:endParaRPr lang="en-US"/>
        </a:p>
      </dgm:t>
    </dgm:pt>
    <dgm:pt modelId="{77E94B72-2E6D-4162-B2B6-FCB28B7540B5}">
      <dgm:prSet/>
      <dgm:spPr>
        <a:solidFill>
          <a:srgbClr val="00B050"/>
        </a:solidFill>
      </dgm:spPr>
      <dgm:t>
        <a:bodyPr/>
        <a:lstStyle/>
        <a:p>
          <a:r>
            <a:rPr lang="en-US"/>
            <a:t>Conclusion</a:t>
          </a:r>
        </a:p>
      </dgm:t>
    </dgm:pt>
    <dgm:pt modelId="{CF191EDC-532D-4EC7-868B-31A4CB0D30A2}" type="parTrans" cxnId="{4FA5D440-F646-4B1F-9C1E-7E91F12F40CE}">
      <dgm:prSet/>
      <dgm:spPr/>
      <dgm:t>
        <a:bodyPr/>
        <a:lstStyle/>
        <a:p>
          <a:endParaRPr lang="en-US"/>
        </a:p>
      </dgm:t>
    </dgm:pt>
    <dgm:pt modelId="{6273F8C8-C69E-4E9C-99A5-E690C934B6C0}" type="sibTrans" cxnId="{4FA5D440-F646-4B1F-9C1E-7E91F12F40CE}">
      <dgm:prSet/>
      <dgm:spPr/>
      <dgm:t>
        <a:bodyPr/>
        <a:lstStyle/>
        <a:p>
          <a:endParaRPr lang="en-US"/>
        </a:p>
      </dgm:t>
    </dgm:pt>
    <dgm:pt modelId="{A3000084-8CCE-B14B-B5E5-C12AE99A84B7}" type="pres">
      <dgm:prSet presAssocID="{EFBC2DB4-97E6-4CFE-A418-BDA6FBFF7EEC}" presName="linear" presStyleCnt="0">
        <dgm:presLayoutVars>
          <dgm:animLvl val="lvl"/>
          <dgm:resizeHandles val="exact"/>
        </dgm:presLayoutVars>
      </dgm:prSet>
      <dgm:spPr/>
    </dgm:pt>
    <dgm:pt modelId="{9A1F0FC6-F4F0-8E41-B8CB-7832EB071B19}" type="pres">
      <dgm:prSet presAssocID="{B967B886-E011-4627-B943-BD7D2CA53EFF}" presName="parentText" presStyleLbl="node1" presStyleIdx="0" presStyleCnt="4">
        <dgm:presLayoutVars>
          <dgm:chMax val="0"/>
          <dgm:bulletEnabled val="1"/>
        </dgm:presLayoutVars>
      </dgm:prSet>
      <dgm:spPr/>
    </dgm:pt>
    <dgm:pt modelId="{33B04461-B403-F24D-86A6-357E14E44917}" type="pres">
      <dgm:prSet presAssocID="{78EA5967-DDF9-42A4-8A0B-64CDC3AD46F0}" presName="spacer" presStyleCnt="0"/>
      <dgm:spPr/>
    </dgm:pt>
    <dgm:pt modelId="{E399D61E-26A0-854A-B4C5-FD6A4B5E3625}" type="pres">
      <dgm:prSet presAssocID="{AFCD1661-5C3D-4EAD-96A8-32B72335312C}" presName="parentText" presStyleLbl="node1" presStyleIdx="1" presStyleCnt="4">
        <dgm:presLayoutVars>
          <dgm:chMax val="0"/>
          <dgm:bulletEnabled val="1"/>
        </dgm:presLayoutVars>
      </dgm:prSet>
      <dgm:spPr/>
    </dgm:pt>
    <dgm:pt modelId="{E3EF8E80-DBFE-6941-9FE8-F41F39A1328B}" type="pres">
      <dgm:prSet presAssocID="{063FB567-8A2C-4057-A27C-17408EAF4097}" presName="spacer" presStyleCnt="0"/>
      <dgm:spPr/>
    </dgm:pt>
    <dgm:pt modelId="{A4ED34D1-A3A2-F845-AC9D-7D3A37D08E68}" type="pres">
      <dgm:prSet presAssocID="{190148F8-0447-412A-B0F9-5BCDEF12BFF9}" presName="parentText" presStyleLbl="node1" presStyleIdx="2" presStyleCnt="4">
        <dgm:presLayoutVars>
          <dgm:chMax val="0"/>
          <dgm:bulletEnabled val="1"/>
        </dgm:presLayoutVars>
      </dgm:prSet>
      <dgm:spPr/>
    </dgm:pt>
    <dgm:pt modelId="{4DB5F05A-1665-4E45-8DCC-9279473D88FF}" type="pres">
      <dgm:prSet presAssocID="{44E8460D-3237-49D9-92EB-25F4942D4713}" presName="spacer" presStyleCnt="0"/>
      <dgm:spPr/>
    </dgm:pt>
    <dgm:pt modelId="{C2F5103A-5486-FF4C-A1DF-FA171AC6C9EA}" type="pres">
      <dgm:prSet presAssocID="{77E94B72-2E6D-4162-B2B6-FCB28B7540B5}" presName="parentText" presStyleLbl="node1" presStyleIdx="3" presStyleCnt="4">
        <dgm:presLayoutVars>
          <dgm:chMax val="0"/>
          <dgm:bulletEnabled val="1"/>
        </dgm:presLayoutVars>
      </dgm:prSet>
      <dgm:spPr/>
    </dgm:pt>
  </dgm:ptLst>
  <dgm:cxnLst>
    <dgm:cxn modelId="{4539ED15-0039-AD4F-9A3E-CE93679E9A24}" type="presOf" srcId="{EFBC2DB4-97E6-4CFE-A418-BDA6FBFF7EEC}" destId="{A3000084-8CCE-B14B-B5E5-C12AE99A84B7}" srcOrd="0" destOrd="0" presId="urn:microsoft.com/office/officeart/2005/8/layout/vList2"/>
    <dgm:cxn modelId="{FEB76637-25AF-48CC-B934-3D934FC7A678}" srcId="{EFBC2DB4-97E6-4CFE-A418-BDA6FBFF7EEC}" destId="{190148F8-0447-412A-B0F9-5BCDEF12BFF9}" srcOrd="2" destOrd="0" parTransId="{D5F063F3-D3D8-4C31-A744-9955C3261621}" sibTransId="{44E8460D-3237-49D9-92EB-25F4942D4713}"/>
    <dgm:cxn modelId="{4FA5D440-F646-4B1F-9C1E-7E91F12F40CE}" srcId="{EFBC2DB4-97E6-4CFE-A418-BDA6FBFF7EEC}" destId="{77E94B72-2E6D-4162-B2B6-FCB28B7540B5}" srcOrd="3" destOrd="0" parTransId="{CF191EDC-532D-4EC7-868B-31A4CB0D30A2}" sibTransId="{6273F8C8-C69E-4E9C-99A5-E690C934B6C0}"/>
    <dgm:cxn modelId="{6EEC5955-396B-6C41-89D7-E5F12A4B42B2}" type="presOf" srcId="{190148F8-0447-412A-B0F9-5BCDEF12BFF9}" destId="{A4ED34D1-A3A2-F845-AC9D-7D3A37D08E68}" srcOrd="0" destOrd="0" presId="urn:microsoft.com/office/officeart/2005/8/layout/vList2"/>
    <dgm:cxn modelId="{2091777B-962F-3442-B837-18F4B8C9A343}" type="presOf" srcId="{AFCD1661-5C3D-4EAD-96A8-32B72335312C}" destId="{E399D61E-26A0-854A-B4C5-FD6A4B5E3625}" srcOrd="0" destOrd="0" presId="urn:microsoft.com/office/officeart/2005/8/layout/vList2"/>
    <dgm:cxn modelId="{6C3019C5-C312-A645-B107-538EDFDA8513}" type="presOf" srcId="{77E94B72-2E6D-4162-B2B6-FCB28B7540B5}" destId="{C2F5103A-5486-FF4C-A1DF-FA171AC6C9EA}" srcOrd="0" destOrd="0" presId="urn:microsoft.com/office/officeart/2005/8/layout/vList2"/>
    <dgm:cxn modelId="{911E18E6-0D4F-1A4D-ACB4-29A1BD880E8F}" type="presOf" srcId="{B967B886-E011-4627-B943-BD7D2CA53EFF}" destId="{9A1F0FC6-F4F0-8E41-B8CB-7832EB071B19}" srcOrd="0" destOrd="0" presId="urn:microsoft.com/office/officeart/2005/8/layout/vList2"/>
    <dgm:cxn modelId="{1DFF1FF0-1172-42B0-A3C6-8F2BB43550F2}" srcId="{EFBC2DB4-97E6-4CFE-A418-BDA6FBFF7EEC}" destId="{AFCD1661-5C3D-4EAD-96A8-32B72335312C}" srcOrd="1" destOrd="0" parTransId="{73C7BBE0-47D0-4285-AFFB-F83BB4166451}" sibTransId="{063FB567-8A2C-4057-A27C-17408EAF4097}"/>
    <dgm:cxn modelId="{D343F8F5-2C6E-48A8-910C-AFA89940A02F}" srcId="{EFBC2DB4-97E6-4CFE-A418-BDA6FBFF7EEC}" destId="{B967B886-E011-4627-B943-BD7D2CA53EFF}" srcOrd="0" destOrd="0" parTransId="{36708899-289C-4365-8613-E23628F430DF}" sibTransId="{78EA5967-DDF9-42A4-8A0B-64CDC3AD46F0}"/>
    <dgm:cxn modelId="{4FF26B27-116F-4A4E-ABF8-C95C1843B620}" type="presParOf" srcId="{A3000084-8CCE-B14B-B5E5-C12AE99A84B7}" destId="{9A1F0FC6-F4F0-8E41-B8CB-7832EB071B19}" srcOrd="0" destOrd="0" presId="urn:microsoft.com/office/officeart/2005/8/layout/vList2"/>
    <dgm:cxn modelId="{0AEEBE01-5ADB-474D-8493-DE2DAD2F0CC2}" type="presParOf" srcId="{A3000084-8CCE-B14B-B5E5-C12AE99A84B7}" destId="{33B04461-B403-F24D-86A6-357E14E44917}" srcOrd="1" destOrd="0" presId="urn:microsoft.com/office/officeart/2005/8/layout/vList2"/>
    <dgm:cxn modelId="{23D07824-669D-B241-8335-4F0A5AD8732E}" type="presParOf" srcId="{A3000084-8CCE-B14B-B5E5-C12AE99A84B7}" destId="{E399D61E-26A0-854A-B4C5-FD6A4B5E3625}" srcOrd="2" destOrd="0" presId="urn:microsoft.com/office/officeart/2005/8/layout/vList2"/>
    <dgm:cxn modelId="{3D8A68E2-0FE4-7544-A373-5694AB8415B6}" type="presParOf" srcId="{A3000084-8CCE-B14B-B5E5-C12AE99A84B7}" destId="{E3EF8E80-DBFE-6941-9FE8-F41F39A1328B}" srcOrd="3" destOrd="0" presId="urn:microsoft.com/office/officeart/2005/8/layout/vList2"/>
    <dgm:cxn modelId="{26786183-4B6B-DE41-A82E-86E3CA2ACD6E}" type="presParOf" srcId="{A3000084-8CCE-B14B-B5E5-C12AE99A84B7}" destId="{A4ED34D1-A3A2-F845-AC9D-7D3A37D08E68}" srcOrd="4" destOrd="0" presId="urn:microsoft.com/office/officeart/2005/8/layout/vList2"/>
    <dgm:cxn modelId="{E40A32B3-363F-B745-875F-B68C16B445EC}" type="presParOf" srcId="{A3000084-8CCE-B14B-B5E5-C12AE99A84B7}" destId="{4DB5F05A-1665-4E45-8DCC-9279473D88FF}" srcOrd="5" destOrd="0" presId="urn:microsoft.com/office/officeart/2005/8/layout/vList2"/>
    <dgm:cxn modelId="{C4C97137-1A16-B244-B091-81FF7145C9D3}" type="presParOf" srcId="{A3000084-8CCE-B14B-B5E5-C12AE99A84B7}" destId="{C2F5103A-5486-FF4C-A1DF-FA171AC6C9EA}"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72B562-0F4E-4B44-B905-0593B80A02E3}">
      <dsp:nvSpPr>
        <dsp:cNvPr id="0" name=""/>
        <dsp:cNvSpPr/>
      </dsp:nvSpPr>
      <dsp:spPr>
        <a:xfrm>
          <a:off x="0" y="46309"/>
          <a:ext cx="6666833" cy="1271205"/>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Astro &amp; Toro LLP– Presentations</a:t>
          </a:r>
        </a:p>
      </dsp:txBody>
      <dsp:txXfrm>
        <a:off x="62055" y="108364"/>
        <a:ext cx="6542723" cy="1147095"/>
      </dsp:txXfrm>
    </dsp:sp>
    <dsp:sp modelId="{AD0C6736-716F-47B4-94B3-DAE72C36E5D3}">
      <dsp:nvSpPr>
        <dsp:cNvPr id="0" name=""/>
        <dsp:cNvSpPr/>
      </dsp:nvSpPr>
      <dsp:spPr>
        <a:xfrm>
          <a:off x="0" y="1409674"/>
          <a:ext cx="6666833" cy="1271205"/>
        </a:xfrm>
        <a:prstGeom prst="roundRect">
          <a:avLst/>
        </a:prstGeom>
        <a:gradFill rotWithShape="0">
          <a:gsLst>
            <a:gs pos="0">
              <a:schemeClr val="accent5">
                <a:hueOff val="-2252848"/>
                <a:satOff val="-5806"/>
                <a:lumOff val="-3922"/>
                <a:alphaOff val="0"/>
                <a:satMod val="103000"/>
                <a:lumMod val="102000"/>
                <a:tint val="94000"/>
              </a:schemeClr>
            </a:gs>
            <a:gs pos="50000">
              <a:schemeClr val="accent5">
                <a:hueOff val="-2252848"/>
                <a:satOff val="-5806"/>
                <a:lumOff val="-3922"/>
                <a:alphaOff val="0"/>
                <a:satMod val="110000"/>
                <a:lumMod val="100000"/>
                <a:shade val="100000"/>
              </a:schemeClr>
            </a:gs>
            <a:gs pos="100000">
              <a:schemeClr val="accent5">
                <a:hueOff val="-2252848"/>
                <a:satOff val="-5806"/>
                <a:lumOff val="-392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Preparing Case Briefs &amp; Assessing a Clients Case  - BLW Exercises</a:t>
          </a:r>
        </a:p>
      </dsp:txBody>
      <dsp:txXfrm>
        <a:off x="62055" y="1471729"/>
        <a:ext cx="6542723" cy="1147095"/>
      </dsp:txXfrm>
    </dsp:sp>
    <dsp:sp modelId="{CC80528A-2908-407B-91AB-85EFB43D5164}">
      <dsp:nvSpPr>
        <dsp:cNvPr id="0" name=""/>
        <dsp:cNvSpPr/>
      </dsp:nvSpPr>
      <dsp:spPr>
        <a:xfrm>
          <a:off x="0" y="2773040"/>
          <a:ext cx="6666833" cy="1271205"/>
        </a:xfrm>
        <a:prstGeom prst="roundRect">
          <a:avLst/>
        </a:prstGeom>
        <a:gradFill rotWithShape="0">
          <a:gsLst>
            <a:gs pos="0">
              <a:schemeClr val="accent5">
                <a:hueOff val="-4505695"/>
                <a:satOff val="-11613"/>
                <a:lumOff val="-7843"/>
                <a:alphaOff val="0"/>
                <a:satMod val="103000"/>
                <a:lumMod val="102000"/>
                <a:tint val="94000"/>
              </a:schemeClr>
            </a:gs>
            <a:gs pos="50000">
              <a:schemeClr val="accent5">
                <a:hueOff val="-4505695"/>
                <a:satOff val="-11613"/>
                <a:lumOff val="-7843"/>
                <a:alphaOff val="0"/>
                <a:satMod val="110000"/>
                <a:lumMod val="100000"/>
                <a:shade val="100000"/>
              </a:schemeClr>
            </a:gs>
            <a:gs pos="100000">
              <a:schemeClr val="accent5">
                <a:hueOff val="-4505695"/>
                <a:satOff val="-11613"/>
                <a:lumOff val="-784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Introduction to our Client</a:t>
          </a:r>
        </a:p>
      </dsp:txBody>
      <dsp:txXfrm>
        <a:off x="62055" y="2835095"/>
        <a:ext cx="6542723" cy="1147095"/>
      </dsp:txXfrm>
    </dsp:sp>
    <dsp:sp modelId="{2BEE7874-A54F-43BF-A1A4-5CE5010DBEB7}">
      <dsp:nvSpPr>
        <dsp:cNvPr id="0" name=""/>
        <dsp:cNvSpPr/>
      </dsp:nvSpPr>
      <dsp:spPr>
        <a:xfrm>
          <a:off x="0" y="4136405"/>
          <a:ext cx="6666833" cy="1271205"/>
        </a:xfrm>
        <a:prstGeom prst="round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Mustafa and Sobin Briefs and Analysis</a:t>
          </a:r>
        </a:p>
      </dsp:txBody>
      <dsp:txXfrm>
        <a:off x="62055" y="4198460"/>
        <a:ext cx="6542723" cy="11470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48C8DC-61BB-4F8F-8E84-132B7CAF4C18}">
      <dsp:nvSpPr>
        <dsp:cNvPr id="0" name=""/>
        <dsp:cNvSpPr/>
      </dsp:nvSpPr>
      <dsp:spPr>
        <a:xfrm>
          <a:off x="0" y="43612"/>
          <a:ext cx="8115300" cy="1678218"/>
        </a:xfrm>
        <a:prstGeom prst="roundRect">
          <a:avLst/>
        </a:prstGeom>
        <a:gradFill rotWithShape="0">
          <a:gsLst>
            <a:gs pos="0">
              <a:schemeClr val="accent5">
                <a:hueOff val="0"/>
                <a:satOff val="0"/>
                <a:lumOff val="0"/>
                <a:alphaOff val="0"/>
                <a:tint val="96000"/>
                <a:satMod val="100000"/>
                <a:lumMod val="104000"/>
              </a:schemeClr>
            </a:gs>
            <a:gs pos="78000">
              <a:schemeClr val="accent5">
                <a:hueOff val="0"/>
                <a:satOff val="0"/>
                <a:lumOff val="0"/>
                <a:alphaOff val="0"/>
                <a:shade val="100000"/>
                <a:satMod val="110000"/>
                <a:lumMod val="100000"/>
              </a:schemeClr>
            </a:gs>
          </a:gsLst>
          <a:lin ang="5400000" scaled="0"/>
        </a:gradFill>
        <a:ln>
          <a:noFill/>
        </a:ln>
        <a:effectLst/>
        <a:scene3d>
          <a:camera prst="orthographicFront">
            <a:rot lat="0" lon="0" rev="0"/>
          </a:camera>
          <a:lightRig rig="threePt" dir="t"/>
        </a:scene3d>
        <a:sp3d>
          <a:bevelT w="25400" h="12700"/>
        </a:sp3d>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u="sng" kern="1200"/>
            <a:t>Governing rule </a:t>
          </a:r>
          <a:r>
            <a:rPr lang="en-US" sz="3000" kern="1200"/>
            <a:t>– the overarching legal principal that applies to a legal issue. </a:t>
          </a:r>
        </a:p>
      </dsp:txBody>
      <dsp:txXfrm>
        <a:off x="81924" y="125536"/>
        <a:ext cx="7951452" cy="1514370"/>
      </dsp:txXfrm>
    </dsp:sp>
    <dsp:sp modelId="{CF73B409-C86C-42B6-9B07-6DC0F5CC47E0}">
      <dsp:nvSpPr>
        <dsp:cNvPr id="0" name=""/>
        <dsp:cNvSpPr/>
      </dsp:nvSpPr>
      <dsp:spPr>
        <a:xfrm>
          <a:off x="0" y="1808231"/>
          <a:ext cx="8115300" cy="1678218"/>
        </a:xfrm>
        <a:prstGeom prst="roundRect">
          <a:avLst/>
        </a:prstGeom>
        <a:gradFill rotWithShape="0">
          <a:gsLst>
            <a:gs pos="0">
              <a:schemeClr val="accent5">
                <a:hueOff val="2327545"/>
                <a:satOff val="7755"/>
                <a:lumOff val="8823"/>
                <a:alphaOff val="0"/>
                <a:tint val="96000"/>
                <a:satMod val="100000"/>
                <a:lumMod val="104000"/>
              </a:schemeClr>
            </a:gs>
            <a:gs pos="78000">
              <a:schemeClr val="accent5">
                <a:hueOff val="2327545"/>
                <a:satOff val="7755"/>
                <a:lumOff val="8823"/>
                <a:alphaOff val="0"/>
                <a:shade val="100000"/>
                <a:satMod val="110000"/>
                <a:lumMod val="100000"/>
              </a:schemeClr>
            </a:gs>
          </a:gsLst>
          <a:lin ang="5400000" scaled="0"/>
        </a:gradFill>
        <a:ln>
          <a:noFill/>
        </a:ln>
        <a:effectLst/>
        <a:scene3d>
          <a:camera prst="orthographicFront">
            <a:rot lat="0" lon="0" rev="0"/>
          </a:camera>
          <a:lightRig rig="threePt" dir="t"/>
        </a:scene3d>
        <a:sp3d>
          <a:bevelT w="25400" h="12700"/>
        </a:sp3d>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u="sng" kern="1200" dirty="0"/>
            <a:t>Sub-rule</a:t>
          </a:r>
          <a:r>
            <a:rPr lang="en-US" sz="3000" kern="1200" dirty="0"/>
            <a:t> – components of the governing rule, such as factors (“or”), elements (“and”), or definitions. </a:t>
          </a:r>
        </a:p>
      </dsp:txBody>
      <dsp:txXfrm>
        <a:off x="81924" y="1890155"/>
        <a:ext cx="7951452" cy="15143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F25549-349F-4FF6-A7C1-F6321C6F1008}">
      <dsp:nvSpPr>
        <dsp:cNvPr id="0" name=""/>
        <dsp:cNvSpPr/>
      </dsp:nvSpPr>
      <dsp:spPr>
        <a:xfrm>
          <a:off x="0" y="0"/>
          <a:ext cx="6492240" cy="776613"/>
        </a:xfrm>
        <a:prstGeom prst="roundRect">
          <a:avLst>
            <a:gd name="adj" fmla="val 10000"/>
          </a:avLst>
        </a:prstGeom>
        <a:gradFill rotWithShape="0">
          <a:gsLst>
            <a:gs pos="0">
              <a:schemeClr val="accent2">
                <a:hueOff val="0"/>
                <a:satOff val="0"/>
                <a:lumOff val="0"/>
                <a:alphaOff val="0"/>
                <a:tint val="96000"/>
                <a:satMod val="100000"/>
                <a:lumMod val="104000"/>
              </a:schemeClr>
            </a:gs>
            <a:gs pos="78000">
              <a:schemeClr val="accent2">
                <a:hueOff val="0"/>
                <a:satOff val="0"/>
                <a:lumOff val="0"/>
                <a:alphaOff val="0"/>
                <a:shade val="100000"/>
                <a:satMod val="110000"/>
                <a:lumMod val="100000"/>
              </a:schemeClr>
            </a:gs>
          </a:gsLst>
          <a:lin ang="5400000" scaled="0"/>
        </a:gradFill>
        <a:ln>
          <a:noFill/>
        </a:ln>
        <a:effectLst/>
        <a:scene3d>
          <a:camera prst="orthographicFront">
            <a:rot lat="0" lon="0" rev="0"/>
          </a:camera>
          <a:lightRig rig="threePt" dir="t"/>
        </a:scene3d>
        <a:sp3d>
          <a:bevelT w="25400" h="12700"/>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Why was this assigned to me?</a:t>
          </a:r>
        </a:p>
      </dsp:txBody>
      <dsp:txXfrm>
        <a:off x="22746" y="22746"/>
        <a:ext cx="5588589" cy="731121"/>
      </dsp:txXfrm>
    </dsp:sp>
    <dsp:sp modelId="{9B3F57FE-7451-4658-887E-B01D1E1A7936}">
      <dsp:nvSpPr>
        <dsp:cNvPr id="0" name=""/>
        <dsp:cNvSpPr/>
      </dsp:nvSpPr>
      <dsp:spPr>
        <a:xfrm>
          <a:off x="543725" y="917816"/>
          <a:ext cx="6492240" cy="776613"/>
        </a:xfrm>
        <a:prstGeom prst="roundRect">
          <a:avLst>
            <a:gd name="adj" fmla="val 10000"/>
          </a:avLst>
        </a:prstGeom>
        <a:gradFill rotWithShape="0">
          <a:gsLst>
            <a:gs pos="0">
              <a:schemeClr val="accent3">
                <a:hueOff val="0"/>
                <a:satOff val="0"/>
                <a:lumOff val="0"/>
                <a:alphaOff val="0"/>
                <a:tint val="96000"/>
                <a:satMod val="100000"/>
                <a:lumMod val="104000"/>
              </a:schemeClr>
            </a:gs>
            <a:gs pos="78000">
              <a:schemeClr val="accent3">
                <a:hueOff val="0"/>
                <a:satOff val="0"/>
                <a:lumOff val="0"/>
                <a:alphaOff val="0"/>
                <a:shade val="100000"/>
                <a:satMod val="110000"/>
                <a:lumMod val="100000"/>
              </a:schemeClr>
            </a:gs>
          </a:gsLst>
          <a:lin ang="5400000" scaled="0"/>
        </a:gradFill>
        <a:ln>
          <a:noFill/>
        </a:ln>
        <a:effectLst/>
        <a:scene3d>
          <a:camera prst="orthographicFront">
            <a:rot lat="0" lon="0" rev="0"/>
          </a:camera>
          <a:lightRig rig="threePt" dir="t"/>
        </a:scene3d>
        <a:sp3d>
          <a:bevelT w="25400" h="12700"/>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Where does it fit in the class?</a:t>
          </a:r>
        </a:p>
      </dsp:txBody>
      <dsp:txXfrm>
        <a:off x="566471" y="940562"/>
        <a:ext cx="5398224" cy="731121"/>
      </dsp:txXfrm>
    </dsp:sp>
    <dsp:sp modelId="{9F248629-5BBC-4BA9-8ACF-523F8D91C254}">
      <dsp:nvSpPr>
        <dsp:cNvPr id="0" name=""/>
        <dsp:cNvSpPr/>
      </dsp:nvSpPr>
      <dsp:spPr>
        <a:xfrm>
          <a:off x="1079334" y="1835632"/>
          <a:ext cx="6492240" cy="776613"/>
        </a:xfrm>
        <a:prstGeom prst="roundRect">
          <a:avLst>
            <a:gd name="adj" fmla="val 10000"/>
          </a:avLst>
        </a:prstGeom>
        <a:gradFill rotWithShape="0">
          <a:gsLst>
            <a:gs pos="0">
              <a:schemeClr val="accent4">
                <a:hueOff val="0"/>
                <a:satOff val="0"/>
                <a:lumOff val="0"/>
                <a:alphaOff val="0"/>
                <a:tint val="96000"/>
                <a:satMod val="100000"/>
                <a:lumMod val="104000"/>
              </a:schemeClr>
            </a:gs>
            <a:gs pos="78000">
              <a:schemeClr val="accent4">
                <a:hueOff val="0"/>
                <a:satOff val="0"/>
                <a:lumOff val="0"/>
                <a:alphaOff val="0"/>
                <a:shade val="100000"/>
                <a:satMod val="110000"/>
                <a:lumMod val="100000"/>
              </a:schemeClr>
            </a:gs>
          </a:gsLst>
          <a:lin ang="5400000" scaled="0"/>
        </a:gradFill>
        <a:ln>
          <a:noFill/>
        </a:ln>
        <a:effectLst/>
        <a:scene3d>
          <a:camera prst="orthographicFront">
            <a:rot lat="0" lon="0" rev="0"/>
          </a:camera>
          <a:lightRig rig="threePt" dir="t"/>
        </a:scene3d>
        <a:sp3d>
          <a:bevelT w="25400" h="12700"/>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How does it fit with the other cases assigned in class?</a:t>
          </a:r>
        </a:p>
      </dsp:txBody>
      <dsp:txXfrm>
        <a:off x="1102080" y="1858378"/>
        <a:ext cx="5406339" cy="731121"/>
      </dsp:txXfrm>
    </dsp:sp>
    <dsp:sp modelId="{0F01EC16-BF6A-46B8-B80B-87A2F8D6B2E7}">
      <dsp:nvSpPr>
        <dsp:cNvPr id="0" name=""/>
        <dsp:cNvSpPr/>
      </dsp:nvSpPr>
      <dsp:spPr>
        <a:xfrm>
          <a:off x="1623059" y="2753448"/>
          <a:ext cx="6492240" cy="776613"/>
        </a:xfrm>
        <a:prstGeom prst="roundRect">
          <a:avLst>
            <a:gd name="adj" fmla="val 10000"/>
          </a:avLst>
        </a:prstGeom>
        <a:gradFill rotWithShape="0">
          <a:gsLst>
            <a:gs pos="0">
              <a:schemeClr val="accent5">
                <a:hueOff val="0"/>
                <a:satOff val="0"/>
                <a:lumOff val="0"/>
                <a:alphaOff val="0"/>
                <a:tint val="96000"/>
                <a:satMod val="100000"/>
                <a:lumMod val="104000"/>
              </a:schemeClr>
            </a:gs>
            <a:gs pos="78000">
              <a:schemeClr val="accent5">
                <a:hueOff val="0"/>
                <a:satOff val="0"/>
                <a:lumOff val="0"/>
                <a:alphaOff val="0"/>
                <a:shade val="100000"/>
                <a:satMod val="110000"/>
                <a:lumMod val="100000"/>
              </a:schemeClr>
            </a:gs>
          </a:gsLst>
          <a:lin ang="5400000" scaled="0"/>
        </a:gradFill>
        <a:ln>
          <a:noFill/>
        </a:ln>
        <a:effectLst/>
        <a:scene3d>
          <a:camera prst="orthographicFront">
            <a:rot lat="0" lon="0" rev="0"/>
          </a:camera>
          <a:lightRig rig="threePt" dir="t"/>
        </a:scene3d>
        <a:sp3d>
          <a:bevelT w="25400" h="12700"/>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How does this build on the last class?</a:t>
          </a:r>
        </a:p>
      </dsp:txBody>
      <dsp:txXfrm>
        <a:off x="1645805" y="2776194"/>
        <a:ext cx="5398224" cy="731121"/>
      </dsp:txXfrm>
    </dsp:sp>
    <dsp:sp modelId="{8D7674AF-A27B-4773-954A-1AFE076102B0}">
      <dsp:nvSpPr>
        <dsp:cNvPr id="0" name=""/>
        <dsp:cNvSpPr/>
      </dsp:nvSpPr>
      <dsp:spPr>
        <a:xfrm>
          <a:off x="5987441" y="594815"/>
          <a:ext cx="504798" cy="504798"/>
        </a:xfrm>
        <a:prstGeom prst="downArrow">
          <a:avLst>
            <a:gd name="adj1" fmla="val 55000"/>
            <a:gd name="adj2" fmla="val 45000"/>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6101021" y="594815"/>
        <a:ext cx="277638" cy="379860"/>
      </dsp:txXfrm>
    </dsp:sp>
    <dsp:sp modelId="{25DAB8A3-CC61-4BA1-8416-189076428A4D}">
      <dsp:nvSpPr>
        <dsp:cNvPr id="0" name=""/>
        <dsp:cNvSpPr/>
      </dsp:nvSpPr>
      <dsp:spPr>
        <a:xfrm>
          <a:off x="6531166" y="1512631"/>
          <a:ext cx="504798" cy="504798"/>
        </a:xfrm>
        <a:prstGeom prst="downArrow">
          <a:avLst>
            <a:gd name="adj1" fmla="val 55000"/>
            <a:gd name="adj2" fmla="val 45000"/>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6644746" y="1512631"/>
        <a:ext cx="277638" cy="379860"/>
      </dsp:txXfrm>
    </dsp:sp>
    <dsp:sp modelId="{613B6C57-F24D-4CC4-A1D4-4E4834426EB7}">
      <dsp:nvSpPr>
        <dsp:cNvPr id="0" name=""/>
        <dsp:cNvSpPr/>
      </dsp:nvSpPr>
      <dsp:spPr>
        <a:xfrm>
          <a:off x="7066776" y="2430447"/>
          <a:ext cx="504798" cy="504798"/>
        </a:xfrm>
        <a:prstGeom prst="downArrow">
          <a:avLst>
            <a:gd name="adj1" fmla="val 55000"/>
            <a:gd name="adj2" fmla="val 45000"/>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7180356" y="2430447"/>
        <a:ext cx="277638" cy="37986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1F0FC6-F4F0-8E41-B8CB-7832EB071B19}">
      <dsp:nvSpPr>
        <dsp:cNvPr id="0" name=""/>
        <dsp:cNvSpPr/>
      </dsp:nvSpPr>
      <dsp:spPr>
        <a:xfrm>
          <a:off x="0" y="4792"/>
          <a:ext cx="4717670" cy="1247220"/>
        </a:xfrm>
        <a:prstGeom prst="roundRect">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US" sz="5200" kern="1200"/>
            <a:t>Issue</a:t>
          </a:r>
        </a:p>
      </dsp:txBody>
      <dsp:txXfrm>
        <a:off x="60884" y="65676"/>
        <a:ext cx="4595902" cy="1125452"/>
      </dsp:txXfrm>
    </dsp:sp>
    <dsp:sp modelId="{E399D61E-26A0-854A-B4C5-FD6A4B5E3625}">
      <dsp:nvSpPr>
        <dsp:cNvPr id="0" name=""/>
        <dsp:cNvSpPr/>
      </dsp:nvSpPr>
      <dsp:spPr>
        <a:xfrm>
          <a:off x="0" y="1401772"/>
          <a:ext cx="4717670" cy="1247220"/>
        </a:xfrm>
        <a:prstGeom prst="roundRect">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US" sz="5200" kern="1200"/>
            <a:t>Rule </a:t>
          </a:r>
        </a:p>
      </dsp:txBody>
      <dsp:txXfrm>
        <a:off x="60884" y="1462656"/>
        <a:ext cx="4595902" cy="1125452"/>
      </dsp:txXfrm>
    </dsp:sp>
    <dsp:sp modelId="{A4ED34D1-A3A2-F845-AC9D-7D3A37D08E68}">
      <dsp:nvSpPr>
        <dsp:cNvPr id="0" name=""/>
        <dsp:cNvSpPr/>
      </dsp:nvSpPr>
      <dsp:spPr>
        <a:xfrm>
          <a:off x="0" y="2798752"/>
          <a:ext cx="4717670" cy="1247220"/>
        </a:xfrm>
        <a:prstGeom prst="round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US" sz="5200" kern="1200"/>
            <a:t>Application</a:t>
          </a:r>
        </a:p>
      </dsp:txBody>
      <dsp:txXfrm>
        <a:off x="60884" y="2859636"/>
        <a:ext cx="4595902" cy="1125452"/>
      </dsp:txXfrm>
    </dsp:sp>
    <dsp:sp modelId="{C2F5103A-5486-FF4C-A1DF-FA171AC6C9EA}">
      <dsp:nvSpPr>
        <dsp:cNvPr id="0" name=""/>
        <dsp:cNvSpPr/>
      </dsp:nvSpPr>
      <dsp:spPr>
        <a:xfrm>
          <a:off x="0" y="4195732"/>
          <a:ext cx="4717670" cy="1247220"/>
        </a:xfrm>
        <a:prstGeom prst="roundRect">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US" sz="5200" kern="1200"/>
            <a:t>Conclusion</a:t>
          </a:r>
        </a:p>
      </dsp:txBody>
      <dsp:txXfrm>
        <a:off x="60884" y="4256616"/>
        <a:ext cx="4595902" cy="112545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2">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41">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10">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C741FA-275E-45F1-836A-0CDDBCC0A4D6}" type="datetimeFigureOut">
              <a:rPr lang="en-US" smtClean="0"/>
              <a:t>8/27/2026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D1421B-C1D9-49BB-B3D5-B5DB8C025B30}" type="slidenum">
              <a:rPr lang="en-US" smtClean="0"/>
              <a:t>‹#›</a:t>
            </a:fld>
            <a:endParaRPr lang="en-US"/>
          </a:p>
        </p:txBody>
      </p:sp>
    </p:spTree>
    <p:extLst>
      <p:ext uri="{BB962C8B-B14F-4D97-AF65-F5344CB8AC3E}">
        <p14:creationId xmlns:p14="http://schemas.microsoft.com/office/powerpoint/2010/main" val="2780680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EFF46E-6B43-41F9-9272-B566D03A251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92826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786488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BFE57EA-13D6-424E-9A71-65FFABB373D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276619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z="1400">
                <a:ea typeface="ＭＳ Ｐゴシック" pitchFamily="34" charset="-128"/>
              </a:rPr>
              <a:t>THIS IS WHY WE BRIEF CASES TO TRACK THESE SAME TOPICS</a:t>
            </a:r>
          </a:p>
        </p:txBody>
      </p:sp>
      <p:sp>
        <p:nvSpPr>
          <p:cNvPr id="31748"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spcBef>
                <a:spcPct val="30000"/>
              </a:spcBef>
              <a:defRPr sz="1100">
                <a:solidFill>
                  <a:schemeClr val="tx1"/>
                </a:solidFill>
                <a:latin typeface="Calibri" pitchFamily="34" charset="0"/>
                <a:ea typeface="ＭＳ Ｐゴシック" pitchFamily="34" charset="-128"/>
              </a:defRPr>
            </a:lvl1pPr>
            <a:lvl2pPr marL="742950" indent="-285750" eaLnBrk="0" hangingPunct="0">
              <a:spcBef>
                <a:spcPct val="30000"/>
              </a:spcBef>
              <a:defRPr sz="1200">
                <a:solidFill>
                  <a:schemeClr val="tx1"/>
                </a:solidFill>
                <a:latin typeface="Calibri" pitchFamily="34" charset="0"/>
                <a:ea typeface="ＭＳ Ｐゴシック" pitchFamily="34" charset="-128"/>
              </a:defRPr>
            </a:lvl2pPr>
            <a:lvl3pPr marL="1143000" indent="-228600" eaLnBrk="0" hangingPunct="0">
              <a:spcBef>
                <a:spcPct val="30000"/>
              </a:spcBef>
              <a:defRPr sz="1200">
                <a:solidFill>
                  <a:schemeClr val="tx1"/>
                </a:solidFill>
                <a:latin typeface="Calibri" pitchFamily="34" charset="0"/>
                <a:ea typeface="ＭＳ Ｐゴシック" pitchFamily="34" charset="-128"/>
              </a:defRPr>
            </a:lvl3pPr>
            <a:lvl4pPr marL="1600200" indent="-228600" eaLnBrk="0" hangingPunct="0">
              <a:spcBef>
                <a:spcPct val="30000"/>
              </a:spcBef>
              <a:defRPr sz="1200">
                <a:solidFill>
                  <a:schemeClr val="tx1"/>
                </a:solidFill>
                <a:latin typeface="Calibri" pitchFamily="34" charset="0"/>
                <a:ea typeface="ＭＳ Ｐゴシック" pitchFamily="34" charset="-128"/>
              </a:defRPr>
            </a:lvl4pPr>
            <a:lvl5pPr marL="2057400" indent="-228600" eaLnBrk="0" hangingPunct="0">
              <a:spcBef>
                <a:spcPct val="30000"/>
              </a:spcBef>
              <a:defRPr sz="1000">
                <a:solidFill>
                  <a:schemeClr val="tx1"/>
                </a:solidFill>
                <a:latin typeface="Calibri" pitchFamily="34" charset="0"/>
                <a:ea typeface="ＭＳ Ｐゴシック" pitchFamily="34" charset="-128"/>
              </a:defRPr>
            </a:lvl5pPr>
            <a:lvl6pPr marL="2514600" indent="-228600" eaLnBrk="0" fontAlgn="base" hangingPunct="0">
              <a:spcBef>
                <a:spcPct val="30000"/>
              </a:spcBef>
              <a:spcAft>
                <a:spcPct val="0"/>
              </a:spcAft>
              <a:defRPr sz="1000">
                <a:solidFill>
                  <a:schemeClr val="tx1"/>
                </a:solidFill>
                <a:latin typeface="Calibri" pitchFamily="34" charset="0"/>
                <a:ea typeface="ＭＳ Ｐゴシック" pitchFamily="34" charset="-128"/>
              </a:defRPr>
            </a:lvl6pPr>
            <a:lvl7pPr marL="2971800" indent="-228600" eaLnBrk="0" fontAlgn="base" hangingPunct="0">
              <a:spcBef>
                <a:spcPct val="30000"/>
              </a:spcBef>
              <a:spcAft>
                <a:spcPct val="0"/>
              </a:spcAft>
              <a:defRPr sz="1000">
                <a:solidFill>
                  <a:schemeClr val="tx1"/>
                </a:solidFill>
                <a:latin typeface="Calibri" pitchFamily="34" charset="0"/>
                <a:ea typeface="ＭＳ Ｐゴシック" pitchFamily="34" charset="-128"/>
              </a:defRPr>
            </a:lvl7pPr>
            <a:lvl8pPr marL="3429000" indent="-228600" eaLnBrk="0" fontAlgn="base" hangingPunct="0">
              <a:spcBef>
                <a:spcPct val="30000"/>
              </a:spcBef>
              <a:spcAft>
                <a:spcPct val="0"/>
              </a:spcAft>
              <a:defRPr sz="1000">
                <a:solidFill>
                  <a:schemeClr val="tx1"/>
                </a:solidFill>
                <a:latin typeface="Calibri" pitchFamily="34" charset="0"/>
                <a:ea typeface="ＭＳ Ｐゴシック" pitchFamily="34" charset="-128"/>
              </a:defRPr>
            </a:lvl8pPr>
            <a:lvl9pPr marL="3886200" indent="-228600" eaLnBrk="0" fontAlgn="base" hangingPunct="0">
              <a:spcBef>
                <a:spcPct val="30000"/>
              </a:spcBef>
              <a:spcAft>
                <a:spcPct val="0"/>
              </a:spcAft>
              <a:defRPr sz="1000">
                <a:solidFill>
                  <a:schemeClr val="tx1"/>
                </a:solidFill>
                <a:latin typeface="Calibri" pitchFamily="34" charset="0"/>
                <a:ea typeface="ＭＳ Ｐゴシック" pitchFamily="34" charset="-128"/>
              </a:defRPr>
            </a:lvl9pPr>
          </a:lstStyle>
          <a:p>
            <a:pPr eaLnBrk="1" hangingPunct="1">
              <a:spcBef>
                <a:spcPct val="0"/>
              </a:spcBef>
            </a:pPr>
            <a:fld id="{905CF9ED-F1B3-4B52-BC40-CE288A119B97}" type="slidenum">
              <a:rPr lang="en-US" altLang="en-US" sz="1200"/>
              <a:pPr eaLnBrk="1" hangingPunct="1">
                <a:spcBef>
                  <a:spcPct val="0"/>
                </a:spcBef>
              </a:pPr>
              <a:t>17</a:t>
            </a:fld>
            <a:endParaRPr lang="en-US" altLang="en-US" sz="1200"/>
          </a:p>
        </p:txBody>
      </p:sp>
    </p:spTree>
    <p:extLst>
      <p:ext uri="{BB962C8B-B14F-4D97-AF65-F5344CB8AC3E}">
        <p14:creationId xmlns:p14="http://schemas.microsoft.com/office/powerpoint/2010/main" val="36352370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44979-EFB0-4CC3-8938-DF87140C28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164B027-F085-4588-B816-752D04D6B8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EB6C47-4D62-4669-882E-78981B63C9A0}"/>
              </a:ext>
            </a:extLst>
          </p:cNvPr>
          <p:cNvSpPr>
            <a:spLocks noGrp="1"/>
          </p:cNvSpPr>
          <p:nvPr>
            <p:ph type="dt" sz="half" idx="10"/>
          </p:nvPr>
        </p:nvSpPr>
        <p:spPr/>
        <p:txBody>
          <a:bodyPr/>
          <a:lstStyle/>
          <a:p>
            <a:fld id="{48F4CCB4-3717-4618-AFC0-4DE10D81839D}" type="datetimeFigureOut">
              <a:rPr lang="en-US" smtClean="0"/>
              <a:t>8/27/2026</a:t>
            </a:fld>
            <a:endParaRPr lang="en-US"/>
          </a:p>
        </p:txBody>
      </p:sp>
      <p:sp>
        <p:nvSpPr>
          <p:cNvPr id="5" name="Footer Placeholder 4">
            <a:extLst>
              <a:ext uri="{FF2B5EF4-FFF2-40B4-BE49-F238E27FC236}">
                <a16:creationId xmlns:a16="http://schemas.microsoft.com/office/drawing/2014/main" id="{70986A48-1114-49A5-B2D3-4A365AE4C7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A86F94-3735-43F6-AB9E-EE676A0DB3EE}"/>
              </a:ext>
            </a:extLst>
          </p:cNvPr>
          <p:cNvSpPr>
            <a:spLocks noGrp="1"/>
          </p:cNvSpPr>
          <p:nvPr>
            <p:ph type="sldNum" sz="quarter" idx="12"/>
          </p:nvPr>
        </p:nvSpPr>
        <p:spPr/>
        <p:txBody>
          <a:bodyPr/>
          <a:lstStyle/>
          <a:p>
            <a:fld id="{BBA1A02C-BE69-426E-A58E-AA43D19FC103}" type="slidenum">
              <a:rPr lang="en-US" smtClean="0"/>
              <a:t>‹#›</a:t>
            </a:fld>
            <a:endParaRPr lang="en-US"/>
          </a:p>
        </p:txBody>
      </p:sp>
    </p:spTree>
    <p:extLst>
      <p:ext uri="{BB962C8B-B14F-4D97-AF65-F5344CB8AC3E}">
        <p14:creationId xmlns:p14="http://schemas.microsoft.com/office/powerpoint/2010/main" val="3217630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C0CF7-8F48-48ED-8507-8D13414E01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8FCB2F-41D0-439C-9742-42ABD1D39B9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106FBC-9877-448A-9384-E9D1297697A6}"/>
              </a:ext>
            </a:extLst>
          </p:cNvPr>
          <p:cNvSpPr>
            <a:spLocks noGrp="1"/>
          </p:cNvSpPr>
          <p:nvPr>
            <p:ph type="dt" sz="half" idx="10"/>
          </p:nvPr>
        </p:nvSpPr>
        <p:spPr/>
        <p:txBody>
          <a:bodyPr/>
          <a:lstStyle/>
          <a:p>
            <a:fld id="{48F4CCB4-3717-4618-AFC0-4DE10D81839D}" type="datetimeFigureOut">
              <a:rPr lang="en-US" smtClean="0"/>
              <a:t>8/27/2026</a:t>
            </a:fld>
            <a:endParaRPr lang="en-US"/>
          </a:p>
        </p:txBody>
      </p:sp>
      <p:sp>
        <p:nvSpPr>
          <p:cNvPr id="5" name="Footer Placeholder 4">
            <a:extLst>
              <a:ext uri="{FF2B5EF4-FFF2-40B4-BE49-F238E27FC236}">
                <a16:creationId xmlns:a16="http://schemas.microsoft.com/office/drawing/2014/main" id="{93C1F587-3DA5-4CE1-8DC4-ACDE2BA477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22CD6C-87D9-490A-AD5B-C7C5C4431F17}"/>
              </a:ext>
            </a:extLst>
          </p:cNvPr>
          <p:cNvSpPr>
            <a:spLocks noGrp="1"/>
          </p:cNvSpPr>
          <p:nvPr>
            <p:ph type="sldNum" sz="quarter" idx="12"/>
          </p:nvPr>
        </p:nvSpPr>
        <p:spPr/>
        <p:txBody>
          <a:bodyPr/>
          <a:lstStyle/>
          <a:p>
            <a:fld id="{BBA1A02C-BE69-426E-A58E-AA43D19FC103}" type="slidenum">
              <a:rPr lang="en-US" smtClean="0"/>
              <a:t>‹#›</a:t>
            </a:fld>
            <a:endParaRPr lang="en-US"/>
          </a:p>
        </p:txBody>
      </p:sp>
    </p:spTree>
    <p:extLst>
      <p:ext uri="{BB962C8B-B14F-4D97-AF65-F5344CB8AC3E}">
        <p14:creationId xmlns:p14="http://schemas.microsoft.com/office/powerpoint/2010/main" val="1434081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B4D06-ACF9-4E6B-93F2-D63A1300E0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CB76D9A-8C3D-497A-AC44-7FDD846A84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DF86B22-3F0F-4C7A-88E6-DC85A5A4D1B0}"/>
              </a:ext>
            </a:extLst>
          </p:cNvPr>
          <p:cNvSpPr>
            <a:spLocks noGrp="1"/>
          </p:cNvSpPr>
          <p:nvPr>
            <p:ph type="dt" sz="half" idx="10"/>
          </p:nvPr>
        </p:nvSpPr>
        <p:spPr/>
        <p:txBody>
          <a:bodyPr/>
          <a:lstStyle/>
          <a:p>
            <a:fld id="{48F4CCB4-3717-4618-AFC0-4DE10D81839D}" type="datetimeFigureOut">
              <a:rPr lang="en-US" smtClean="0"/>
              <a:t>8/27/2026</a:t>
            </a:fld>
            <a:endParaRPr lang="en-US"/>
          </a:p>
        </p:txBody>
      </p:sp>
      <p:sp>
        <p:nvSpPr>
          <p:cNvPr id="5" name="Footer Placeholder 4">
            <a:extLst>
              <a:ext uri="{FF2B5EF4-FFF2-40B4-BE49-F238E27FC236}">
                <a16:creationId xmlns:a16="http://schemas.microsoft.com/office/drawing/2014/main" id="{592439B2-2EE1-4E69-B9DB-4BEA4005A0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DC8EFA-21CD-440F-AAEA-CC503B1E6940}"/>
              </a:ext>
            </a:extLst>
          </p:cNvPr>
          <p:cNvSpPr>
            <a:spLocks noGrp="1"/>
          </p:cNvSpPr>
          <p:nvPr>
            <p:ph type="sldNum" sz="quarter" idx="12"/>
          </p:nvPr>
        </p:nvSpPr>
        <p:spPr/>
        <p:txBody>
          <a:bodyPr/>
          <a:lstStyle/>
          <a:p>
            <a:fld id="{BBA1A02C-BE69-426E-A58E-AA43D19FC103}" type="slidenum">
              <a:rPr lang="en-US" smtClean="0"/>
              <a:t>‹#›</a:t>
            </a:fld>
            <a:endParaRPr lang="en-US"/>
          </a:p>
        </p:txBody>
      </p:sp>
    </p:spTree>
    <p:extLst>
      <p:ext uri="{BB962C8B-B14F-4D97-AF65-F5344CB8AC3E}">
        <p14:creationId xmlns:p14="http://schemas.microsoft.com/office/powerpoint/2010/main" val="9911422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49EE1-6CA7-49F9-B377-87654EF988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2B7CE6-A325-467D-A939-BE76E1D90CE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DA5C3-11FA-4163-93B5-5A09E83FFC9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BB37A0E-F8D9-4EE4-8221-D7C6040B4A85}"/>
              </a:ext>
            </a:extLst>
          </p:cNvPr>
          <p:cNvSpPr>
            <a:spLocks noGrp="1"/>
          </p:cNvSpPr>
          <p:nvPr>
            <p:ph type="dt" sz="half" idx="10"/>
          </p:nvPr>
        </p:nvSpPr>
        <p:spPr/>
        <p:txBody>
          <a:bodyPr/>
          <a:lstStyle/>
          <a:p>
            <a:fld id="{48F4CCB4-3717-4618-AFC0-4DE10D81839D}" type="datetimeFigureOut">
              <a:rPr lang="en-US" smtClean="0"/>
              <a:t>8/27/2026</a:t>
            </a:fld>
            <a:endParaRPr lang="en-US"/>
          </a:p>
        </p:txBody>
      </p:sp>
      <p:sp>
        <p:nvSpPr>
          <p:cNvPr id="6" name="Footer Placeholder 5">
            <a:extLst>
              <a:ext uri="{FF2B5EF4-FFF2-40B4-BE49-F238E27FC236}">
                <a16:creationId xmlns:a16="http://schemas.microsoft.com/office/drawing/2014/main" id="{4ABE2B6C-6380-4DC7-BFDC-1A2C10896D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70C9E0-B20E-41AC-8D45-0B6E72698868}"/>
              </a:ext>
            </a:extLst>
          </p:cNvPr>
          <p:cNvSpPr>
            <a:spLocks noGrp="1"/>
          </p:cNvSpPr>
          <p:nvPr>
            <p:ph type="sldNum" sz="quarter" idx="12"/>
          </p:nvPr>
        </p:nvSpPr>
        <p:spPr/>
        <p:txBody>
          <a:bodyPr/>
          <a:lstStyle/>
          <a:p>
            <a:fld id="{BBA1A02C-BE69-426E-A58E-AA43D19FC103}" type="slidenum">
              <a:rPr lang="en-US" smtClean="0"/>
              <a:t>‹#›</a:t>
            </a:fld>
            <a:endParaRPr lang="en-US"/>
          </a:p>
        </p:txBody>
      </p:sp>
    </p:spTree>
    <p:extLst>
      <p:ext uri="{BB962C8B-B14F-4D97-AF65-F5344CB8AC3E}">
        <p14:creationId xmlns:p14="http://schemas.microsoft.com/office/powerpoint/2010/main" val="2777973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EDE87-0F03-4722-BA05-C8B86986584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8607441-AEE2-4C68-9E8B-49AA0163B2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BB6B090-A5D6-4BE7-8DE1-50F4E6A7722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C4BA763-3D88-4AA9-A10C-D55E69F2C1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1B41AA5-AE97-413E-B228-0208826933B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FC24346-0C8D-4111-95F9-03F509342449}"/>
              </a:ext>
            </a:extLst>
          </p:cNvPr>
          <p:cNvSpPr>
            <a:spLocks noGrp="1"/>
          </p:cNvSpPr>
          <p:nvPr>
            <p:ph type="dt" sz="half" idx="10"/>
          </p:nvPr>
        </p:nvSpPr>
        <p:spPr/>
        <p:txBody>
          <a:bodyPr/>
          <a:lstStyle/>
          <a:p>
            <a:fld id="{48F4CCB4-3717-4618-AFC0-4DE10D81839D}" type="datetimeFigureOut">
              <a:rPr lang="en-US" smtClean="0"/>
              <a:t>8/27/2026</a:t>
            </a:fld>
            <a:endParaRPr lang="en-US"/>
          </a:p>
        </p:txBody>
      </p:sp>
      <p:sp>
        <p:nvSpPr>
          <p:cNvPr id="8" name="Footer Placeholder 7">
            <a:extLst>
              <a:ext uri="{FF2B5EF4-FFF2-40B4-BE49-F238E27FC236}">
                <a16:creationId xmlns:a16="http://schemas.microsoft.com/office/drawing/2014/main" id="{0B53A0B8-ED0B-4850-9B5A-D9523DB078D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0C620F7-5AA3-47D9-990D-AB6A71164F7A}"/>
              </a:ext>
            </a:extLst>
          </p:cNvPr>
          <p:cNvSpPr>
            <a:spLocks noGrp="1"/>
          </p:cNvSpPr>
          <p:nvPr>
            <p:ph type="sldNum" sz="quarter" idx="12"/>
          </p:nvPr>
        </p:nvSpPr>
        <p:spPr/>
        <p:txBody>
          <a:bodyPr/>
          <a:lstStyle/>
          <a:p>
            <a:fld id="{BBA1A02C-BE69-426E-A58E-AA43D19FC103}" type="slidenum">
              <a:rPr lang="en-US" smtClean="0"/>
              <a:t>‹#›</a:t>
            </a:fld>
            <a:endParaRPr lang="en-US"/>
          </a:p>
        </p:txBody>
      </p:sp>
    </p:spTree>
    <p:extLst>
      <p:ext uri="{BB962C8B-B14F-4D97-AF65-F5344CB8AC3E}">
        <p14:creationId xmlns:p14="http://schemas.microsoft.com/office/powerpoint/2010/main" val="833323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744F0-CCCC-416D-980E-53D674AC635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19B2A0-23E7-41A5-8012-D25C5FF21BC6}"/>
              </a:ext>
            </a:extLst>
          </p:cNvPr>
          <p:cNvSpPr>
            <a:spLocks noGrp="1"/>
          </p:cNvSpPr>
          <p:nvPr>
            <p:ph type="dt" sz="half" idx="10"/>
          </p:nvPr>
        </p:nvSpPr>
        <p:spPr/>
        <p:txBody>
          <a:bodyPr/>
          <a:lstStyle/>
          <a:p>
            <a:fld id="{48F4CCB4-3717-4618-AFC0-4DE10D81839D}" type="datetimeFigureOut">
              <a:rPr lang="en-US" smtClean="0"/>
              <a:t>8/27/2026</a:t>
            </a:fld>
            <a:endParaRPr lang="en-US"/>
          </a:p>
        </p:txBody>
      </p:sp>
      <p:sp>
        <p:nvSpPr>
          <p:cNvPr id="4" name="Footer Placeholder 3">
            <a:extLst>
              <a:ext uri="{FF2B5EF4-FFF2-40B4-BE49-F238E27FC236}">
                <a16:creationId xmlns:a16="http://schemas.microsoft.com/office/drawing/2014/main" id="{AAF46D6F-9BC0-44FF-80E3-7664C28AB44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02381C-9E26-4846-BFC8-05C8699CFD77}"/>
              </a:ext>
            </a:extLst>
          </p:cNvPr>
          <p:cNvSpPr>
            <a:spLocks noGrp="1"/>
          </p:cNvSpPr>
          <p:nvPr>
            <p:ph type="sldNum" sz="quarter" idx="12"/>
          </p:nvPr>
        </p:nvSpPr>
        <p:spPr/>
        <p:txBody>
          <a:bodyPr/>
          <a:lstStyle/>
          <a:p>
            <a:fld id="{BBA1A02C-BE69-426E-A58E-AA43D19FC103}" type="slidenum">
              <a:rPr lang="en-US" smtClean="0"/>
              <a:t>‹#›</a:t>
            </a:fld>
            <a:endParaRPr lang="en-US"/>
          </a:p>
        </p:txBody>
      </p:sp>
    </p:spTree>
    <p:extLst>
      <p:ext uri="{BB962C8B-B14F-4D97-AF65-F5344CB8AC3E}">
        <p14:creationId xmlns:p14="http://schemas.microsoft.com/office/powerpoint/2010/main" val="2070810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664596-78FF-4020-9592-B71BBBA336FE}"/>
              </a:ext>
            </a:extLst>
          </p:cNvPr>
          <p:cNvSpPr>
            <a:spLocks noGrp="1"/>
          </p:cNvSpPr>
          <p:nvPr>
            <p:ph type="dt" sz="half" idx="10"/>
          </p:nvPr>
        </p:nvSpPr>
        <p:spPr/>
        <p:txBody>
          <a:bodyPr/>
          <a:lstStyle/>
          <a:p>
            <a:fld id="{48F4CCB4-3717-4618-AFC0-4DE10D81839D}" type="datetimeFigureOut">
              <a:rPr lang="en-US" smtClean="0"/>
              <a:t>8/27/2026</a:t>
            </a:fld>
            <a:endParaRPr lang="en-US"/>
          </a:p>
        </p:txBody>
      </p:sp>
      <p:sp>
        <p:nvSpPr>
          <p:cNvPr id="3" name="Footer Placeholder 2">
            <a:extLst>
              <a:ext uri="{FF2B5EF4-FFF2-40B4-BE49-F238E27FC236}">
                <a16:creationId xmlns:a16="http://schemas.microsoft.com/office/drawing/2014/main" id="{9C061E67-31ED-483D-9A88-B1FCB3DA8E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B0E6F48-991F-4644-AF9D-C79F74439DFB}"/>
              </a:ext>
            </a:extLst>
          </p:cNvPr>
          <p:cNvSpPr>
            <a:spLocks noGrp="1"/>
          </p:cNvSpPr>
          <p:nvPr>
            <p:ph type="sldNum" sz="quarter" idx="12"/>
          </p:nvPr>
        </p:nvSpPr>
        <p:spPr/>
        <p:txBody>
          <a:bodyPr/>
          <a:lstStyle/>
          <a:p>
            <a:fld id="{BBA1A02C-BE69-426E-A58E-AA43D19FC103}" type="slidenum">
              <a:rPr lang="en-US" smtClean="0"/>
              <a:t>‹#›</a:t>
            </a:fld>
            <a:endParaRPr lang="en-US"/>
          </a:p>
        </p:txBody>
      </p:sp>
    </p:spTree>
    <p:extLst>
      <p:ext uri="{BB962C8B-B14F-4D97-AF65-F5344CB8AC3E}">
        <p14:creationId xmlns:p14="http://schemas.microsoft.com/office/powerpoint/2010/main" val="280282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6FD91-45C5-40D1-8253-E38CC29301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0C6DC7F-1984-4A15-9188-164F96F981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8EB1FF4-67C0-4D11-9239-8284C2A515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16561E4-D30F-412F-8335-87103E947BBA}"/>
              </a:ext>
            </a:extLst>
          </p:cNvPr>
          <p:cNvSpPr>
            <a:spLocks noGrp="1"/>
          </p:cNvSpPr>
          <p:nvPr>
            <p:ph type="dt" sz="half" idx="10"/>
          </p:nvPr>
        </p:nvSpPr>
        <p:spPr/>
        <p:txBody>
          <a:bodyPr/>
          <a:lstStyle/>
          <a:p>
            <a:fld id="{48F4CCB4-3717-4618-AFC0-4DE10D81839D}" type="datetimeFigureOut">
              <a:rPr lang="en-US" smtClean="0"/>
              <a:t>8/27/2026</a:t>
            </a:fld>
            <a:endParaRPr lang="en-US"/>
          </a:p>
        </p:txBody>
      </p:sp>
      <p:sp>
        <p:nvSpPr>
          <p:cNvPr id="6" name="Footer Placeholder 5">
            <a:extLst>
              <a:ext uri="{FF2B5EF4-FFF2-40B4-BE49-F238E27FC236}">
                <a16:creationId xmlns:a16="http://schemas.microsoft.com/office/drawing/2014/main" id="{DDED5138-8277-4087-AF44-8A2DB1FAC4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FEA6D6-E578-4C3D-BCB2-4557F323C3FE}"/>
              </a:ext>
            </a:extLst>
          </p:cNvPr>
          <p:cNvSpPr>
            <a:spLocks noGrp="1"/>
          </p:cNvSpPr>
          <p:nvPr>
            <p:ph type="sldNum" sz="quarter" idx="12"/>
          </p:nvPr>
        </p:nvSpPr>
        <p:spPr/>
        <p:txBody>
          <a:bodyPr/>
          <a:lstStyle/>
          <a:p>
            <a:fld id="{BBA1A02C-BE69-426E-A58E-AA43D19FC103}" type="slidenum">
              <a:rPr lang="en-US" smtClean="0"/>
              <a:t>‹#›</a:t>
            </a:fld>
            <a:endParaRPr lang="en-US"/>
          </a:p>
        </p:txBody>
      </p:sp>
    </p:spTree>
    <p:extLst>
      <p:ext uri="{BB962C8B-B14F-4D97-AF65-F5344CB8AC3E}">
        <p14:creationId xmlns:p14="http://schemas.microsoft.com/office/powerpoint/2010/main" val="2032125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E4D5B-A0A3-4857-B4AA-B6FD6CEC5B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060B232-BE7F-4D8D-8188-EB03F5F007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9FA2EC-E606-4D2A-82E4-14E960921F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84CB15-2F71-4EF7-83B8-4DDBE5246A7B}"/>
              </a:ext>
            </a:extLst>
          </p:cNvPr>
          <p:cNvSpPr>
            <a:spLocks noGrp="1"/>
          </p:cNvSpPr>
          <p:nvPr>
            <p:ph type="dt" sz="half" idx="10"/>
          </p:nvPr>
        </p:nvSpPr>
        <p:spPr/>
        <p:txBody>
          <a:bodyPr/>
          <a:lstStyle/>
          <a:p>
            <a:fld id="{48F4CCB4-3717-4618-AFC0-4DE10D81839D}" type="datetimeFigureOut">
              <a:rPr lang="en-US" smtClean="0"/>
              <a:t>8/27/2026</a:t>
            </a:fld>
            <a:endParaRPr lang="en-US"/>
          </a:p>
        </p:txBody>
      </p:sp>
      <p:sp>
        <p:nvSpPr>
          <p:cNvPr id="6" name="Footer Placeholder 5">
            <a:extLst>
              <a:ext uri="{FF2B5EF4-FFF2-40B4-BE49-F238E27FC236}">
                <a16:creationId xmlns:a16="http://schemas.microsoft.com/office/drawing/2014/main" id="{91A98375-3BDC-4D77-A080-8F90A7F33C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117717-A159-42D8-80A1-017A5ECF1B4B}"/>
              </a:ext>
            </a:extLst>
          </p:cNvPr>
          <p:cNvSpPr>
            <a:spLocks noGrp="1"/>
          </p:cNvSpPr>
          <p:nvPr>
            <p:ph type="sldNum" sz="quarter" idx="12"/>
          </p:nvPr>
        </p:nvSpPr>
        <p:spPr/>
        <p:txBody>
          <a:bodyPr/>
          <a:lstStyle/>
          <a:p>
            <a:fld id="{BBA1A02C-BE69-426E-A58E-AA43D19FC103}" type="slidenum">
              <a:rPr lang="en-US" smtClean="0"/>
              <a:t>‹#›</a:t>
            </a:fld>
            <a:endParaRPr lang="en-US"/>
          </a:p>
        </p:txBody>
      </p:sp>
    </p:spTree>
    <p:extLst>
      <p:ext uri="{BB962C8B-B14F-4D97-AF65-F5344CB8AC3E}">
        <p14:creationId xmlns:p14="http://schemas.microsoft.com/office/powerpoint/2010/main" val="2268685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0CE31-C628-4E9B-8F52-9E376EAE1D4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72CF68B-A62E-4E69-9AA7-ECDDE94AEDB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73BB3F-EB50-4C6F-8453-85C7BE6F04EC}"/>
              </a:ext>
            </a:extLst>
          </p:cNvPr>
          <p:cNvSpPr>
            <a:spLocks noGrp="1"/>
          </p:cNvSpPr>
          <p:nvPr>
            <p:ph type="dt" sz="half" idx="10"/>
          </p:nvPr>
        </p:nvSpPr>
        <p:spPr/>
        <p:txBody>
          <a:bodyPr/>
          <a:lstStyle/>
          <a:p>
            <a:fld id="{48F4CCB4-3717-4618-AFC0-4DE10D81839D}" type="datetimeFigureOut">
              <a:rPr lang="en-US" smtClean="0"/>
              <a:t>8/27/2026</a:t>
            </a:fld>
            <a:endParaRPr lang="en-US"/>
          </a:p>
        </p:txBody>
      </p:sp>
      <p:sp>
        <p:nvSpPr>
          <p:cNvPr id="5" name="Footer Placeholder 4">
            <a:extLst>
              <a:ext uri="{FF2B5EF4-FFF2-40B4-BE49-F238E27FC236}">
                <a16:creationId xmlns:a16="http://schemas.microsoft.com/office/drawing/2014/main" id="{7AD289C4-A5B4-4D27-A0E9-63F1CF77C6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E08DA3-A587-4B76-8690-7937D0B46BC3}"/>
              </a:ext>
            </a:extLst>
          </p:cNvPr>
          <p:cNvSpPr>
            <a:spLocks noGrp="1"/>
          </p:cNvSpPr>
          <p:nvPr>
            <p:ph type="sldNum" sz="quarter" idx="12"/>
          </p:nvPr>
        </p:nvSpPr>
        <p:spPr/>
        <p:txBody>
          <a:bodyPr/>
          <a:lstStyle/>
          <a:p>
            <a:fld id="{BBA1A02C-BE69-426E-A58E-AA43D19FC103}" type="slidenum">
              <a:rPr lang="en-US" smtClean="0"/>
              <a:t>‹#›</a:t>
            </a:fld>
            <a:endParaRPr lang="en-US"/>
          </a:p>
        </p:txBody>
      </p:sp>
    </p:spTree>
    <p:extLst>
      <p:ext uri="{BB962C8B-B14F-4D97-AF65-F5344CB8AC3E}">
        <p14:creationId xmlns:p14="http://schemas.microsoft.com/office/powerpoint/2010/main" val="4019778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4E5237-ADF3-4257-BA87-B66BDE208DC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7C6CF5-58C0-47F1-8C41-14414ED86E6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5A2759-9432-49A2-A477-C986971E2601}"/>
              </a:ext>
            </a:extLst>
          </p:cNvPr>
          <p:cNvSpPr>
            <a:spLocks noGrp="1"/>
          </p:cNvSpPr>
          <p:nvPr>
            <p:ph type="dt" sz="half" idx="10"/>
          </p:nvPr>
        </p:nvSpPr>
        <p:spPr/>
        <p:txBody>
          <a:bodyPr/>
          <a:lstStyle/>
          <a:p>
            <a:fld id="{48F4CCB4-3717-4618-AFC0-4DE10D81839D}" type="datetimeFigureOut">
              <a:rPr lang="en-US" smtClean="0"/>
              <a:t>8/27/2026</a:t>
            </a:fld>
            <a:endParaRPr lang="en-US"/>
          </a:p>
        </p:txBody>
      </p:sp>
      <p:sp>
        <p:nvSpPr>
          <p:cNvPr id="5" name="Footer Placeholder 4">
            <a:extLst>
              <a:ext uri="{FF2B5EF4-FFF2-40B4-BE49-F238E27FC236}">
                <a16:creationId xmlns:a16="http://schemas.microsoft.com/office/drawing/2014/main" id="{A644E3E7-B89B-406A-89B1-BC796F47F1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9A8835-6B69-477F-9FCC-F1B28DBBE461}"/>
              </a:ext>
            </a:extLst>
          </p:cNvPr>
          <p:cNvSpPr>
            <a:spLocks noGrp="1"/>
          </p:cNvSpPr>
          <p:nvPr>
            <p:ph type="sldNum" sz="quarter" idx="12"/>
          </p:nvPr>
        </p:nvSpPr>
        <p:spPr/>
        <p:txBody>
          <a:bodyPr/>
          <a:lstStyle/>
          <a:p>
            <a:fld id="{BBA1A02C-BE69-426E-A58E-AA43D19FC103}" type="slidenum">
              <a:rPr lang="en-US" smtClean="0"/>
              <a:t>‹#›</a:t>
            </a:fld>
            <a:endParaRPr lang="en-US"/>
          </a:p>
        </p:txBody>
      </p:sp>
    </p:spTree>
    <p:extLst>
      <p:ext uri="{BB962C8B-B14F-4D97-AF65-F5344CB8AC3E}">
        <p14:creationId xmlns:p14="http://schemas.microsoft.com/office/powerpoint/2010/main" val="38984759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12192000" cy="1862138"/>
          </a:xfrm>
          <a:prstGeom prst="rect">
            <a:avLst/>
          </a:prstGeom>
        </p:spPr>
      </p:pic>
      <p:sp>
        <p:nvSpPr>
          <p:cNvPr id="2" name="Title 1"/>
          <p:cNvSpPr>
            <a:spLocks noGrp="1"/>
          </p:cNvSpPr>
          <p:nvPr>
            <p:ph type="ctrTitle"/>
          </p:nvPr>
        </p:nvSpPr>
        <p:spPr>
          <a:xfrm>
            <a:off x="1219200" y="1803405"/>
            <a:ext cx="9753600" cy="1825096"/>
          </a:xfrm>
        </p:spPr>
        <p:txBody>
          <a:bodyPr anchor="b">
            <a:normAutofit/>
          </a:bodyPr>
          <a:lstStyle>
            <a:lvl1pPr algn="l">
              <a:defRPr sz="6000"/>
            </a:lvl1pPr>
          </a:lstStyle>
          <a:p>
            <a:r>
              <a:rPr lang="en-US"/>
              <a:t>Click to edit Master title style</a:t>
            </a:r>
          </a:p>
        </p:txBody>
      </p:sp>
      <p:sp>
        <p:nvSpPr>
          <p:cNvPr id="3" name="Subtitle 2"/>
          <p:cNvSpPr>
            <a:spLocks noGrp="1"/>
          </p:cNvSpPr>
          <p:nvPr>
            <p:ph type="subTitle" idx="1"/>
          </p:nvPr>
        </p:nvSpPr>
        <p:spPr>
          <a:xfrm>
            <a:off x="1219200" y="3632201"/>
            <a:ext cx="9753600" cy="685800"/>
          </a:xfrm>
        </p:spPr>
        <p:txBody>
          <a:bodyPr>
            <a:normAutofit/>
          </a:bodyPr>
          <a:lstStyle>
            <a:lvl1pPr marL="0" indent="0" algn="l">
              <a:buNone/>
              <a:defRPr sz="2000"/>
            </a:lvl1pPr>
            <a:lvl2pPr marL="457177" indent="0" algn="ctr">
              <a:buNone/>
              <a:defRPr sz="2000"/>
            </a:lvl2pPr>
            <a:lvl3pPr marL="914353" indent="0" algn="ctr">
              <a:buNone/>
              <a:defRPr sz="1800"/>
            </a:lvl3pPr>
            <a:lvl4pPr marL="1371530" indent="0" algn="ctr">
              <a:buNone/>
              <a:defRPr sz="1600"/>
            </a:lvl4pPr>
            <a:lvl5pPr marL="1828706" indent="0" algn="ctr">
              <a:buNone/>
              <a:defRPr sz="1600"/>
            </a:lvl5pPr>
            <a:lvl6pPr marL="2285883" indent="0" algn="ctr">
              <a:buNone/>
              <a:defRPr sz="1600"/>
            </a:lvl6pPr>
            <a:lvl7pPr marL="2743060" indent="0" algn="ctr">
              <a:buNone/>
              <a:defRPr sz="1600"/>
            </a:lvl7pPr>
            <a:lvl8pPr marL="3200236" indent="0" algn="ctr">
              <a:buNone/>
              <a:defRPr sz="1600"/>
            </a:lvl8pPr>
            <a:lvl9pPr marL="3657413" indent="0" algn="ctr">
              <a:buNone/>
              <a:defRPr sz="1600"/>
            </a:lvl9pPr>
          </a:lstStyle>
          <a:p>
            <a:r>
              <a:rPr lang="en-US"/>
              <a:t>Click to edit Master subtitle style</a:t>
            </a:r>
          </a:p>
        </p:txBody>
      </p:sp>
      <p:sp>
        <p:nvSpPr>
          <p:cNvPr id="4" name="Date Placeholder 3"/>
          <p:cNvSpPr>
            <a:spLocks noGrp="1"/>
          </p:cNvSpPr>
          <p:nvPr>
            <p:ph type="dt" sz="half" idx="10"/>
          </p:nvPr>
        </p:nvSpPr>
        <p:spPr>
          <a:xfrm>
            <a:off x="7909562" y="4323847"/>
            <a:ext cx="3063239" cy="365125"/>
          </a:xfrm>
        </p:spPr>
        <p:txBody>
          <a:bodyPr/>
          <a:lstStyle/>
          <a:p>
            <a:fld id="{48A87A34-81AB-432B-8DAE-1953F412C126}" type="datetimeFigureOut">
              <a:rPr lang="en-US" dirty="0"/>
              <a:t>8/27/2026</a:t>
            </a:fld>
            <a:endParaRPr lang="en-US"/>
          </a:p>
        </p:txBody>
      </p:sp>
      <p:sp>
        <p:nvSpPr>
          <p:cNvPr id="5" name="Footer Placeholder 4"/>
          <p:cNvSpPr>
            <a:spLocks noGrp="1"/>
          </p:cNvSpPr>
          <p:nvPr>
            <p:ph type="ftr" sz="quarter" idx="11"/>
          </p:nvPr>
        </p:nvSpPr>
        <p:spPr>
          <a:xfrm>
            <a:off x="1219200" y="4323848"/>
            <a:ext cx="6507480" cy="365125"/>
          </a:xfrm>
        </p:spPr>
        <p:txBody>
          <a:bodyPr/>
          <a:lstStyle/>
          <a:p>
            <a:endParaRPr lang="en-US"/>
          </a:p>
        </p:txBody>
      </p:sp>
      <p:sp>
        <p:nvSpPr>
          <p:cNvPr id="6" name="Slide Number Placeholder 5"/>
          <p:cNvSpPr>
            <a:spLocks noGrp="1"/>
          </p:cNvSpPr>
          <p:nvPr>
            <p:ph type="sldNum" sz="quarter" idx="12"/>
          </p:nvPr>
        </p:nvSpPr>
        <p:spPr>
          <a:xfrm>
            <a:off x="8077200" y="1430869"/>
            <a:ext cx="2895600" cy="365125"/>
          </a:xfr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3138819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dirty="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237634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12192000" cy="1862138"/>
          </a:xfrm>
          <a:prstGeom prst="rect">
            <a:avLst/>
          </a:prstGeom>
        </p:spPr>
      </p:pic>
      <p:sp>
        <p:nvSpPr>
          <p:cNvPr id="2" name="Title 1"/>
          <p:cNvSpPr>
            <a:spLocks noGrp="1"/>
          </p:cNvSpPr>
          <p:nvPr>
            <p:ph type="title"/>
          </p:nvPr>
        </p:nvSpPr>
        <p:spPr>
          <a:xfrm>
            <a:off x="792480" y="753536"/>
            <a:ext cx="10607040" cy="2801935"/>
          </a:xfrm>
        </p:spPr>
        <p:txBody>
          <a:bodyPr anchor="b">
            <a:normAutofit/>
          </a:bodyPr>
          <a:lstStyle>
            <a:lvl1pPr algn="r">
              <a:defRPr sz="4000"/>
            </a:lvl1pPr>
          </a:lstStyle>
          <a:p>
            <a:r>
              <a:rPr lang="en-US"/>
              <a:t>Click to edit Master title style</a:t>
            </a:r>
          </a:p>
        </p:txBody>
      </p:sp>
      <p:sp>
        <p:nvSpPr>
          <p:cNvPr id="3" name="Text Placeholder 2"/>
          <p:cNvSpPr>
            <a:spLocks noGrp="1"/>
          </p:cNvSpPr>
          <p:nvPr>
            <p:ph type="body" idx="1"/>
          </p:nvPr>
        </p:nvSpPr>
        <p:spPr>
          <a:xfrm>
            <a:off x="792482" y="3641726"/>
            <a:ext cx="10607041" cy="1354134"/>
          </a:xfrm>
        </p:spPr>
        <p:txBody>
          <a:bodyPr>
            <a:normAutofit/>
          </a:bodyPr>
          <a:lstStyle>
            <a:lvl1pPr marL="0" indent="0" algn="r">
              <a:buNone/>
              <a:defRPr sz="2200">
                <a:solidFill>
                  <a:schemeClr val="tx1">
                    <a:tint val="75000"/>
                  </a:schemeClr>
                </a:solidFill>
              </a:defRPr>
            </a:lvl1pPr>
            <a:lvl2pPr marL="457177" indent="0">
              <a:buNone/>
              <a:defRPr sz="2000">
                <a:solidFill>
                  <a:schemeClr val="tx1">
                    <a:tint val="75000"/>
                  </a:schemeClr>
                </a:solidFill>
              </a:defRPr>
            </a:lvl2pPr>
            <a:lvl3pPr marL="914353" indent="0">
              <a:buNone/>
              <a:defRPr sz="1800">
                <a:solidFill>
                  <a:schemeClr val="tx1">
                    <a:tint val="75000"/>
                  </a:schemeClr>
                </a:solidFill>
              </a:defRPr>
            </a:lvl3pPr>
            <a:lvl4pPr marL="1371530" indent="0">
              <a:buNone/>
              <a:defRPr sz="1600">
                <a:solidFill>
                  <a:schemeClr val="tx1">
                    <a:tint val="75000"/>
                  </a:schemeClr>
                </a:solidFill>
              </a:defRPr>
            </a:lvl4pPr>
            <a:lvl5pPr marL="1828706" indent="0">
              <a:buNone/>
              <a:defRPr sz="1600">
                <a:solidFill>
                  <a:schemeClr val="tx1">
                    <a:tint val="75000"/>
                  </a:schemeClr>
                </a:solidFill>
              </a:defRPr>
            </a:lvl5pPr>
            <a:lvl6pPr marL="2285883" indent="0">
              <a:buNone/>
              <a:defRPr sz="1600">
                <a:solidFill>
                  <a:schemeClr val="tx1">
                    <a:tint val="75000"/>
                  </a:schemeClr>
                </a:solidFill>
              </a:defRPr>
            </a:lvl6pPr>
            <a:lvl7pPr marL="2743060" indent="0">
              <a:buNone/>
              <a:defRPr sz="1600">
                <a:solidFill>
                  <a:schemeClr val="tx1">
                    <a:tint val="75000"/>
                  </a:schemeClr>
                </a:solidFill>
              </a:defRPr>
            </a:lvl7pPr>
            <a:lvl8pPr marL="3200236" indent="0">
              <a:buNone/>
              <a:defRPr sz="1600">
                <a:solidFill>
                  <a:schemeClr val="tx1">
                    <a:tint val="75000"/>
                  </a:schemeClr>
                </a:solidFill>
              </a:defRPr>
            </a:lvl8pPr>
            <a:lvl9pPr marL="3657413"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416235" y="381003"/>
            <a:ext cx="2910840" cy="365125"/>
          </a:xfrm>
        </p:spPr>
        <p:txBody>
          <a:bodyPr/>
          <a:lstStyle>
            <a:lvl1pPr algn="r">
              <a:defRPr/>
            </a:lvl1pPr>
          </a:lstStyle>
          <a:p>
            <a:fld id="{48A87A34-81AB-432B-8DAE-1953F412C126}" type="datetimeFigureOut">
              <a:rPr lang="en-US" dirty="0"/>
              <a:pPr/>
              <a:t>8/27/2026</a:t>
            </a:fld>
            <a:endParaRPr lang="en-US"/>
          </a:p>
        </p:txBody>
      </p:sp>
      <p:sp>
        <p:nvSpPr>
          <p:cNvPr id="5" name="Footer Placeholder 4"/>
          <p:cNvSpPr>
            <a:spLocks noGrp="1"/>
          </p:cNvSpPr>
          <p:nvPr>
            <p:ph type="ftr" sz="quarter" idx="11"/>
          </p:nvPr>
        </p:nvSpPr>
        <p:spPr>
          <a:xfrm>
            <a:off x="792480" y="381003"/>
            <a:ext cx="6440875" cy="365125"/>
          </a:xfrm>
        </p:spPr>
        <p:txBody>
          <a:bodyPr/>
          <a:lstStyle/>
          <a:p>
            <a:endParaRPr lang="en-US"/>
          </a:p>
        </p:txBody>
      </p:sp>
      <p:sp>
        <p:nvSpPr>
          <p:cNvPr id="6" name="Slide Number Placeholder 5"/>
          <p:cNvSpPr>
            <a:spLocks noGrp="1"/>
          </p:cNvSpPr>
          <p:nvPr>
            <p:ph type="sldNum" sz="quarter" idx="12"/>
          </p:nvPr>
        </p:nvSpPr>
        <p:spPr>
          <a:xfrm>
            <a:off x="10509955" y="381003"/>
            <a:ext cx="889564" cy="365125"/>
          </a:xfr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40206901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92482" y="2194560"/>
            <a:ext cx="5214105"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9466" y="2194560"/>
            <a:ext cx="5210053"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8A87A34-81AB-432B-8DAE-1953F412C126}" type="datetimeFigureOut">
              <a:rPr lang="en-US" dirty="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7996211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503920" cy="1295400"/>
          </a:xfrm>
        </p:spPr>
        <p:txBody>
          <a:bodyPr/>
          <a:lstStyle/>
          <a:p>
            <a:r>
              <a:rPr lang="en-US"/>
              <a:t>Click to edit Master title style</a:t>
            </a:r>
          </a:p>
        </p:txBody>
      </p:sp>
      <p:sp>
        <p:nvSpPr>
          <p:cNvPr id="3" name="Text Placeholder 2"/>
          <p:cNvSpPr>
            <a:spLocks noGrp="1"/>
          </p:cNvSpPr>
          <p:nvPr>
            <p:ph type="body" idx="1"/>
          </p:nvPr>
        </p:nvSpPr>
        <p:spPr>
          <a:xfrm>
            <a:off x="1095041" y="2183802"/>
            <a:ext cx="4911545" cy="823912"/>
          </a:xfrm>
        </p:spPr>
        <p:txBody>
          <a:bodyPr anchor="b">
            <a:normAutofit/>
          </a:bodyPr>
          <a:lstStyle>
            <a:lvl1pPr marL="0" indent="0">
              <a:buNone/>
              <a:defRPr sz="2800" b="0">
                <a:solidFill>
                  <a:schemeClr val="tx1"/>
                </a:solidFill>
              </a:defRPr>
            </a:lvl1pPr>
            <a:lvl2pPr marL="457177" indent="0">
              <a:buNone/>
              <a:defRPr sz="2000" b="1"/>
            </a:lvl2pPr>
            <a:lvl3pPr marL="914353" indent="0">
              <a:buNone/>
              <a:defRPr sz="1800" b="1"/>
            </a:lvl3pPr>
            <a:lvl4pPr marL="1371530" indent="0">
              <a:buNone/>
              <a:defRPr sz="1600" b="1"/>
            </a:lvl4pPr>
            <a:lvl5pPr marL="1828706" indent="0">
              <a:buNone/>
              <a:defRPr sz="1600" b="1"/>
            </a:lvl5pPr>
            <a:lvl6pPr marL="2285883" indent="0">
              <a:buNone/>
              <a:defRPr sz="1600" b="1"/>
            </a:lvl6pPr>
            <a:lvl7pPr marL="2743060" indent="0">
              <a:buNone/>
              <a:defRPr sz="1600" b="1"/>
            </a:lvl7pPr>
            <a:lvl8pPr marL="3200236" indent="0">
              <a:buNone/>
              <a:defRPr sz="1600" b="1"/>
            </a:lvl8pPr>
            <a:lvl9pPr marL="3657413" indent="0">
              <a:buNone/>
              <a:defRPr sz="1600" b="1"/>
            </a:lvl9pPr>
          </a:lstStyle>
          <a:p>
            <a:pPr lvl="0"/>
            <a:r>
              <a:rPr lang="en-US"/>
              <a:t>Click to edit Master text styles</a:t>
            </a:r>
          </a:p>
        </p:txBody>
      </p:sp>
      <p:sp>
        <p:nvSpPr>
          <p:cNvPr id="4" name="Content Placeholder 3"/>
          <p:cNvSpPr>
            <a:spLocks noGrp="1"/>
          </p:cNvSpPr>
          <p:nvPr>
            <p:ph sz="half" idx="2"/>
          </p:nvPr>
        </p:nvSpPr>
        <p:spPr>
          <a:xfrm>
            <a:off x="792480" y="3132669"/>
            <a:ext cx="5214105"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92026" y="2183802"/>
            <a:ext cx="4907495" cy="823912"/>
          </a:xfrm>
        </p:spPr>
        <p:txBody>
          <a:bodyPr anchor="b">
            <a:normAutofit/>
          </a:bodyPr>
          <a:lstStyle>
            <a:lvl1pPr marL="0" indent="0">
              <a:buNone/>
              <a:defRPr sz="2800" b="0">
                <a:solidFill>
                  <a:schemeClr val="tx1"/>
                </a:solidFill>
              </a:defRPr>
            </a:lvl1pPr>
            <a:lvl2pPr marL="457177" indent="0">
              <a:buNone/>
              <a:defRPr sz="2000" b="1"/>
            </a:lvl2pPr>
            <a:lvl3pPr marL="914353" indent="0">
              <a:buNone/>
              <a:defRPr sz="1800" b="1"/>
            </a:lvl3pPr>
            <a:lvl4pPr marL="1371530" indent="0">
              <a:buNone/>
              <a:defRPr sz="1600" b="1"/>
            </a:lvl4pPr>
            <a:lvl5pPr marL="1828706" indent="0">
              <a:buNone/>
              <a:defRPr sz="1600" b="1"/>
            </a:lvl5pPr>
            <a:lvl6pPr marL="2285883" indent="0">
              <a:buNone/>
              <a:defRPr sz="1600" b="1"/>
            </a:lvl6pPr>
            <a:lvl7pPr marL="2743060" indent="0">
              <a:buNone/>
              <a:defRPr sz="1600" b="1"/>
            </a:lvl7pPr>
            <a:lvl8pPr marL="3200236" indent="0">
              <a:buNone/>
              <a:defRPr sz="1600" b="1"/>
            </a:lvl8pPr>
            <a:lvl9pPr marL="365741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9465" y="3132669"/>
            <a:ext cx="5210055"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8A87A34-81AB-432B-8DAE-1953F412C126}" type="datetimeFigureOut">
              <a:rPr lang="en-US" dirty="0"/>
              <a:t>8/27/2026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55469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8A87A34-81AB-432B-8DAE-1953F412C126}" type="datetimeFigureOut">
              <a:rPr lang="en-US" dirty="0"/>
              <a:t>8/27/2026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2680079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8/27/2026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7423866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92480" y="1524000"/>
            <a:ext cx="4114800" cy="1600200"/>
          </a:xfrm>
        </p:spPr>
        <p:txBody>
          <a:bodyPr anchor="b"/>
          <a:lstStyle>
            <a:lvl1pPr algn="l">
              <a:defRPr sz="3200"/>
            </a:lvl1pPr>
          </a:lstStyle>
          <a:p>
            <a:r>
              <a:rPr lang="en-US"/>
              <a:t>Click to edit Master title style</a:t>
            </a:r>
          </a:p>
        </p:txBody>
      </p:sp>
      <p:sp>
        <p:nvSpPr>
          <p:cNvPr id="3" name="Content Placeholder 2"/>
          <p:cNvSpPr>
            <a:spLocks noGrp="1"/>
          </p:cNvSpPr>
          <p:nvPr>
            <p:ph idx="1"/>
          </p:nvPr>
        </p:nvSpPr>
        <p:spPr>
          <a:xfrm>
            <a:off x="5181600" y="746760"/>
            <a:ext cx="621792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92480" y="3124200"/>
            <a:ext cx="4114800" cy="3139440"/>
          </a:xfrm>
        </p:spPr>
        <p:txBody>
          <a:bodyPr/>
          <a:lstStyle>
            <a:lvl1pPr marL="0" indent="0">
              <a:buNone/>
              <a:defRPr sz="1600"/>
            </a:lvl1pPr>
            <a:lvl2pPr marL="457177" indent="0">
              <a:buNone/>
              <a:defRPr sz="1400"/>
            </a:lvl2pPr>
            <a:lvl3pPr marL="914353" indent="0">
              <a:buNone/>
              <a:defRPr sz="1200"/>
            </a:lvl3pPr>
            <a:lvl4pPr marL="1371530" indent="0">
              <a:buNone/>
              <a:defRPr sz="1000"/>
            </a:lvl4pPr>
            <a:lvl5pPr marL="1828706" indent="0">
              <a:buNone/>
              <a:defRPr sz="1000"/>
            </a:lvl5pPr>
            <a:lvl6pPr marL="2285883" indent="0">
              <a:buNone/>
              <a:defRPr sz="1000"/>
            </a:lvl6pPr>
            <a:lvl7pPr marL="2743060" indent="0">
              <a:buNone/>
              <a:defRPr sz="1000"/>
            </a:lvl7pPr>
            <a:lvl8pPr marL="3200236" indent="0">
              <a:buNone/>
              <a:defRPr sz="1000"/>
            </a:lvl8pPr>
            <a:lvl9pPr marL="365741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855411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92480" y="1524000"/>
            <a:ext cx="5434307" cy="1600200"/>
          </a:xfrm>
        </p:spPr>
        <p:txBody>
          <a:bodyPr anchor="b"/>
          <a:lstStyle>
            <a:lvl1pPr algn="l">
              <a:defRPr sz="3200"/>
            </a:lvl1pPr>
          </a:lstStyle>
          <a:p>
            <a:r>
              <a:rPr lang="en-US"/>
              <a:t>Click to edit Master title style</a:t>
            </a:r>
          </a:p>
        </p:txBody>
      </p:sp>
      <p:sp>
        <p:nvSpPr>
          <p:cNvPr id="3" name="Picture Placeholder 2"/>
          <p:cNvSpPr>
            <a:spLocks noGrp="1" noChangeAspect="1"/>
          </p:cNvSpPr>
          <p:nvPr>
            <p:ph type="pic" idx="1"/>
          </p:nvPr>
        </p:nvSpPr>
        <p:spPr>
          <a:xfrm>
            <a:off x="6503365" y="751242"/>
            <a:ext cx="4898979" cy="5512398"/>
          </a:xfrm>
        </p:spPr>
        <p:txBody>
          <a:bodyPr anchor="t"/>
          <a:lstStyle>
            <a:lvl1pPr marL="0" indent="0">
              <a:buNone/>
              <a:defRPr sz="3200"/>
            </a:lvl1pPr>
            <a:lvl2pPr marL="457177" indent="0">
              <a:buNone/>
              <a:defRPr sz="2800"/>
            </a:lvl2pPr>
            <a:lvl3pPr marL="914353" indent="0">
              <a:buNone/>
              <a:defRPr sz="2400"/>
            </a:lvl3pPr>
            <a:lvl4pPr marL="1371530" indent="0">
              <a:buNone/>
              <a:defRPr sz="2000"/>
            </a:lvl4pPr>
            <a:lvl5pPr marL="1828706" indent="0">
              <a:buNone/>
              <a:defRPr sz="2000"/>
            </a:lvl5pPr>
            <a:lvl6pPr marL="2285883" indent="0">
              <a:buNone/>
              <a:defRPr sz="2000"/>
            </a:lvl6pPr>
            <a:lvl7pPr marL="2743060" indent="0">
              <a:buNone/>
              <a:defRPr sz="2000"/>
            </a:lvl7pPr>
            <a:lvl8pPr marL="3200236" indent="0">
              <a:buNone/>
              <a:defRPr sz="2000"/>
            </a:lvl8pPr>
            <a:lvl9pPr marL="3657413" indent="0">
              <a:buNone/>
              <a:defRPr sz="2000"/>
            </a:lvl9pPr>
          </a:lstStyle>
          <a:p>
            <a:r>
              <a:rPr lang="en-US"/>
              <a:t>Click icon to add picture</a:t>
            </a:r>
          </a:p>
        </p:txBody>
      </p:sp>
      <p:sp>
        <p:nvSpPr>
          <p:cNvPr id="4" name="Text Placeholder 3"/>
          <p:cNvSpPr>
            <a:spLocks noGrp="1"/>
          </p:cNvSpPr>
          <p:nvPr>
            <p:ph type="body" sz="half" idx="2"/>
          </p:nvPr>
        </p:nvSpPr>
        <p:spPr>
          <a:xfrm>
            <a:off x="792480" y="3124200"/>
            <a:ext cx="5434307" cy="3139440"/>
          </a:xfrm>
        </p:spPr>
        <p:txBody>
          <a:bodyPr/>
          <a:lstStyle>
            <a:lvl1pPr marL="0" indent="0">
              <a:buNone/>
              <a:defRPr sz="1600"/>
            </a:lvl1pPr>
            <a:lvl2pPr marL="457177" indent="0">
              <a:buNone/>
              <a:defRPr sz="1400"/>
            </a:lvl2pPr>
            <a:lvl3pPr marL="914353" indent="0">
              <a:buNone/>
              <a:defRPr sz="1200"/>
            </a:lvl3pPr>
            <a:lvl4pPr marL="1371530" indent="0">
              <a:buNone/>
              <a:defRPr sz="1000"/>
            </a:lvl4pPr>
            <a:lvl5pPr marL="1828706" indent="0">
              <a:buNone/>
              <a:defRPr sz="1000"/>
            </a:lvl5pPr>
            <a:lvl6pPr marL="2285883" indent="0">
              <a:buNone/>
              <a:defRPr sz="1000"/>
            </a:lvl6pPr>
            <a:lvl7pPr marL="2743060" indent="0">
              <a:buNone/>
              <a:defRPr sz="1000"/>
            </a:lvl7pPr>
            <a:lvl8pPr marL="3200236" indent="0">
              <a:buNone/>
              <a:defRPr sz="1000"/>
            </a:lvl8pPr>
            <a:lvl9pPr marL="365741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5160123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92473" y="4697363"/>
            <a:ext cx="10608643" cy="819355"/>
          </a:xfrm>
        </p:spPr>
        <p:txBody>
          <a:bodyPr anchor="b"/>
          <a:lstStyle>
            <a:lvl1pPr algn="l">
              <a:defRPr sz="3200"/>
            </a:lvl1pPr>
          </a:lstStyle>
          <a:p>
            <a:r>
              <a:rPr lang="en-US"/>
              <a:t>Click to edit Master title style</a:t>
            </a:r>
          </a:p>
        </p:txBody>
      </p:sp>
      <p:sp>
        <p:nvSpPr>
          <p:cNvPr id="3" name="Picture Placeholder 2"/>
          <p:cNvSpPr>
            <a:spLocks noGrp="1" noChangeAspect="1"/>
          </p:cNvSpPr>
          <p:nvPr>
            <p:ph type="pic" idx="1"/>
          </p:nvPr>
        </p:nvSpPr>
        <p:spPr>
          <a:xfrm>
            <a:off x="792473" y="977035"/>
            <a:ext cx="10600347" cy="3406972"/>
          </a:xfrm>
        </p:spPr>
        <p:txBody>
          <a:bodyPr anchor="t"/>
          <a:lstStyle>
            <a:lvl1pPr marL="0" indent="0">
              <a:buNone/>
              <a:defRPr sz="3200"/>
            </a:lvl1pPr>
            <a:lvl2pPr marL="457177" indent="0">
              <a:buNone/>
              <a:defRPr sz="2800"/>
            </a:lvl2pPr>
            <a:lvl3pPr marL="914353" indent="0">
              <a:buNone/>
              <a:defRPr sz="2400"/>
            </a:lvl3pPr>
            <a:lvl4pPr marL="1371530" indent="0">
              <a:buNone/>
              <a:defRPr sz="2000"/>
            </a:lvl4pPr>
            <a:lvl5pPr marL="1828706" indent="0">
              <a:buNone/>
              <a:defRPr sz="2000"/>
            </a:lvl5pPr>
            <a:lvl6pPr marL="2285883" indent="0">
              <a:buNone/>
              <a:defRPr sz="2000"/>
            </a:lvl6pPr>
            <a:lvl7pPr marL="2743060" indent="0">
              <a:buNone/>
              <a:defRPr sz="2000"/>
            </a:lvl7pPr>
            <a:lvl8pPr marL="3200236" indent="0">
              <a:buNone/>
              <a:defRPr sz="2000"/>
            </a:lvl8pPr>
            <a:lvl9pPr marL="3657413" indent="0">
              <a:buNone/>
              <a:defRPr sz="2000"/>
            </a:lvl9pPr>
          </a:lstStyle>
          <a:p>
            <a:r>
              <a:rPr lang="en-US"/>
              <a:t>Click icon to add picture</a:t>
            </a:r>
          </a:p>
        </p:txBody>
      </p:sp>
      <p:sp>
        <p:nvSpPr>
          <p:cNvPr id="4" name="Text Placeholder 3"/>
          <p:cNvSpPr>
            <a:spLocks noGrp="1"/>
          </p:cNvSpPr>
          <p:nvPr>
            <p:ph type="body" sz="half" idx="2"/>
          </p:nvPr>
        </p:nvSpPr>
        <p:spPr>
          <a:xfrm>
            <a:off x="792480" y="5516716"/>
            <a:ext cx="10607040" cy="746924"/>
          </a:xfrm>
        </p:spPr>
        <p:txBody>
          <a:bodyPr/>
          <a:lstStyle>
            <a:lvl1pPr marL="0" indent="0" algn="l">
              <a:buNone/>
              <a:defRPr sz="1600"/>
            </a:lvl1pPr>
            <a:lvl2pPr marL="457177" indent="0">
              <a:buNone/>
              <a:defRPr sz="1400"/>
            </a:lvl2pPr>
            <a:lvl3pPr marL="914353" indent="0">
              <a:buNone/>
              <a:defRPr sz="1200"/>
            </a:lvl3pPr>
            <a:lvl4pPr marL="1371530" indent="0">
              <a:buNone/>
              <a:defRPr sz="1000"/>
            </a:lvl4pPr>
            <a:lvl5pPr marL="1828706" indent="0">
              <a:buNone/>
              <a:defRPr sz="1000"/>
            </a:lvl5pPr>
            <a:lvl6pPr marL="2285883" indent="0">
              <a:buNone/>
              <a:defRPr sz="1000"/>
            </a:lvl6pPr>
            <a:lvl7pPr marL="2743060" indent="0">
              <a:buNone/>
              <a:defRPr sz="1000"/>
            </a:lvl7pPr>
            <a:lvl8pPr marL="3200236" indent="0">
              <a:buNone/>
              <a:defRPr sz="1000"/>
            </a:lvl8pPr>
            <a:lvl9pPr marL="365741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8337746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12192000" cy="1862138"/>
          </a:xfrm>
          <a:prstGeom prst="rect">
            <a:avLst/>
          </a:prstGeom>
        </p:spPr>
      </p:pic>
      <p:sp>
        <p:nvSpPr>
          <p:cNvPr id="2" name="Title 1"/>
          <p:cNvSpPr>
            <a:spLocks noGrp="1"/>
          </p:cNvSpPr>
          <p:nvPr>
            <p:ph type="title"/>
          </p:nvPr>
        </p:nvSpPr>
        <p:spPr>
          <a:xfrm>
            <a:off x="792480" y="753535"/>
            <a:ext cx="10607040" cy="2802467"/>
          </a:xfrm>
        </p:spPr>
        <p:txBody>
          <a:bodyPr anchor="ctr"/>
          <a:lstStyle>
            <a:lvl1pPr algn="l">
              <a:defRPr sz="3200"/>
            </a:lvl1pPr>
          </a:lstStyle>
          <a:p>
            <a:r>
              <a:rPr lang="en-US"/>
              <a:t>Click to edit Master title style</a:t>
            </a:r>
          </a:p>
        </p:txBody>
      </p:sp>
      <p:sp>
        <p:nvSpPr>
          <p:cNvPr id="4" name="Text Placeholder 3"/>
          <p:cNvSpPr>
            <a:spLocks noGrp="1"/>
          </p:cNvSpPr>
          <p:nvPr>
            <p:ph type="body" sz="half" idx="2"/>
          </p:nvPr>
        </p:nvSpPr>
        <p:spPr>
          <a:xfrm>
            <a:off x="914400" y="3649135"/>
            <a:ext cx="10363200" cy="1330852"/>
          </a:xfrm>
        </p:spPr>
        <p:txBody>
          <a:bodyPr anchor="ctr"/>
          <a:lstStyle>
            <a:lvl1pPr marL="0" indent="0">
              <a:buNone/>
              <a:defRPr sz="1600"/>
            </a:lvl1pPr>
            <a:lvl2pPr marL="457177" indent="0">
              <a:buNone/>
              <a:defRPr sz="1400"/>
            </a:lvl2pPr>
            <a:lvl3pPr marL="914353" indent="0">
              <a:buNone/>
              <a:defRPr sz="1200"/>
            </a:lvl3pPr>
            <a:lvl4pPr marL="1371530" indent="0">
              <a:buNone/>
              <a:defRPr sz="1000"/>
            </a:lvl4pPr>
            <a:lvl5pPr marL="1828706" indent="0">
              <a:buNone/>
              <a:defRPr sz="1000"/>
            </a:lvl5pPr>
            <a:lvl6pPr marL="2285883" indent="0">
              <a:buNone/>
              <a:defRPr sz="1000"/>
            </a:lvl6pPr>
            <a:lvl7pPr marL="2743060" indent="0">
              <a:buNone/>
              <a:defRPr sz="1000"/>
            </a:lvl7pPr>
            <a:lvl8pPr marL="3200236" indent="0">
              <a:buNone/>
              <a:defRPr sz="1000"/>
            </a:lvl8pPr>
            <a:lvl9pPr marL="3657413" indent="0">
              <a:buNone/>
              <a:defRPr sz="1000"/>
            </a:lvl9pPr>
          </a:lstStyle>
          <a:p>
            <a:pPr lvl="0"/>
            <a:r>
              <a:rPr lang="en-US"/>
              <a:t>Click to edit Master text styles</a:t>
            </a:r>
          </a:p>
        </p:txBody>
      </p:sp>
      <p:sp>
        <p:nvSpPr>
          <p:cNvPr id="5" name="Date Placeholder 4"/>
          <p:cNvSpPr>
            <a:spLocks noGrp="1"/>
          </p:cNvSpPr>
          <p:nvPr>
            <p:ph type="dt" sz="half" idx="10"/>
          </p:nvPr>
        </p:nvSpPr>
        <p:spPr>
          <a:xfrm>
            <a:off x="7416235" y="381003"/>
            <a:ext cx="2910840" cy="365125"/>
          </a:xfrm>
        </p:spPr>
        <p:txBody>
          <a:bodyPr/>
          <a:lstStyle>
            <a:lvl1pPr algn="r">
              <a:defRPr/>
            </a:lvl1pPr>
          </a:lstStyle>
          <a:p>
            <a:fld id="{48A87A34-81AB-432B-8DAE-1953F412C126}" type="datetimeFigureOut">
              <a:rPr lang="en-US" dirty="0"/>
              <a:pPr/>
              <a:t>8/27/2026</a:t>
            </a:fld>
            <a:endParaRPr lang="en-US"/>
          </a:p>
        </p:txBody>
      </p:sp>
      <p:sp>
        <p:nvSpPr>
          <p:cNvPr id="6" name="Footer Placeholder 5"/>
          <p:cNvSpPr>
            <a:spLocks noGrp="1"/>
          </p:cNvSpPr>
          <p:nvPr>
            <p:ph type="ftr" sz="quarter" idx="11"/>
          </p:nvPr>
        </p:nvSpPr>
        <p:spPr>
          <a:xfrm>
            <a:off x="792480" y="381003"/>
            <a:ext cx="6440875" cy="365125"/>
          </a:xfrm>
        </p:spPr>
        <p:txBody>
          <a:bodyPr/>
          <a:lstStyle/>
          <a:p>
            <a:endParaRPr lang="en-US"/>
          </a:p>
        </p:txBody>
      </p:sp>
      <p:sp>
        <p:nvSpPr>
          <p:cNvPr id="7" name="Slide Number Placeholder 6"/>
          <p:cNvSpPr>
            <a:spLocks noGrp="1"/>
          </p:cNvSpPr>
          <p:nvPr>
            <p:ph type="sldNum" sz="quarter" idx="12"/>
          </p:nvPr>
        </p:nvSpPr>
        <p:spPr>
          <a:xfrm>
            <a:off x="10509955" y="381003"/>
            <a:ext cx="889565" cy="365125"/>
          </a:xfr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0062152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12192000" cy="1862138"/>
          </a:xfrm>
          <a:prstGeom prst="rect">
            <a:avLst/>
          </a:prstGeom>
        </p:spPr>
      </p:pic>
      <p:sp>
        <p:nvSpPr>
          <p:cNvPr id="2" name="Title 1"/>
          <p:cNvSpPr>
            <a:spLocks noGrp="1"/>
          </p:cNvSpPr>
          <p:nvPr>
            <p:ph type="title"/>
          </p:nvPr>
        </p:nvSpPr>
        <p:spPr>
          <a:xfrm>
            <a:off x="1024468" y="753534"/>
            <a:ext cx="10151533" cy="2756234"/>
          </a:xfrm>
        </p:spPr>
        <p:txBody>
          <a:bodyPr anchor="ctr"/>
          <a:lstStyle>
            <a:lvl1pPr algn="l">
              <a:defRPr sz="3200"/>
            </a:lvl1pPr>
          </a:lstStyle>
          <a:p>
            <a:r>
              <a:rPr lang="en-US"/>
              <a:t>Click to edit Master title style</a:t>
            </a:r>
          </a:p>
        </p:txBody>
      </p:sp>
      <p:sp>
        <p:nvSpPr>
          <p:cNvPr id="12" name="Text Placeholder 3"/>
          <p:cNvSpPr>
            <a:spLocks noGrp="1"/>
          </p:cNvSpPr>
          <p:nvPr>
            <p:ph type="body" sz="half" idx="13"/>
          </p:nvPr>
        </p:nvSpPr>
        <p:spPr>
          <a:xfrm>
            <a:off x="1303865" y="3509770"/>
            <a:ext cx="9592736" cy="444443"/>
          </a:xfrm>
        </p:spPr>
        <p:txBody>
          <a:bodyPr anchor="t">
            <a:normAutofit/>
          </a:bodyPr>
          <a:lstStyle>
            <a:lvl1pPr marL="0" indent="0">
              <a:buNone/>
              <a:defRPr sz="1400"/>
            </a:lvl1pPr>
            <a:lvl2pPr marL="457177" indent="0">
              <a:buNone/>
              <a:defRPr sz="1400"/>
            </a:lvl2pPr>
            <a:lvl3pPr marL="914353" indent="0">
              <a:buNone/>
              <a:defRPr sz="1200"/>
            </a:lvl3pPr>
            <a:lvl4pPr marL="1371530" indent="0">
              <a:buNone/>
              <a:defRPr sz="1000"/>
            </a:lvl4pPr>
            <a:lvl5pPr marL="1828706" indent="0">
              <a:buNone/>
              <a:defRPr sz="1000"/>
            </a:lvl5pPr>
            <a:lvl6pPr marL="2285883" indent="0">
              <a:buNone/>
              <a:defRPr sz="1000"/>
            </a:lvl6pPr>
            <a:lvl7pPr marL="2743060" indent="0">
              <a:buNone/>
              <a:defRPr sz="1000"/>
            </a:lvl7pPr>
            <a:lvl8pPr marL="3200236" indent="0">
              <a:buNone/>
              <a:defRPr sz="1000"/>
            </a:lvl8pPr>
            <a:lvl9pPr marL="3657413"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4400" y="4174599"/>
            <a:ext cx="10371669" cy="821265"/>
          </a:xfrm>
        </p:spPr>
        <p:txBody>
          <a:bodyPr anchor="ctr">
            <a:normAutofit/>
          </a:bodyPr>
          <a:lstStyle>
            <a:lvl1pPr marL="0" indent="0">
              <a:buNone/>
              <a:defRPr sz="1600"/>
            </a:lvl1pPr>
            <a:lvl2pPr marL="457177" indent="0">
              <a:buNone/>
              <a:defRPr sz="1400"/>
            </a:lvl2pPr>
            <a:lvl3pPr marL="914353" indent="0">
              <a:buNone/>
              <a:defRPr sz="1200"/>
            </a:lvl3pPr>
            <a:lvl4pPr marL="1371530" indent="0">
              <a:buNone/>
              <a:defRPr sz="1000"/>
            </a:lvl4pPr>
            <a:lvl5pPr marL="1828706" indent="0">
              <a:buNone/>
              <a:defRPr sz="1000"/>
            </a:lvl5pPr>
            <a:lvl6pPr marL="2285883" indent="0">
              <a:buNone/>
              <a:defRPr sz="1000"/>
            </a:lvl6pPr>
            <a:lvl7pPr marL="2743060" indent="0">
              <a:buNone/>
              <a:defRPr sz="1000"/>
            </a:lvl7pPr>
            <a:lvl8pPr marL="3200236" indent="0">
              <a:buNone/>
              <a:defRPr sz="1000"/>
            </a:lvl8pPr>
            <a:lvl9pPr marL="3657413" indent="0">
              <a:buNone/>
              <a:defRPr sz="1000"/>
            </a:lvl9pPr>
          </a:lstStyle>
          <a:p>
            <a:pPr lvl="0"/>
            <a:r>
              <a:rPr lang="en-US"/>
              <a:t>Click to edit Master text styles</a:t>
            </a:r>
          </a:p>
        </p:txBody>
      </p:sp>
      <p:sp>
        <p:nvSpPr>
          <p:cNvPr id="5" name="Date Placeholder 4"/>
          <p:cNvSpPr>
            <a:spLocks noGrp="1"/>
          </p:cNvSpPr>
          <p:nvPr>
            <p:ph type="dt" sz="half" idx="10"/>
          </p:nvPr>
        </p:nvSpPr>
        <p:spPr>
          <a:xfrm>
            <a:off x="7416235" y="381003"/>
            <a:ext cx="2910840" cy="365125"/>
          </a:xfrm>
        </p:spPr>
        <p:txBody>
          <a:bodyPr/>
          <a:lstStyle>
            <a:lvl1pPr algn="r">
              <a:defRPr/>
            </a:lvl1pPr>
          </a:lstStyle>
          <a:p>
            <a:fld id="{48A87A34-81AB-432B-8DAE-1953F412C126}" type="datetimeFigureOut">
              <a:rPr lang="en-US" dirty="0"/>
              <a:pPr/>
              <a:t>8/27/2026</a:t>
            </a:fld>
            <a:endParaRPr lang="en-US"/>
          </a:p>
        </p:txBody>
      </p:sp>
      <p:sp>
        <p:nvSpPr>
          <p:cNvPr id="6" name="Footer Placeholder 5"/>
          <p:cNvSpPr>
            <a:spLocks noGrp="1"/>
          </p:cNvSpPr>
          <p:nvPr>
            <p:ph type="ftr" sz="quarter" idx="11"/>
          </p:nvPr>
        </p:nvSpPr>
        <p:spPr>
          <a:xfrm>
            <a:off x="792480" y="379440"/>
            <a:ext cx="6440875" cy="365125"/>
          </a:xfrm>
        </p:spPr>
        <p:txBody>
          <a:bodyPr/>
          <a:lstStyle/>
          <a:p>
            <a:endParaRPr lang="en-US"/>
          </a:p>
        </p:txBody>
      </p:sp>
      <p:sp>
        <p:nvSpPr>
          <p:cNvPr id="7" name="Slide Number Placeholder 6"/>
          <p:cNvSpPr>
            <a:spLocks noGrp="1"/>
          </p:cNvSpPr>
          <p:nvPr>
            <p:ph type="sldNum" sz="quarter" idx="12"/>
          </p:nvPr>
        </p:nvSpPr>
        <p:spPr>
          <a:xfrm>
            <a:off x="10509955" y="381003"/>
            <a:ext cx="889565" cy="365125"/>
          </a:xfrm>
        </p:spPr>
        <p:txBody>
          <a:bodyPr/>
          <a:lstStyle/>
          <a:p>
            <a:fld id="{86CB4B4D-7CA3-9044-876B-883B54F8677D}" type="slidenum">
              <a:rPr lang="en-US" smtClean="0"/>
              <a:t>‹#›</a:t>
            </a:fld>
            <a:endParaRPr lang="en-US"/>
          </a:p>
        </p:txBody>
      </p:sp>
      <p:sp>
        <p:nvSpPr>
          <p:cNvPr id="13" name="TextBox 12"/>
          <p:cNvSpPr txBox="1"/>
          <p:nvPr/>
        </p:nvSpPr>
        <p:spPr>
          <a:xfrm>
            <a:off x="308611" y="80772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4" name="TextBox 13"/>
          <p:cNvSpPr txBox="1"/>
          <p:nvPr/>
        </p:nvSpPr>
        <p:spPr>
          <a:xfrm>
            <a:off x="10862311" y="302133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Tree>
    <p:extLst>
      <p:ext uri="{BB962C8B-B14F-4D97-AF65-F5344CB8AC3E}">
        <p14:creationId xmlns:p14="http://schemas.microsoft.com/office/powerpoint/2010/main" val="27853090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12192000" cy="1862138"/>
          </a:xfrm>
          <a:prstGeom prst="rect">
            <a:avLst/>
          </a:prstGeom>
        </p:spPr>
      </p:pic>
      <p:sp>
        <p:nvSpPr>
          <p:cNvPr id="2" name="Title 1"/>
          <p:cNvSpPr>
            <a:spLocks noGrp="1"/>
          </p:cNvSpPr>
          <p:nvPr>
            <p:ph type="title"/>
          </p:nvPr>
        </p:nvSpPr>
        <p:spPr>
          <a:xfrm>
            <a:off x="914400" y="1124704"/>
            <a:ext cx="10366376" cy="2511835"/>
          </a:xfrm>
        </p:spPr>
        <p:txBody>
          <a:bodyPr anchor="b"/>
          <a:lstStyle>
            <a:lvl1pPr algn="l">
              <a:defRPr sz="3200"/>
            </a:lvl1pPr>
          </a:lstStyle>
          <a:p>
            <a:r>
              <a:rPr lang="en-US"/>
              <a:t>Click to edit Master title style</a:t>
            </a:r>
          </a:p>
        </p:txBody>
      </p:sp>
      <p:sp>
        <p:nvSpPr>
          <p:cNvPr id="4" name="Text Placeholder 3"/>
          <p:cNvSpPr>
            <a:spLocks noGrp="1"/>
          </p:cNvSpPr>
          <p:nvPr>
            <p:ph type="body" sz="half" idx="2"/>
          </p:nvPr>
        </p:nvSpPr>
        <p:spPr>
          <a:xfrm>
            <a:off x="914389" y="3648318"/>
            <a:ext cx="10364811" cy="999885"/>
          </a:xfrm>
        </p:spPr>
        <p:txBody>
          <a:bodyPr anchor="t"/>
          <a:lstStyle>
            <a:lvl1pPr marL="0" indent="0">
              <a:buNone/>
              <a:defRPr sz="1600"/>
            </a:lvl1pPr>
            <a:lvl2pPr marL="457177" indent="0">
              <a:buNone/>
              <a:defRPr sz="1400"/>
            </a:lvl2pPr>
            <a:lvl3pPr marL="914353" indent="0">
              <a:buNone/>
              <a:defRPr sz="1200"/>
            </a:lvl3pPr>
            <a:lvl4pPr marL="1371530" indent="0">
              <a:buNone/>
              <a:defRPr sz="1000"/>
            </a:lvl4pPr>
            <a:lvl5pPr marL="1828706" indent="0">
              <a:buNone/>
              <a:defRPr sz="1000"/>
            </a:lvl5pPr>
            <a:lvl6pPr marL="2285883" indent="0">
              <a:buNone/>
              <a:defRPr sz="1000"/>
            </a:lvl6pPr>
            <a:lvl7pPr marL="2743060" indent="0">
              <a:buNone/>
              <a:defRPr sz="1000"/>
            </a:lvl7pPr>
            <a:lvl8pPr marL="3200236" indent="0">
              <a:buNone/>
              <a:defRPr sz="1000"/>
            </a:lvl8pPr>
            <a:lvl9pPr marL="3657413" indent="0">
              <a:buNone/>
              <a:defRPr sz="1000"/>
            </a:lvl9pPr>
          </a:lstStyle>
          <a:p>
            <a:pPr lvl="0"/>
            <a:r>
              <a:rPr lang="en-US"/>
              <a:t>Click to edit Master text styles</a:t>
            </a:r>
          </a:p>
        </p:txBody>
      </p:sp>
      <p:sp>
        <p:nvSpPr>
          <p:cNvPr id="5" name="Date Placeholder 4"/>
          <p:cNvSpPr>
            <a:spLocks noGrp="1"/>
          </p:cNvSpPr>
          <p:nvPr>
            <p:ph type="dt" sz="half" idx="10"/>
          </p:nvPr>
        </p:nvSpPr>
        <p:spPr>
          <a:xfrm>
            <a:off x="7416235" y="378886"/>
            <a:ext cx="2910840" cy="365125"/>
          </a:xfrm>
        </p:spPr>
        <p:txBody>
          <a:bodyPr/>
          <a:lstStyle>
            <a:lvl1pPr algn="r">
              <a:defRPr/>
            </a:lvl1pPr>
          </a:lstStyle>
          <a:p>
            <a:fld id="{48A87A34-81AB-432B-8DAE-1953F412C126}" type="datetimeFigureOut">
              <a:rPr lang="en-US" dirty="0"/>
              <a:pPr/>
              <a:t>8/27/2026</a:t>
            </a:fld>
            <a:endParaRPr lang="en-US"/>
          </a:p>
        </p:txBody>
      </p:sp>
      <p:sp>
        <p:nvSpPr>
          <p:cNvPr id="6" name="Footer Placeholder 5"/>
          <p:cNvSpPr>
            <a:spLocks noGrp="1"/>
          </p:cNvSpPr>
          <p:nvPr>
            <p:ph type="ftr" sz="quarter" idx="11"/>
          </p:nvPr>
        </p:nvSpPr>
        <p:spPr>
          <a:xfrm>
            <a:off x="792480" y="378886"/>
            <a:ext cx="6440875" cy="365125"/>
          </a:xfrm>
        </p:spPr>
        <p:txBody>
          <a:bodyPr/>
          <a:lstStyle/>
          <a:p>
            <a:endParaRPr lang="en-US"/>
          </a:p>
        </p:txBody>
      </p:sp>
      <p:sp>
        <p:nvSpPr>
          <p:cNvPr id="7" name="Slide Number Placeholder 6"/>
          <p:cNvSpPr>
            <a:spLocks noGrp="1"/>
          </p:cNvSpPr>
          <p:nvPr>
            <p:ph type="sldNum" sz="quarter" idx="12"/>
          </p:nvPr>
        </p:nvSpPr>
        <p:spPr>
          <a:xfrm>
            <a:off x="10509955" y="381003"/>
            <a:ext cx="889565" cy="365125"/>
          </a:xfr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6089143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3" y="762002"/>
            <a:ext cx="8503919" cy="1303867"/>
          </a:xfrm>
        </p:spPr>
        <p:txBody>
          <a:bodyPr/>
          <a:lstStyle/>
          <a:p>
            <a:r>
              <a:rPr lang="en-US"/>
              <a:t>Click to edit Master title style</a:t>
            </a:r>
          </a:p>
        </p:txBody>
      </p:sp>
      <p:sp>
        <p:nvSpPr>
          <p:cNvPr id="7" name="Text Placeholder 2"/>
          <p:cNvSpPr>
            <a:spLocks noGrp="1"/>
          </p:cNvSpPr>
          <p:nvPr>
            <p:ph type="body" idx="1"/>
          </p:nvPr>
        </p:nvSpPr>
        <p:spPr>
          <a:xfrm>
            <a:off x="792481" y="2202080"/>
            <a:ext cx="3413760" cy="617320"/>
          </a:xfrm>
        </p:spPr>
        <p:txBody>
          <a:bodyPr anchor="b">
            <a:noAutofit/>
          </a:bodyPr>
          <a:lstStyle>
            <a:lvl1pPr marL="0" indent="0">
              <a:buNone/>
              <a:defRPr sz="2400" b="0">
                <a:solidFill>
                  <a:schemeClr val="tx1"/>
                </a:solidFill>
              </a:defRPr>
            </a:lvl1pPr>
            <a:lvl2pPr marL="457177" indent="0">
              <a:buNone/>
              <a:defRPr sz="2000" b="1"/>
            </a:lvl2pPr>
            <a:lvl3pPr marL="914353" indent="0">
              <a:buNone/>
              <a:defRPr sz="1800" b="1"/>
            </a:lvl3pPr>
            <a:lvl4pPr marL="1371530" indent="0">
              <a:buNone/>
              <a:defRPr sz="1600" b="1"/>
            </a:lvl4pPr>
            <a:lvl5pPr marL="1828706" indent="0">
              <a:buNone/>
              <a:defRPr sz="1600" b="1"/>
            </a:lvl5pPr>
            <a:lvl6pPr marL="2285883" indent="0">
              <a:buNone/>
              <a:defRPr sz="1600" b="1"/>
            </a:lvl6pPr>
            <a:lvl7pPr marL="2743060" indent="0">
              <a:buNone/>
              <a:defRPr sz="1600" b="1"/>
            </a:lvl7pPr>
            <a:lvl8pPr marL="3200236" indent="0">
              <a:buNone/>
              <a:defRPr sz="1600" b="1"/>
            </a:lvl8pPr>
            <a:lvl9pPr marL="3657413"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792480" y="2904566"/>
            <a:ext cx="3413760" cy="3359079"/>
          </a:xfrm>
        </p:spPr>
        <p:txBody>
          <a:bodyPr anchor="t">
            <a:normAutofit/>
          </a:bodyPr>
          <a:lstStyle>
            <a:lvl1pPr marL="0" indent="0">
              <a:buNone/>
              <a:defRPr sz="1400"/>
            </a:lvl1pPr>
            <a:lvl2pPr marL="457177" indent="0">
              <a:buNone/>
              <a:defRPr sz="1200"/>
            </a:lvl2pPr>
            <a:lvl3pPr marL="914353" indent="0">
              <a:buNone/>
              <a:defRPr sz="1000"/>
            </a:lvl3pPr>
            <a:lvl4pPr marL="1371530" indent="0">
              <a:buNone/>
              <a:defRPr sz="900"/>
            </a:lvl4pPr>
            <a:lvl5pPr marL="1828706" indent="0">
              <a:buNone/>
              <a:defRPr sz="900"/>
            </a:lvl5pPr>
            <a:lvl6pPr marL="2285883" indent="0">
              <a:buNone/>
              <a:defRPr sz="900"/>
            </a:lvl6pPr>
            <a:lvl7pPr marL="2743060" indent="0">
              <a:buNone/>
              <a:defRPr sz="900"/>
            </a:lvl7pPr>
            <a:lvl8pPr marL="3200236" indent="0">
              <a:buNone/>
              <a:defRPr sz="900"/>
            </a:lvl8pPr>
            <a:lvl9pPr marL="3657413"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02983" y="2201333"/>
            <a:ext cx="3413760" cy="626534"/>
          </a:xfrm>
        </p:spPr>
        <p:txBody>
          <a:bodyPr anchor="b">
            <a:noAutofit/>
          </a:bodyPr>
          <a:lstStyle>
            <a:lvl1pPr marL="0" indent="0">
              <a:buNone/>
              <a:defRPr sz="2400" b="0">
                <a:solidFill>
                  <a:schemeClr val="tx1"/>
                </a:solidFill>
              </a:defRPr>
            </a:lvl1pPr>
            <a:lvl2pPr marL="457177" indent="0">
              <a:buNone/>
              <a:defRPr sz="2000" b="1"/>
            </a:lvl2pPr>
            <a:lvl3pPr marL="914353" indent="0">
              <a:buNone/>
              <a:defRPr sz="1800" b="1"/>
            </a:lvl3pPr>
            <a:lvl4pPr marL="1371530" indent="0">
              <a:buNone/>
              <a:defRPr sz="1600" b="1"/>
            </a:lvl4pPr>
            <a:lvl5pPr marL="1828706" indent="0">
              <a:buNone/>
              <a:defRPr sz="1600" b="1"/>
            </a:lvl5pPr>
            <a:lvl6pPr marL="2285883" indent="0">
              <a:buNone/>
              <a:defRPr sz="1600" b="1"/>
            </a:lvl6pPr>
            <a:lvl7pPr marL="2743060" indent="0">
              <a:buNone/>
              <a:defRPr sz="1600" b="1"/>
            </a:lvl7pPr>
            <a:lvl8pPr marL="3200236" indent="0">
              <a:buNone/>
              <a:defRPr sz="1600" b="1"/>
            </a:lvl8pPr>
            <a:lvl9pPr marL="3657413"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01041" y="2904068"/>
            <a:ext cx="3413760" cy="3359572"/>
          </a:xfrm>
        </p:spPr>
        <p:txBody>
          <a:bodyPr anchor="t">
            <a:normAutofit/>
          </a:bodyPr>
          <a:lstStyle>
            <a:lvl1pPr marL="0" indent="0">
              <a:buNone/>
              <a:defRPr sz="1400"/>
            </a:lvl1pPr>
            <a:lvl2pPr marL="457177" indent="0">
              <a:buNone/>
              <a:defRPr sz="1200"/>
            </a:lvl2pPr>
            <a:lvl3pPr marL="914353" indent="0">
              <a:buNone/>
              <a:defRPr sz="1000"/>
            </a:lvl3pPr>
            <a:lvl4pPr marL="1371530" indent="0">
              <a:buNone/>
              <a:defRPr sz="900"/>
            </a:lvl4pPr>
            <a:lvl5pPr marL="1828706" indent="0">
              <a:buNone/>
              <a:defRPr sz="900"/>
            </a:lvl5pPr>
            <a:lvl6pPr marL="2285883" indent="0">
              <a:buNone/>
              <a:defRPr sz="900"/>
            </a:lvl6pPr>
            <a:lvl7pPr marL="2743060" indent="0">
              <a:buNone/>
              <a:defRPr sz="900"/>
            </a:lvl7pPr>
            <a:lvl8pPr marL="3200236" indent="0">
              <a:buNone/>
              <a:defRPr sz="900"/>
            </a:lvl8pPr>
            <a:lvl9pPr marL="3657413"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85759" y="2192867"/>
            <a:ext cx="3413760" cy="626534"/>
          </a:xfrm>
        </p:spPr>
        <p:txBody>
          <a:bodyPr anchor="b">
            <a:noAutofit/>
          </a:bodyPr>
          <a:lstStyle>
            <a:lvl1pPr marL="0" indent="0">
              <a:buNone/>
              <a:defRPr sz="2400" b="0">
                <a:solidFill>
                  <a:schemeClr val="tx1"/>
                </a:solidFill>
              </a:defRPr>
            </a:lvl1pPr>
            <a:lvl2pPr marL="457177" indent="0">
              <a:buNone/>
              <a:defRPr sz="2000" b="1"/>
            </a:lvl2pPr>
            <a:lvl3pPr marL="914353" indent="0">
              <a:buNone/>
              <a:defRPr sz="1800" b="1"/>
            </a:lvl3pPr>
            <a:lvl4pPr marL="1371530" indent="0">
              <a:buNone/>
              <a:defRPr sz="1600" b="1"/>
            </a:lvl4pPr>
            <a:lvl5pPr marL="1828706" indent="0">
              <a:buNone/>
              <a:defRPr sz="1600" b="1"/>
            </a:lvl5pPr>
            <a:lvl6pPr marL="2285883" indent="0">
              <a:buNone/>
              <a:defRPr sz="1600" b="1"/>
            </a:lvl6pPr>
            <a:lvl7pPr marL="2743060" indent="0">
              <a:buNone/>
              <a:defRPr sz="1600" b="1"/>
            </a:lvl7pPr>
            <a:lvl8pPr marL="3200236" indent="0">
              <a:buNone/>
              <a:defRPr sz="1600" b="1"/>
            </a:lvl8pPr>
            <a:lvl9pPr marL="3657413"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85760" y="2904566"/>
            <a:ext cx="3413760" cy="3359079"/>
          </a:xfrm>
        </p:spPr>
        <p:txBody>
          <a:bodyPr anchor="t">
            <a:normAutofit/>
          </a:bodyPr>
          <a:lstStyle>
            <a:lvl1pPr marL="0" indent="0">
              <a:buNone/>
              <a:defRPr sz="1400"/>
            </a:lvl1pPr>
            <a:lvl2pPr marL="457177" indent="0">
              <a:buNone/>
              <a:defRPr sz="1200"/>
            </a:lvl2pPr>
            <a:lvl3pPr marL="914353" indent="0">
              <a:buNone/>
              <a:defRPr sz="1000"/>
            </a:lvl3pPr>
            <a:lvl4pPr marL="1371530" indent="0">
              <a:buNone/>
              <a:defRPr sz="900"/>
            </a:lvl4pPr>
            <a:lvl5pPr marL="1828706" indent="0">
              <a:buNone/>
              <a:defRPr sz="900"/>
            </a:lvl5pPr>
            <a:lvl6pPr marL="2285883" indent="0">
              <a:buNone/>
              <a:defRPr sz="900"/>
            </a:lvl6pPr>
            <a:lvl7pPr marL="2743060" indent="0">
              <a:buNone/>
              <a:defRPr sz="900"/>
            </a:lvl7pPr>
            <a:lvl8pPr marL="3200236" indent="0">
              <a:buNone/>
              <a:defRPr sz="900"/>
            </a:lvl8pPr>
            <a:lvl9pPr marL="3657413"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8/27/2026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5393179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3" y="762000"/>
            <a:ext cx="8509312" cy="1295400"/>
          </a:xfrm>
        </p:spPr>
        <p:txBody>
          <a:bodyPr/>
          <a:lstStyle/>
          <a:p>
            <a:r>
              <a:rPr lang="en-US"/>
              <a:t>Click to edit Master title style</a:t>
            </a:r>
          </a:p>
        </p:txBody>
      </p:sp>
      <p:sp>
        <p:nvSpPr>
          <p:cNvPr id="19" name="Text Placeholder 2"/>
          <p:cNvSpPr>
            <a:spLocks noGrp="1"/>
          </p:cNvSpPr>
          <p:nvPr>
            <p:ph type="body" idx="1"/>
          </p:nvPr>
        </p:nvSpPr>
        <p:spPr>
          <a:xfrm>
            <a:off x="792480" y="4113341"/>
            <a:ext cx="3413760" cy="682765"/>
          </a:xfrm>
        </p:spPr>
        <p:txBody>
          <a:bodyPr anchor="b">
            <a:noAutofit/>
          </a:bodyPr>
          <a:lstStyle>
            <a:lvl1pPr marL="0" indent="0">
              <a:buNone/>
              <a:defRPr sz="2400" b="0">
                <a:solidFill>
                  <a:schemeClr val="tx1"/>
                </a:solidFill>
              </a:defRPr>
            </a:lvl1pPr>
            <a:lvl2pPr marL="457177" indent="0">
              <a:buNone/>
              <a:defRPr sz="2000" b="1"/>
            </a:lvl2pPr>
            <a:lvl3pPr marL="914353" indent="0">
              <a:buNone/>
              <a:defRPr sz="1800" b="1"/>
            </a:lvl3pPr>
            <a:lvl4pPr marL="1371530" indent="0">
              <a:buNone/>
              <a:defRPr sz="1600" b="1"/>
            </a:lvl4pPr>
            <a:lvl5pPr marL="1828706" indent="0">
              <a:buNone/>
              <a:defRPr sz="1600" b="1"/>
            </a:lvl5pPr>
            <a:lvl6pPr marL="2285883" indent="0">
              <a:buNone/>
              <a:defRPr sz="1600" b="1"/>
            </a:lvl6pPr>
            <a:lvl7pPr marL="2743060" indent="0">
              <a:buNone/>
              <a:defRPr sz="1600" b="1"/>
            </a:lvl7pPr>
            <a:lvl8pPr marL="3200236" indent="0">
              <a:buNone/>
              <a:defRPr sz="1600" b="1"/>
            </a:lvl8pPr>
            <a:lvl9pPr marL="3657413"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792480" y="2331720"/>
            <a:ext cx="341376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177" indent="0">
              <a:buNone/>
              <a:defRPr sz="1600"/>
            </a:lvl2pPr>
            <a:lvl3pPr marL="914353" indent="0">
              <a:buNone/>
              <a:defRPr sz="1600"/>
            </a:lvl3pPr>
            <a:lvl4pPr marL="1371530" indent="0">
              <a:buNone/>
              <a:defRPr sz="1600"/>
            </a:lvl4pPr>
            <a:lvl5pPr marL="1828706" indent="0">
              <a:buNone/>
              <a:defRPr sz="1600"/>
            </a:lvl5pPr>
            <a:lvl6pPr marL="2285883" indent="0">
              <a:buNone/>
              <a:defRPr sz="1600"/>
            </a:lvl6pPr>
            <a:lvl7pPr marL="2743060" indent="0">
              <a:buNone/>
              <a:defRPr sz="1600"/>
            </a:lvl7pPr>
            <a:lvl8pPr marL="3200236" indent="0">
              <a:buNone/>
              <a:defRPr sz="1600"/>
            </a:lvl8pPr>
            <a:lvl9pPr marL="3657413" indent="0">
              <a:buNone/>
              <a:defRPr sz="1600"/>
            </a:lvl9pPr>
          </a:lstStyle>
          <a:p>
            <a:r>
              <a:rPr lang="en-US"/>
              <a:t>Click icon to add picture</a:t>
            </a:r>
          </a:p>
        </p:txBody>
      </p:sp>
      <p:sp>
        <p:nvSpPr>
          <p:cNvPr id="21" name="Text Placeholder 3"/>
          <p:cNvSpPr>
            <a:spLocks noGrp="1"/>
          </p:cNvSpPr>
          <p:nvPr>
            <p:ph type="body" sz="half" idx="18"/>
          </p:nvPr>
        </p:nvSpPr>
        <p:spPr>
          <a:xfrm>
            <a:off x="792480" y="4796105"/>
            <a:ext cx="3413760" cy="1467537"/>
          </a:xfrm>
        </p:spPr>
        <p:txBody>
          <a:bodyPr anchor="t">
            <a:normAutofit/>
          </a:bodyPr>
          <a:lstStyle>
            <a:lvl1pPr marL="0" indent="0">
              <a:buNone/>
              <a:defRPr sz="1400"/>
            </a:lvl1pPr>
            <a:lvl2pPr marL="457177" indent="0">
              <a:buNone/>
              <a:defRPr sz="1200"/>
            </a:lvl2pPr>
            <a:lvl3pPr marL="914353" indent="0">
              <a:buNone/>
              <a:defRPr sz="1000"/>
            </a:lvl3pPr>
            <a:lvl4pPr marL="1371530" indent="0">
              <a:buNone/>
              <a:defRPr sz="900"/>
            </a:lvl4pPr>
            <a:lvl5pPr marL="1828706" indent="0">
              <a:buNone/>
              <a:defRPr sz="900"/>
            </a:lvl5pPr>
            <a:lvl6pPr marL="2285883" indent="0">
              <a:buNone/>
              <a:defRPr sz="900"/>
            </a:lvl6pPr>
            <a:lvl7pPr marL="2743060" indent="0">
              <a:buNone/>
              <a:defRPr sz="900"/>
            </a:lvl7pPr>
            <a:lvl8pPr marL="3200236" indent="0">
              <a:buNone/>
              <a:defRPr sz="900"/>
            </a:lvl8pPr>
            <a:lvl9pPr marL="3657413"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89164" y="4113341"/>
            <a:ext cx="3413760" cy="682765"/>
          </a:xfrm>
        </p:spPr>
        <p:txBody>
          <a:bodyPr anchor="b">
            <a:noAutofit/>
          </a:bodyPr>
          <a:lstStyle>
            <a:lvl1pPr marL="0" indent="0">
              <a:buNone/>
              <a:defRPr sz="2400" b="0">
                <a:solidFill>
                  <a:schemeClr val="tx1"/>
                </a:solidFill>
              </a:defRPr>
            </a:lvl1pPr>
            <a:lvl2pPr marL="457177" indent="0">
              <a:buNone/>
              <a:defRPr sz="2000" b="1"/>
            </a:lvl2pPr>
            <a:lvl3pPr marL="914353" indent="0">
              <a:buNone/>
              <a:defRPr sz="1800" b="1"/>
            </a:lvl3pPr>
            <a:lvl4pPr marL="1371530" indent="0">
              <a:buNone/>
              <a:defRPr sz="1600" b="1"/>
            </a:lvl4pPr>
            <a:lvl5pPr marL="1828706" indent="0">
              <a:buNone/>
              <a:defRPr sz="1600" b="1"/>
            </a:lvl5pPr>
            <a:lvl6pPr marL="2285883" indent="0">
              <a:buNone/>
              <a:defRPr sz="1600" b="1"/>
            </a:lvl6pPr>
            <a:lvl7pPr marL="2743060" indent="0">
              <a:buNone/>
              <a:defRPr sz="1600" b="1"/>
            </a:lvl7pPr>
            <a:lvl8pPr marL="3200236" indent="0">
              <a:buNone/>
              <a:defRPr sz="1600" b="1"/>
            </a:lvl8pPr>
            <a:lvl9pPr marL="3657413"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89163" y="2331720"/>
            <a:ext cx="341376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177" indent="0">
              <a:buNone/>
              <a:defRPr sz="1600"/>
            </a:lvl2pPr>
            <a:lvl3pPr marL="914353" indent="0">
              <a:buNone/>
              <a:defRPr sz="1600"/>
            </a:lvl3pPr>
            <a:lvl4pPr marL="1371530" indent="0">
              <a:buNone/>
              <a:defRPr sz="1600"/>
            </a:lvl4pPr>
            <a:lvl5pPr marL="1828706" indent="0">
              <a:buNone/>
              <a:defRPr sz="1600"/>
            </a:lvl5pPr>
            <a:lvl6pPr marL="2285883" indent="0">
              <a:buNone/>
              <a:defRPr sz="1600"/>
            </a:lvl6pPr>
            <a:lvl7pPr marL="2743060" indent="0">
              <a:buNone/>
              <a:defRPr sz="1600"/>
            </a:lvl7pPr>
            <a:lvl8pPr marL="3200236" indent="0">
              <a:buNone/>
              <a:defRPr sz="1600"/>
            </a:lvl8pPr>
            <a:lvl9pPr marL="3657413" indent="0">
              <a:buNone/>
              <a:defRPr sz="1600"/>
            </a:lvl9pPr>
          </a:lstStyle>
          <a:p>
            <a:r>
              <a:rPr lang="en-US"/>
              <a:t>Click icon to add picture</a:t>
            </a:r>
          </a:p>
        </p:txBody>
      </p:sp>
      <p:sp>
        <p:nvSpPr>
          <p:cNvPr id="24" name="Text Placeholder 3"/>
          <p:cNvSpPr>
            <a:spLocks noGrp="1"/>
          </p:cNvSpPr>
          <p:nvPr>
            <p:ph type="body" sz="half" idx="19"/>
          </p:nvPr>
        </p:nvSpPr>
        <p:spPr>
          <a:xfrm>
            <a:off x="4387811" y="4796103"/>
            <a:ext cx="3413760" cy="1467537"/>
          </a:xfrm>
        </p:spPr>
        <p:txBody>
          <a:bodyPr anchor="t">
            <a:normAutofit/>
          </a:bodyPr>
          <a:lstStyle>
            <a:lvl1pPr marL="0" indent="0">
              <a:buNone/>
              <a:defRPr sz="1400"/>
            </a:lvl1pPr>
            <a:lvl2pPr marL="457177" indent="0">
              <a:buNone/>
              <a:defRPr sz="1200"/>
            </a:lvl2pPr>
            <a:lvl3pPr marL="914353" indent="0">
              <a:buNone/>
              <a:defRPr sz="1000"/>
            </a:lvl3pPr>
            <a:lvl4pPr marL="1371530" indent="0">
              <a:buNone/>
              <a:defRPr sz="900"/>
            </a:lvl4pPr>
            <a:lvl5pPr marL="1828706" indent="0">
              <a:buNone/>
              <a:defRPr sz="900"/>
            </a:lvl5pPr>
            <a:lvl6pPr marL="2285883" indent="0">
              <a:buNone/>
              <a:defRPr sz="900"/>
            </a:lvl6pPr>
            <a:lvl7pPr marL="2743060" indent="0">
              <a:buNone/>
              <a:defRPr sz="900"/>
            </a:lvl7pPr>
            <a:lvl8pPr marL="3200236" indent="0">
              <a:buNone/>
              <a:defRPr sz="900"/>
            </a:lvl8pPr>
            <a:lvl9pPr marL="3657413"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91153" y="4113341"/>
            <a:ext cx="3413760" cy="682765"/>
          </a:xfrm>
        </p:spPr>
        <p:txBody>
          <a:bodyPr anchor="b">
            <a:noAutofit/>
          </a:bodyPr>
          <a:lstStyle>
            <a:lvl1pPr marL="0" indent="0">
              <a:buNone/>
              <a:defRPr sz="2400" b="0">
                <a:solidFill>
                  <a:schemeClr val="tx1"/>
                </a:solidFill>
              </a:defRPr>
            </a:lvl1pPr>
            <a:lvl2pPr marL="457177" indent="0">
              <a:buNone/>
              <a:defRPr sz="2000" b="1"/>
            </a:lvl2pPr>
            <a:lvl3pPr marL="914353" indent="0">
              <a:buNone/>
              <a:defRPr sz="1800" b="1"/>
            </a:lvl3pPr>
            <a:lvl4pPr marL="1371530" indent="0">
              <a:buNone/>
              <a:defRPr sz="1600" b="1"/>
            </a:lvl4pPr>
            <a:lvl5pPr marL="1828706" indent="0">
              <a:buNone/>
              <a:defRPr sz="1600" b="1"/>
            </a:lvl5pPr>
            <a:lvl6pPr marL="2285883" indent="0">
              <a:buNone/>
              <a:defRPr sz="1600" b="1"/>
            </a:lvl6pPr>
            <a:lvl7pPr marL="2743060" indent="0">
              <a:buNone/>
              <a:defRPr sz="1600" b="1"/>
            </a:lvl7pPr>
            <a:lvl8pPr marL="3200236" indent="0">
              <a:buNone/>
              <a:defRPr sz="1600" b="1"/>
            </a:lvl8pPr>
            <a:lvl9pPr marL="3657413"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91152" y="2331722"/>
            <a:ext cx="341376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177" indent="0">
              <a:buNone/>
              <a:defRPr sz="1600"/>
            </a:lvl2pPr>
            <a:lvl3pPr marL="914353" indent="0">
              <a:buNone/>
              <a:defRPr sz="1600"/>
            </a:lvl3pPr>
            <a:lvl4pPr marL="1371530" indent="0">
              <a:buNone/>
              <a:defRPr sz="1600"/>
            </a:lvl4pPr>
            <a:lvl5pPr marL="1828706" indent="0">
              <a:buNone/>
              <a:defRPr sz="1600"/>
            </a:lvl5pPr>
            <a:lvl6pPr marL="2285883" indent="0">
              <a:buNone/>
              <a:defRPr sz="1600"/>
            </a:lvl6pPr>
            <a:lvl7pPr marL="2743060" indent="0">
              <a:buNone/>
              <a:defRPr sz="1600"/>
            </a:lvl7pPr>
            <a:lvl8pPr marL="3200236" indent="0">
              <a:buNone/>
              <a:defRPr sz="1600"/>
            </a:lvl8pPr>
            <a:lvl9pPr marL="3657413" indent="0">
              <a:buNone/>
              <a:defRPr sz="1600"/>
            </a:lvl9pPr>
          </a:lstStyle>
          <a:p>
            <a:r>
              <a:rPr lang="en-US"/>
              <a:t>Click icon to add picture</a:t>
            </a:r>
          </a:p>
        </p:txBody>
      </p:sp>
      <p:sp>
        <p:nvSpPr>
          <p:cNvPr id="27" name="Text Placeholder 3"/>
          <p:cNvSpPr>
            <a:spLocks noGrp="1"/>
          </p:cNvSpPr>
          <p:nvPr>
            <p:ph type="body" sz="half" idx="20"/>
          </p:nvPr>
        </p:nvSpPr>
        <p:spPr>
          <a:xfrm>
            <a:off x="7991029" y="4796102"/>
            <a:ext cx="3413760" cy="1467537"/>
          </a:xfrm>
        </p:spPr>
        <p:txBody>
          <a:bodyPr anchor="t">
            <a:normAutofit/>
          </a:bodyPr>
          <a:lstStyle>
            <a:lvl1pPr marL="0" indent="0">
              <a:buNone/>
              <a:defRPr sz="1400"/>
            </a:lvl1pPr>
            <a:lvl2pPr marL="457177" indent="0">
              <a:buNone/>
              <a:defRPr sz="1200"/>
            </a:lvl2pPr>
            <a:lvl3pPr marL="914353" indent="0">
              <a:buNone/>
              <a:defRPr sz="1000"/>
            </a:lvl3pPr>
            <a:lvl4pPr marL="1371530" indent="0">
              <a:buNone/>
              <a:defRPr sz="900"/>
            </a:lvl4pPr>
            <a:lvl5pPr marL="1828706" indent="0">
              <a:buNone/>
              <a:defRPr sz="900"/>
            </a:lvl5pPr>
            <a:lvl6pPr marL="2285883" indent="0">
              <a:buNone/>
              <a:defRPr sz="900"/>
            </a:lvl6pPr>
            <a:lvl7pPr marL="2743060" indent="0">
              <a:buNone/>
              <a:defRPr sz="900"/>
            </a:lvl7pPr>
            <a:lvl8pPr marL="3200236" indent="0">
              <a:buNone/>
              <a:defRPr sz="900"/>
            </a:lvl8pPr>
            <a:lvl9pPr marL="3657413"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8/27/2026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9965818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792480" y="2194560"/>
            <a:ext cx="1060704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dirty="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9032201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12192000" cy="1862138"/>
          </a:xfrm>
          <a:prstGeom prst="rect">
            <a:avLst/>
          </a:prstGeom>
        </p:spPr>
      </p:pic>
      <p:sp>
        <p:nvSpPr>
          <p:cNvPr id="2" name="Vertical Title 1"/>
          <p:cNvSpPr>
            <a:spLocks noGrp="1"/>
          </p:cNvSpPr>
          <p:nvPr>
            <p:ph type="title" orient="vert"/>
          </p:nvPr>
        </p:nvSpPr>
        <p:spPr>
          <a:xfrm>
            <a:off x="9342120" y="747185"/>
            <a:ext cx="2057400" cy="4248675"/>
          </a:xfrm>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792482" y="746126"/>
            <a:ext cx="8370713"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7416235" y="381003"/>
            <a:ext cx="2910840" cy="365125"/>
          </a:xfrm>
        </p:spPr>
        <p:txBody>
          <a:bodyPr/>
          <a:lstStyle>
            <a:lvl1pPr algn="r">
              <a:defRPr/>
            </a:lvl1pPr>
          </a:lstStyle>
          <a:p>
            <a:fld id="{48A87A34-81AB-432B-8DAE-1953F412C126}" type="datetimeFigureOut">
              <a:rPr lang="en-US" dirty="0"/>
              <a:pPr/>
              <a:t>8/27/2026</a:t>
            </a:fld>
            <a:endParaRPr lang="en-US"/>
          </a:p>
        </p:txBody>
      </p:sp>
      <p:sp>
        <p:nvSpPr>
          <p:cNvPr id="5" name="Footer Placeholder 4"/>
          <p:cNvSpPr>
            <a:spLocks noGrp="1"/>
          </p:cNvSpPr>
          <p:nvPr>
            <p:ph type="ftr" sz="quarter" idx="11"/>
          </p:nvPr>
        </p:nvSpPr>
        <p:spPr>
          <a:xfrm>
            <a:off x="792480" y="381003"/>
            <a:ext cx="6440875" cy="365125"/>
          </a:xfrm>
        </p:spPr>
        <p:txBody>
          <a:bodyPr/>
          <a:lstStyle/>
          <a:p>
            <a:endParaRPr lang="en-US"/>
          </a:p>
        </p:txBody>
      </p:sp>
      <p:sp>
        <p:nvSpPr>
          <p:cNvPr id="6" name="Slide Number Placeholder 5"/>
          <p:cNvSpPr>
            <a:spLocks noGrp="1"/>
          </p:cNvSpPr>
          <p:nvPr>
            <p:ph type="sldNum" sz="quarter" idx="12"/>
          </p:nvPr>
        </p:nvSpPr>
        <p:spPr>
          <a:xfrm>
            <a:off x="10509955" y="381003"/>
            <a:ext cx="889565" cy="365125"/>
          </a:xfr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99734589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88" name="Shape 88"/>
          <p:cNvSpPr>
            <a:spLocks noGrp="1"/>
          </p:cNvSpPr>
          <p:nvPr>
            <p:ph type="title"/>
          </p:nvPr>
        </p:nvSpPr>
        <p:spPr>
          <a:xfrm>
            <a:off x="976314" y="187523"/>
            <a:ext cx="10239375" cy="1714500"/>
          </a:xfrm>
          <a:prstGeom prst="rect">
            <a:avLst/>
          </a:prstGeom>
        </p:spPr>
        <p:txBody>
          <a:bodyPr/>
          <a:lstStyle>
            <a:lvl1pPr>
              <a:defRPr>
                <a:solidFill>
                  <a:srgbClr val="558AAB"/>
                </a:solidFill>
              </a:defRPr>
            </a:lvl1pPr>
          </a:lstStyle>
          <a:p>
            <a:r>
              <a:t>Title Text</a:t>
            </a:r>
          </a:p>
        </p:txBody>
      </p:sp>
      <p:sp>
        <p:nvSpPr>
          <p:cNvPr id="89" name="Shape 89"/>
          <p:cNvSpPr>
            <a:spLocks noGrp="1"/>
          </p:cNvSpPr>
          <p:nvPr>
            <p:ph type="body" idx="1"/>
          </p:nvPr>
        </p:nvSpPr>
        <p:spPr>
          <a:xfrm>
            <a:off x="976314" y="1946673"/>
            <a:ext cx="10239375" cy="4018359"/>
          </a:xfrm>
          <a:prstGeom prst="rect">
            <a:avLst/>
          </a:prstGeom>
        </p:spPr>
        <p:txBody>
          <a:bodyPr anchor="t"/>
          <a:lstStyle>
            <a:lvl1pPr marL="312528" indent="-312528">
              <a:buBlip>
                <a:blip r:embed="rId2"/>
              </a:buBlip>
            </a:lvl1pPr>
            <a:lvl2pPr marL="625056" indent="-312528">
              <a:buBlip>
                <a:blip r:embed="rId2"/>
              </a:buBlip>
            </a:lvl2pPr>
            <a:lvl3pPr marL="937584" indent="-312528">
              <a:buBlip>
                <a:blip r:embed="rId2"/>
              </a:buBlip>
            </a:lvl3pPr>
            <a:lvl4pPr marL="1250112" indent="-312528">
              <a:buBlip>
                <a:blip r:embed="rId2"/>
              </a:buBlip>
            </a:lvl4pPr>
            <a:lvl5pPr marL="1562640" indent="-312528">
              <a:buBlip>
                <a:blip r:embed="rId2"/>
              </a:buBlip>
            </a:lvl5pPr>
          </a:lstStyle>
          <a:p>
            <a:r>
              <a:t>Body Level One</a:t>
            </a:r>
          </a:p>
          <a:p>
            <a:pPr lvl="1"/>
            <a:r>
              <a:t>Body Level Two</a:t>
            </a:r>
          </a:p>
          <a:p>
            <a:pPr lvl="2"/>
            <a:r>
              <a:t>Body Level Three</a:t>
            </a:r>
          </a:p>
          <a:p>
            <a:pPr lvl="3"/>
            <a:r>
              <a:t>Body Level Four</a:t>
            </a:r>
          </a:p>
          <a:p>
            <a:pPr lvl="4"/>
            <a:r>
              <a:t>Body Level Five</a:t>
            </a:r>
          </a:p>
        </p:txBody>
      </p:sp>
      <p:sp>
        <p:nvSpPr>
          <p:cNvPr id="90" name="Shape 90"/>
          <p:cNvSpPr>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233060656"/>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97" name="Shape 97"/>
          <p:cNvSpPr>
            <a:spLocks noGrp="1"/>
          </p:cNvSpPr>
          <p:nvPr>
            <p:ph type="pic" sz="quarter" idx="13"/>
          </p:nvPr>
        </p:nvSpPr>
        <p:spPr>
          <a:xfrm>
            <a:off x="7167563" y="1946673"/>
            <a:ext cx="4024312" cy="4018359"/>
          </a:xfrm>
          <a:prstGeom prst="rect">
            <a:avLst/>
          </a:prstGeom>
          <a:ln w="9525">
            <a:round/>
          </a:ln>
        </p:spPr>
        <p:txBody>
          <a:bodyPr lIns="91439" tIns="45719" rIns="91439" bIns="45719" anchor="t">
            <a:noAutofit/>
          </a:bodyPr>
          <a:lstStyle/>
          <a:p>
            <a:endParaRPr/>
          </a:p>
        </p:txBody>
      </p:sp>
      <p:sp>
        <p:nvSpPr>
          <p:cNvPr id="98" name="Shape 98"/>
          <p:cNvSpPr>
            <a:spLocks noGrp="1"/>
          </p:cNvSpPr>
          <p:nvPr>
            <p:ph type="title"/>
          </p:nvPr>
        </p:nvSpPr>
        <p:spPr>
          <a:xfrm>
            <a:off x="976314" y="187523"/>
            <a:ext cx="10239375" cy="1714500"/>
          </a:xfrm>
          <a:prstGeom prst="rect">
            <a:avLst/>
          </a:prstGeom>
        </p:spPr>
        <p:txBody>
          <a:bodyPr/>
          <a:lstStyle>
            <a:lvl1pPr>
              <a:defRPr>
                <a:solidFill>
                  <a:srgbClr val="558AAB"/>
                </a:solidFill>
              </a:defRPr>
            </a:lvl1pPr>
          </a:lstStyle>
          <a:p>
            <a:r>
              <a:t>Title Text</a:t>
            </a:r>
          </a:p>
        </p:txBody>
      </p:sp>
      <p:sp>
        <p:nvSpPr>
          <p:cNvPr id="99" name="Shape 99"/>
          <p:cNvSpPr>
            <a:spLocks noGrp="1"/>
          </p:cNvSpPr>
          <p:nvPr>
            <p:ph type="body" sz="half" idx="1"/>
          </p:nvPr>
        </p:nvSpPr>
        <p:spPr>
          <a:xfrm>
            <a:off x="976313" y="1946673"/>
            <a:ext cx="5000625" cy="4018359"/>
          </a:xfrm>
          <a:prstGeom prst="rect">
            <a:avLst/>
          </a:prstGeom>
        </p:spPr>
        <p:txBody>
          <a:bodyPr/>
          <a:lstStyle>
            <a:lvl1pPr marL="267881" indent="-267881">
              <a:spcBef>
                <a:spcPts val="1969"/>
              </a:spcBef>
              <a:buBlip>
                <a:blip r:embed="rId2"/>
              </a:buBlip>
              <a:defRPr sz="2109"/>
            </a:lvl1pPr>
            <a:lvl2pPr marL="535762" indent="-267881">
              <a:spcBef>
                <a:spcPts val="1969"/>
              </a:spcBef>
              <a:buBlip>
                <a:blip r:embed="rId2"/>
              </a:buBlip>
              <a:defRPr sz="2109"/>
            </a:lvl2pPr>
            <a:lvl3pPr marL="803643" indent="-267881">
              <a:spcBef>
                <a:spcPts val="1969"/>
              </a:spcBef>
              <a:buBlip>
                <a:blip r:embed="rId2"/>
              </a:buBlip>
              <a:defRPr sz="2109"/>
            </a:lvl3pPr>
            <a:lvl4pPr marL="1071524" indent="-267881">
              <a:spcBef>
                <a:spcPts val="1969"/>
              </a:spcBef>
              <a:buBlip>
                <a:blip r:embed="rId2"/>
              </a:buBlip>
              <a:defRPr sz="2109"/>
            </a:lvl4pPr>
            <a:lvl5pPr marL="1339406" indent="-267881">
              <a:spcBef>
                <a:spcPts val="1969"/>
              </a:spcBef>
              <a:buBlip>
                <a:blip r:embed="rId2"/>
              </a:buBlip>
              <a:defRPr sz="2109"/>
            </a:lvl5pPr>
          </a:lstStyle>
          <a:p>
            <a:r>
              <a:t>Body Level One</a:t>
            </a:r>
          </a:p>
          <a:p>
            <a:pPr lvl="1"/>
            <a:r>
              <a:t>Body Level Two</a:t>
            </a:r>
          </a:p>
          <a:p>
            <a:pPr lvl="2"/>
            <a:r>
              <a:t>Body Level Three</a:t>
            </a:r>
          </a:p>
          <a:p>
            <a:pPr lvl="3"/>
            <a:r>
              <a:t>Body Level Four</a:t>
            </a:r>
          </a:p>
          <a:p>
            <a:pPr lvl="4"/>
            <a:r>
              <a:t>Body Level Five</a:t>
            </a:r>
          </a:p>
        </p:txBody>
      </p:sp>
      <p:sp>
        <p:nvSpPr>
          <p:cNvPr id="100" name="Shape 100"/>
          <p:cNvSpPr>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782440039"/>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7A32322-E236-FB6A-D4B8-F6D08F40393F}"/>
              </a:ext>
            </a:extLst>
          </p:cNvPr>
          <p:cNvPicPr>
            <a:picLocks noChangeAspect="1"/>
          </p:cNvPicPr>
          <p:nvPr userDrawn="1"/>
        </p:nvPicPr>
        <p:blipFill rotWithShape="1">
          <a:blip r:embed="rId2">
            <a:alphaModFix/>
          </a:blip>
          <a:srcRect l="19567" r="13056" b="32624"/>
          <a:stretch/>
        </p:blipFill>
        <p:spPr>
          <a:xfrm flipH="1">
            <a:off x="0" y="0"/>
            <a:ext cx="12192000" cy="6858000"/>
          </a:xfrm>
          <a:prstGeom prst="rect">
            <a:avLst/>
          </a:prstGeom>
        </p:spPr>
      </p:pic>
      <p:sp>
        <p:nvSpPr>
          <p:cNvPr id="2" name="Title 1"/>
          <p:cNvSpPr>
            <a:spLocks noGrp="1"/>
          </p:cNvSpPr>
          <p:nvPr>
            <p:ph type="ctrTitle"/>
          </p:nvPr>
        </p:nvSpPr>
        <p:spPr>
          <a:xfrm>
            <a:off x="914400" y="914400"/>
            <a:ext cx="6428232" cy="4992624"/>
          </a:xfrm>
        </p:spPr>
        <p:txBody>
          <a:bodyPr wrap="square" anchor="b">
            <a:normAutofit/>
          </a:bodyPr>
          <a:lstStyle>
            <a:lvl1pPr algn="l">
              <a:defRPr sz="5400" b="1" spc="0" baseline="0">
                <a:solidFill>
                  <a:schemeClr val="bg1"/>
                </a:solidFill>
                <a:effectLst/>
                <a:latin typeface="+mj-lt"/>
              </a:defRPr>
            </a:lvl1pPr>
          </a:lstStyle>
          <a:p>
            <a:r>
              <a:rPr lang="en-US"/>
              <a:t>Click to edit Master title style</a:t>
            </a:r>
          </a:p>
        </p:txBody>
      </p:sp>
      <p:sp>
        <p:nvSpPr>
          <p:cNvPr id="3" name="Subtitle 2"/>
          <p:cNvSpPr>
            <a:spLocks noGrp="1"/>
          </p:cNvSpPr>
          <p:nvPr>
            <p:ph type="subTitle" idx="1"/>
          </p:nvPr>
        </p:nvSpPr>
        <p:spPr>
          <a:xfrm>
            <a:off x="7891272" y="914400"/>
            <a:ext cx="3392424" cy="2514600"/>
          </a:xfrm>
        </p:spPr>
        <p:txBody>
          <a:bodyPr anchor="t">
            <a:normAutofit/>
          </a:bodyPr>
          <a:lstStyle>
            <a:lvl1pPr marL="0" indent="0" algn="r">
              <a:buNone/>
              <a:defRPr sz="20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8792002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E6DF8E-0BE6-01D3-6E0E-FA7114CADAA9}"/>
              </a:ext>
            </a:extLst>
          </p:cNvPr>
          <p:cNvSpPr>
            <a:spLocks noGrp="1"/>
          </p:cNvSpPr>
          <p:nvPr>
            <p:ph type="title"/>
          </p:nvPr>
        </p:nvSpPr>
        <p:spPr/>
        <p:txBody>
          <a:bodyPr/>
          <a:lstStyle/>
          <a:p>
            <a:r>
              <a:rPr lang="en-US"/>
              <a:t>Click to edit Master title style</a:t>
            </a:r>
          </a:p>
        </p:txBody>
      </p:sp>
      <p:sp>
        <p:nvSpPr>
          <p:cNvPr id="8" name="Footer Placeholder 7"/>
          <p:cNvSpPr>
            <a:spLocks noGrp="1"/>
          </p:cNvSpPr>
          <p:nvPr>
            <p:ph type="ftr" sz="quarter" idx="11"/>
          </p:nvPr>
        </p:nvSpPr>
        <p:spPr>
          <a:xfrm>
            <a:off x="914400" y="465439"/>
            <a:ext cx="9563100" cy="448960"/>
          </a:xfrm>
        </p:spPr>
        <p:txBody>
          <a:bodyPr tIns="0" anchor="t"/>
          <a:lstStyle>
            <a:lvl1pPr algn="l">
              <a:defRPr sz="1200" spc="80" baseline="0">
                <a:solidFill>
                  <a:schemeClr val="bg1"/>
                </a:solidFill>
              </a:defRPr>
            </a:lvl1pPr>
          </a:lstStyle>
          <a:p>
            <a:endParaRPr lang="en-US"/>
          </a:p>
        </p:txBody>
      </p:sp>
      <p:sp>
        <p:nvSpPr>
          <p:cNvPr id="9" name="Slide Number Placeholder 8"/>
          <p:cNvSpPr>
            <a:spLocks noGrp="1"/>
          </p:cNvSpPr>
          <p:nvPr>
            <p:ph type="sldNum" sz="quarter" idx="12"/>
          </p:nvPr>
        </p:nvSpPr>
        <p:spPr>
          <a:xfrm>
            <a:off x="10655300" y="465439"/>
            <a:ext cx="1079500" cy="448960"/>
          </a:xfrm>
        </p:spPr>
        <p:txBody>
          <a:bodyPr tIns="0" anchor="t"/>
          <a:lstStyle>
            <a:lvl1pPr algn="r">
              <a:defRPr sz="1200" b="1" spc="-80" baseline="0">
                <a:solidFill>
                  <a:schemeClr val="bg1"/>
                </a:solidFill>
              </a:defRPr>
            </a:lvl1pPr>
          </a:lstStyle>
          <a:p>
            <a:fld id="{6D22F896-40B5-4ADD-8801-0D06FADFA095}" type="slidenum">
              <a:rPr lang="en-US" smtClean="0"/>
              <a:pPr/>
              <a:t>‹#›</a:t>
            </a:fld>
            <a:endParaRPr lang="en-US"/>
          </a:p>
        </p:txBody>
      </p:sp>
      <p:sp>
        <p:nvSpPr>
          <p:cNvPr id="5" name="Content Placeholder 4">
            <a:extLst>
              <a:ext uri="{FF2B5EF4-FFF2-40B4-BE49-F238E27FC236}">
                <a16:creationId xmlns:a16="http://schemas.microsoft.com/office/drawing/2014/main" id="{964A01A7-6E88-9214-D446-06ECA717AA2F}"/>
              </a:ext>
            </a:extLst>
          </p:cNvPr>
          <p:cNvSpPr>
            <a:spLocks noGrp="1"/>
          </p:cNvSpPr>
          <p:nvPr>
            <p:ph sz="quarter" idx="13"/>
          </p:nvPr>
        </p:nvSpPr>
        <p:spPr>
          <a:xfrm>
            <a:off x="914400" y="2743200"/>
            <a:ext cx="6483096" cy="3163824"/>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71681083"/>
      </p:ext>
    </p:extLst>
  </p:cSld>
  <p:clrMapOvr>
    <a:masterClrMapping/>
  </p:clrMapOvr>
  <p:extLst>
    <p:ext uri="{DCECCB84-F9BA-43D5-87BE-67443E8EF086}">
      <p15:sldGuideLst xmlns:p15="http://schemas.microsoft.com/office/powerpoint/2012/main">
        <p15:guide id="1" pos="7392">
          <p15:clr>
            <a:srgbClr val="FBAE40"/>
          </p15:clr>
        </p15:guide>
        <p15:guide id="2" orient="horz" pos="2160">
          <p15:clr>
            <a:srgbClr val="FBAE40"/>
          </p15:clr>
        </p15:guide>
        <p15:guide id="3" orient="horz" pos="288">
          <p15:clr>
            <a:srgbClr val="FBAE40"/>
          </p15:clr>
        </p15:guide>
        <p15:guide id="4" orient="horz" pos="4032">
          <p15:clr>
            <a:srgbClr val="FBAE40"/>
          </p15:clr>
        </p15:guide>
        <p15:guide id="5" pos="288">
          <p15:clr>
            <a:srgbClr val="FBAE40"/>
          </p15:clr>
        </p15:guide>
        <p15:guide id="6" pos="3840">
          <p15:clr>
            <a:srgbClr val="FBAE40"/>
          </p15:clr>
        </p15:guide>
        <p15:guide id="7" orient="horz" pos="3720">
          <p15:clr>
            <a:srgbClr val="FBAE40"/>
          </p15:clr>
        </p15:guide>
        <p15:guide id="8" pos="7104">
          <p15:clr>
            <a:srgbClr val="FBAE40"/>
          </p15:clr>
        </p15:guide>
        <p15:guide id="9" pos="576">
          <p15:clr>
            <a:srgbClr val="FBAE40"/>
          </p15:clr>
        </p15:guide>
        <p15:guide id="11" orient="horz" pos="576">
          <p15:clr>
            <a:srgbClr val="FBAE40"/>
          </p15:clr>
        </p15:guide>
        <p15:guide id="12" orient="horz" pos="1728">
          <p15:clr>
            <a:srgbClr val="FBAE40"/>
          </p15:clr>
        </p15:guide>
        <p15:guide id="13" orient="horz" pos="13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Section header 0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5669C7-03B9-341C-8E54-929B3B89CBA5}"/>
              </a:ext>
            </a:extLst>
          </p:cNvPr>
          <p:cNvPicPr>
            <a:picLocks noChangeAspect="1"/>
          </p:cNvPicPr>
          <p:nvPr userDrawn="1"/>
        </p:nvPicPr>
        <p:blipFill rotWithShape="1">
          <a:blip r:embed="rId2">
            <a:alphaModFix/>
          </a:blip>
          <a:srcRect t="26965" r="31989" b="5024"/>
          <a:stretch/>
        </p:blipFill>
        <p:spPr>
          <a:xfrm rot="10800000">
            <a:off x="0" y="0"/>
            <a:ext cx="12192000" cy="6858000"/>
          </a:xfrm>
          <a:prstGeom prst="rect">
            <a:avLst/>
          </a:prstGeom>
        </p:spPr>
      </p:pic>
      <p:sp>
        <p:nvSpPr>
          <p:cNvPr id="2" name="Title 1"/>
          <p:cNvSpPr>
            <a:spLocks noGrp="1"/>
          </p:cNvSpPr>
          <p:nvPr>
            <p:ph type="ctrTitle"/>
          </p:nvPr>
        </p:nvSpPr>
        <p:spPr>
          <a:xfrm>
            <a:off x="5477256" y="914400"/>
            <a:ext cx="5806440" cy="5129784"/>
          </a:xfrm>
        </p:spPr>
        <p:txBody>
          <a:bodyPr wrap="square" anchor="b">
            <a:normAutofit/>
          </a:bodyPr>
          <a:lstStyle>
            <a:lvl1pPr algn="r">
              <a:defRPr sz="5400" b="1" spc="0" baseline="0">
                <a:solidFill>
                  <a:schemeClr val="bg1"/>
                </a:solidFill>
                <a:effectLst/>
                <a:latin typeface="+mj-lt"/>
              </a:defRPr>
            </a:lvl1pPr>
          </a:lstStyle>
          <a:p>
            <a:r>
              <a:rPr lang="en-US"/>
              <a:t>Click to edit Master title style</a:t>
            </a:r>
          </a:p>
        </p:txBody>
      </p:sp>
      <p:sp>
        <p:nvSpPr>
          <p:cNvPr id="8" name="Picture Placeholder 7">
            <a:extLst>
              <a:ext uri="{FF2B5EF4-FFF2-40B4-BE49-F238E27FC236}">
                <a16:creationId xmlns:a16="http://schemas.microsoft.com/office/drawing/2014/main" id="{8A97C257-0C1F-79D6-2080-F863FF7F2DED}"/>
              </a:ext>
            </a:extLst>
          </p:cNvPr>
          <p:cNvSpPr>
            <a:spLocks noGrp="1"/>
          </p:cNvSpPr>
          <p:nvPr>
            <p:ph type="pic" sz="quarter" idx="10"/>
          </p:nvPr>
        </p:nvSpPr>
        <p:spPr>
          <a:xfrm>
            <a:off x="0" y="914400"/>
            <a:ext cx="4927249" cy="4991099"/>
          </a:xfrm>
        </p:spPr>
        <p:txBody>
          <a:bodyPr/>
          <a:lstStyle>
            <a:lvl1pPr marL="0" indent="0">
              <a:buNone/>
              <a:defRPr/>
            </a:lvl1pPr>
          </a:lstStyle>
          <a:p>
            <a:endParaRPr lang="en-US"/>
          </a:p>
        </p:txBody>
      </p:sp>
    </p:spTree>
    <p:extLst>
      <p:ext uri="{BB962C8B-B14F-4D97-AF65-F5344CB8AC3E}">
        <p14:creationId xmlns:p14="http://schemas.microsoft.com/office/powerpoint/2010/main" val="90746082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Section header 0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01392AC-2F17-140B-1676-75B74CAC606A}"/>
              </a:ext>
            </a:extLst>
          </p:cNvPr>
          <p:cNvPicPr>
            <a:picLocks noChangeAspect="1"/>
          </p:cNvPicPr>
          <p:nvPr userDrawn="1"/>
        </p:nvPicPr>
        <p:blipFill rotWithShape="1">
          <a:blip r:embed="rId2">
            <a:alphaModFix/>
          </a:blip>
          <a:srcRect t="15701" r="40485" b="24784"/>
          <a:stretch/>
        </p:blipFill>
        <p:spPr>
          <a:xfrm flipH="1">
            <a:off x="0" y="0"/>
            <a:ext cx="12192000" cy="6858000"/>
          </a:xfrm>
          <a:prstGeom prst="rect">
            <a:avLst/>
          </a:prstGeom>
        </p:spPr>
      </p:pic>
      <p:sp>
        <p:nvSpPr>
          <p:cNvPr id="2" name="Title 1"/>
          <p:cNvSpPr>
            <a:spLocks noGrp="1"/>
          </p:cNvSpPr>
          <p:nvPr>
            <p:ph type="ctrTitle"/>
          </p:nvPr>
        </p:nvSpPr>
        <p:spPr>
          <a:xfrm>
            <a:off x="914400" y="3822192"/>
            <a:ext cx="10360152" cy="2221992"/>
          </a:xfrm>
        </p:spPr>
        <p:txBody>
          <a:bodyPr wrap="square" anchor="b">
            <a:normAutofit/>
          </a:bodyPr>
          <a:lstStyle>
            <a:lvl1pPr algn="l">
              <a:defRPr sz="5400" b="1" spc="0" baseline="0">
                <a:solidFill>
                  <a:schemeClr val="bg1"/>
                </a:solidFill>
                <a:effectLst/>
                <a:latin typeface="+mj-lt"/>
              </a:defRPr>
            </a:lvl1pPr>
          </a:lstStyle>
          <a:p>
            <a:r>
              <a:rPr lang="en-US"/>
              <a:t>Click to edit Master title style</a:t>
            </a:r>
          </a:p>
        </p:txBody>
      </p:sp>
      <p:sp>
        <p:nvSpPr>
          <p:cNvPr id="3" name="Subtitle 2"/>
          <p:cNvSpPr>
            <a:spLocks noGrp="1"/>
          </p:cNvSpPr>
          <p:nvPr>
            <p:ph type="subTitle" idx="1"/>
          </p:nvPr>
        </p:nvSpPr>
        <p:spPr>
          <a:xfrm>
            <a:off x="8403336" y="914400"/>
            <a:ext cx="2880360" cy="2130552"/>
          </a:xfrm>
        </p:spPr>
        <p:txBody>
          <a:bodyPr anchor="t">
            <a:normAutofit/>
          </a:bodyPr>
          <a:lstStyle>
            <a:lvl1pPr marL="0" indent="0" algn="r">
              <a:buNone/>
              <a:defRPr sz="20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Picture Placeholder 7">
            <a:extLst>
              <a:ext uri="{FF2B5EF4-FFF2-40B4-BE49-F238E27FC236}">
                <a16:creationId xmlns:a16="http://schemas.microsoft.com/office/drawing/2014/main" id="{DB65A55A-B3A8-36E5-D327-23E999B961F2}"/>
              </a:ext>
            </a:extLst>
          </p:cNvPr>
          <p:cNvSpPr>
            <a:spLocks noGrp="1"/>
          </p:cNvSpPr>
          <p:nvPr>
            <p:ph type="pic" sz="quarter" idx="10"/>
          </p:nvPr>
        </p:nvSpPr>
        <p:spPr>
          <a:xfrm>
            <a:off x="914400" y="0"/>
            <a:ext cx="6940296" cy="3273552"/>
          </a:xfrm>
        </p:spPr>
        <p:txBody>
          <a:bodyPr/>
          <a:lstStyle>
            <a:lvl1pPr marL="0" indent="0">
              <a:buNone/>
              <a:defRPr/>
            </a:lvl1pPr>
          </a:lstStyle>
          <a:p>
            <a:endParaRPr lang="en-US"/>
          </a:p>
        </p:txBody>
      </p:sp>
    </p:spTree>
    <p:extLst>
      <p:ext uri="{BB962C8B-B14F-4D97-AF65-F5344CB8AC3E}">
        <p14:creationId xmlns:p14="http://schemas.microsoft.com/office/powerpoint/2010/main" val="410980402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nd content 01">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E6DF8E-0BE6-01D3-6E0E-FA7114CADAA9}"/>
              </a:ext>
            </a:extLst>
          </p:cNvPr>
          <p:cNvSpPr>
            <a:spLocks noGrp="1"/>
          </p:cNvSpPr>
          <p:nvPr>
            <p:ph type="title"/>
          </p:nvPr>
        </p:nvSpPr>
        <p:spPr/>
        <p:txBody>
          <a:bodyPr/>
          <a:lstStyle/>
          <a:p>
            <a:r>
              <a:rPr lang="en-US"/>
              <a:t>Click to edit Master title style</a:t>
            </a:r>
          </a:p>
        </p:txBody>
      </p:sp>
      <p:sp>
        <p:nvSpPr>
          <p:cNvPr id="8" name="Footer Placeholder 7"/>
          <p:cNvSpPr>
            <a:spLocks noGrp="1"/>
          </p:cNvSpPr>
          <p:nvPr>
            <p:ph type="ftr" sz="quarter" idx="11"/>
          </p:nvPr>
        </p:nvSpPr>
        <p:spPr>
          <a:xfrm>
            <a:off x="914400" y="465439"/>
            <a:ext cx="9563100" cy="448960"/>
          </a:xfrm>
        </p:spPr>
        <p:txBody>
          <a:bodyPr tIns="0" anchor="t"/>
          <a:lstStyle>
            <a:lvl1pPr algn="l">
              <a:defRPr sz="1200" spc="80" baseline="0">
                <a:solidFill>
                  <a:schemeClr val="bg1"/>
                </a:solidFill>
              </a:defRPr>
            </a:lvl1pPr>
          </a:lstStyle>
          <a:p>
            <a:endParaRPr lang="en-US"/>
          </a:p>
        </p:txBody>
      </p:sp>
      <p:sp>
        <p:nvSpPr>
          <p:cNvPr id="9" name="Slide Number Placeholder 8"/>
          <p:cNvSpPr>
            <a:spLocks noGrp="1"/>
          </p:cNvSpPr>
          <p:nvPr>
            <p:ph type="sldNum" sz="quarter" idx="12"/>
          </p:nvPr>
        </p:nvSpPr>
        <p:spPr>
          <a:xfrm>
            <a:off x="10655300" y="465439"/>
            <a:ext cx="1079500" cy="448960"/>
          </a:xfrm>
        </p:spPr>
        <p:txBody>
          <a:bodyPr tIns="0" anchor="t"/>
          <a:lstStyle>
            <a:lvl1pPr algn="r">
              <a:defRPr sz="1200" b="1" spc="-80" baseline="0">
                <a:solidFill>
                  <a:schemeClr val="bg1"/>
                </a:solidFill>
              </a:defRPr>
            </a:lvl1pPr>
          </a:lstStyle>
          <a:p>
            <a:fld id="{6D22F896-40B5-4ADD-8801-0D06FADFA095}" type="slidenum">
              <a:rPr lang="en-US" smtClean="0"/>
              <a:pPr/>
              <a:t>‹#›</a:t>
            </a:fld>
            <a:endParaRPr lang="en-US"/>
          </a:p>
        </p:txBody>
      </p:sp>
      <p:sp>
        <p:nvSpPr>
          <p:cNvPr id="5" name="Content Placeholder 4">
            <a:extLst>
              <a:ext uri="{FF2B5EF4-FFF2-40B4-BE49-F238E27FC236}">
                <a16:creationId xmlns:a16="http://schemas.microsoft.com/office/drawing/2014/main" id="{964A01A7-6E88-9214-D446-06ECA717AA2F}"/>
              </a:ext>
            </a:extLst>
          </p:cNvPr>
          <p:cNvSpPr>
            <a:spLocks noGrp="1"/>
          </p:cNvSpPr>
          <p:nvPr>
            <p:ph sz="quarter" idx="13"/>
          </p:nvPr>
        </p:nvSpPr>
        <p:spPr>
          <a:xfrm>
            <a:off x="914400" y="2743200"/>
            <a:ext cx="6483096" cy="31638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61626326"/>
      </p:ext>
    </p:extLst>
  </p:cSld>
  <p:clrMapOvr>
    <a:masterClrMapping/>
  </p:clrMapOvr>
  <p:extLst>
    <p:ext uri="{DCECCB84-F9BA-43D5-87BE-67443E8EF086}">
      <p15:sldGuideLst xmlns:p15="http://schemas.microsoft.com/office/powerpoint/2012/main">
        <p15:guide id="1" pos="7392">
          <p15:clr>
            <a:srgbClr val="FBAE40"/>
          </p15:clr>
        </p15:guide>
        <p15:guide id="2" orient="horz" pos="2160">
          <p15:clr>
            <a:srgbClr val="FBAE40"/>
          </p15:clr>
        </p15:guide>
        <p15:guide id="3" orient="horz" pos="288">
          <p15:clr>
            <a:srgbClr val="FBAE40"/>
          </p15:clr>
        </p15:guide>
        <p15:guide id="4" orient="horz" pos="4032">
          <p15:clr>
            <a:srgbClr val="FBAE40"/>
          </p15:clr>
        </p15:guide>
        <p15:guide id="5" pos="288">
          <p15:clr>
            <a:srgbClr val="FBAE40"/>
          </p15:clr>
        </p15:guide>
        <p15:guide id="6" pos="3840">
          <p15:clr>
            <a:srgbClr val="FBAE40"/>
          </p15:clr>
        </p15:guide>
        <p15:guide id="7" orient="horz" pos="3720">
          <p15:clr>
            <a:srgbClr val="FBAE40"/>
          </p15:clr>
        </p15:guide>
        <p15:guide id="8" pos="7104">
          <p15:clr>
            <a:srgbClr val="FBAE40"/>
          </p15:clr>
        </p15:guide>
        <p15:guide id="9" pos="576">
          <p15:clr>
            <a:srgbClr val="FBAE40"/>
          </p15:clr>
        </p15:guide>
        <p15:guide id="11" orient="horz" pos="576">
          <p15:clr>
            <a:srgbClr val="FBAE40"/>
          </p15:clr>
        </p15:guide>
        <p15:guide id="12" orient="horz" pos="1728">
          <p15:clr>
            <a:srgbClr val="FBAE40"/>
          </p15:clr>
        </p15:guide>
        <p15:guide id="13" orient="horz" pos="132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Section header 03">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CB9F3A-C4B7-7DED-7AB7-0E1DC0872B05}"/>
              </a:ext>
            </a:extLst>
          </p:cNvPr>
          <p:cNvPicPr>
            <a:picLocks noChangeAspect="1"/>
          </p:cNvPicPr>
          <p:nvPr userDrawn="1"/>
        </p:nvPicPr>
        <p:blipFill>
          <a:blip r:embed="rId2">
            <a:alphaModFix/>
          </a:blip>
          <a:srcRect l="10741" t="4074" r="13612" b="20124"/>
          <a:stretch/>
        </p:blipFill>
        <p:spPr>
          <a:xfrm>
            <a:off x="-1" y="0"/>
            <a:ext cx="12192000" cy="6858000"/>
          </a:xfrm>
          <a:prstGeom prst="rect">
            <a:avLst/>
          </a:prstGeom>
        </p:spPr>
      </p:pic>
      <p:sp>
        <p:nvSpPr>
          <p:cNvPr id="2" name="Title 1"/>
          <p:cNvSpPr>
            <a:spLocks noGrp="1"/>
          </p:cNvSpPr>
          <p:nvPr>
            <p:ph type="ctrTitle"/>
          </p:nvPr>
        </p:nvSpPr>
        <p:spPr>
          <a:xfrm>
            <a:off x="914400" y="914400"/>
            <a:ext cx="10360152" cy="3008376"/>
          </a:xfrm>
        </p:spPr>
        <p:txBody>
          <a:bodyPr wrap="square" anchor="b">
            <a:normAutofit/>
          </a:bodyPr>
          <a:lstStyle>
            <a:lvl1pPr algn="ctr">
              <a:defRPr sz="6000" b="1" spc="0" baseline="0">
                <a:solidFill>
                  <a:schemeClr val="bg1"/>
                </a:solidFill>
                <a:effectLst/>
                <a:latin typeface="+mj-lt"/>
              </a:defRPr>
            </a:lvl1pPr>
          </a:lstStyle>
          <a:p>
            <a:r>
              <a:rPr lang="en-US"/>
              <a:t>Click to edit Master title style</a:t>
            </a:r>
          </a:p>
        </p:txBody>
      </p:sp>
      <p:sp>
        <p:nvSpPr>
          <p:cNvPr id="5" name="Subtitle 2">
            <a:extLst>
              <a:ext uri="{FF2B5EF4-FFF2-40B4-BE49-F238E27FC236}">
                <a16:creationId xmlns:a16="http://schemas.microsoft.com/office/drawing/2014/main" id="{3A175ECB-7AC9-8B60-1D2A-0DA9D75F91FC}"/>
              </a:ext>
            </a:extLst>
          </p:cNvPr>
          <p:cNvSpPr>
            <a:spLocks noGrp="1"/>
          </p:cNvSpPr>
          <p:nvPr>
            <p:ph type="subTitle" idx="1"/>
          </p:nvPr>
        </p:nvSpPr>
        <p:spPr>
          <a:xfrm>
            <a:off x="914400" y="4078224"/>
            <a:ext cx="10360152" cy="1828800"/>
          </a:xfrm>
        </p:spPr>
        <p:txBody>
          <a:bodyPr anchor="t">
            <a:normAutofit/>
          </a:bodyPr>
          <a:lstStyle>
            <a:lvl1pPr marL="0" indent="0" algn="ctr">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01633616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content 01">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E6DF8E-0BE6-01D3-6E0E-FA7114CADAA9}"/>
              </a:ext>
            </a:extLst>
          </p:cNvPr>
          <p:cNvSpPr>
            <a:spLocks noGrp="1"/>
          </p:cNvSpPr>
          <p:nvPr>
            <p:ph type="title"/>
          </p:nvPr>
        </p:nvSpPr>
        <p:spPr/>
        <p:txBody>
          <a:bodyPr/>
          <a:lstStyle/>
          <a:p>
            <a:r>
              <a:rPr lang="en-US"/>
              <a:t>Click to edit Master title style</a:t>
            </a:r>
          </a:p>
        </p:txBody>
      </p:sp>
      <p:sp>
        <p:nvSpPr>
          <p:cNvPr id="8" name="Footer Placeholder 7"/>
          <p:cNvSpPr>
            <a:spLocks noGrp="1"/>
          </p:cNvSpPr>
          <p:nvPr>
            <p:ph type="ftr" sz="quarter" idx="11"/>
          </p:nvPr>
        </p:nvSpPr>
        <p:spPr>
          <a:xfrm>
            <a:off x="914400" y="465439"/>
            <a:ext cx="9563100" cy="448960"/>
          </a:xfrm>
        </p:spPr>
        <p:txBody>
          <a:bodyPr tIns="0" anchor="t"/>
          <a:lstStyle>
            <a:lvl1pPr algn="l">
              <a:defRPr sz="1200" spc="80" baseline="0">
                <a:solidFill>
                  <a:schemeClr val="bg1"/>
                </a:solidFill>
              </a:defRPr>
            </a:lvl1pPr>
          </a:lstStyle>
          <a:p>
            <a:endParaRPr lang="en-US"/>
          </a:p>
        </p:txBody>
      </p:sp>
      <p:sp>
        <p:nvSpPr>
          <p:cNvPr id="9" name="Slide Number Placeholder 8"/>
          <p:cNvSpPr>
            <a:spLocks noGrp="1"/>
          </p:cNvSpPr>
          <p:nvPr>
            <p:ph type="sldNum" sz="quarter" idx="12"/>
          </p:nvPr>
        </p:nvSpPr>
        <p:spPr>
          <a:xfrm>
            <a:off x="10655300" y="465439"/>
            <a:ext cx="1079500" cy="448960"/>
          </a:xfrm>
        </p:spPr>
        <p:txBody>
          <a:bodyPr tIns="0" anchor="t"/>
          <a:lstStyle>
            <a:lvl1pPr algn="r">
              <a:defRPr sz="1200" b="1" spc="-80" baseline="0">
                <a:solidFill>
                  <a:schemeClr val="bg1"/>
                </a:solidFill>
              </a:defRPr>
            </a:lvl1pPr>
          </a:lstStyle>
          <a:p>
            <a:fld id="{6D22F896-40B5-4ADD-8801-0D06FADFA095}" type="slidenum">
              <a:rPr lang="en-US" smtClean="0"/>
              <a:pPr/>
              <a:t>‹#›</a:t>
            </a:fld>
            <a:endParaRPr lang="en-US"/>
          </a:p>
        </p:txBody>
      </p:sp>
      <p:sp>
        <p:nvSpPr>
          <p:cNvPr id="5" name="Content Placeholder 4">
            <a:extLst>
              <a:ext uri="{FF2B5EF4-FFF2-40B4-BE49-F238E27FC236}">
                <a16:creationId xmlns:a16="http://schemas.microsoft.com/office/drawing/2014/main" id="{964A01A7-6E88-9214-D446-06ECA717AA2F}"/>
              </a:ext>
            </a:extLst>
          </p:cNvPr>
          <p:cNvSpPr>
            <a:spLocks noGrp="1"/>
          </p:cNvSpPr>
          <p:nvPr>
            <p:ph sz="quarter" idx="13"/>
          </p:nvPr>
        </p:nvSpPr>
        <p:spPr>
          <a:xfrm>
            <a:off x="914400" y="2743200"/>
            <a:ext cx="4791456" cy="3163824"/>
          </a:xfrm>
        </p:spPr>
        <p:txBody>
          <a:bodyPr anchor="t"/>
          <a:lstStyle>
            <a:lvl1pPr marL="0" indent="0">
              <a:buNone/>
              <a:defRPr/>
            </a:lvl1pPr>
            <a:lvl2pPr marL="228600">
              <a:spcBef>
                <a:spcPts val="1000"/>
              </a:spcBef>
              <a:defRPr/>
            </a:lvl2pPr>
            <a:lvl3pPr marL="685800">
              <a:spcBef>
                <a:spcPts val="1000"/>
              </a:spcBef>
              <a:defRPr/>
            </a:lvl3pPr>
            <a:lvl4pPr marL="1143000">
              <a:spcBef>
                <a:spcPts val="1000"/>
              </a:spcBef>
              <a:defRPr/>
            </a:lvl4pPr>
            <a:lvl5pPr marL="1600200">
              <a:spcBef>
                <a:spcPts val="10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4">
            <a:extLst>
              <a:ext uri="{FF2B5EF4-FFF2-40B4-BE49-F238E27FC236}">
                <a16:creationId xmlns:a16="http://schemas.microsoft.com/office/drawing/2014/main" id="{5B836612-0E94-8F3F-6E06-2FDBC37564BF}"/>
              </a:ext>
            </a:extLst>
          </p:cNvPr>
          <p:cNvSpPr>
            <a:spLocks noGrp="1"/>
          </p:cNvSpPr>
          <p:nvPr>
            <p:ph sz="quarter" idx="14"/>
          </p:nvPr>
        </p:nvSpPr>
        <p:spPr>
          <a:xfrm>
            <a:off x="6492240" y="2743200"/>
            <a:ext cx="4791456" cy="3163824"/>
          </a:xfrm>
        </p:spPr>
        <p:txBody>
          <a:bodyPr anchor="t"/>
          <a:lstStyle>
            <a:lvl1pPr marL="0" indent="0">
              <a:buNone/>
              <a:defRPr/>
            </a:lvl1pPr>
            <a:lvl2pPr marL="228600">
              <a:spcBef>
                <a:spcPts val="1000"/>
              </a:spcBef>
              <a:defRPr/>
            </a:lvl2pPr>
            <a:lvl3pPr marL="685800">
              <a:spcBef>
                <a:spcPts val="1000"/>
              </a:spcBef>
              <a:defRPr/>
            </a:lvl3pPr>
            <a:lvl4pPr marL="1143000">
              <a:spcBef>
                <a:spcPts val="1000"/>
              </a:spcBef>
              <a:defRPr/>
            </a:lvl4pPr>
            <a:lvl5pPr marL="1600200">
              <a:spcBef>
                <a:spcPts val="10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20743629"/>
      </p:ext>
    </p:extLst>
  </p:cSld>
  <p:clrMapOvr>
    <a:masterClrMapping/>
  </p:clrMapOvr>
  <p:extLst>
    <p:ext uri="{DCECCB84-F9BA-43D5-87BE-67443E8EF086}">
      <p15:sldGuideLst xmlns:p15="http://schemas.microsoft.com/office/powerpoint/2012/main">
        <p15:guide id="1" pos="7392">
          <p15:clr>
            <a:srgbClr val="FBAE40"/>
          </p15:clr>
        </p15:guide>
        <p15:guide id="2" orient="horz" pos="2160">
          <p15:clr>
            <a:srgbClr val="FBAE40"/>
          </p15:clr>
        </p15:guide>
        <p15:guide id="3" orient="horz" pos="288">
          <p15:clr>
            <a:srgbClr val="FBAE40"/>
          </p15:clr>
        </p15:guide>
        <p15:guide id="4" orient="horz" pos="4032">
          <p15:clr>
            <a:srgbClr val="FBAE40"/>
          </p15:clr>
        </p15:guide>
        <p15:guide id="5" pos="288">
          <p15:clr>
            <a:srgbClr val="FBAE40"/>
          </p15:clr>
        </p15:guide>
        <p15:guide id="6" pos="3840">
          <p15:clr>
            <a:srgbClr val="FBAE40"/>
          </p15:clr>
        </p15:guide>
        <p15:guide id="7" orient="horz" pos="3720">
          <p15:clr>
            <a:srgbClr val="FBAE40"/>
          </p15:clr>
        </p15:guide>
        <p15:guide id="8" pos="7104">
          <p15:clr>
            <a:srgbClr val="FBAE40"/>
          </p15:clr>
        </p15:guide>
        <p15:guide id="9" pos="576">
          <p15:clr>
            <a:srgbClr val="FBAE40"/>
          </p15:clr>
        </p15:guide>
        <p15:guide id="11" orient="horz" pos="576">
          <p15:clr>
            <a:srgbClr val="FBAE40"/>
          </p15:clr>
        </p15:guide>
        <p15:guide id="12" orient="horz" pos="1728">
          <p15:clr>
            <a:srgbClr val="FBAE40"/>
          </p15:clr>
        </p15:guide>
        <p15:guide id="13" orient="horz" pos="132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wo content 02">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E6DF8E-0BE6-01D3-6E0E-FA7114CADAA9}"/>
              </a:ext>
            </a:extLst>
          </p:cNvPr>
          <p:cNvSpPr>
            <a:spLocks noGrp="1"/>
          </p:cNvSpPr>
          <p:nvPr>
            <p:ph type="title"/>
          </p:nvPr>
        </p:nvSpPr>
        <p:spPr/>
        <p:txBody>
          <a:bodyPr/>
          <a:lstStyle/>
          <a:p>
            <a:r>
              <a:rPr lang="en-US"/>
              <a:t>Click to edit Master title style</a:t>
            </a:r>
          </a:p>
        </p:txBody>
      </p:sp>
      <p:sp>
        <p:nvSpPr>
          <p:cNvPr id="8" name="Footer Placeholder 7"/>
          <p:cNvSpPr>
            <a:spLocks noGrp="1"/>
          </p:cNvSpPr>
          <p:nvPr>
            <p:ph type="ftr" sz="quarter" idx="11"/>
          </p:nvPr>
        </p:nvSpPr>
        <p:spPr>
          <a:xfrm>
            <a:off x="914400" y="465439"/>
            <a:ext cx="9563100" cy="448960"/>
          </a:xfrm>
        </p:spPr>
        <p:txBody>
          <a:bodyPr tIns="0" anchor="t"/>
          <a:lstStyle>
            <a:lvl1pPr algn="l">
              <a:defRPr sz="1200" spc="80" baseline="0">
                <a:solidFill>
                  <a:schemeClr val="bg1"/>
                </a:solidFill>
              </a:defRPr>
            </a:lvl1pPr>
          </a:lstStyle>
          <a:p>
            <a:endParaRPr lang="en-US"/>
          </a:p>
        </p:txBody>
      </p:sp>
      <p:sp>
        <p:nvSpPr>
          <p:cNvPr id="9" name="Slide Number Placeholder 8"/>
          <p:cNvSpPr>
            <a:spLocks noGrp="1"/>
          </p:cNvSpPr>
          <p:nvPr>
            <p:ph type="sldNum" sz="quarter" idx="12"/>
          </p:nvPr>
        </p:nvSpPr>
        <p:spPr>
          <a:xfrm>
            <a:off x="10655300" y="465439"/>
            <a:ext cx="1079500" cy="448960"/>
          </a:xfrm>
        </p:spPr>
        <p:txBody>
          <a:bodyPr tIns="0" anchor="t"/>
          <a:lstStyle>
            <a:lvl1pPr algn="r">
              <a:defRPr sz="1200" b="1" spc="-80" baseline="0">
                <a:solidFill>
                  <a:schemeClr val="bg1"/>
                </a:solidFill>
              </a:defRPr>
            </a:lvl1pPr>
          </a:lstStyle>
          <a:p>
            <a:fld id="{6D22F896-40B5-4ADD-8801-0D06FADFA095}" type="slidenum">
              <a:rPr lang="en-US" smtClean="0"/>
              <a:pPr/>
              <a:t>‹#›</a:t>
            </a:fld>
            <a:endParaRPr lang="en-US"/>
          </a:p>
        </p:txBody>
      </p:sp>
      <p:sp>
        <p:nvSpPr>
          <p:cNvPr id="5" name="Content Placeholder 4">
            <a:extLst>
              <a:ext uri="{FF2B5EF4-FFF2-40B4-BE49-F238E27FC236}">
                <a16:creationId xmlns:a16="http://schemas.microsoft.com/office/drawing/2014/main" id="{964A01A7-6E88-9214-D446-06ECA717AA2F}"/>
              </a:ext>
            </a:extLst>
          </p:cNvPr>
          <p:cNvSpPr>
            <a:spLocks noGrp="1"/>
          </p:cNvSpPr>
          <p:nvPr>
            <p:ph sz="quarter" idx="13"/>
          </p:nvPr>
        </p:nvSpPr>
        <p:spPr>
          <a:xfrm>
            <a:off x="914400" y="2743200"/>
            <a:ext cx="4791456" cy="3163824"/>
          </a:xfrm>
        </p:spPr>
        <p:txBody>
          <a:bodyPr anchor="t"/>
          <a:lstStyle>
            <a:lvl1pPr marL="0" indent="0">
              <a:buNone/>
              <a:defRPr/>
            </a:lvl1pPr>
            <a:lvl2pPr marL="512064" indent="-512064">
              <a:spcBef>
                <a:spcPts val="1000"/>
              </a:spcBef>
              <a:buFont typeface="+mj-lt"/>
              <a:buAutoNum type="arabicPeriod"/>
              <a:defRPr/>
            </a:lvl2pPr>
            <a:lvl3pPr marL="1097280" indent="-512064">
              <a:spcBef>
                <a:spcPts val="1000"/>
              </a:spcBef>
              <a:buFont typeface="+mj-lt"/>
              <a:buAutoNum type="alphaLcPeriod"/>
              <a:defRPr/>
            </a:lvl3pPr>
            <a:lvl4pPr marL="1645920" indent="-512064">
              <a:spcBef>
                <a:spcPts val="1000"/>
              </a:spcBef>
              <a:buFont typeface="+mj-lt"/>
              <a:buAutoNum type="arabicParenR"/>
              <a:defRPr/>
            </a:lvl4pPr>
            <a:lvl5pPr marL="2194560" indent="-512064">
              <a:spcBef>
                <a:spcPts val="1000"/>
              </a:spcBef>
              <a:buFont typeface="+mj-lt"/>
              <a:buAutoNum type="alphaLcParen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4">
            <a:extLst>
              <a:ext uri="{FF2B5EF4-FFF2-40B4-BE49-F238E27FC236}">
                <a16:creationId xmlns:a16="http://schemas.microsoft.com/office/drawing/2014/main" id="{5B836612-0E94-8F3F-6E06-2FDBC37564BF}"/>
              </a:ext>
            </a:extLst>
          </p:cNvPr>
          <p:cNvSpPr>
            <a:spLocks noGrp="1"/>
          </p:cNvSpPr>
          <p:nvPr>
            <p:ph sz="quarter" idx="14"/>
          </p:nvPr>
        </p:nvSpPr>
        <p:spPr>
          <a:xfrm>
            <a:off x="6492240" y="2743200"/>
            <a:ext cx="4791456" cy="3163824"/>
          </a:xfrm>
        </p:spPr>
        <p:txBody>
          <a:bodyPr anchor="t"/>
          <a:lstStyle>
            <a:lvl1pPr marL="0" indent="0">
              <a:buNone/>
              <a:defRPr/>
            </a:lvl1pPr>
            <a:lvl2pPr marL="228600">
              <a:spcBef>
                <a:spcPts val="1000"/>
              </a:spcBef>
              <a:defRPr/>
            </a:lvl2pPr>
            <a:lvl3pPr marL="685800">
              <a:spcBef>
                <a:spcPts val="1000"/>
              </a:spcBef>
              <a:defRPr/>
            </a:lvl3pPr>
            <a:lvl4pPr marL="1143000">
              <a:spcBef>
                <a:spcPts val="1000"/>
              </a:spcBef>
              <a:defRPr/>
            </a:lvl4pPr>
            <a:lvl5pPr marL="1600200">
              <a:spcBef>
                <a:spcPts val="10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6419774"/>
      </p:ext>
    </p:extLst>
  </p:cSld>
  <p:clrMapOvr>
    <a:masterClrMapping/>
  </p:clrMapOvr>
  <p:extLst>
    <p:ext uri="{DCECCB84-F9BA-43D5-87BE-67443E8EF086}">
      <p15:sldGuideLst xmlns:p15="http://schemas.microsoft.com/office/powerpoint/2012/main">
        <p15:guide id="1" pos="7392">
          <p15:clr>
            <a:srgbClr val="FBAE40"/>
          </p15:clr>
        </p15:guide>
        <p15:guide id="2" orient="horz" pos="2160">
          <p15:clr>
            <a:srgbClr val="FBAE40"/>
          </p15:clr>
        </p15:guide>
        <p15:guide id="3" orient="horz" pos="288">
          <p15:clr>
            <a:srgbClr val="FBAE40"/>
          </p15:clr>
        </p15:guide>
        <p15:guide id="4" orient="horz" pos="4032">
          <p15:clr>
            <a:srgbClr val="FBAE40"/>
          </p15:clr>
        </p15:guide>
        <p15:guide id="5" pos="288">
          <p15:clr>
            <a:srgbClr val="FBAE40"/>
          </p15:clr>
        </p15:guide>
        <p15:guide id="6" pos="3840">
          <p15:clr>
            <a:srgbClr val="FBAE40"/>
          </p15:clr>
        </p15:guide>
        <p15:guide id="7" orient="horz" pos="3720">
          <p15:clr>
            <a:srgbClr val="FBAE40"/>
          </p15:clr>
        </p15:guide>
        <p15:guide id="8" pos="7104">
          <p15:clr>
            <a:srgbClr val="FBAE40"/>
          </p15:clr>
        </p15:guide>
        <p15:guide id="9" pos="576">
          <p15:clr>
            <a:srgbClr val="FBAE40"/>
          </p15:clr>
        </p15:guide>
        <p15:guide id="11" orient="horz" pos="576">
          <p15:clr>
            <a:srgbClr val="FBAE40"/>
          </p15:clr>
        </p15:guide>
        <p15:guide id="12" orient="horz" pos="1728">
          <p15:clr>
            <a:srgbClr val="FBAE40"/>
          </p15:clr>
        </p15:guide>
        <p15:guide id="13" orient="horz" pos="132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E6DF8E-0BE6-01D3-6E0E-FA7114CADAA9}"/>
              </a:ext>
            </a:extLst>
          </p:cNvPr>
          <p:cNvSpPr>
            <a:spLocks noGrp="1"/>
          </p:cNvSpPr>
          <p:nvPr>
            <p:ph type="title"/>
          </p:nvPr>
        </p:nvSpPr>
        <p:spPr/>
        <p:txBody>
          <a:bodyPr/>
          <a:lstStyle/>
          <a:p>
            <a:r>
              <a:rPr lang="en-US"/>
              <a:t>Click to edit Master title style</a:t>
            </a:r>
          </a:p>
        </p:txBody>
      </p:sp>
      <p:sp>
        <p:nvSpPr>
          <p:cNvPr id="8" name="Footer Placeholder 7"/>
          <p:cNvSpPr>
            <a:spLocks noGrp="1"/>
          </p:cNvSpPr>
          <p:nvPr>
            <p:ph type="ftr" sz="quarter" idx="11"/>
          </p:nvPr>
        </p:nvSpPr>
        <p:spPr>
          <a:xfrm>
            <a:off x="914400" y="465439"/>
            <a:ext cx="9563100" cy="448960"/>
          </a:xfrm>
        </p:spPr>
        <p:txBody>
          <a:bodyPr tIns="0" anchor="t"/>
          <a:lstStyle>
            <a:lvl1pPr algn="l">
              <a:defRPr sz="1200" spc="80" baseline="0">
                <a:solidFill>
                  <a:schemeClr val="bg1"/>
                </a:solidFill>
              </a:defRPr>
            </a:lvl1pPr>
          </a:lstStyle>
          <a:p>
            <a:endParaRPr lang="en-US"/>
          </a:p>
        </p:txBody>
      </p:sp>
      <p:sp>
        <p:nvSpPr>
          <p:cNvPr id="9" name="Slide Number Placeholder 8"/>
          <p:cNvSpPr>
            <a:spLocks noGrp="1"/>
          </p:cNvSpPr>
          <p:nvPr>
            <p:ph type="sldNum" sz="quarter" idx="12"/>
          </p:nvPr>
        </p:nvSpPr>
        <p:spPr>
          <a:xfrm>
            <a:off x="10655300" y="465439"/>
            <a:ext cx="1079500" cy="448960"/>
          </a:xfrm>
        </p:spPr>
        <p:txBody>
          <a:bodyPr tIns="0" anchor="t"/>
          <a:lstStyle>
            <a:lvl1pPr algn="r">
              <a:defRPr sz="1200" b="1" spc="-80" baseline="0">
                <a:solidFill>
                  <a:schemeClr val="bg1"/>
                </a:solidFill>
              </a:defRPr>
            </a:lvl1pPr>
          </a:lstStyle>
          <a:p>
            <a:fld id="{6D22F896-40B5-4ADD-8801-0D06FADFA095}" type="slidenum">
              <a:rPr lang="en-US" smtClean="0"/>
              <a:pPr/>
              <a:t>‹#›</a:t>
            </a:fld>
            <a:endParaRPr lang="en-US"/>
          </a:p>
        </p:txBody>
      </p:sp>
      <p:sp>
        <p:nvSpPr>
          <p:cNvPr id="4" name="Picture Placeholder 7">
            <a:extLst>
              <a:ext uri="{FF2B5EF4-FFF2-40B4-BE49-F238E27FC236}">
                <a16:creationId xmlns:a16="http://schemas.microsoft.com/office/drawing/2014/main" id="{7723F4FA-7ADE-EA52-E869-4842D0C7FC9B}"/>
              </a:ext>
            </a:extLst>
          </p:cNvPr>
          <p:cNvSpPr>
            <a:spLocks noGrp="1"/>
          </p:cNvSpPr>
          <p:nvPr>
            <p:ph type="pic" sz="quarter" idx="10"/>
          </p:nvPr>
        </p:nvSpPr>
        <p:spPr>
          <a:xfrm>
            <a:off x="0" y="2743200"/>
            <a:ext cx="4764024" cy="3163824"/>
          </a:xfrm>
        </p:spPr>
        <p:txBody>
          <a:bodyPr/>
          <a:lstStyle>
            <a:lvl1pPr marL="0" indent="0">
              <a:buNone/>
              <a:defRPr/>
            </a:lvl1pPr>
          </a:lstStyle>
          <a:p>
            <a:endParaRPr lang="en-US"/>
          </a:p>
        </p:txBody>
      </p:sp>
      <p:sp>
        <p:nvSpPr>
          <p:cNvPr id="2" name="Content Placeholder 4">
            <a:extLst>
              <a:ext uri="{FF2B5EF4-FFF2-40B4-BE49-F238E27FC236}">
                <a16:creationId xmlns:a16="http://schemas.microsoft.com/office/drawing/2014/main" id="{5B836612-0E94-8F3F-6E06-2FDBC37564BF}"/>
              </a:ext>
            </a:extLst>
          </p:cNvPr>
          <p:cNvSpPr>
            <a:spLocks noGrp="1"/>
          </p:cNvSpPr>
          <p:nvPr>
            <p:ph sz="quarter" idx="14"/>
          </p:nvPr>
        </p:nvSpPr>
        <p:spPr>
          <a:xfrm>
            <a:off x="5312664" y="2743200"/>
            <a:ext cx="5971032" cy="3163824"/>
          </a:xfrm>
        </p:spPr>
        <p:txBody>
          <a:bodyPr anchor="t"/>
          <a:lstStyle>
            <a:lvl1pPr marL="0" indent="0">
              <a:buNone/>
              <a:defRPr/>
            </a:lvl1pPr>
            <a:lvl2pPr marL="228600">
              <a:spcBef>
                <a:spcPts val="1000"/>
              </a:spcBef>
              <a:defRPr/>
            </a:lvl2pPr>
            <a:lvl3pPr marL="685800">
              <a:spcBef>
                <a:spcPts val="1000"/>
              </a:spcBef>
              <a:defRPr/>
            </a:lvl3pPr>
            <a:lvl4pPr marL="1143000">
              <a:spcBef>
                <a:spcPts val="1000"/>
              </a:spcBef>
              <a:defRPr/>
            </a:lvl4pPr>
            <a:lvl5pPr marL="1600200">
              <a:spcBef>
                <a:spcPts val="10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66335563"/>
      </p:ext>
    </p:extLst>
  </p:cSld>
  <p:clrMapOvr>
    <a:masterClrMapping/>
  </p:clrMapOvr>
  <p:extLst>
    <p:ext uri="{DCECCB84-F9BA-43D5-87BE-67443E8EF086}">
      <p15:sldGuideLst xmlns:p15="http://schemas.microsoft.com/office/powerpoint/2012/main">
        <p15:guide id="1" pos="7392">
          <p15:clr>
            <a:srgbClr val="FBAE40"/>
          </p15:clr>
        </p15:guide>
        <p15:guide id="2" orient="horz" pos="2160">
          <p15:clr>
            <a:srgbClr val="FBAE40"/>
          </p15:clr>
        </p15:guide>
        <p15:guide id="3" orient="horz" pos="288">
          <p15:clr>
            <a:srgbClr val="FBAE40"/>
          </p15:clr>
        </p15:guide>
        <p15:guide id="4" orient="horz" pos="4032">
          <p15:clr>
            <a:srgbClr val="FBAE40"/>
          </p15:clr>
        </p15:guide>
        <p15:guide id="5" pos="288">
          <p15:clr>
            <a:srgbClr val="FBAE40"/>
          </p15:clr>
        </p15:guide>
        <p15:guide id="6" pos="3840">
          <p15:clr>
            <a:srgbClr val="FBAE40"/>
          </p15:clr>
        </p15:guide>
        <p15:guide id="7" orient="horz" pos="3720">
          <p15:clr>
            <a:srgbClr val="FBAE40"/>
          </p15:clr>
        </p15:guide>
        <p15:guide id="8" pos="7104">
          <p15:clr>
            <a:srgbClr val="FBAE40"/>
          </p15:clr>
        </p15:guide>
        <p15:guide id="9" pos="576">
          <p15:clr>
            <a:srgbClr val="FBAE40"/>
          </p15:clr>
        </p15:guide>
        <p15:guide id="11" orient="horz" pos="576">
          <p15:clr>
            <a:srgbClr val="FBAE40"/>
          </p15:clr>
        </p15:guide>
        <p15:guide id="12" orient="horz" pos="1728">
          <p15:clr>
            <a:srgbClr val="FBAE40"/>
          </p15:clr>
        </p15:guide>
        <p15:guide id="13" orient="horz" pos="132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content 03">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E6DF8E-0BE6-01D3-6E0E-FA7114CADAA9}"/>
              </a:ext>
            </a:extLst>
          </p:cNvPr>
          <p:cNvSpPr>
            <a:spLocks noGrp="1"/>
          </p:cNvSpPr>
          <p:nvPr>
            <p:ph type="title"/>
          </p:nvPr>
        </p:nvSpPr>
        <p:spPr/>
        <p:txBody>
          <a:bodyPr/>
          <a:lstStyle/>
          <a:p>
            <a:r>
              <a:rPr lang="en-US"/>
              <a:t>Click to edit Master title style</a:t>
            </a:r>
          </a:p>
        </p:txBody>
      </p:sp>
      <p:sp>
        <p:nvSpPr>
          <p:cNvPr id="8" name="Footer Placeholder 7"/>
          <p:cNvSpPr>
            <a:spLocks noGrp="1"/>
          </p:cNvSpPr>
          <p:nvPr>
            <p:ph type="ftr" sz="quarter" idx="11"/>
          </p:nvPr>
        </p:nvSpPr>
        <p:spPr>
          <a:xfrm>
            <a:off x="914400" y="465439"/>
            <a:ext cx="9563100" cy="448960"/>
          </a:xfrm>
        </p:spPr>
        <p:txBody>
          <a:bodyPr tIns="0" anchor="t"/>
          <a:lstStyle>
            <a:lvl1pPr algn="l">
              <a:defRPr sz="1200" spc="80" baseline="0">
                <a:solidFill>
                  <a:schemeClr val="bg1"/>
                </a:solidFill>
              </a:defRPr>
            </a:lvl1pPr>
          </a:lstStyle>
          <a:p>
            <a:endParaRPr lang="en-US"/>
          </a:p>
        </p:txBody>
      </p:sp>
      <p:sp>
        <p:nvSpPr>
          <p:cNvPr id="9" name="Slide Number Placeholder 8"/>
          <p:cNvSpPr>
            <a:spLocks noGrp="1"/>
          </p:cNvSpPr>
          <p:nvPr>
            <p:ph type="sldNum" sz="quarter" idx="12"/>
          </p:nvPr>
        </p:nvSpPr>
        <p:spPr>
          <a:xfrm>
            <a:off x="10655300" y="465439"/>
            <a:ext cx="1079500" cy="448960"/>
          </a:xfrm>
        </p:spPr>
        <p:txBody>
          <a:bodyPr tIns="0" anchor="t"/>
          <a:lstStyle>
            <a:lvl1pPr algn="r">
              <a:defRPr sz="1200" b="1" spc="-80" baseline="0">
                <a:solidFill>
                  <a:schemeClr val="bg1"/>
                </a:solidFill>
              </a:defRPr>
            </a:lvl1pPr>
          </a:lstStyle>
          <a:p>
            <a:fld id="{6D22F896-40B5-4ADD-8801-0D06FADFA095}" type="slidenum">
              <a:rPr lang="en-US" smtClean="0"/>
              <a:pPr/>
              <a:t>‹#›</a:t>
            </a:fld>
            <a:endParaRPr lang="en-US"/>
          </a:p>
        </p:txBody>
      </p:sp>
      <p:sp>
        <p:nvSpPr>
          <p:cNvPr id="5" name="Content Placeholder 4">
            <a:extLst>
              <a:ext uri="{FF2B5EF4-FFF2-40B4-BE49-F238E27FC236}">
                <a16:creationId xmlns:a16="http://schemas.microsoft.com/office/drawing/2014/main" id="{964A01A7-6E88-9214-D446-06ECA717AA2F}"/>
              </a:ext>
            </a:extLst>
          </p:cNvPr>
          <p:cNvSpPr>
            <a:spLocks noGrp="1"/>
          </p:cNvSpPr>
          <p:nvPr>
            <p:ph sz="quarter" idx="13"/>
          </p:nvPr>
        </p:nvSpPr>
        <p:spPr>
          <a:xfrm>
            <a:off x="914400" y="2743200"/>
            <a:ext cx="3017520" cy="3163824"/>
          </a:xfrm>
        </p:spPr>
        <p:txBody>
          <a:bodyPr anchor="t"/>
          <a:lstStyle>
            <a:lvl1pPr marL="0" indent="0">
              <a:buNone/>
              <a:defRPr/>
            </a:lvl1pPr>
            <a:lvl2pPr marL="228600">
              <a:spcBef>
                <a:spcPts val="1000"/>
              </a:spcBef>
              <a:defRPr/>
            </a:lvl2pPr>
            <a:lvl3pPr marL="685800">
              <a:spcBef>
                <a:spcPts val="1000"/>
              </a:spcBef>
              <a:defRPr/>
            </a:lvl3pPr>
            <a:lvl4pPr marL="1143000">
              <a:spcBef>
                <a:spcPts val="1000"/>
              </a:spcBef>
              <a:defRPr/>
            </a:lvl4pPr>
            <a:lvl5pPr marL="1600200">
              <a:spcBef>
                <a:spcPts val="10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4">
            <a:extLst>
              <a:ext uri="{FF2B5EF4-FFF2-40B4-BE49-F238E27FC236}">
                <a16:creationId xmlns:a16="http://schemas.microsoft.com/office/drawing/2014/main" id="{5B836612-0E94-8F3F-6E06-2FDBC37564BF}"/>
              </a:ext>
            </a:extLst>
          </p:cNvPr>
          <p:cNvSpPr>
            <a:spLocks noGrp="1"/>
          </p:cNvSpPr>
          <p:nvPr>
            <p:ph sz="quarter" idx="14"/>
          </p:nvPr>
        </p:nvSpPr>
        <p:spPr>
          <a:xfrm>
            <a:off x="4462272" y="2871216"/>
            <a:ext cx="6812280" cy="3035808"/>
          </a:xfrm>
        </p:spPr>
        <p:txBody>
          <a:bodyPr anchor="t"/>
          <a:lstStyle>
            <a:lvl1pPr marL="0" indent="0">
              <a:buNone/>
              <a:defRPr/>
            </a:lvl1pPr>
            <a:lvl2pPr marL="228600">
              <a:spcBef>
                <a:spcPts val="1000"/>
              </a:spcBef>
              <a:defRPr/>
            </a:lvl2pPr>
            <a:lvl3pPr marL="685800">
              <a:spcBef>
                <a:spcPts val="1000"/>
              </a:spcBef>
              <a:defRPr/>
            </a:lvl3pPr>
            <a:lvl4pPr marL="1143000">
              <a:spcBef>
                <a:spcPts val="1000"/>
              </a:spcBef>
              <a:defRPr/>
            </a:lvl4pPr>
            <a:lvl5pPr marL="1600200">
              <a:spcBef>
                <a:spcPts val="10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484306"/>
      </p:ext>
    </p:extLst>
  </p:cSld>
  <p:clrMapOvr>
    <a:masterClrMapping/>
  </p:clrMapOvr>
  <p:extLst>
    <p:ext uri="{DCECCB84-F9BA-43D5-87BE-67443E8EF086}">
      <p15:sldGuideLst xmlns:p15="http://schemas.microsoft.com/office/powerpoint/2012/main">
        <p15:guide id="1" pos="7392">
          <p15:clr>
            <a:srgbClr val="FBAE40"/>
          </p15:clr>
        </p15:guide>
        <p15:guide id="2" orient="horz" pos="2160">
          <p15:clr>
            <a:srgbClr val="FBAE40"/>
          </p15:clr>
        </p15:guide>
        <p15:guide id="3" orient="horz" pos="288">
          <p15:clr>
            <a:srgbClr val="FBAE40"/>
          </p15:clr>
        </p15:guide>
        <p15:guide id="4" orient="horz" pos="4032">
          <p15:clr>
            <a:srgbClr val="FBAE40"/>
          </p15:clr>
        </p15:guide>
        <p15:guide id="5" pos="288">
          <p15:clr>
            <a:srgbClr val="FBAE40"/>
          </p15:clr>
        </p15:guide>
        <p15:guide id="6" pos="3840">
          <p15:clr>
            <a:srgbClr val="FBAE40"/>
          </p15:clr>
        </p15:guide>
        <p15:guide id="7" orient="horz" pos="3720">
          <p15:clr>
            <a:srgbClr val="FBAE40"/>
          </p15:clr>
        </p15:guide>
        <p15:guide id="8" pos="7104">
          <p15:clr>
            <a:srgbClr val="FBAE40"/>
          </p15:clr>
        </p15:guide>
        <p15:guide id="9" pos="576">
          <p15:clr>
            <a:srgbClr val="FBAE40"/>
          </p15:clr>
        </p15:guide>
        <p15:guide id="11" orient="horz" pos="576">
          <p15:clr>
            <a:srgbClr val="FBAE40"/>
          </p15:clr>
        </p15:guide>
        <p15:guide id="12" orient="horz" pos="1728">
          <p15:clr>
            <a:srgbClr val="FBAE40"/>
          </p15:clr>
        </p15:guide>
        <p15:guide id="13" orient="horz" pos="132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wo content 04">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E6DF8E-0BE6-01D3-6E0E-FA7114CADAA9}"/>
              </a:ext>
            </a:extLst>
          </p:cNvPr>
          <p:cNvSpPr>
            <a:spLocks noGrp="1"/>
          </p:cNvSpPr>
          <p:nvPr>
            <p:ph type="title"/>
          </p:nvPr>
        </p:nvSpPr>
        <p:spPr/>
        <p:txBody>
          <a:bodyPr/>
          <a:lstStyle/>
          <a:p>
            <a:r>
              <a:rPr lang="en-US"/>
              <a:t>Click to edit Master title style</a:t>
            </a:r>
          </a:p>
        </p:txBody>
      </p:sp>
      <p:sp>
        <p:nvSpPr>
          <p:cNvPr id="8" name="Footer Placeholder 7"/>
          <p:cNvSpPr>
            <a:spLocks noGrp="1"/>
          </p:cNvSpPr>
          <p:nvPr>
            <p:ph type="ftr" sz="quarter" idx="11"/>
          </p:nvPr>
        </p:nvSpPr>
        <p:spPr>
          <a:xfrm>
            <a:off x="914400" y="465439"/>
            <a:ext cx="9563100" cy="448960"/>
          </a:xfrm>
        </p:spPr>
        <p:txBody>
          <a:bodyPr tIns="0" anchor="t"/>
          <a:lstStyle>
            <a:lvl1pPr algn="l">
              <a:defRPr sz="1200" spc="80" baseline="0">
                <a:solidFill>
                  <a:schemeClr val="bg1"/>
                </a:solidFill>
              </a:defRPr>
            </a:lvl1pPr>
          </a:lstStyle>
          <a:p>
            <a:endParaRPr lang="en-US"/>
          </a:p>
        </p:txBody>
      </p:sp>
      <p:sp>
        <p:nvSpPr>
          <p:cNvPr id="9" name="Slide Number Placeholder 8"/>
          <p:cNvSpPr>
            <a:spLocks noGrp="1"/>
          </p:cNvSpPr>
          <p:nvPr>
            <p:ph type="sldNum" sz="quarter" idx="12"/>
          </p:nvPr>
        </p:nvSpPr>
        <p:spPr>
          <a:xfrm>
            <a:off x="10655300" y="465439"/>
            <a:ext cx="1079500" cy="448960"/>
          </a:xfrm>
        </p:spPr>
        <p:txBody>
          <a:bodyPr tIns="0" anchor="t"/>
          <a:lstStyle>
            <a:lvl1pPr algn="r">
              <a:defRPr sz="1200" b="1" spc="-80" baseline="0">
                <a:solidFill>
                  <a:schemeClr val="bg1"/>
                </a:solidFill>
              </a:defRPr>
            </a:lvl1pPr>
          </a:lstStyle>
          <a:p>
            <a:fld id="{6D22F896-40B5-4ADD-8801-0D06FADFA095}" type="slidenum">
              <a:rPr lang="en-US" smtClean="0"/>
              <a:pPr/>
              <a:t>‹#›</a:t>
            </a:fld>
            <a:endParaRPr lang="en-US"/>
          </a:p>
        </p:txBody>
      </p:sp>
      <p:sp>
        <p:nvSpPr>
          <p:cNvPr id="5" name="Content Placeholder 4">
            <a:extLst>
              <a:ext uri="{FF2B5EF4-FFF2-40B4-BE49-F238E27FC236}">
                <a16:creationId xmlns:a16="http://schemas.microsoft.com/office/drawing/2014/main" id="{964A01A7-6E88-9214-D446-06ECA717AA2F}"/>
              </a:ext>
            </a:extLst>
          </p:cNvPr>
          <p:cNvSpPr>
            <a:spLocks noGrp="1"/>
          </p:cNvSpPr>
          <p:nvPr>
            <p:ph sz="quarter" idx="13"/>
          </p:nvPr>
        </p:nvSpPr>
        <p:spPr>
          <a:xfrm>
            <a:off x="914400" y="2743200"/>
            <a:ext cx="6812280" cy="3163824"/>
          </a:xfrm>
        </p:spPr>
        <p:txBody>
          <a:bodyPr anchor="t"/>
          <a:lstStyle>
            <a:lvl1pPr marL="0" indent="0">
              <a:buNone/>
              <a:defRPr/>
            </a:lvl1pPr>
            <a:lvl2pPr marL="228600">
              <a:spcBef>
                <a:spcPts val="1000"/>
              </a:spcBef>
              <a:defRPr/>
            </a:lvl2pPr>
            <a:lvl3pPr marL="685800">
              <a:spcBef>
                <a:spcPts val="500"/>
              </a:spcBef>
              <a:defRPr/>
            </a:lvl3pPr>
            <a:lvl4pPr marL="1143000">
              <a:spcBef>
                <a:spcPts val="500"/>
              </a:spcBef>
              <a:defRPr/>
            </a:lvl4pPr>
            <a:lvl5pPr marL="1600200">
              <a:spcBef>
                <a:spcPts val="5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4">
            <a:extLst>
              <a:ext uri="{FF2B5EF4-FFF2-40B4-BE49-F238E27FC236}">
                <a16:creationId xmlns:a16="http://schemas.microsoft.com/office/drawing/2014/main" id="{5B836612-0E94-8F3F-6E06-2FDBC37564BF}"/>
              </a:ext>
            </a:extLst>
          </p:cNvPr>
          <p:cNvSpPr>
            <a:spLocks noGrp="1"/>
          </p:cNvSpPr>
          <p:nvPr>
            <p:ph sz="quarter" idx="14"/>
          </p:nvPr>
        </p:nvSpPr>
        <p:spPr>
          <a:xfrm>
            <a:off x="8275320" y="2743200"/>
            <a:ext cx="2999232" cy="3163824"/>
          </a:xfrm>
        </p:spPr>
        <p:txBody>
          <a:bodyPr anchor="t"/>
          <a:lstStyle>
            <a:lvl1pPr marL="0" indent="0">
              <a:buNone/>
              <a:defRPr/>
            </a:lvl1pPr>
            <a:lvl2pPr marL="228600">
              <a:spcBef>
                <a:spcPts val="1000"/>
              </a:spcBef>
              <a:defRPr/>
            </a:lvl2pPr>
            <a:lvl3pPr marL="685800">
              <a:spcBef>
                <a:spcPts val="1000"/>
              </a:spcBef>
              <a:defRPr/>
            </a:lvl3pPr>
            <a:lvl4pPr marL="1143000">
              <a:spcBef>
                <a:spcPts val="1000"/>
              </a:spcBef>
              <a:defRPr/>
            </a:lvl4pPr>
            <a:lvl5pPr marL="1600200">
              <a:spcBef>
                <a:spcPts val="10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51759264"/>
      </p:ext>
    </p:extLst>
  </p:cSld>
  <p:clrMapOvr>
    <a:masterClrMapping/>
  </p:clrMapOvr>
  <p:extLst>
    <p:ext uri="{DCECCB84-F9BA-43D5-87BE-67443E8EF086}">
      <p15:sldGuideLst xmlns:p15="http://schemas.microsoft.com/office/powerpoint/2012/main">
        <p15:guide id="1" pos="7392">
          <p15:clr>
            <a:srgbClr val="FBAE40"/>
          </p15:clr>
        </p15:guide>
        <p15:guide id="2" orient="horz" pos="2160">
          <p15:clr>
            <a:srgbClr val="FBAE40"/>
          </p15:clr>
        </p15:guide>
        <p15:guide id="3" orient="horz" pos="288">
          <p15:clr>
            <a:srgbClr val="FBAE40"/>
          </p15:clr>
        </p15:guide>
        <p15:guide id="4" orient="horz" pos="4032">
          <p15:clr>
            <a:srgbClr val="FBAE40"/>
          </p15:clr>
        </p15:guide>
        <p15:guide id="5" pos="288">
          <p15:clr>
            <a:srgbClr val="FBAE40"/>
          </p15:clr>
        </p15:guide>
        <p15:guide id="6" pos="3840">
          <p15:clr>
            <a:srgbClr val="FBAE40"/>
          </p15:clr>
        </p15:guide>
        <p15:guide id="7" orient="horz" pos="3720">
          <p15:clr>
            <a:srgbClr val="FBAE40"/>
          </p15:clr>
        </p15:guide>
        <p15:guide id="8" pos="7104">
          <p15:clr>
            <a:srgbClr val="FBAE40"/>
          </p15:clr>
        </p15:guide>
        <p15:guide id="9" pos="576">
          <p15:clr>
            <a:srgbClr val="FBAE40"/>
          </p15:clr>
        </p15:guide>
        <p15:guide id="11" orient="horz" pos="576">
          <p15:clr>
            <a:srgbClr val="FBAE40"/>
          </p15:clr>
        </p15:guide>
        <p15:guide id="12" orient="horz" pos="1728">
          <p15:clr>
            <a:srgbClr val="FBAE40"/>
          </p15:clr>
        </p15:guide>
        <p15:guide id="13" orient="horz" pos="132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E6DF8E-0BE6-01D3-6E0E-FA7114CADAA9}"/>
              </a:ext>
            </a:extLst>
          </p:cNvPr>
          <p:cNvSpPr>
            <a:spLocks noGrp="1"/>
          </p:cNvSpPr>
          <p:nvPr>
            <p:ph type="title"/>
          </p:nvPr>
        </p:nvSpPr>
        <p:spPr/>
        <p:txBody>
          <a:bodyPr/>
          <a:lstStyle/>
          <a:p>
            <a:r>
              <a:rPr lang="en-US"/>
              <a:t>Click to edit Master title style</a:t>
            </a:r>
          </a:p>
        </p:txBody>
      </p:sp>
      <p:sp>
        <p:nvSpPr>
          <p:cNvPr id="8" name="Footer Placeholder 7"/>
          <p:cNvSpPr>
            <a:spLocks noGrp="1"/>
          </p:cNvSpPr>
          <p:nvPr>
            <p:ph type="ftr" sz="quarter" idx="11"/>
          </p:nvPr>
        </p:nvSpPr>
        <p:spPr>
          <a:xfrm>
            <a:off x="914400" y="465439"/>
            <a:ext cx="9563100" cy="448960"/>
          </a:xfrm>
        </p:spPr>
        <p:txBody>
          <a:bodyPr tIns="0" anchor="t"/>
          <a:lstStyle>
            <a:lvl1pPr algn="l">
              <a:defRPr sz="1200" spc="80" baseline="0">
                <a:solidFill>
                  <a:schemeClr val="bg1"/>
                </a:solidFill>
              </a:defRPr>
            </a:lvl1pPr>
          </a:lstStyle>
          <a:p>
            <a:endParaRPr lang="en-US"/>
          </a:p>
        </p:txBody>
      </p:sp>
      <p:sp>
        <p:nvSpPr>
          <p:cNvPr id="9" name="Slide Number Placeholder 8"/>
          <p:cNvSpPr>
            <a:spLocks noGrp="1"/>
          </p:cNvSpPr>
          <p:nvPr>
            <p:ph type="sldNum" sz="quarter" idx="12"/>
          </p:nvPr>
        </p:nvSpPr>
        <p:spPr>
          <a:xfrm>
            <a:off x="10655300" y="465439"/>
            <a:ext cx="1079500" cy="448960"/>
          </a:xfrm>
        </p:spPr>
        <p:txBody>
          <a:bodyPr tIns="0" anchor="t"/>
          <a:lstStyle>
            <a:lvl1pPr algn="r">
              <a:defRPr sz="1200" b="1" spc="-80" baseline="0">
                <a:solidFill>
                  <a:schemeClr val="bg1"/>
                </a:solidFill>
              </a:defRPr>
            </a:lvl1pPr>
          </a:lstStyle>
          <a:p>
            <a:fld id="{6D22F896-40B5-4ADD-8801-0D06FADFA095}" type="slidenum">
              <a:rPr lang="en-US" smtClean="0"/>
              <a:pPr/>
              <a:t>‹#›</a:t>
            </a:fld>
            <a:endParaRPr lang="en-US"/>
          </a:p>
        </p:txBody>
      </p:sp>
      <p:sp>
        <p:nvSpPr>
          <p:cNvPr id="5" name="Content Placeholder 4">
            <a:extLst>
              <a:ext uri="{FF2B5EF4-FFF2-40B4-BE49-F238E27FC236}">
                <a16:creationId xmlns:a16="http://schemas.microsoft.com/office/drawing/2014/main" id="{964A01A7-6E88-9214-D446-06ECA717AA2F}"/>
              </a:ext>
            </a:extLst>
          </p:cNvPr>
          <p:cNvSpPr>
            <a:spLocks noGrp="1"/>
          </p:cNvSpPr>
          <p:nvPr>
            <p:ph sz="quarter" idx="13"/>
          </p:nvPr>
        </p:nvSpPr>
        <p:spPr>
          <a:xfrm>
            <a:off x="914400" y="2871216"/>
            <a:ext cx="10360152" cy="3035808"/>
          </a:xfrm>
        </p:spPr>
        <p:txBody>
          <a:bodyPr anchor="t"/>
          <a:lstStyle>
            <a:lvl1pPr marL="0" indent="0">
              <a:buNone/>
              <a:defRPr/>
            </a:lvl1pPr>
            <a:lvl2pPr marL="228600">
              <a:spcBef>
                <a:spcPts val="1000"/>
              </a:spcBef>
              <a:defRPr/>
            </a:lvl2pPr>
            <a:lvl3pPr marL="685800">
              <a:spcBef>
                <a:spcPts val="500"/>
              </a:spcBef>
              <a:defRPr/>
            </a:lvl3pPr>
            <a:lvl4pPr marL="1143000">
              <a:spcBef>
                <a:spcPts val="500"/>
              </a:spcBef>
              <a:defRPr/>
            </a:lvl4pPr>
            <a:lvl5pPr marL="1600200">
              <a:spcBef>
                <a:spcPts val="5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6814999"/>
      </p:ext>
    </p:extLst>
  </p:cSld>
  <p:clrMapOvr>
    <a:masterClrMapping/>
  </p:clrMapOvr>
  <p:extLst>
    <p:ext uri="{DCECCB84-F9BA-43D5-87BE-67443E8EF086}">
      <p15:sldGuideLst xmlns:p15="http://schemas.microsoft.com/office/powerpoint/2012/main">
        <p15:guide id="1" pos="7392">
          <p15:clr>
            <a:srgbClr val="FBAE40"/>
          </p15:clr>
        </p15:guide>
        <p15:guide id="2" orient="horz" pos="2160">
          <p15:clr>
            <a:srgbClr val="FBAE40"/>
          </p15:clr>
        </p15:guide>
        <p15:guide id="3" orient="horz" pos="288">
          <p15:clr>
            <a:srgbClr val="FBAE40"/>
          </p15:clr>
        </p15:guide>
        <p15:guide id="4" orient="horz" pos="4032">
          <p15:clr>
            <a:srgbClr val="FBAE40"/>
          </p15:clr>
        </p15:guide>
        <p15:guide id="5" pos="288">
          <p15:clr>
            <a:srgbClr val="FBAE40"/>
          </p15:clr>
        </p15:guide>
        <p15:guide id="6" pos="3840">
          <p15:clr>
            <a:srgbClr val="FBAE40"/>
          </p15:clr>
        </p15:guide>
        <p15:guide id="7" orient="horz" pos="3720">
          <p15:clr>
            <a:srgbClr val="FBAE40"/>
          </p15:clr>
        </p15:guide>
        <p15:guide id="8" pos="7104">
          <p15:clr>
            <a:srgbClr val="FBAE40"/>
          </p15:clr>
        </p15:guide>
        <p15:guide id="9" pos="576">
          <p15:clr>
            <a:srgbClr val="FBAE40"/>
          </p15:clr>
        </p15:guide>
        <p15:guide id="11" orient="horz" pos="576">
          <p15:clr>
            <a:srgbClr val="FBAE40"/>
          </p15:clr>
        </p15:guide>
        <p15:guide id="12" orient="horz" pos="1728">
          <p15:clr>
            <a:srgbClr val="FBAE40"/>
          </p15:clr>
        </p15:guide>
        <p15:guide id="13" orient="horz" pos="132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468743-342F-6CA4-7BA5-942F2C4C23B9}"/>
              </a:ext>
            </a:extLst>
          </p:cNvPr>
          <p:cNvPicPr>
            <a:picLocks noChangeAspect="1"/>
          </p:cNvPicPr>
          <p:nvPr userDrawn="1"/>
        </p:nvPicPr>
        <p:blipFill>
          <a:blip r:embed="rId2">
            <a:alphaModFix/>
          </a:blip>
          <a:srcRect l="1151" t="1794" r="25966" b="25175"/>
          <a:stretch/>
        </p:blipFill>
        <p:spPr>
          <a:xfrm flipV="1">
            <a:off x="0" y="0"/>
            <a:ext cx="12192000" cy="6858000"/>
          </a:xfrm>
          <a:prstGeom prst="rect">
            <a:avLst/>
          </a:prstGeom>
        </p:spPr>
      </p:pic>
      <p:sp>
        <p:nvSpPr>
          <p:cNvPr id="2" name="Title 1"/>
          <p:cNvSpPr>
            <a:spLocks noGrp="1"/>
          </p:cNvSpPr>
          <p:nvPr>
            <p:ph type="ctrTitle"/>
          </p:nvPr>
        </p:nvSpPr>
        <p:spPr>
          <a:xfrm>
            <a:off x="914400" y="914400"/>
            <a:ext cx="5788152" cy="4992624"/>
          </a:xfrm>
        </p:spPr>
        <p:txBody>
          <a:bodyPr wrap="square" anchor="t">
            <a:normAutofit/>
          </a:bodyPr>
          <a:lstStyle>
            <a:lvl1pPr algn="l">
              <a:defRPr sz="6000" b="1" spc="0" baseline="0">
                <a:solidFill>
                  <a:schemeClr val="bg1"/>
                </a:solidFill>
                <a:effectLst/>
                <a:latin typeface="+mj-lt"/>
              </a:defRPr>
            </a:lvl1pPr>
          </a:lstStyle>
          <a:p>
            <a:r>
              <a:rPr lang="en-US"/>
              <a:t>Click to edit Master title style</a:t>
            </a:r>
          </a:p>
        </p:txBody>
      </p:sp>
      <p:sp>
        <p:nvSpPr>
          <p:cNvPr id="5" name="Subtitle 2">
            <a:extLst>
              <a:ext uri="{FF2B5EF4-FFF2-40B4-BE49-F238E27FC236}">
                <a16:creationId xmlns:a16="http://schemas.microsoft.com/office/drawing/2014/main" id="{3A175ECB-7AC9-8B60-1D2A-0DA9D75F91FC}"/>
              </a:ext>
            </a:extLst>
          </p:cNvPr>
          <p:cNvSpPr>
            <a:spLocks noGrp="1"/>
          </p:cNvSpPr>
          <p:nvPr>
            <p:ph type="subTitle" idx="1"/>
          </p:nvPr>
        </p:nvSpPr>
        <p:spPr>
          <a:xfrm>
            <a:off x="6839712" y="914400"/>
            <a:ext cx="4434840" cy="4992624"/>
          </a:xfrm>
        </p:spPr>
        <p:txBody>
          <a:bodyPr anchor="b">
            <a:normAutofit/>
          </a:bodyPr>
          <a:lstStyle>
            <a:lvl1pPr marL="0" indent="0" algn="l">
              <a:lnSpc>
                <a:spcPct val="70000"/>
              </a:lnSpc>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0056099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881E108-F384-A315-D627-5984C66ED5C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11" name="Group 10">
              <a:extLst>
                <a:ext uri="{FF2B5EF4-FFF2-40B4-BE49-F238E27FC236}">
                  <a16:creationId xmlns:a16="http://schemas.microsoft.com/office/drawing/2014/main" id="{87C1CCF7-5B2C-35CC-DBB9-2CE06DC4AC6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90" name="Freeform 68">
                <a:extLst>
                  <a:ext uri="{FF2B5EF4-FFF2-40B4-BE49-F238E27FC236}">
                    <a16:creationId xmlns:a16="http://schemas.microsoft.com/office/drawing/2014/main" id="{18C15660-4DED-02FA-9562-504977CD68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69">
                <a:extLst>
                  <a:ext uri="{FF2B5EF4-FFF2-40B4-BE49-F238E27FC236}">
                    <a16:creationId xmlns:a16="http://schemas.microsoft.com/office/drawing/2014/main" id="{072BDACB-931A-F55A-B289-32AFDCB9E5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2" name="Line 70">
                <a:extLst>
                  <a:ext uri="{FF2B5EF4-FFF2-40B4-BE49-F238E27FC236}">
                    <a16:creationId xmlns:a16="http://schemas.microsoft.com/office/drawing/2014/main" id="{A34FD5E0-67CD-A986-9673-4DEDB837A3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0DFF58B2-6BF5-7AA2-99C7-8C899768492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52" name="Oval 51">
                <a:extLst>
                  <a:ext uri="{FF2B5EF4-FFF2-40B4-BE49-F238E27FC236}">
                    <a16:creationId xmlns:a16="http://schemas.microsoft.com/office/drawing/2014/main" id="{4184B759-837D-B79D-8489-BF2033D794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nvGrpSpPr>
              <p:cNvPr id="53" name="Group 52">
                <a:extLst>
                  <a:ext uri="{FF2B5EF4-FFF2-40B4-BE49-F238E27FC236}">
                    <a16:creationId xmlns:a16="http://schemas.microsoft.com/office/drawing/2014/main" id="{66F7D36D-4939-33BD-C165-7116F0B982B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8" name="Freeform 64">
                  <a:extLst>
                    <a:ext uri="{FF2B5EF4-FFF2-40B4-BE49-F238E27FC236}">
                      <a16:creationId xmlns:a16="http://schemas.microsoft.com/office/drawing/2014/main" id="{39CF26D7-6B87-3153-4F82-3642929F2CA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81">
                  <a:extLst>
                    <a:ext uri="{FF2B5EF4-FFF2-40B4-BE49-F238E27FC236}">
                      <a16:creationId xmlns:a16="http://schemas.microsoft.com/office/drawing/2014/main" id="{60E9FE59-21FD-F26A-8B04-F00B513D9B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61">
                  <a:extLst>
                    <a:ext uri="{FF2B5EF4-FFF2-40B4-BE49-F238E27FC236}">
                      <a16:creationId xmlns:a16="http://schemas.microsoft.com/office/drawing/2014/main" id="{76E57C18-1792-97B2-3EA4-2227216ACA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78">
                  <a:extLst>
                    <a:ext uri="{FF2B5EF4-FFF2-40B4-BE49-F238E27FC236}">
                      <a16:creationId xmlns:a16="http://schemas.microsoft.com/office/drawing/2014/main" id="{3FAD6F0C-C11A-8E35-6E49-CC816C97834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84">
                  <a:extLst>
                    <a:ext uri="{FF2B5EF4-FFF2-40B4-BE49-F238E27FC236}">
                      <a16:creationId xmlns:a16="http://schemas.microsoft.com/office/drawing/2014/main" id="{9F5A8A2A-D14B-7B3F-5837-0C5DDD9E80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7">
                  <a:extLst>
                    <a:ext uri="{FF2B5EF4-FFF2-40B4-BE49-F238E27FC236}">
                      <a16:creationId xmlns:a16="http://schemas.microsoft.com/office/drawing/2014/main" id="{04A52456-CA7C-B910-7DD3-FDF3F02234B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60">
                  <a:extLst>
                    <a:ext uri="{FF2B5EF4-FFF2-40B4-BE49-F238E27FC236}">
                      <a16:creationId xmlns:a16="http://schemas.microsoft.com/office/drawing/2014/main" id="{8415C7E0-168E-583A-3D8E-13A0BECB6E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59">
                  <a:extLst>
                    <a:ext uri="{FF2B5EF4-FFF2-40B4-BE49-F238E27FC236}">
                      <a16:creationId xmlns:a16="http://schemas.microsoft.com/office/drawing/2014/main" id="{E84EF13A-F9BF-D114-CB2F-BAD322E48AF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2">
                  <a:extLst>
                    <a:ext uri="{FF2B5EF4-FFF2-40B4-BE49-F238E27FC236}">
                      <a16:creationId xmlns:a16="http://schemas.microsoft.com/office/drawing/2014/main" id="{7635AFC9-6470-8D17-0699-3241CE2DE0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5">
                  <a:extLst>
                    <a:ext uri="{FF2B5EF4-FFF2-40B4-BE49-F238E27FC236}">
                      <a16:creationId xmlns:a16="http://schemas.microsoft.com/office/drawing/2014/main" id="{791500EF-3034-425E-4CB3-882A7C2D0F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79">
                  <a:extLst>
                    <a:ext uri="{FF2B5EF4-FFF2-40B4-BE49-F238E27FC236}">
                      <a16:creationId xmlns:a16="http://schemas.microsoft.com/office/drawing/2014/main" id="{302E1F2F-459F-7DDA-362C-03E7EE4BCB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82">
                  <a:extLst>
                    <a:ext uri="{FF2B5EF4-FFF2-40B4-BE49-F238E27FC236}">
                      <a16:creationId xmlns:a16="http://schemas.microsoft.com/office/drawing/2014/main" id="{39D9EE3B-A0D7-E4FC-9046-5C97668711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5">
                  <a:extLst>
                    <a:ext uri="{FF2B5EF4-FFF2-40B4-BE49-F238E27FC236}">
                      <a16:creationId xmlns:a16="http://schemas.microsoft.com/office/drawing/2014/main" id="{BB7ED61D-F228-3585-0563-330602FFB3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8">
                  <a:extLst>
                    <a:ext uri="{FF2B5EF4-FFF2-40B4-BE49-F238E27FC236}">
                      <a16:creationId xmlns:a16="http://schemas.microsoft.com/office/drawing/2014/main" id="{8D6D1F50-C458-93FE-2C29-73F04AAF395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2" name="Group 81">
                  <a:extLst>
                    <a:ext uri="{FF2B5EF4-FFF2-40B4-BE49-F238E27FC236}">
                      <a16:creationId xmlns:a16="http://schemas.microsoft.com/office/drawing/2014/main" id="{7C2B1F16-E91E-EEEA-3C21-7B069CE00B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3" name="Line 63">
                    <a:extLst>
                      <a:ext uri="{FF2B5EF4-FFF2-40B4-BE49-F238E27FC236}">
                        <a16:creationId xmlns:a16="http://schemas.microsoft.com/office/drawing/2014/main" id="{751BADD6-70CB-D6E4-DE92-76B1A4C2E7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Line 66">
                    <a:extLst>
                      <a:ext uri="{FF2B5EF4-FFF2-40B4-BE49-F238E27FC236}">
                        <a16:creationId xmlns:a16="http://schemas.microsoft.com/office/drawing/2014/main" id="{859ECE72-C252-77AA-D9A2-9BA1D9A645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Line 67">
                    <a:extLst>
                      <a:ext uri="{FF2B5EF4-FFF2-40B4-BE49-F238E27FC236}">
                        <a16:creationId xmlns:a16="http://schemas.microsoft.com/office/drawing/2014/main" id="{DBABDC38-A611-E865-1F52-62CA48E76F6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Line 80">
                    <a:extLst>
                      <a:ext uri="{FF2B5EF4-FFF2-40B4-BE49-F238E27FC236}">
                        <a16:creationId xmlns:a16="http://schemas.microsoft.com/office/drawing/2014/main" id="{FC53D630-F42E-2033-5860-1939673F72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Line 83">
                    <a:extLst>
                      <a:ext uri="{FF2B5EF4-FFF2-40B4-BE49-F238E27FC236}">
                        <a16:creationId xmlns:a16="http://schemas.microsoft.com/office/drawing/2014/main" id="{EC021795-C29B-11C0-E5B2-AF136EE09B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Line 86">
                    <a:extLst>
                      <a:ext uri="{FF2B5EF4-FFF2-40B4-BE49-F238E27FC236}">
                        <a16:creationId xmlns:a16="http://schemas.microsoft.com/office/drawing/2014/main" id="{89127066-0EC1-E69B-2763-17EF53F77D4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Line 89">
                    <a:extLst>
                      <a:ext uri="{FF2B5EF4-FFF2-40B4-BE49-F238E27FC236}">
                        <a16:creationId xmlns:a16="http://schemas.microsoft.com/office/drawing/2014/main" id="{6B6CD59F-3CDF-DC2F-7629-7D25456A1A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4" name="Group 53">
                <a:extLst>
                  <a:ext uri="{FF2B5EF4-FFF2-40B4-BE49-F238E27FC236}">
                    <a16:creationId xmlns:a16="http://schemas.microsoft.com/office/drawing/2014/main" id="{1AEC402E-386A-ABCA-FAED-AC35560FFD1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60" name="Group 59">
                  <a:extLst>
                    <a:ext uri="{FF2B5EF4-FFF2-40B4-BE49-F238E27FC236}">
                      <a16:creationId xmlns:a16="http://schemas.microsoft.com/office/drawing/2014/main" id="{D05B1D61-BF79-CE17-3316-E22D6375DD6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4" name="Straight Connector 63">
                    <a:extLst>
                      <a:ext uri="{FF2B5EF4-FFF2-40B4-BE49-F238E27FC236}">
                        <a16:creationId xmlns:a16="http://schemas.microsoft.com/office/drawing/2014/main" id="{3C1121DD-6D2D-F6DD-13EB-5BA4FEEC669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916FB59-99AD-CD5D-43A7-7DFCE4405C2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6" name="Rectangle 30">
                    <a:extLst>
                      <a:ext uri="{FF2B5EF4-FFF2-40B4-BE49-F238E27FC236}">
                        <a16:creationId xmlns:a16="http://schemas.microsoft.com/office/drawing/2014/main" id="{D65EFF6D-F07E-8BD8-4231-62761F20D5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30">
                    <a:extLst>
                      <a:ext uri="{FF2B5EF4-FFF2-40B4-BE49-F238E27FC236}">
                        <a16:creationId xmlns:a16="http://schemas.microsoft.com/office/drawing/2014/main" id="{288BBD12-64D8-2967-BD02-82576A7A73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F4834E8D-D6E4-CAB3-9A98-0065273DA50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2" name="Freeform: Shape 57">
                    <a:extLst>
                      <a:ext uri="{FF2B5EF4-FFF2-40B4-BE49-F238E27FC236}">
                        <a16:creationId xmlns:a16="http://schemas.microsoft.com/office/drawing/2014/main" id="{81F30DBC-DD75-CAAB-A919-54CD8C595B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63" name="Freeform: Shape 58">
                    <a:extLst>
                      <a:ext uri="{FF2B5EF4-FFF2-40B4-BE49-F238E27FC236}">
                        <a16:creationId xmlns:a16="http://schemas.microsoft.com/office/drawing/2014/main" id="{5622C940-8B4B-FCC6-D6C5-C3A5B5887A7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5" name="Group 54">
                <a:extLst>
                  <a:ext uri="{FF2B5EF4-FFF2-40B4-BE49-F238E27FC236}">
                    <a16:creationId xmlns:a16="http://schemas.microsoft.com/office/drawing/2014/main" id="{170620AC-69C7-F05B-0FE6-F2A7B369742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6" name="Group 55">
                  <a:extLst>
                    <a:ext uri="{FF2B5EF4-FFF2-40B4-BE49-F238E27FC236}">
                      <a16:creationId xmlns:a16="http://schemas.microsoft.com/office/drawing/2014/main" id="{A866B0E7-3452-342A-E947-5D1B43B5385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8" name="Freeform 68">
                    <a:extLst>
                      <a:ext uri="{FF2B5EF4-FFF2-40B4-BE49-F238E27FC236}">
                        <a16:creationId xmlns:a16="http://schemas.microsoft.com/office/drawing/2014/main" id="{F0A66C71-2E93-8634-693C-65995DDB8C3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69">
                    <a:extLst>
                      <a:ext uri="{FF2B5EF4-FFF2-40B4-BE49-F238E27FC236}">
                        <a16:creationId xmlns:a16="http://schemas.microsoft.com/office/drawing/2014/main" id="{B3DCBCA0-C178-92E8-D0AE-6C88604CA4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57" name="Line 70">
                  <a:extLst>
                    <a:ext uri="{FF2B5EF4-FFF2-40B4-BE49-F238E27FC236}">
                      <a16:creationId xmlns:a16="http://schemas.microsoft.com/office/drawing/2014/main" id="{54962A78-719A-152A-D66A-645612403E2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3" name="Group 12">
              <a:extLst>
                <a:ext uri="{FF2B5EF4-FFF2-40B4-BE49-F238E27FC236}">
                  <a16:creationId xmlns:a16="http://schemas.microsoft.com/office/drawing/2014/main" id="{0DD8826F-87D1-0808-28F0-C30249A4D8C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4" name="Oval 13">
                <a:extLst>
                  <a:ext uri="{FF2B5EF4-FFF2-40B4-BE49-F238E27FC236}">
                    <a16:creationId xmlns:a16="http://schemas.microsoft.com/office/drawing/2014/main" id="{3C5D1AE4-7639-F7C4-B0F2-6DC1C6D53C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nvGrpSpPr>
              <p:cNvPr id="15" name="Group 14">
                <a:extLst>
                  <a:ext uri="{FF2B5EF4-FFF2-40B4-BE49-F238E27FC236}">
                    <a16:creationId xmlns:a16="http://schemas.microsoft.com/office/drawing/2014/main" id="{5B31C545-6261-4C90-7449-B0FA0F14B17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30" name="Freeform 64">
                  <a:extLst>
                    <a:ext uri="{FF2B5EF4-FFF2-40B4-BE49-F238E27FC236}">
                      <a16:creationId xmlns:a16="http://schemas.microsoft.com/office/drawing/2014/main" id="{CCFF55EE-F463-5AA3-EA8E-FC71AD5E595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1">
                  <a:extLst>
                    <a:ext uri="{FF2B5EF4-FFF2-40B4-BE49-F238E27FC236}">
                      <a16:creationId xmlns:a16="http://schemas.microsoft.com/office/drawing/2014/main" id="{8A64BA49-D64D-5135-432E-F837497AD3E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61">
                  <a:extLst>
                    <a:ext uri="{FF2B5EF4-FFF2-40B4-BE49-F238E27FC236}">
                      <a16:creationId xmlns:a16="http://schemas.microsoft.com/office/drawing/2014/main" id="{53E1B766-53A4-5272-89AA-5097B67ED7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78">
                  <a:extLst>
                    <a:ext uri="{FF2B5EF4-FFF2-40B4-BE49-F238E27FC236}">
                      <a16:creationId xmlns:a16="http://schemas.microsoft.com/office/drawing/2014/main" id="{B9E623EF-3B1E-5902-5A98-8B0276FEED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84">
                  <a:extLst>
                    <a:ext uri="{FF2B5EF4-FFF2-40B4-BE49-F238E27FC236}">
                      <a16:creationId xmlns:a16="http://schemas.microsoft.com/office/drawing/2014/main" id="{A5E08108-7FFE-988A-27B4-42DC2081A6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7">
                  <a:extLst>
                    <a:ext uri="{FF2B5EF4-FFF2-40B4-BE49-F238E27FC236}">
                      <a16:creationId xmlns:a16="http://schemas.microsoft.com/office/drawing/2014/main" id="{773E0169-06B0-CD91-ED69-C5FFA3ABA31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0">
                  <a:extLst>
                    <a:ext uri="{FF2B5EF4-FFF2-40B4-BE49-F238E27FC236}">
                      <a16:creationId xmlns:a16="http://schemas.microsoft.com/office/drawing/2014/main" id="{32E5E29B-D991-75B8-F1CC-E87F58BE97C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59">
                  <a:extLst>
                    <a:ext uri="{FF2B5EF4-FFF2-40B4-BE49-F238E27FC236}">
                      <a16:creationId xmlns:a16="http://schemas.microsoft.com/office/drawing/2014/main" id="{DAC2C0F6-D327-B680-AD0E-29DEFE82D5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2">
                  <a:extLst>
                    <a:ext uri="{FF2B5EF4-FFF2-40B4-BE49-F238E27FC236}">
                      <a16:creationId xmlns:a16="http://schemas.microsoft.com/office/drawing/2014/main" id="{DCFACFB9-BC70-8E9B-94B0-EC3990E331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65">
                  <a:extLst>
                    <a:ext uri="{FF2B5EF4-FFF2-40B4-BE49-F238E27FC236}">
                      <a16:creationId xmlns:a16="http://schemas.microsoft.com/office/drawing/2014/main" id="{0C0243D7-FD13-096E-A535-BCB0E882F0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79">
                  <a:extLst>
                    <a:ext uri="{FF2B5EF4-FFF2-40B4-BE49-F238E27FC236}">
                      <a16:creationId xmlns:a16="http://schemas.microsoft.com/office/drawing/2014/main" id="{E40ADF36-29F2-197F-CA56-7F3C21A9E5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82">
                  <a:extLst>
                    <a:ext uri="{FF2B5EF4-FFF2-40B4-BE49-F238E27FC236}">
                      <a16:creationId xmlns:a16="http://schemas.microsoft.com/office/drawing/2014/main" id="{D4040157-022D-D2D3-BA51-FF1AC48D06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5">
                  <a:extLst>
                    <a:ext uri="{FF2B5EF4-FFF2-40B4-BE49-F238E27FC236}">
                      <a16:creationId xmlns:a16="http://schemas.microsoft.com/office/drawing/2014/main" id="{D5D04681-B3BF-355E-9F72-D6D5C61470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8">
                  <a:extLst>
                    <a:ext uri="{FF2B5EF4-FFF2-40B4-BE49-F238E27FC236}">
                      <a16:creationId xmlns:a16="http://schemas.microsoft.com/office/drawing/2014/main" id="{F5274D01-718C-8DAB-E10E-EAA275C140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4" name="Group 43">
                  <a:extLst>
                    <a:ext uri="{FF2B5EF4-FFF2-40B4-BE49-F238E27FC236}">
                      <a16:creationId xmlns:a16="http://schemas.microsoft.com/office/drawing/2014/main" id="{2A7203C8-6D5A-D15D-479C-B62F49E3956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5" name="Line 63">
                    <a:extLst>
                      <a:ext uri="{FF2B5EF4-FFF2-40B4-BE49-F238E27FC236}">
                        <a16:creationId xmlns:a16="http://schemas.microsoft.com/office/drawing/2014/main" id="{F2A721C4-BB1C-B475-8E9F-0E532E92B8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66">
                    <a:extLst>
                      <a:ext uri="{FF2B5EF4-FFF2-40B4-BE49-F238E27FC236}">
                        <a16:creationId xmlns:a16="http://schemas.microsoft.com/office/drawing/2014/main" id="{A4D10222-27E8-65CC-D891-16EC7A9F19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7">
                    <a:extLst>
                      <a:ext uri="{FF2B5EF4-FFF2-40B4-BE49-F238E27FC236}">
                        <a16:creationId xmlns:a16="http://schemas.microsoft.com/office/drawing/2014/main" id="{FF2F28B6-2337-C329-446A-56A59192E60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0">
                    <a:extLst>
                      <a:ext uri="{FF2B5EF4-FFF2-40B4-BE49-F238E27FC236}">
                        <a16:creationId xmlns:a16="http://schemas.microsoft.com/office/drawing/2014/main" id="{446022E5-729D-E059-0EFB-60DCD3D206C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3">
                    <a:extLst>
                      <a:ext uri="{FF2B5EF4-FFF2-40B4-BE49-F238E27FC236}">
                        <a16:creationId xmlns:a16="http://schemas.microsoft.com/office/drawing/2014/main" id="{34B448DD-DB51-4BFE-7391-F0E77F0D1A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6">
                    <a:extLst>
                      <a:ext uri="{FF2B5EF4-FFF2-40B4-BE49-F238E27FC236}">
                        <a16:creationId xmlns:a16="http://schemas.microsoft.com/office/drawing/2014/main" id="{C4ECBED7-4DF3-07D4-C903-0C3466F436E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9">
                    <a:extLst>
                      <a:ext uri="{FF2B5EF4-FFF2-40B4-BE49-F238E27FC236}">
                        <a16:creationId xmlns:a16="http://schemas.microsoft.com/office/drawing/2014/main" id="{17BEFC7B-EF7B-E701-5F94-14A5003FA1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6" name="Group 15">
                <a:extLst>
                  <a:ext uri="{FF2B5EF4-FFF2-40B4-BE49-F238E27FC236}">
                    <a16:creationId xmlns:a16="http://schemas.microsoft.com/office/drawing/2014/main" id="{00A31DDE-6294-E350-9B31-BB2AED729C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2" name="Group 21">
                  <a:extLst>
                    <a:ext uri="{FF2B5EF4-FFF2-40B4-BE49-F238E27FC236}">
                      <a16:creationId xmlns:a16="http://schemas.microsoft.com/office/drawing/2014/main" id="{AC308B80-05DF-C878-E68E-CA949D8CBF0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6" name="Straight Connector 25">
                    <a:extLst>
                      <a:ext uri="{FF2B5EF4-FFF2-40B4-BE49-F238E27FC236}">
                        <a16:creationId xmlns:a16="http://schemas.microsoft.com/office/drawing/2014/main" id="{17C14F70-099F-64BE-337A-A8DEA8609BC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302A6CE-C651-7A36-FDA2-A75E7A144AC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8" name="Rectangle 30">
                    <a:extLst>
                      <a:ext uri="{FF2B5EF4-FFF2-40B4-BE49-F238E27FC236}">
                        <a16:creationId xmlns:a16="http://schemas.microsoft.com/office/drawing/2014/main" id="{39947FB4-DB7C-9FAD-FE53-C3E8C9938B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30">
                    <a:extLst>
                      <a:ext uri="{FF2B5EF4-FFF2-40B4-BE49-F238E27FC236}">
                        <a16:creationId xmlns:a16="http://schemas.microsoft.com/office/drawing/2014/main" id="{C8624528-A8A2-42DC-9965-2F3A1539C8C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116FC009-ECC3-11A8-69FC-5F228B3DB1E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4" name="Freeform: Shape 19">
                    <a:extLst>
                      <a:ext uri="{FF2B5EF4-FFF2-40B4-BE49-F238E27FC236}">
                        <a16:creationId xmlns:a16="http://schemas.microsoft.com/office/drawing/2014/main" id="{5B77C78C-0E98-59B7-DCF8-A595970FF5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5" name="Freeform: Shape 20">
                    <a:extLst>
                      <a:ext uri="{FF2B5EF4-FFF2-40B4-BE49-F238E27FC236}">
                        <a16:creationId xmlns:a16="http://schemas.microsoft.com/office/drawing/2014/main" id="{AC070F26-D4E6-B35D-46F5-C2314E2A2D9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7" name="Group 16">
                <a:extLst>
                  <a:ext uri="{FF2B5EF4-FFF2-40B4-BE49-F238E27FC236}">
                    <a16:creationId xmlns:a16="http://schemas.microsoft.com/office/drawing/2014/main" id="{8FC4E3AA-C659-9DCF-D8B3-5B1DA915187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8" name="Group 17">
                  <a:extLst>
                    <a:ext uri="{FF2B5EF4-FFF2-40B4-BE49-F238E27FC236}">
                      <a16:creationId xmlns:a16="http://schemas.microsoft.com/office/drawing/2014/main" id="{99E5D597-F494-4B41-736C-52EB1CB893D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0" name="Freeform 68">
                    <a:extLst>
                      <a:ext uri="{FF2B5EF4-FFF2-40B4-BE49-F238E27FC236}">
                        <a16:creationId xmlns:a16="http://schemas.microsoft.com/office/drawing/2014/main" id="{61A2931B-FF2A-975B-AB37-71DF0F3418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AA86D59E-5FB1-7C95-B65B-A960F5A903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9" name="Line 70">
                  <a:extLst>
                    <a:ext uri="{FF2B5EF4-FFF2-40B4-BE49-F238E27FC236}">
                      <a16:creationId xmlns:a16="http://schemas.microsoft.com/office/drawing/2014/main" id="{D4441001-2EF5-3871-F7E0-4165E5A190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93" name="Straight Connector 92">
            <a:extLst>
              <a:ext uri="{FF2B5EF4-FFF2-40B4-BE49-F238E27FC236}">
                <a16:creationId xmlns:a16="http://schemas.microsoft.com/office/drawing/2014/main" id="{3E6F731B-8969-3200-B9DB-3E8612A79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264408" y="3883294"/>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B95CA7-7C33-82C1-25FB-B083614FA283}"/>
              </a:ext>
            </a:extLst>
          </p:cNvPr>
          <p:cNvSpPr>
            <a:spLocks noGrp="1"/>
          </p:cNvSpPr>
          <p:nvPr>
            <p:ph type="ctrTitle"/>
          </p:nvPr>
        </p:nvSpPr>
        <p:spPr>
          <a:xfrm>
            <a:off x="612648" y="697234"/>
            <a:ext cx="5852160" cy="2925456"/>
          </a:xfrm>
          <a:prstGeom prst="rect">
            <a:avLst/>
          </a:prstGeom>
        </p:spPr>
        <p:txBody>
          <a:bodyPr anchor="b" anchorCtr="0">
            <a:noAutofit/>
          </a:bodyPr>
          <a:lstStyle>
            <a:lvl1pPr algn="ctr">
              <a:defRPr sz="4000"/>
            </a:lvl1pPr>
          </a:lstStyle>
          <a:p>
            <a:r>
              <a:rPr lang="en-US"/>
              <a:t>Click to edit Master title style</a:t>
            </a:r>
          </a:p>
        </p:txBody>
      </p:sp>
      <p:sp>
        <p:nvSpPr>
          <p:cNvPr id="8" name="Subtitle 2">
            <a:extLst>
              <a:ext uri="{FF2B5EF4-FFF2-40B4-BE49-F238E27FC236}">
                <a16:creationId xmlns:a16="http://schemas.microsoft.com/office/drawing/2014/main" id="{E8955AA8-3423-1402-F58D-56D367DC7544}"/>
              </a:ext>
            </a:extLst>
          </p:cNvPr>
          <p:cNvSpPr>
            <a:spLocks noGrp="1"/>
          </p:cNvSpPr>
          <p:nvPr>
            <p:ph type="subTitle" idx="1"/>
          </p:nvPr>
        </p:nvSpPr>
        <p:spPr>
          <a:xfrm>
            <a:off x="612648" y="4143898"/>
            <a:ext cx="5852160" cy="1545336"/>
          </a:xfrm>
        </p:spPr>
        <p:txBody>
          <a:bodyPr anchor="t" anchorCtr="0">
            <a:noAutofit/>
          </a:bodyPr>
          <a:lstStyle>
            <a:lvl1pPr marL="0" indent="0" algn="ctr">
              <a:lnSpc>
                <a:spcPct val="100000"/>
              </a:lnSpc>
              <a:buNone/>
              <a:defRPr sz="18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3035586"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06128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3378073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D5D837-2FD3-B65B-B967-2A54F9ECAB65}"/>
              </a:ext>
            </a:extLst>
          </p:cNvPr>
          <p:cNvCxnSpPr>
            <a:cxnSpLocks/>
          </p:cNvCxnSpPr>
          <p:nvPr userDrawn="1"/>
        </p:nvCxnSpPr>
        <p:spPr>
          <a:xfrm>
            <a:off x="714375" y="185993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6D89D7DB-954A-9C21-F4F8-096B5AF8FA2F}"/>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2119673"/>
            <a:ext cx="10963656" cy="40572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2293367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grpSp>
        <p:nvGrpSpPr>
          <p:cNvPr id="7" name="Vector">
            <a:extLst>
              <a:ext uri="{FF2B5EF4-FFF2-40B4-BE49-F238E27FC236}">
                <a16:creationId xmlns:a16="http://schemas.microsoft.com/office/drawing/2014/main" id="{00CDC658-A6F6-5658-3A53-5BC88F7EF3AC}"/>
              </a:ext>
            </a:extLst>
          </p:cNvPr>
          <p:cNvGrpSpPr/>
          <p:nvPr/>
        </p:nvGrpSpPr>
        <p:grpSpPr>
          <a:xfrm>
            <a:off x="268449" y="457964"/>
            <a:ext cx="2227875" cy="5970551"/>
            <a:chOff x="268449" y="457964"/>
            <a:chExt cx="2227875" cy="5970551"/>
          </a:xfrm>
        </p:grpSpPr>
        <p:grpSp>
          <p:nvGrpSpPr>
            <p:cNvPr id="8" name="Group 7">
              <a:extLst>
                <a:ext uri="{FF2B5EF4-FFF2-40B4-BE49-F238E27FC236}">
                  <a16:creationId xmlns:a16="http://schemas.microsoft.com/office/drawing/2014/main" id="{E558385A-FBF5-E7C2-C216-0F09392A443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285095" y="457964"/>
              <a:ext cx="2211229" cy="2707415"/>
              <a:chOff x="9728105" y="457964"/>
              <a:chExt cx="2211229" cy="2707415"/>
            </a:xfrm>
          </p:grpSpPr>
          <p:grpSp>
            <p:nvGrpSpPr>
              <p:cNvPr id="24" name="Group 23">
                <a:extLst>
                  <a:ext uri="{FF2B5EF4-FFF2-40B4-BE49-F238E27FC236}">
                    <a16:creationId xmlns:a16="http://schemas.microsoft.com/office/drawing/2014/main" id="{A930D5B6-DFED-B550-7D11-39B0DE497DC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3360DDD4-298A-89DE-FA5D-979D3715980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5D2DB3B7-52E8-5842-C5B4-CC2A04A40F3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89BB2BB-80C0-BAEB-0FAB-E2D6CBA39FF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7B112078-076C-C536-76D4-324507E725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6029C372-14FB-3B0B-F1BE-DA206A2BE14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9C5A5830-350B-9CD2-8321-8E2D47A2E95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101">
                    <a:extLst>
                      <a:ext uri="{FF2B5EF4-FFF2-40B4-BE49-F238E27FC236}">
                        <a16:creationId xmlns:a16="http://schemas.microsoft.com/office/drawing/2014/main" id="{86E560FA-66CD-71F7-71FB-5624F46067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102">
                    <a:extLst>
                      <a:ext uri="{FF2B5EF4-FFF2-40B4-BE49-F238E27FC236}">
                        <a16:creationId xmlns:a16="http://schemas.microsoft.com/office/drawing/2014/main" id="{7AB96093-1181-E260-C34F-0575B79407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48D173A6-B48F-E510-1D43-D816184D374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86225E14-5F55-FABA-8A8F-EB2FAE361C1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3194F6C1-E4B7-0E2B-733A-24891B05AF4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13982ED7-7305-6127-8E74-7A0D424DD7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DE9F9315-2552-CFF1-3A8D-089F1163E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1BEC0931-A9B9-CE3B-EB79-20CE3DA7B1B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flipV="1">
              <a:off x="268449" y="3721100"/>
              <a:ext cx="2211229" cy="2707415"/>
              <a:chOff x="9728105" y="457964"/>
              <a:chExt cx="2211229" cy="2707415"/>
            </a:xfrm>
          </p:grpSpPr>
          <p:grpSp>
            <p:nvGrpSpPr>
              <p:cNvPr id="10" name="Group 9">
                <a:extLst>
                  <a:ext uri="{FF2B5EF4-FFF2-40B4-BE49-F238E27FC236}">
                    <a16:creationId xmlns:a16="http://schemas.microsoft.com/office/drawing/2014/main" id="{142CFB89-2BD1-A481-A47A-0AA2686982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19725E02-6FCE-0485-9FD9-29C78765D4B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AE0C473C-2E38-911B-354B-7EA8C7DDFF5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DEC9451-A999-C0B6-E336-87087AC21EF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C93C83FF-ED97-CB06-8900-778CE38D88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3F73A54B-E99C-76B0-C985-5CDFAF27B8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E4FFA0E4-5AD0-A26D-201A-FD581F0F635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16">
                    <a:extLst>
                      <a:ext uri="{FF2B5EF4-FFF2-40B4-BE49-F238E27FC236}">
                        <a16:creationId xmlns:a16="http://schemas.microsoft.com/office/drawing/2014/main" id="{1B881B1E-6677-15E6-67D6-A9E3DE2CEB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17">
                    <a:extLst>
                      <a:ext uri="{FF2B5EF4-FFF2-40B4-BE49-F238E27FC236}">
                        <a16:creationId xmlns:a16="http://schemas.microsoft.com/office/drawing/2014/main" id="{DEB9A344-C951-EEA7-CEDD-11F0006B30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7E5A2BEE-0017-56AA-A161-97325E22713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F2906AFB-F142-CCE3-1225-D96320E803A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0190AEE6-A40F-489A-BCFF-239BE1F1C9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40A8EBB4-6E26-5A52-78D9-B2C48CB7125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C34A4D87-0628-3673-1195-2A7C3B50D89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40" name="Straight Connector 39">
            <a:extLst>
              <a:ext uri="{FF2B5EF4-FFF2-40B4-BE49-F238E27FC236}">
                <a16:creationId xmlns:a16="http://schemas.microsoft.com/office/drawing/2014/main" id="{C3B3D5AA-9117-2202-5527-3F96C9B9EC72}"/>
              </a:ext>
            </a:extLst>
          </p:cNvPr>
          <p:cNvCxnSpPr>
            <a:cxnSpLocks/>
          </p:cNvCxnSpPr>
          <p:nvPr userDrawn="1"/>
        </p:nvCxnSpPr>
        <p:spPr>
          <a:xfrm>
            <a:off x="3478911" y="502240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8" name="Title 1">
            <a:extLst>
              <a:ext uri="{FF2B5EF4-FFF2-40B4-BE49-F238E27FC236}">
                <a16:creationId xmlns:a16="http://schemas.microsoft.com/office/drawing/2014/main" id="{A4F08EBF-F0D1-CCB7-DDF6-D764A2A57010}"/>
              </a:ext>
            </a:extLst>
          </p:cNvPr>
          <p:cNvSpPr>
            <a:spLocks noGrp="1"/>
          </p:cNvSpPr>
          <p:nvPr>
            <p:ph type="ctrTitle"/>
          </p:nvPr>
        </p:nvSpPr>
        <p:spPr>
          <a:xfrm>
            <a:off x="3383279" y="2025536"/>
            <a:ext cx="8193023" cy="2731076"/>
          </a:xfrm>
          <a:prstGeom prst="rect">
            <a:avLst/>
          </a:prstGeom>
        </p:spPr>
        <p:txBody>
          <a:bodyPr vert="horz" lIns="91440" tIns="45720" rIns="91440" bIns="45720" rtlCol="0" anchor="b">
            <a:noAutofit/>
          </a:bodyPr>
          <a:lstStyle>
            <a:lvl1pPr>
              <a:defRPr lang="en-US" sz="4000" dirty="0"/>
            </a:lvl1pPr>
          </a:lstStyle>
          <a:p>
            <a:pPr lvl="0"/>
            <a:r>
              <a:rPr lang="en-US"/>
              <a:t>Click to edit Master title style</a:t>
            </a:r>
          </a:p>
        </p:txBody>
      </p:sp>
      <p:sp>
        <p:nvSpPr>
          <p:cNvPr id="39" name="Subtitle 2">
            <a:extLst>
              <a:ext uri="{FF2B5EF4-FFF2-40B4-BE49-F238E27FC236}">
                <a16:creationId xmlns:a16="http://schemas.microsoft.com/office/drawing/2014/main" id="{B343A649-C74E-CCE7-1671-661F9E232866}"/>
              </a:ext>
            </a:extLst>
          </p:cNvPr>
          <p:cNvSpPr>
            <a:spLocks noGrp="1"/>
          </p:cNvSpPr>
          <p:nvPr>
            <p:ph type="subTitle" idx="1"/>
          </p:nvPr>
        </p:nvSpPr>
        <p:spPr>
          <a:xfrm>
            <a:off x="3374136" y="5288204"/>
            <a:ext cx="8193022" cy="883996"/>
          </a:xfrm>
        </p:spPr>
        <p:txBody>
          <a:bodyPr vert="horz" lIns="91440" tIns="45720" rIns="91440" bIns="45720" rtlCol="0">
            <a:noAutofit/>
          </a:bodyPr>
          <a:lstStyle>
            <a:lvl1pPr marL="0" indent="0">
              <a:buNone/>
              <a:defRPr lang="en-US" sz="1800" cap="all" spc="100" baseline="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3383280" y="6343955"/>
            <a:ext cx="2805405"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a:prstGeom prst="rect">
            <a:avLst/>
          </a:prstGeom>
        </p:spPr>
        <p:txBody>
          <a:bodyPr>
            <a:noAutofit/>
          </a:body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88100101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3">
    <p:spTree>
      <p:nvGrpSpPr>
        <p:cNvPr id="1" name=""/>
        <p:cNvGrpSpPr/>
        <p:nvPr/>
      </p:nvGrpSpPr>
      <p:grpSpPr>
        <a:xfrm>
          <a:off x="0" y="0"/>
          <a:ext cx="0" cy="0"/>
          <a:chOff x="0" y="0"/>
          <a:chExt cx="0" cy="0"/>
        </a:xfrm>
      </p:grpSpPr>
      <p:grpSp>
        <p:nvGrpSpPr>
          <p:cNvPr id="91" name="Group 90">
            <a:extLst>
              <a:ext uri="{FF2B5EF4-FFF2-40B4-BE49-F238E27FC236}">
                <a16:creationId xmlns:a16="http://schemas.microsoft.com/office/drawing/2014/main" id="{56BB11B9-372A-7694-DCC9-D2EAC0010299}"/>
              </a:ext>
            </a:extLst>
          </p:cNvPr>
          <p:cNvGrpSpPr/>
          <p:nvPr/>
        </p:nvGrpSpPr>
        <p:grpSpPr>
          <a:xfrm>
            <a:off x="192855" y="716800"/>
            <a:ext cx="11799379" cy="5583025"/>
            <a:chOff x="192855" y="716800"/>
            <a:chExt cx="11799379" cy="5583025"/>
          </a:xfrm>
        </p:grpSpPr>
        <p:grpSp>
          <p:nvGrpSpPr>
            <p:cNvPr id="7" name="Group 6">
              <a:extLst>
                <a:ext uri="{FF2B5EF4-FFF2-40B4-BE49-F238E27FC236}">
                  <a16:creationId xmlns:a16="http://schemas.microsoft.com/office/drawing/2014/main" id="{320A40BD-F8D2-F282-13BB-306A913BBBC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8" name="Group 7">
                <a:extLst>
                  <a:ext uri="{FF2B5EF4-FFF2-40B4-BE49-F238E27FC236}">
                    <a16:creationId xmlns:a16="http://schemas.microsoft.com/office/drawing/2014/main" id="{F03A1BFD-4772-AE80-4F72-B32F57AA698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27" name="Freeform 64">
                  <a:extLst>
                    <a:ext uri="{FF2B5EF4-FFF2-40B4-BE49-F238E27FC236}">
                      <a16:creationId xmlns:a16="http://schemas.microsoft.com/office/drawing/2014/main" id="{4CA44DE9-4715-DB9A-4407-27CA47BBA9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81">
                  <a:extLst>
                    <a:ext uri="{FF2B5EF4-FFF2-40B4-BE49-F238E27FC236}">
                      <a16:creationId xmlns:a16="http://schemas.microsoft.com/office/drawing/2014/main" id="{8FB0B57F-F79C-DF29-D814-FB5BBB0935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1">
                  <a:extLst>
                    <a:ext uri="{FF2B5EF4-FFF2-40B4-BE49-F238E27FC236}">
                      <a16:creationId xmlns:a16="http://schemas.microsoft.com/office/drawing/2014/main" id="{38C417AC-EEDA-7214-7EF9-55C3401E9D6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78">
                  <a:extLst>
                    <a:ext uri="{FF2B5EF4-FFF2-40B4-BE49-F238E27FC236}">
                      <a16:creationId xmlns:a16="http://schemas.microsoft.com/office/drawing/2014/main" id="{934A7662-27CB-6A3F-5A35-045E6D9AF7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4">
                  <a:extLst>
                    <a:ext uri="{FF2B5EF4-FFF2-40B4-BE49-F238E27FC236}">
                      <a16:creationId xmlns:a16="http://schemas.microsoft.com/office/drawing/2014/main" id="{1F246DC5-C736-70AF-B92E-10E5EF0076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7">
                  <a:extLst>
                    <a:ext uri="{FF2B5EF4-FFF2-40B4-BE49-F238E27FC236}">
                      <a16:creationId xmlns:a16="http://schemas.microsoft.com/office/drawing/2014/main" id="{1D952251-4F18-A3F2-2F78-9CB936B2213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60">
                  <a:extLst>
                    <a:ext uri="{FF2B5EF4-FFF2-40B4-BE49-F238E27FC236}">
                      <a16:creationId xmlns:a16="http://schemas.microsoft.com/office/drawing/2014/main" id="{FAB88E72-0832-91C9-B982-18783360C7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59">
                  <a:extLst>
                    <a:ext uri="{FF2B5EF4-FFF2-40B4-BE49-F238E27FC236}">
                      <a16:creationId xmlns:a16="http://schemas.microsoft.com/office/drawing/2014/main" id="{B3ECA1C8-AE6D-0714-75CB-92CA391984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62">
                  <a:extLst>
                    <a:ext uri="{FF2B5EF4-FFF2-40B4-BE49-F238E27FC236}">
                      <a16:creationId xmlns:a16="http://schemas.microsoft.com/office/drawing/2014/main" id="{EA4A4AA4-385D-2FC5-911D-936CAF24790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5">
                  <a:extLst>
                    <a:ext uri="{FF2B5EF4-FFF2-40B4-BE49-F238E27FC236}">
                      <a16:creationId xmlns:a16="http://schemas.microsoft.com/office/drawing/2014/main" id="{94161EB1-FFB5-E3AE-8F39-3D9DF55801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79">
                  <a:extLst>
                    <a:ext uri="{FF2B5EF4-FFF2-40B4-BE49-F238E27FC236}">
                      <a16:creationId xmlns:a16="http://schemas.microsoft.com/office/drawing/2014/main" id="{CD385C1C-5C8C-6DD6-F6BC-D7A5E3A6CB9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82">
                  <a:extLst>
                    <a:ext uri="{FF2B5EF4-FFF2-40B4-BE49-F238E27FC236}">
                      <a16:creationId xmlns:a16="http://schemas.microsoft.com/office/drawing/2014/main" id="{F7F8D284-2564-ADA8-CCFB-D40D283FB89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85">
                  <a:extLst>
                    <a:ext uri="{FF2B5EF4-FFF2-40B4-BE49-F238E27FC236}">
                      <a16:creationId xmlns:a16="http://schemas.microsoft.com/office/drawing/2014/main" id="{56FD208F-F6F2-58BD-18AC-C98726C1C1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88">
                  <a:extLst>
                    <a:ext uri="{FF2B5EF4-FFF2-40B4-BE49-F238E27FC236}">
                      <a16:creationId xmlns:a16="http://schemas.microsoft.com/office/drawing/2014/main" id="{DD5DC7A2-CA18-B810-E6AE-D6BEB583E3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1" name="Group 40">
                  <a:extLst>
                    <a:ext uri="{FF2B5EF4-FFF2-40B4-BE49-F238E27FC236}">
                      <a16:creationId xmlns:a16="http://schemas.microsoft.com/office/drawing/2014/main" id="{4B1C5344-E309-9ED7-5AFE-D0058B17519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2" name="Line 63">
                    <a:extLst>
                      <a:ext uri="{FF2B5EF4-FFF2-40B4-BE49-F238E27FC236}">
                        <a16:creationId xmlns:a16="http://schemas.microsoft.com/office/drawing/2014/main" id="{CCFD1A7E-FCAE-931E-44E7-0044CC2A9F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Line 66">
                    <a:extLst>
                      <a:ext uri="{FF2B5EF4-FFF2-40B4-BE49-F238E27FC236}">
                        <a16:creationId xmlns:a16="http://schemas.microsoft.com/office/drawing/2014/main" id="{F702C9C8-F1B4-CD10-C93E-D30DD38896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Line 67">
                    <a:extLst>
                      <a:ext uri="{FF2B5EF4-FFF2-40B4-BE49-F238E27FC236}">
                        <a16:creationId xmlns:a16="http://schemas.microsoft.com/office/drawing/2014/main" id="{ADB22918-AC26-BA11-A7D1-BC5DB0084F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Line 80">
                    <a:extLst>
                      <a:ext uri="{FF2B5EF4-FFF2-40B4-BE49-F238E27FC236}">
                        <a16:creationId xmlns:a16="http://schemas.microsoft.com/office/drawing/2014/main" id="{CF488AB0-F5C3-BD78-0C35-98CD3B426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83">
                    <a:extLst>
                      <a:ext uri="{FF2B5EF4-FFF2-40B4-BE49-F238E27FC236}">
                        <a16:creationId xmlns:a16="http://schemas.microsoft.com/office/drawing/2014/main" id="{740468E0-31D1-8F29-1253-3187F704ED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86">
                    <a:extLst>
                      <a:ext uri="{FF2B5EF4-FFF2-40B4-BE49-F238E27FC236}">
                        <a16:creationId xmlns:a16="http://schemas.microsoft.com/office/drawing/2014/main" id="{DD94DEBD-9341-A102-EC18-FE31F1349A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9">
                    <a:extLst>
                      <a:ext uri="{FF2B5EF4-FFF2-40B4-BE49-F238E27FC236}">
                        <a16:creationId xmlns:a16="http://schemas.microsoft.com/office/drawing/2014/main" id="{4F0B3B12-2EEC-DB76-CE9D-810C4DAB9D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C0E7144E-F346-2CFE-E6AA-63D90C953F0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9" name="Group 18">
                  <a:extLst>
                    <a:ext uri="{FF2B5EF4-FFF2-40B4-BE49-F238E27FC236}">
                      <a16:creationId xmlns:a16="http://schemas.microsoft.com/office/drawing/2014/main" id="{0D702975-A312-EBC1-E800-7AA06103476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3" name="Straight Connector 22">
                    <a:extLst>
                      <a:ext uri="{FF2B5EF4-FFF2-40B4-BE49-F238E27FC236}">
                        <a16:creationId xmlns:a16="http://schemas.microsoft.com/office/drawing/2014/main" id="{B7F767C7-DFA4-5BBF-EF9D-E8D1E6B32B9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955F9B2-A030-962F-1BAE-B58B61979B3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5" name="Rectangle 30">
                    <a:extLst>
                      <a:ext uri="{FF2B5EF4-FFF2-40B4-BE49-F238E27FC236}">
                        <a16:creationId xmlns:a16="http://schemas.microsoft.com/office/drawing/2014/main" id="{8F780DAC-C41B-DA71-D2EC-DBB289BD0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30">
                    <a:extLst>
                      <a:ext uri="{FF2B5EF4-FFF2-40B4-BE49-F238E27FC236}">
                        <a16:creationId xmlns:a16="http://schemas.microsoft.com/office/drawing/2014/main" id="{D545B700-275F-8699-1AB7-D5658B57FA6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A5C71E3A-AACB-7543-C066-E5E08A3D868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1" name="Freeform: Shape 31">
                    <a:extLst>
                      <a:ext uri="{FF2B5EF4-FFF2-40B4-BE49-F238E27FC236}">
                        <a16:creationId xmlns:a16="http://schemas.microsoft.com/office/drawing/2014/main" id="{3E792813-0120-511D-6470-1B18DEC4D28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2" name="Freeform: Shape 32">
                    <a:extLst>
                      <a:ext uri="{FF2B5EF4-FFF2-40B4-BE49-F238E27FC236}">
                        <a16:creationId xmlns:a16="http://schemas.microsoft.com/office/drawing/2014/main" id="{724092AC-2CBF-C282-3C4F-DD5773C693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0" name="Group 9">
                <a:extLst>
                  <a:ext uri="{FF2B5EF4-FFF2-40B4-BE49-F238E27FC236}">
                    <a16:creationId xmlns:a16="http://schemas.microsoft.com/office/drawing/2014/main" id="{059F83C9-0A5D-BF1A-5168-EDFC1B23A18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1" name="Group 10">
                  <a:extLst>
                    <a:ext uri="{FF2B5EF4-FFF2-40B4-BE49-F238E27FC236}">
                      <a16:creationId xmlns:a16="http://schemas.microsoft.com/office/drawing/2014/main" id="{ADDEE125-06A8-7FDB-CE6C-1C4571961F2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6" name="Freeform 68">
                    <a:extLst>
                      <a:ext uri="{FF2B5EF4-FFF2-40B4-BE49-F238E27FC236}">
                        <a16:creationId xmlns:a16="http://schemas.microsoft.com/office/drawing/2014/main" id="{9655199D-C580-D300-4346-AFB84AE5660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6A27841E-334C-CFAE-C202-1B07F8760C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D1069DBE-BE90-163C-58C9-42B7D6F5AF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83204CF4-C1F6-5287-4B85-DAD482ABA50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3" name="Freeform 68">
                    <a:extLst>
                      <a:ext uri="{FF2B5EF4-FFF2-40B4-BE49-F238E27FC236}">
                        <a16:creationId xmlns:a16="http://schemas.microsoft.com/office/drawing/2014/main" id="{00FE9438-1AA6-9090-B2B2-FFF88A770B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91110486-BF9A-B529-6328-7F21CC075B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BF9E8B96-29B1-C539-4BBF-D8F345246F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49" name="Group 48">
              <a:extLst>
                <a:ext uri="{FF2B5EF4-FFF2-40B4-BE49-F238E27FC236}">
                  <a16:creationId xmlns:a16="http://schemas.microsoft.com/office/drawing/2014/main" id="{95BCF94E-9410-1CC3-0BA8-3976FBF4A0C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192855" y="716800"/>
              <a:ext cx="3838575" cy="5583025"/>
              <a:chOff x="199766" y="716800"/>
              <a:chExt cx="3838575" cy="5583025"/>
            </a:xfrm>
          </p:grpSpPr>
          <p:grpSp>
            <p:nvGrpSpPr>
              <p:cNvPr id="50" name="Group 49">
                <a:extLst>
                  <a:ext uri="{FF2B5EF4-FFF2-40B4-BE49-F238E27FC236}">
                    <a16:creationId xmlns:a16="http://schemas.microsoft.com/office/drawing/2014/main" id="{FD1748FA-D9B5-D410-EF4A-55BF1D4796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69" name="Freeform 64">
                  <a:extLst>
                    <a:ext uri="{FF2B5EF4-FFF2-40B4-BE49-F238E27FC236}">
                      <a16:creationId xmlns:a16="http://schemas.microsoft.com/office/drawing/2014/main" id="{EC93AB80-BDD2-72DD-3082-3D06868458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81">
                  <a:extLst>
                    <a:ext uri="{FF2B5EF4-FFF2-40B4-BE49-F238E27FC236}">
                      <a16:creationId xmlns:a16="http://schemas.microsoft.com/office/drawing/2014/main" id="{EEBA8184-8F2B-423A-9CEA-D80BF5377D7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61">
                  <a:extLst>
                    <a:ext uri="{FF2B5EF4-FFF2-40B4-BE49-F238E27FC236}">
                      <a16:creationId xmlns:a16="http://schemas.microsoft.com/office/drawing/2014/main" id="{57CD8E89-1931-0D68-8186-15C3C12B89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78">
                  <a:extLst>
                    <a:ext uri="{FF2B5EF4-FFF2-40B4-BE49-F238E27FC236}">
                      <a16:creationId xmlns:a16="http://schemas.microsoft.com/office/drawing/2014/main" id="{45838F4A-36A1-D9B5-2FBC-DED01766E87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4">
                  <a:extLst>
                    <a:ext uri="{FF2B5EF4-FFF2-40B4-BE49-F238E27FC236}">
                      <a16:creationId xmlns:a16="http://schemas.microsoft.com/office/drawing/2014/main" id="{9EB03CBB-7D35-F7F9-EFCA-64013052E2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87">
                  <a:extLst>
                    <a:ext uri="{FF2B5EF4-FFF2-40B4-BE49-F238E27FC236}">
                      <a16:creationId xmlns:a16="http://schemas.microsoft.com/office/drawing/2014/main" id="{B1EA8790-B106-BB33-48DC-8312CF3B95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60">
                  <a:extLst>
                    <a:ext uri="{FF2B5EF4-FFF2-40B4-BE49-F238E27FC236}">
                      <a16:creationId xmlns:a16="http://schemas.microsoft.com/office/drawing/2014/main" id="{5073EF68-F164-3422-9AA9-6919213FEF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59">
                  <a:extLst>
                    <a:ext uri="{FF2B5EF4-FFF2-40B4-BE49-F238E27FC236}">
                      <a16:creationId xmlns:a16="http://schemas.microsoft.com/office/drawing/2014/main" id="{F37811F5-3EC5-40C9-633C-02E546E0AF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2">
                  <a:extLst>
                    <a:ext uri="{FF2B5EF4-FFF2-40B4-BE49-F238E27FC236}">
                      <a16:creationId xmlns:a16="http://schemas.microsoft.com/office/drawing/2014/main" id="{FC54BE48-9456-0F2A-6D77-DAF0C33909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65">
                  <a:extLst>
                    <a:ext uri="{FF2B5EF4-FFF2-40B4-BE49-F238E27FC236}">
                      <a16:creationId xmlns:a16="http://schemas.microsoft.com/office/drawing/2014/main" id="{045A3A08-95BE-9A60-B1E6-408F268F60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79">
                  <a:extLst>
                    <a:ext uri="{FF2B5EF4-FFF2-40B4-BE49-F238E27FC236}">
                      <a16:creationId xmlns:a16="http://schemas.microsoft.com/office/drawing/2014/main" id="{273D807B-0C13-E019-C76E-053F825395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2">
                  <a:extLst>
                    <a:ext uri="{FF2B5EF4-FFF2-40B4-BE49-F238E27FC236}">
                      <a16:creationId xmlns:a16="http://schemas.microsoft.com/office/drawing/2014/main" id="{27C8BF0E-E071-3B44-0B21-2E8C089247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5">
                  <a:extLst>
                    <a:ext uri="{FF2B5EF4-FFF2-40B4-BE49-F238E27FC236}">
                      <a16:creationId xmlns:a16="http://schemas.microsoft.com/office/drawing/2014/main" id="{CEB31528-676E-9829-C8AB-A5B24C91F9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88">
                  <a:extLst>
                    <a:ext uri="{FF2B5EF4-FFF2-40B4-BE49-F238E27FC236}">
                      <a16:creationId xmlns:a16="http://schemas.microsoft.com/office/drawing/2014/main" id="{CEE71D73-D61B-AFB9-14A9-57462C398A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3" name="Group 82">
                  <a:extLst>
                    <a:ext uri="{FF2B5EF4-FFF2-40B4-BE49-F238E27FC236}">
                      <a16:creationId xmlns:a16="http://schemas.microsoft.com/office/drawing/2014/main" id="{716FA03C-E43A-EB9D-6B5E-9B5A55701B6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4" name="Line 63">
                    <a:extLst>
                      <a:ext uri="{FF2B5EF4-FFF2-40B4-BE49-F238E27FC236}">
                        <a16:creationId xmlns:a16="http://schemas.microsoft.com/office/drawing/2014/main" id="{86BEB1B4-8B13-EC11-C48A-9C6E7A31FB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Line 66">
                    <a:extLst>
                      <a:ext uri="{FF2B5EF4-FFF2-40B4-BE49-F238E27FC236}">
                        <a16:creationId xmlns:a16="http://schemas.microsoft.com/office/drawing/2014/main" id="{C9AF7F7E-AABE-3FF9-56AC-FA8EC4D0991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Line 67">
                    <a:extLst>
                      <a:ext uri="{FF2B5EF4-FFF2-40B4-BE49-F238E27FC236}">
                        <a16:creationId xmlns:a16="http://schemas.microsoft.com/office/drawing/2014/main" id="{CE7F9262-F1AF-97AE-8F2B-909B1821F4F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Line 80">
                    <a:extLst>
                      <a:ext uri="{FF2B5EF4-FFF2-40B4-BE49-F238E27FC236}">
                        <a16:creationId xmlns:a16="http://schemas.microsoft.com/office/drawing/2014/main" id="{0348AAF7-B764-CEC7-C9D8-1F8A830B3C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Line 83">
                    <a:extLst>
                      <a:ext uri="{FF2B5EF4-FFF2-40B4-BE49-F238E27FC236}">
                        <a16:creationId xmlns:a16="http://schemas.microsoft.com/office/drawing/2014/main" id="{C94002DB-71DF-D555-73AA-FB36950CFD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Line 86">
                    <a:extLst>
                      <a:ext uri="{FF2B5EF4-FFF2-40B4-BE49-F238E27FC236}">
                        <a16:creationId xmlns:a16="http://schemas.microsoft.com/office/drawing/2014/main" id="{B057645C-FAE7-DAA0-7065-406885CA28C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0" name="Line 89">
                    <a:extLst>
                      <a:ext uri="{FF2B5EF4-FFF2-40B4-BE49-F238E27FC236}">
                        <a16:creationId xmlns:a16="http://schemas.microsoft.com/office/drawing/2014/main" id="{A56A6525-832E-5D90-C98A-C6063F5AE4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421C0FE1-7D43-A6CB-B707-1E63308859D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61" name="Group 60">
                  <a:extLst>
                    <a:ext uri="{FF2B5EF4-FFF2-40B4-BE49-F238E27FC236}">
                      <a16:creationId xmlns:a16="http://schemas.microsoft.com/office/drawing/2014/main" id="{CB3C26E9-857B-E9A7-7751-50AC8B93B6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5" name="Straight Connector 64">
                    <a:extLst>
                      <a:ext uri="{FF2B5EF4-FFF2-40B4-BE49-F238E27FC236}">
                        <a16:creationId xmlns:a16="http://schemas.microsoft.com/office/drawing/2014/main" id="{72BD28F9-469C-22AF-7C8F-758989829B1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61E3726-FE4D-39B5-5FDD-11AECB1B517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7" name="Rectangle 30">
                    <a:extLst>
                      <a:ext uri="{FF2B5EF4-FFF2-40B4-BE49-F238E27FC236}">
                        <a16:creationId xmlns:a16="http://schemas.microsoft.com/office/drawing/2014/main" id="{55D3AD5E-F699-B39E-1ACD-31FE8B9496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30">
                    <a:extLst>
                      <a:ext uri="{FF2B5EF4-FFF2-40B4-BE49-F238E27FC236}">
                        <a16:creationId xmlns:a16="http://schemas.microsoft.com/office/drawing/2014/main" id="{14A3AC03-73A8-179B-0255-F6595B030F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61">
                  <a:extLst>
                    <a:ext uri="{FF2B5EF4-FFF2-40B4-BE49-F238E27FC236}">
                      <a16:creationId xmlns:a16="http://schemas.microsoft.com/office/drawing/2014/main" id="{5BC7721D-A36D-C25E-F2FF-B08899CD462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3" name="Freeform: Shape 73">
                    <a:extLst>
                      <a:ext uri="{FF2B5EF4-FFF2-40B4-BE49-F238E27FC236}">
                        <a16:creationId xmlns:a16="http://schemas.microsoft.com/office/drawing/2014/main" id="{24FE16C1-456C-BE45-0DC5-B0632951C4E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64" name="Freeform: Shape 74">
                    <a:extLst>
                      <a:ext uri="{FF2B5EF4-FFF2-40B4-BE49-F238E27FC236}">
                        <a16:creationId xmlns:a16="http://schemas.microsoft.com/office/drawing/2014/main" id="{E3694B78-817C-725C-E3FA-0EBB270DAA2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2" name="Group 51">
                <a:extLst>
                  <a:ext uri="{FF2B5EF4-FFF2-40B4-BE49-F238E27FC236}">
                    <a16:creationId xmlns:a16="http://schemas.microsoft.com/office/drawing/2014/main" id="{D28E1246-F52C-0640-95BD-015F886124B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53" name="Group 52">
                  <a:extLst>
                    <a:ext uri="{FF2B5EF4-FFF2-40B4-BE49-F238E27FC236}">
                      <a16:creationId xmlns:a16="http://schemas.microsoft.com/office/drawing/2014/main" id="{654CE322-1ED4-48F8-A09B-F4D21B1524B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58" name="Freeform 57">
                    <a:extLst>
                      <a:ext uri="{FF2B5EF4-FFF2-40B4-BE49-F238E27FC236}">
                        <a16:creationId xmlns:a16="http://schemas.microsoft.com/office/drawing/2014/main" id="{8B84CF30-E3E9-C0A1-D1EF-BCE3C73EE1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58">
                    <a:extLst>
                      <a:ext uri="{FF2B5EF4-FFF2-40B4-BE49-F238E27FC236}">
                        <a16:creationId xmlns:a16="http://schemas.microsoft.com/office/drawing/2014/main" id="{53D1F963-F022-6FD5-F242-4EBFF537CC8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0" name="Line 70">
                    <a:extLst>
                      <a:ext uri="{FF2B5EF4-FFF2-40B4-BE49-F238E27FC236}">
                        <a16:creationId xmlns:a16="http://schemas.microsoft.com/office/drawing/2014/main" id="{CF67ABB8-6B94-86EA-239A-03986A9690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4" name="Group 53">
                  <a:extLst>
                    <a:ext uri="{FF2B5EF4-FFF2-40B4-BE49-F238E27FC236}">
                      <a16:creationId xmlns:a16="http://schemas.microsoft.com/office/drawing/2014/main" id="{1A7A8F26-FCAA-BA92-E5E8-4CC86F715F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55" name="Freeform 68">
                    <a:extLst>
                      <a:ext uri="{FF2B5EF4-FFF2-40B4-BE49-F238E27FC236}">
                        <a16:creationId xmlns:a16="http://schemas.microsoft.com/office/drawing/2014/main" id="{0F8531EE-3F08-B345-5629-D105362C1E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69">
                    <a:extLst>
                      <a:ext uri="{FF2B5EF4-FFF2-40B4-BE49-F238E27FC236}">
                        <a16:creationId xmlns:a16="http://schemas.microsoft.com/office/drawing/2014/main" id="{0A2F137C-AAF4-114A-2ACB-21D28BCDAE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7" name="Line 70">
                    <a:extLst>
                      <a:ext uri="{FF2B5EF4-FFF2-40B4-BE49-F238E27FC236}">
                        <a16:creationId xmlns:a16="http://schemas.microsoft.com/office/drawing/2014/main" id="{9651D6D7-979D-F020-51EC-50B39BF8F82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cxnSp>
        <p:nvCxnSpPr>
          <p:cNvPr id="94" name="Straight Connector 93">
            <a:extLst>
              <a:ext uri="{FF2B5EF4-FFF2-40B4-BE49-F238E27FC236}">
                <a16:creationId xmlns:a16="http://schemas.microsoft.com/office/drawing/2014/main" id="{FE833E4E-4232-FFDA-5020-37E4AD56D9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413987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2" name="Title 1">
            <a:extLst>
              <a:ext uri="{FF2B5EF4-FFF2-40B4-BE49-F238E27FC236}">
                <a16:creationId xmlns:a16="http://schemas.microsoft.com/office/drawing/2014/main" id="{C69B35B4-8267-15C0-DBC8-85F19005E59C}"/>
              </a:ext>
            </a:extLst>
          </p:cNvPr>
          <p:cNvSpPr>
            <a:spLocks noGrp="1"/>
          </p:cNvSpPr>
          <p:nvPr>
            <p:ph type="ctrTitle"/>
          </p:nvPr>
        </p:nvSpPr>
        <p:spPr>
          <a:xfrm>
            <a:off x="3627120" y="1143006"/>
            <a:ext cx="4937760" cy="2731076"/>
          </a:xfrm>
          <a:prstGeom prst="rect">
            <a:avLst/>
          </a:prstGeom>
        </p:spPr>
        <p:txBody>
          <a:bodyPr vert="horz" lIns="91440" tIns="45720" rIns="91440" bIns="45720" rtlCol="0" anchor="b">
            <a:noAutofit/>
          </a:bodyPr>
          <a:lstStyle>
            <a:lvl1pPr algn="ctr">
              <a:defRPr lang="en-US" sz="4000" dirty="0"/>
            </a:lvl1pPr>
          </a:lstStyle>
          <a:p>
            <a:pPr lvl="0"/>
            <a:r>
              <a:rPr lang="en-US"/>
              <a:t>Click to edit Master title style</a:t>
            </a:r>
          </a:p>
        </p:txBody>
      </p:sp>
      <p:sp>
        <p:nvSpPr>
          <p:cNvPr id="93" name="Subtitle 2">
            <a:extLst>
              <a:ext uri="{FF2B5EF4-FFF2-40B4-BE49-F238E27FC236}">
                <a16:creationId xmlns:a16="http://schemas.microsoft.com/office/drawing/2014/main" id="{2F1F49DF-E0A4-2236-FD46-ECB7130CBBCA}"/>
              </a:ext>
            </a:extLst>
          </p:cNvPr>
          <p:cNvSpPr>
            <a:spLocks noGrp="1"/>
          </p:cNvSpPr>
          <p:nvPr>
            <p:ph type="subTitle" idx="1"/>
          </p:nvPr>
        </p:nvSpPr>
        <p:spPr>
          <a:xfrm>
            <a:off x="2895600" y="4405673"/>
            <a:ext cx="6400800" cy="1309327"/>
          </a:xfrm>
        </p:spPr>
        <p:txBody>
          <a:bodyPr vert="horz" lIns="91440" tIns="45720" rIns="91440" bIns="45720" rtlCol="0">
            <a:noAutofit/>
          </a:bodyPr>
          <a:lstStyle>
            <a:lvl1pPr marL="0" indent="0" algn="ctr">
              <a:buNone/>
              <a:defRPr lang="en-US" sz="1800" cap="all" spc="100" baseline="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546269" y="6343955"/>
            <a:ext cx="1349331"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216524"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91868542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F4653F0-6B33-4C71-828A-C82AA65592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12188952" cy="434340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73DFE91C-7345-DD86-AFC2-44F578231F50}"/>
              </a:ext>
            </a:extLst>
          </p:cNvPr>
          <p:cNvSpPr>
            <a:spLocks noGrp="1"/>
          </p:cNvSpPr>
          <p:nvPr>
            <p:ph type="ctrTitle"/>
          </p:nvPr>
        </p:nvSpPr>
        <p:spPr>
          <a:xfrm>
            <a:off x="612648" y="4665421"/>
            <a:ext cx="10972800" cy="786384"/>
          </a:xfrm>
          <a:prstGeom prst="rect">
            <a:avLst/>
          </a:prstGeom>
        </p:spPr>
        <p:txBody>
          <a:bodyPr anchor="b">
            <a:noAutofit/>
          </a:bodyPr>
          <a:lstStyle>
            <a:lvl1pPr algn="ctr">
              <a:defRPr sz="4000"/>
            </a:lvl1pPr>
          </a:lstStyle>
          <a:p>
            <a:r>
              <a:rPr lang="en-US"/>
              <a:t>Click to edit Master title style</a:t>
            </a:r>
          </a:p>
        </p:txBody>
      </p:sp>
      <p:sp>
        <p:nvSpPr>
          <p:cNvPr id="14" name="Subtitle 2">
            <a:extLst>
              <a:ext uri="{FF2B5EF4-FFF2-40B4-BE49-F238E27FC236}">
                <a16:creationId xmlns:a16="http://schemas.microsoft.com/office/drawing/2014/main" id="{AB35AACE-B44B-CA08-96C2-71DD9C864615}"/>
              </a:ext>
            </a:extLst>
          </p:cNvPr>
          <p:cNvSpPr>
            <a:spLocks noGrp="1"/>
          </p:cNvSpPr>
          <p:nvPr>
            <p:ph type="subTitle" idx="1"/>
          </p:nvPr>
        </p:nvSpPr>
        <p:spPr>
          <a:xfrm>
            <a:off x="612648" y="5623560"/>
            <a:ext cx="10972800" cy="548640"/>
          </a:xfrm>
        </p:spPr>
        <p:txBody>
          <a:bodyPr anchor="t">
            <a:noAutofit/>
          </a:bodyPr>
          <a:lstStyle>
            <a:lvl1pPr marL="0" indent="0" algn="ctr">
              <a:buNone/>
              <a:defRPr sz="18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7" name="Picture Placeholder 16">
            <a:extLst>
              <a:ext uri="{FF2B5EF4-FFF2-40B4-BE49-F238E27FC236}">
                <a16:creationId xmlns:a16="http://schemas.microsoft.com/office/drawing/2014/main" id="{653CEB38-7674-CDA0-DA5F-9C3CB1645A07}"/>
              </a:ext>
            </a:extLst>
          </p:cNvPr>
          <p:cNvSpPr>
            <a:spLocks noGrp="1"/>
          </p:cNvSpPr>
          <p:nvPr>
            <p:ph type="pic" sz="quarter" idx="17" hasCustomPrompt="1"/>
          </p:nvPr>
        </p:nvSpPr>
        <p:spPr>
          <a:xfrm>
            <a:off x="275844" y="274319"/>
            <a:ext cx="11640312" cy="3794760"/>
          </a:xfrm>
          <a:blipFill>
            <a:blip r:embed="rId2">
              <a:alphaModFix amt="60000"/>
            </a:blip>
            <a:stretch>
              <a:fillRect/>
            </a:stretch>
          </a:blipFill>
        </p:spPr>
        <p:txBody>
          <a:bodyPr/>
          <a:lstStyle>
            <a:lvl1pPr>
              <a:defRPr/>
            </a:lvl1pPr>
          </a:lstStyle>
          <a:p>
            <a:r>
              <a:rPr lang="en-US"/>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612647" y="6343955"/>
            <a:ext cx="2202644" cy="365125"/>
          </a:xfrm>
          <a:prstGeom prst="rect">
            <a:avLst/>
          </a:prstGeom>
        </p:spPr>
        <p:txBody>
          <a:bodyPr>
            <a:noAutofit/>
          </a:bodyPr>
          <a:lstStyle>
            <a:lvl1pPr>
              <a:defRPr b="0" i="0" cap="all" baseline="0">
                <a:latin typeface="Avenir Next LT Pro Light" panose="020B0304020202020204" pitchFamily="34" charset="77"/>
              </a:defRPr>
            </a:lvl1pPr>
          </a:lstStyle>
          <a:p>
            <a:r>
              <a:rPr lang="en-US"/>
              <a:t>20xx</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4693298" y="6343955"/>
            <a:ext cx="2805405" cy="365125"/>
          </a:xfrm>
          <a:prstGeom prst="rect">
            <a:avLst/>
          </a:prstGeom>
        </p:spPr>
        <p:txBody>
          <a:bodyPr>
            <a:noAutofit/>
          </a:bodyPr>
          <a:lstStyle>
            <a:lvl1pPr>
              <a:defRPr b="0" i="0" cap="all" baseline="0">
                <a:latin typeface="Avenir Next LT Pro Light" panose="020B0304020202020204" pitchFamily="34" charset="77"/>
              </a:defRPr>
            </a:lvl1p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1147096" y="6343955"/>
            <a:ext cx="429207" cy="365125"/>
          </a:xfrm>
          <a:prstGeom prst="rect">
            <a:avLst/>
          </a:prstGeom>
        </p:spPr>
        <p:txBody>
          <a:bodyPr>
            <a:noAutofit/>
          </a:bodyPr>
          <a:lstStyle>
            <a:lvl1pPr>
              <a:defRPr b="0" i="0" cap="all" baseline="0">
                <a:latin typeface="Avenir Next LT Pro Light" panose="020B0304020202020204" pitchFamily="34" charset="77"/>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59893412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grpSp>
        <p:nvGrpSpPr>
          <p:cNvPr id="3" name="Vector">
            <a:extLst>
              <a:ext uri="{FF2B5EF4-FFF2-40B4-BE49-F238E27FC236}">
                <a16:creationId xmlns:a16="http://schemas.microsoft.com/office/drawing/2014/main" id="{05BC5FEA-7AAF-F0C6-F596-0A63B82981B9}"/>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rot="10800000">
            <a:off x="8034190" y="858838"/>
            <a:ext cx="2216150" cy="1177924"/>
            <a:chOff x="4987925" y="2840038"/>
            <a:chExt cx="2216150" cy="1177924"/>
          </a:xfrm>
        </p:grpSpPr>
        <p:sp>
          <p:nvSpPr>
            <p:cNvPr id="4" name="Rectangle 3">
              <a:extLst>
                <a:ext uri="{FF2B5EF4-FFF2-40B4-BE49-F238E27FC236}">
                  <a16:creationId xmlns:a16="http://schemas.microsoft.com/office/drawing/2014/main" id="{4F0F91CF-DA5C-92E6-E259-06EB35D02DBA}"/>
                </a:ext>
                <a:ext uri="{C183D7F6-B498-43B3-948B-1728B52AA6E4}">
                  <adec:decorative xmlns:adec="http://schemas.microsoft.com/office/drawing/2017/decorative" val="1"/>
                </a:ext>
              </a:extLst>
            </p:cNvPr>
            <p:cNvSpPr>
              <a:spLocks/>
            </p:cNvSpPr>
            <p:nvPr userDrawn="1">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590A6D5C-58C6-FEAD-68C8-24D2A3D56E23}"/>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6" name="Group 5">
                <a:extLst>
                  <a:ext uri="{FF2B5EF4-FFF2-40B4-BE49-F238E27FC236}">
                    <a16:creationId xmlns:a16="http://schemas.microsoft.com/office/drawing/2014/main" id="{A90926D2-838C-FBAD-9106-B5A110A5B61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9" name="Freeform 68">
                  <a:extLst>
                    <a:ext uri="{FF2B5EF4-FFF2-40B4-BE49-F238E27FC236}">
                      <a16:creationId xmlns:a16="http://schemas.microsoft.com/office/drawing/2014/main" id="{CCAB97FA-3590-3E85-EC04-2D8629BF66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69">
                  <a:extLst>
                    <a:ext uri="{FF2B5EF4-FFF2-40B4-BE49-F238E27FC236}">
                      <a16:creationId xmlns:a16="http://schemas.microsoft.com/office/drawing/2014/main" id="{857AF2EC-F313-8348-C809-8177932736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Line 70">
                  <a:extLst>
                    <a:ext uri="{FF2B5EF4-FFF2-40B4-BE49-F238E27FC236}">
                      <a16:creationId xmlns:a16="http://schemas.microsoft.com/office/drawing/2014/main" id="{BBDA2187-09E1-36CB-CC34-C2A68B7444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4" name="Group 13">
                <a:extLst>
                  <a:ext uri="{FF2B5EF4-FFF2-40B4-BE49-F238E27FC236}">
                    <a16:creationId xmlns:a16="http://schemas.microsoft.com/office/drawing/2014/main" id="{C2789EB6-B58C-B0A4-96BE-1114C7775A2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3" name="Freeform 68">
                  <a:extLst>
                    <a:ext uri="{FF2B5EF4-FFF2-40B4-BE49-F238E27FC236}">
                      <a16:creationId xmlns:a16="http://schemas.microsoft.com/office/drawing/2014/main" id="{52069191-F544-13F2-C808-AA9DE0883B1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9">
                  <a:extLst>
                    <a:ext uri="{FF2B5EF4-FFF2-40B4-BE49-F238E27FC236}">
                      <a16:creationId xmlns:a16="http://schemas.microsoft.com/office/drawing/2014/main" id="{886F9107-7BA2-7341-3D65-956BBB0D537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5" name="Line 70">
                  <a:extLst>
                    <a:ext uri="{FF2B5EF4-FFF2-40B4-BE49-F238E27FC236}">
                      <a16:creationId xmlns:a16="http://schemas.microsoft.com/office/drawing/2014/main" id="{5D813785-2AF4-1081-B91E-8A290C54B6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Rectangle 1">
            <a:extLst>
              <a:ext uri="{FF2B5EF4-FFF2-40B4-BE49-F238E27FC236}">
                <a16:creationId xmlns:a16="http://schemas.microsoft.com/office/drawing/2014/main" id="{055E2131-6122-D702-6ACB-2368A1E59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7" name="Title 1">
            <a:extLst>
              <a:ext uri="{FF2B5EF4-FFF2-40B4-BE49-F238E27FC236}">
                <a16:creationId xmlns:a16="http://schemas.microsoft.com/office/drawing/2014/main" id="{747188C3-B888-04ED-88FD-00077E25ED67}"/>
              </a:ext>
            </a:extLst>
          </p:cNvPr>
          <p:cNvSpPr>
            <a:spLocks noGrp="1"/>
          </p:cNvSpPr>
          <p:nvPr>
            <p:ph type="ctrTitle"/>
          </p:nvPr>
        </p:nvSpPr>
        <p:spPr>
          <a:xfrm>
            <a:off x="6704598" y="2339742"/>
            <a:ext cx="4856348" cy="1546458"/>
          </a:xfrm>
          <a:prstGeom prst="rect">
            <a:avLst/>
          </a:prstGeom>
        </p:spPr>
        <p:txBody>
          <a:bodyPr vert="horz" lIns="91440" tIns="45720" rIns="91440" bIns="45720" rtlCol="0" anchor="b">
            <a:noAutofit/>
          </a:bodyPr>
          <a:lstStyle>
            <a:lvl1pPr algn="ctr">
              <a:defRPr lang="en-US" sz="4000" dirty="0"/>
            </a:lvl1pPr>
          </a:lstStyle>
          <a:p>
            <a:pPr lvl="0"/>
            <a:r>
              <a:rPr lang="en-US"/>
              <a:t>Click to edit Master title style</a:t>
            </a:r>
          </a:p>
        </p:txBody>
      </p:sp>
      <p:sp>
        <p:nvSpPr>
          <p:cNvPr id="18" name="Subtitle 2">
            <a:extLst>
              <a:ext uri="{FF2B5EF4-FFF2-40B4-BE49-F238E27FC236}">
                <a16:creationId xmlns:a16="http://schemas.microsoft.com/office/drawing/2014/main" id="{A7603D50-928A-CF87-EECC-DA89E7864746}"/>
              </a:ext>
            </a:extLst>
          </p:cNvPr>
          <p:cNvSpPr>
            <a:spLocks noGrp="1"/>
          </p:cNvSpPr>
          <p:nvPr>
            <p:ph type="subTitle" idx="1"/>
          </p:nvPr>
        </p:nvSpPr>
        <p:spPr>
          <a:xfrm>
            <a:off x="6704598" y="4142852"/>
            <a:ext cx="4856348" cy="2029344"/>
          </a:xfrm>
        </p:spPr>
        <p:txBody>
          <a:bodyPr vert="horz" lIns="91440" tIns="45720" rIns="91440" bIns="45720" rtlCol="0">
            <a:noAutofit/>
          </a:bodyPr>
          <a:lstStyle>
            <a:lvl1pPr marL="0" indent="0" algn="ctr">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8" name="Picture Placeholder 24">
            <a:extLst>
              <a:ext uri="{FF2B5EF4-FFF2-40B4-BE49-F238E27FC236}">
                <a16:creationId xmlns:a16="http://schemas.microsoft.com/office/drawing/2014/main" id="{ECD41283-05EB-5E8A-99FA-EF1E9F10D257}"/>
              </a:ext>
            </a:extLst>
          </p:cNvPr>
          <p:cNvSpPr>
            <a:spLocks noGrp="1"/>
          </p:cNvSpPr>
          <p:nvPr>
            <p:ph type="pic" sz="quarter" idx="17" hasCustomPrompt="1"/>
          </p:nvPr>
        </p:nvSpPr>
        <p:spPr>
          <a:xfrm>
            <a:off x="272796" y="233172"/>
            <a:ext cx="5550408" cy="6391656"/>
          </a:xfrm>
          <a:blipFill>
            <a:blip r:embed="rId2">
              <a:alphaModFix amt="60000"/>
            </a:blip>
            <a:stretch>
              <a:fillRect/>
            </a:stretch>
          </a:blipFill>
        </p:spPr>
        <p:txBody>
          <a:bodyPr/>
          <a:lstStyle>
            <a:lvl1pPr>
              <a:defRPr/>
            </a:lvl1pPr>
          </a:lstStyle>
          <a:p>
            <a:r>
              <a:rPr lang="en-US"/>
              <a:t> </a:t>
            </a:r>
          </a:p>
        </p:txBody>
      </p:sp>
      <p:sp>
        <p:nvSpPr>
          <p:cNvPr id="26" name="Footer Placeholder 7">
            <a:extLst>
              <a:ext uri="{FF2B5EF4-FFF2-40B4-BE49-F238E27FC236}">
                <a16:creationId xmlns:a16="http://schemas.microsoft.com/office/drawing/2014/main" id="{98746AF5-45F6-8A1D-B9A2-A5E96DA07A89}"/>
              </a:ext>
            </a:extLst>
          </p:cNvPr>
          <p:cNvSpPr>
            <a:spLocks noGrp="1"/>
          </p:cNvSpPr>
          <p:nvPr>
            <p:ph type="ftr" sz="quarter" idx="15"/>
          </p:nvPr>
        </p:nvSpPr>
        <p:spPr>
          <a:xfrm>
            <a:off x="6704598" y="6338703"/>
            <a:ext cx="2070484" cy="365125"/>
          </a:xfrm>
          <a:prstGeom prst="rect">
            <a:avLst/>
          </a:prstGeom>
        </p:spPr>
        <p:txBody>
          <a:bodyPr>
            <a:noAutofit/>
          </a:bodyPr>
          <a:lstStyle/>
          <a:p>
            <a:r>
              <a:rPr lang="en-US"/>
              <a:t>Sample Footer Text</a:t>
            </a:r>
          </a:p>
        </p:txBody>
      </p:sp>
      <p:sp>
        <p:nvSpPr>
          <p:cNvPr id="27" name="Date Placeholder 6">
            <a:extLst>
              <a:ext uri="{FF2B5EF4-FFF2-40B4-BE49-F238E27FC236}">
                <a16:creationId xmlns:a16="http://schemas.microsoft.com/office/drawing/2014/main" id="{3CDB4CF3-D437-A576-6D88-391341E6619F}"/>
              </a:ext>
            </a:extLst>
          </p:cNvPr>
          <p:cNvSpPr>
            <a:spLocks noGrp="1"/>
          </p:cNvSpPr>
          <p:nvPr>
            <p:ph type="dt" sz="half" idx="14"/>
          </p:nvPr>
        </p:nvSpPr>
        <p:spPr>
          <a:xfrm>
            <a:off x="9739161" y="6338703"/>
            <a:ext cx="1392578" cy="365125"/>
          </a:xfrm>
          <a:prstGeom prst="rect">
            <a:avLst/>
          </a:prstGeom>
        </p:spPr>
        <p:txBody>
          <a:bodyPr>
            <a:noAutofit/>
          </a:bodyPr>
          <a:lstStyle/>
          <a:p>
            <a:r>
              <a:rPr lang="en-US"/>
              <a:t>20xx</a:t>
            </a:r>
          </a:p>
        </p:txBody>
      </p:sp>
      <p:sp>
        <p:nvSpPr>
          <p:cNvPr id="28" name="Slide Number Placeholder 8">
            <a:extLst>
              <a:ext uri="{FF2B5EF4-FFF2-40B4-BE49-F238E27FC236}">
                <a16:creationId xmlns:a16="http://schemas.microsoft.com/office/drawing/2014/main" id="{D691BA2D-39A6-C5EA-8537-54C0F1EDC193}"/>
              </a:ext>
            </a:extLst>
          </p:cNvPr>
          <p:cNvSpPr>
            <a:spLocks noGrp="1"/>
          </p:cNvSpPr>
          <p:nvPr>
            <p:ph type="sldNum" sz="quarter" idx="16"/>
          </p:nvPr>
        </p:nvSpPr>
        <p:spPr>
          <a:xfrm>
            <a:off x="11131739" y="6342301"/>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0928480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303A30A-E163-EC69-BC74-DBBB57D2DF1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0" y="0"/>
            <a:ext cx="521286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824728" y="685805"/>
            <a:ext cx="5760720" cy="2925456"/>
          </a:xfrm>
          <a:prstGeom prst="rect">
            <a:avLst/>
          </a:prstGeom>
        </p:spPr>
        <p:txBody>
          <a:bodyPr vert="horz" lIns="91440" tIns="45720" rIns="91440" bIns="45720" rtlCol="0" anchor="b">
            <a:no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815584" y="4142852"/>
            <a:ext cx="5760719" cy="2029344"/>
          </a:xfrm>
        </p:spPr>
        <p:txBody>
          <a:bodyPr vert="horz" lIns="91440" tIns="45720" rIns="91440" bIns="45720" rtlCol="0">
            <a:noAutofit/>
          </a:bodyPr>
          <a:lstStyle>
            <a:lvl1pPr marL="0" indent="0">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15" name="Picture Placeholder 24">
            <a:extLst>
              <a:ext uri="{FF2B5EF4-FFF2-40B4-BE49-F238E27FC236}">
                <a16:creationId xmlns:a16="http://schemas.microsoft.com/office/drawing/2014/main" id="{CEBB28F2-4B93-B449-3651-1A13235A406A}"/>
              </a:ext>
            </a:extLst>
          </p:cNvPr>
          <p:cNvSpPr>
            <a:spLocks noGrp="1"/>
          </p:cNvSpPr>
          <p:nvPr>
            <p:ph type="pic" sz="quarter" idx="17" hasCustomPrompt="1"/>
          </p:nvPr>
        </p:nvSpPr>
        <p:spPr>
          <a:xfrm>
            <a:off x="272796" y="233172"/>
            <a:ext cx="4663440" cy="6391656"/>
          </a:xfrm>
          <a:blipFill>
            <a:blip r:embed="rId2">
              <a:alphaModFix amt="60000"/>
            </a:blip>
            <a:stretch>
              <a:fillRect/>
            </a:stretch>
          </a:blipFill>
        </p:spPr>
        <p:txBody>
          <a:bodyPr/>
          <a:lstStyle>
            <a:lvl1pPr>
              <a:defRPr/>
            </a:lvl1pPr>
          </a:lstStyle>
          <a:p>
            <a:r>
              <a:rPr lang="en-US"/>
              <a:t> </a:t>
            </a:r>
          </a:p>
        </p:txBody>
      </p:sp>
      <p:cxnSp>
        <p:nvCxnSpPr>
          <p:cNvPr id="19" name="Straight Connector 18">
            <a:extLst>
              <a:ext uri="{FF2B5EF4-FFF2-40B4-BE49-F238E27FC236}">
                <a16:creationId xmlns:a16="http://schemas.microsoft.com/office/drawing/2014/main" id="{EA012170-4B32-903F-0861-DB263F28C32E}"/>
              </a:ext>
            </a:extLst>
          </p:cNvPr>
          <p:cNvCxnSpPr>
            <a:cxnSpLocks/>
          </p:cNvCxnSpPr>
          <p:nvPr userDrawn="1"/>
        </p:nvCxnSpPr>
        <p:spPr>
          <a:xfrm>
            <a:off x="5929503" y="387705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824728" y="6343955"/>
            <a:ext cx="3014472"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0823766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grpSp>
        <p:nvGrpSpPr>
          <p:cNvPr id="4" name="Vector">
            <a:extLst>
              <a:ext uri="{FF2B5EF4-FFF2-40B4-BE49-F238E27FC236}">
                <a16:creationId xmlns:a16="http://schemas.microsoft.com/office/drawing/2014/main" id="{2D6E1CE8-4390-5ACE-1DD7-69C044B389C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1973453" y="49440"/>
            <a:ext cx="2216150" cy="1177924"/>
            <a:chOff x="4987925" y="2840038"/>
            <a:chExt cx="2216150" cy="1177924"/>
          </a:xfrm>
        </p:grpSpPr>
        <p:sp>
          <p:nvSpPr>
            <p:cNvPr id="5" name="Rectangle 4">
              <a:extLst>
                <a:ext uri="{FF2B5EF4-FFF2-40B4-BE49-F238E27FC236}">
                  <a16:creationId xmlns:a16="http://schemas.microsoft.com/office/drawing/2014/main" id="{7229E3A5-61F4-8686-47E6-23AA4BA88D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7E856271-928E-846B-40C6-6722B0F7124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0" name="Group 9">
                <a:extLst>
                  <a:ext uri="{FF2B5EF4-FFF2-40B4-BE49-F238E27FC236}">
                    <a16:creationId xmlns:a16="http://schemas.microsoft.com/office/drawing/2014/main" id="{8DAAEDEF-71AF-EADA-0548-E25C605A8FE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6" name="Freeform 68">
                  <a:extLst>
                    <a:ext uri="{FF2B5EF4-FFF2-40B4-BE49-F238E27FC236}">
                      <a16:creationId xmlns:a16="http://schemas.microsoft.com/office/drawing/2014/main" id="{5EE50072-C4FB-0181-60E5-434A03ED13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68EBE8D7-3188-E72D-5F72-28D808D755B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D1EF8C51-DD1D-E2EF-691E-3A7AF07DD4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32DB78EC-1B67-FA19-9EC4-3F3CCB2547F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3" name="Freeform 68">
                  <a:extLst>
                    <a:ext uri="{FF2B5EF4-FFF2-40B4-BE49-F238E27FC236}">
                      <a16:creationId xmlns:a16="http://schemas.microsoft.com/office/drawing/2014/main" id="{4E17A2ED-C8D3-9216-DC04-61913804B8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55D467ED-D0EE-8D50-0125-5B3493E6E8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BD34E8D5-1825-4F71-AD4E-312BFCBBA6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9" name="Rectangle 18">
            <a:extLst>
              <a:ext uri="{FF2B5EF4-FFF2-40B4-BE49-F238E27FC236}">
                <a16:creationId xmlns:a16="http://schemas.microsoft.com/office/drawing/2014/main" id="{AD866302-BF6C-48AB-E342-8566591465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3372"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9" name="Title 1">
            <a:extLst>
              <a:ext uri="{FF2B5EF4-FFF2-40B4-BE49-F238E27FC236}">
                <a16:creationId xmlns:a16="http://schemas.microsoft.com/office/drawing/2014/main" id="{5659DA3C-D7CD-154F-F462-687885B1F50B}"/>
              </a:ext>
            </a:extLst>
          </p:cNvPr>
          <p:cNvSpPr>
            <a:spLocks noGrp="1"/>
          </p:cNvSpPr>
          <p:nvPr>
            <p:ph type="ctrTitle"/>
          </p:nvPr>
        </p:nvSpPr>
        <p:spPr>
          <a:xfrm>
            <a:off x="609600" y="2154268"/>
            <a:ext cx="4856348" cy="1731932"/>
          </a:xfrm>
          <a:prstGeom prst="rect">
            <a:avLst/>
          </a:prstGeom>
        </p:spPr>
        <p:txBody>
          <a:bodyPr vert="horz" lIns="91440" tIns="45720" rIns="91440" bIns="45720" rtlCol="0" anchor="b">
            <a:noAutofit/>
          </a:bodyPr>
          <a:lstStyle>
            <a:lvl1pPr algn="ctr">
              <a:defRPr lang="en-US" sz="4000" dirty="0"/>
            </a:lvl1pPr>
          </a:lstStyle>
          <a:p>
            <a:pPr lvl="0"/>
            <a:r>
              <a:rPr lang="en-US"/>
              <a:t>Click to edit Master title style</a:t>
            </a:r>
          </a:p>
        </p:txBody>
      </p:sp>
      <p:sp>
        <p:nvSpPr>
          <p:cNvPr id="30" name="Subtitle 2">
            <a:extLst>
              <a:ext uri="{FF2B5EF4-FFF2-40B4-BE49-F238E27FC236}">
                <a16:creationId xmlns:a16="http://schemas.microsoft.com/office/drawing/2014/main" id="{9D145525-9A2E-54DF-B47A-74AFF1644A46}"/>
              </a:ext>
            </a:extLst>
          </p:cNvPr>
          <p:cNvSpPr>
            <a:spLocks noGrp="1"/>
          </p:cNvSpPr>
          <p:nvPr>
            <p:ph type="subTitle" idx="1"/>
          </p:nvPr>
        </p:nvSpPr>
        <p:spPr>
          <a:xfrm>
            <a:off x="609600" y="4142852"/>
            <a:ext cx="4856348" cy="2029344"/>
          </a:xfrm>
        </p:spPr>
        <p:txBody>
          <a:bodyPr vert="horz" lIns="91440" tIns="45720" rIns="91440" bIns="45720" rtlCol="0">
            <a:noAutofit/>
          </a:bodyPr>
          <a:lstStyle>
            <a:lvl1pPr marL="0" indent="0" algn="ctr">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11" name="Footer Placeholder 7">
            <a:extLst>
              <a:ext uri="{FF2B5EF4-FFF2-40B4-BE49-F238E27FC236}">
                <a16:creationId xmlns:a16="http://schemas.microsoft.com/office/drawing/2014/main" id="{B06B9EBB-080E-1157-1D8D-295A6B243162}"/>
              </a:ext>
            </a:extLst>
          </p:cNvPr>
          <p:cNvSpPr>
            <a:spLocks noGrp="1"/>
          </p:cNvSpPr>
          <p:nvPr>
            <p:ph type="ftr" sz="quarter" idx="15"/>
          </p:nvPr>
        </p:nvSpPr>
        <p:spPr>
          <a:xfrm>
            <a:off x="609600" y="6338703"/>
            <a:ext cx="2070484" cy="365125"/>
          </a:xfrm>
          <a:prstGeom prst="rect">
            <a:avLst/>
          </a:prstGeom>
        </p:spPr>
        <p:txBody>
          <a:bodyPr>
            <a:noAutofit/>
          </a:bodyPr>
          <a:lstStyle/>
          <a:p>
            <a:r>
              <a:rPr lang="en-US"/>
              <a:t>Sample Footer Text</a:t>
            </a:r>
          </a:p>
        </p:txBody>
      </p:sp>
      <p:sp>
        <p:nvSpPr>
          <p:cNvPr id="20" name="Date Placeholder 6">
            <a:extLst>
              <a:ext uri="{FF2B5EF4-FFF2-40B4-BE49-F238E27FC236}">
                <a16:creationId xmlns:a16="http://schemas.microsoft.com/office/drawing/2014/main" id="{0286A2F7-FABC-71C8-AB4B-75C59CDB94A3}"/>
              </a:ext>
            </a:extLst>
          </p:cNvPr>
          <p:cNvSpPr>
            <a:spLocks noGrp="1"/>
          </p:cNvSpPr>
          <p:nvPr>
            <p:ph type="dt" sz="half" idx="14"/>
          </p:nvPr>
        </p:nvSpPr>
        <p:spPr>
          <a:xfrm>
            <a:off x="3644163" y="6338703"/>
            <a:ext cx="1392578" cy="365125"/>
          </a:xfrm>
          <a:prstGeom prst="rect">
            <a:avLst/>
          </a:prstGeom>
        </p:spPr>
        <p:txBody>
          <a:bodyPr>
            <a:noAutofit/>
          </a:bodyPr>
          <a:lstStyle/>
          <a:p>
            <a:r>
              <a:rPr lang="en-US"/>
              <a:t>20xx</a:t>
            </a:r>
          </a:p>
        </p:txBody>
      </p:sp>
      <p:sp>
        <p:nvSpPr>
          <p:cNvPr id="23" name="Slide Number Placeholder 8">
            <a:extLst>
              <a:ext uri="{FF2B5EF4-FFF2-40B4-BE49-F238E27FC236}">
                <a16:creationId xmlns:a16="http://schemas.microsoft.com/office/drawing/2014/main" id="{C7D89BBA-1AAB-50AB-2746-4785C0852466}"/>
              </a:ext>
            </a:extLst>
          </p:cNvPr>
          <p:cNvSpPr>
            <a:spLocks noGrp="1"/>
          </p:cNvSpPr>
          <p:nvPr>
            <p:ph type="sldNum" sz="quarter" idx="16"/>
          </p:nvPr>
        </p:nvSpPr>
        <p:spPr>
          <a:xfrm>
            <a:off x="5036741" y="6342301"/>
            <a:ext cx="429207" cy="365125"/>
          </a:xfrm>
          <a:prstGeom prst="rect">
            <a:avLst/>
          </a:prstGeom>
        </p:spPr>
        <p:txBody>
          <a:bodyPr>
            <a:noAutofit/>
          </a:bodyPr>
          <a:lstStyle/>
          <a:p>
            <a:fld id="{AEAA3239-9EA4-4A65-A281-97F994456D9F}" type="slidenum">
              <a:rPr lang="en-US" smtClean="0"/>
              <a:t>‹#›</a:t>
            </a:fld>
            <a:endParaRPr lang="en-US"/>
          </a:p>
        </p:txBody>
      </p:sp>
      <p:sp>
        <p:nvSpPr>
          <p:cNvPr id="25" name="Picture Placeholder 24">
            <a:extLst>
              <a:ext uri="{FF2B5EF4-FFF2-40B4-BE49-F238E27FC236}">
                <a16:creationId xmlns:a16="http://schemas.microsoft.com/office/drawing/2014/main" id="{C24EDDD8-4D74-1A47-643C-D82EABD1F2E1}"/>
              </a:ext>
            </a:extLst>
          </p:cNvPr>
          <p:cNvSpPr>
            <a:spLocks noGrp="1"/>
          </p:cNvSpPr>
          <p:nvPr>
            <p:ph type="pic" sz="quarter" idx="17" hasCustomPrompt="1"/>
          </p:nvPr>
        </p:nvSpPr>
        <p:spPr>
          <a:xfrm>
            <a:off x="6366168" y="233172"/>
            <a:ext cx="5550408" cy="6391656"/>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31260879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48936A6-5AD1-3BAA-0E1C-26F101C0CE57}"/>
              </a:ext>
            </a:extLst>
          </p:cNvPr>
          <p:cNvGrpSpPr/>
          <p:nvPr/>
        </p:nvGrpSpPr>
        <p:grpSpPr>
          <a:xfrm flipH="1">
            <a:off x="8353425" y="531607"/>
            <a:ext cx="3838575" cy="6520778"/>
            <a:chOff x="192855" y="531607"/>
            <a:chExt cx="3838575" cy="6520778"/>
          </a:xfrm>
        </p:grpSpPr>
        <p:grpSp>
          <p:nvGrpSpPr>
            <p:cNvPr id="7" name="Group 6">
              <a:extLst>
                <a:ext uri="{FF2B5EF4-FFF2-40B4-BE49-F238E27FC236}">
                  <a16:creationId xmlns:a16="http://schemas.microsoft.com/office/drawing/2014/main" id="{AE3A6E3B-83BB-9A86-3792-EE398831126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31" name="Freeform 64">
                <a:extLst>
                  <a:ext uri="{FF2B5EF4-FFF2-40B4-BE49-F238E27FC236}">
                    <a16:creationId xmlns:a16="http://schemas.microsoft.com/office/drawing/2014/main" id="{974A589A-E9FD-5B47-24E6-9BBF097848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1">
                <a:extLst>
                  <a:ext uri="{FF2B5EF4-FFF2-40B4-BE49-F238E27FC236}">
                    <a16:creationId xmlns:a16="http://schemas.microsoft.com/office/drawing/2014/main" id="{CD25188F-AFA7-9958-58C3-5D5C4D93F1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61">
                <a:extLst>
                  <a:ext uri="{FF2B5EF4-FFF2-40B4-BE49-F238E27FC236}">
                    <a16:creationId xmlns:a16="http://schemas.microsoft.com/office/drawing/2014/main" id="{C0A6B43C-99E8-59DC-14CF-A2CB6D968A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33">
                <a:extLst>
                  <a:ext uri="{FF2B5EF4-FFF2-40B4-BE49-F238E27FC236}">
                    <a16:creationId xmlns:a16="http://schemas.microsoft.com/office/drawing/2014/main" id="{043F61E2-B983-1873-3BD6-12FE80D8D0A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4">
                <a:extLst>
                  <a:ext uri="{FF2B5EF4-FFF2-40B4-BE49-F238E27FC236}">
                    <a16:creationId xmlns:a16="http://schemas.microsoft.com/office/drawing/2014/main" id="{AB510376-B3F7-1709-3EEC-61F10B96F08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87">
                <a:extLst>
                  <a:ext uri="{FF2B5EF4-FFF2-40B4-BE49-F238E27FC236}">
                    <a16:creationId xmlns:a16="http://schemas.microsoft.com/office/drawing/2014/main" id="{03C9E100-1903-DC94-F8B6-170F94C0045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60">
                <a:extLst>
                  <a:ext uri="{FF2B5EF4-FFF2-40B4-BE49-F238E27FC236}">
                    <a16:creationId xmlns:a16="http://schemas.microsoft.com/office/drawing/2014/main" id="{4FE5C4D6-B1C4-491E-FB04-BA2C91FC77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59">
                <a:extLst>
                  <a:ext uri="{FF2B5EF4-FFF2-40B4-BE49-F238E27FC236}">
                    <a16:creationId xmlns:a16="http://schemas.microsoft.com/office/drawing/2014/main" id="{40EADD1D-D5C1-863A-4D81-803E7CF10E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62">
                <a:extLst>
                  <a:ext uri="{FF2B5EF4-FFF2-40B4-BE49-F238E27FC236}">
                    <a16:creationId xmlns:a16="http://schemas.microsoft.com/office/drawing/2014/main" id="{43EC2631-7DF3-3965-621D-9DAC97A273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65">
                <a:extLst>
                  <a:ext uri="{FF2B5EF4-FFF2-40B4-BE49-F238E27FC236}">
                    <a16:creationId xmlns:a16="http://schemas.microsoft.com/office/drawing/2014/main" id="{7E73645E-6884-1473-72C1-BEA214C54E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79">
                <a:extLst>
                  <a:ext uri="{FF2B5EF4-FFF2-40B4-BE49-F238E27FC236}">
                    <a16:creationId xmlns:a16="http://schemas.microsoft.com/office/drawing/2014/main" id="{4DF9F96A-CD0D-6405-8DCC-34A8C55182F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2">
                <a:extLst>
                  <a:ext uri="{FF2B5EF4-FFF2-40B4-BE49-F238E27FC236}">
                    <a16:creationId xmlns:a16="http://schemas.microsoft.com/office/drawing/2014/main" id="{BFBBE1C9-059F-AD9A-9C52-B2C9319785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5">
                <a:extLst>
                  <a:ext uri="{FF2B5EF4-FFF2-40B4-BE49-F238E27FC236}">
                    <a16:creationId xmlns:a16="http://schemas.microsoft.com/office/drawing/2014/main" id="{08408D77-8187-7221-E7DF-B1DAD699CB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43">
                <a:extLst>
                  <a:ext uri="{FF2B5EF4-FFF2-40B4-BE49-F238E27FC236}">
                    <a16:creationId xmlns:a16="http://schemas.microsoft.com/office/drawing/2014/main" id="{C7505077-4A1B-0050-E868-5D0EA8ABF6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5" name="Group 44">
                <a:extLst>
                  <a:ext uri="{FF2B5EF4-FFF2-40B4-BE49-F238E27FC236}">
                    <a16:creationId xmlns:a16="http://schemas.microsoft.com/office/drawing/2014/main" id="{F6EBF04F-A7A8-05C3-AE07-AB8CF92B029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6" name="Line 63">
                  <a:extLst>
                    <a:ext uri="{FF2B5EF4-FFF2-40B4-BE49-F238E27FC236}">
                      <a16:creationId xmlns:a16="http://schemas.microsoft.com/office/drawing/2014/main" id="{04662D0E-D73B-29DD-2017-B725B2C354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6">
                  <a:extLst>
                    <a:ext uri="{FF2B5EF4-FFF2-40B4-BE49-F238E27FC236}">
                      <a16:creationId xmlns:a16="http://schemas.microsoft.com/office/drawing/2014/main" id="{93E498CF-9CEA-0339-3766-29893319170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67">
                  <a:extLst>
                    <a:ext uri="{FF2B5EF4-FFF2-40B4-BE49-F238E27FC236}">
                      <a16:creationId xmlns:a16="http://schemas.microsoft.com/office/drawing/2014/main" id="{B59B2836-F2EE-CE96-0A97-0B77CAF2951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0">
                  <a:extLst>
                    <a:ext uri="{FF2B5EF4-FFF2-40B4-BE49-F238E27FC236}">
                      <a16:creationId xmlns:a16="http://schemas.microsoft.com/office/drawing/2014/main" id="{46301D95-FA8B-1D4C-899E-399A13DE47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3">
                  <a:extLst>
                    <a:ext uri="{FF2B5EF4-FFF2-40B4-BE49-F238E27FC236}">
                      <a16:creationId xmlns:a16="http://schemas.microsoft.com/office/drawing/2014/main" id="{5B6E8AD1-A6DF-CD2D-C361-79AF775B20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6">
                  <a:extLst>
                    <a:ext uri="{FF2B5EF4-FFF2-40B4-BE49-F238E27FC236}">
                      <a16:creationId xmlns:a16="http://schemas.microsoft.com/office/drawing/2014/main" id="{221B60C8-5B47-B528-C059-E8DDBB5391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89">
                  <a:extLst>
                    <a:ext uri="{FF2B5EF4-FFF2-40B4-BE49-F238E27FC236}">
                      <a16:creationId xmlns:a16="http://schemas.microsoft.com/office/drawing/2014/main" id="{08013A5E-772E-36FE-53E3-833C77926C0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8" name="Group 7">
              <a:extLst>
                <a:ext uri="{FF2B5EF4-FFF2-40B4-BE49-F238E27FC236}">
                  <a16:creationId xmlns:a16="http://schemas.microsoft.com/office/drawing/2014/main" id="{A5B4FBBD-7B8B-D444-8216-55E9C910E68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9" name="Freeform 64">
                <a:extLst>
                  <a:ext uri="{FF2B5EF4-FFF2-40B4-BE49-F238E27FC236}">
                    <a16:creationId xmlns:a16="http://schemas.microsoft.com/office/drawing/2014/main" id="{5C19CD0E-5318-255F-E838-2ADC9380FD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81">
                <a:extLst>
                  <a:ext uri="{FF2B5EF4-FFF2-40B4-BE49-F238E27FC236}">
                    <a16:creationId xmlns:a16="http://schemas.microsoft.com/office/drawing/2014/main" id="{270D86CD-ADC7-3CC5-1FBD-3581CC49D12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1">
                <a:extLst>
                  <a:ext uri="{FF2B5EF4-FFF2-40B4-BE49-F238E27FC236}">
                    <a16:creationId xmlns:a16="http://schemas.microsoft.com/office/drawing/2014/main" id="{7FF30766-FBEB-0720-1665-012ECAF190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78">
                <a:extLst>
                  <a:ext uri="{FF2B5EF4-FFF2-40B4-BE49-F238E27FC236}">
                    <a16:creationId xmlns:a16="http://schemas.microsoft.com/office/drawing/2014/main" id="{A0E40364-C8A5-C36C-BA2D-427A86E064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84">
                <a:extLst>
                  <a:ext uri="{FF2B5EF4-FFF2-40B4-BE49-F238E27FC236}">
                    <a16:creationId xmlns:a16="http://schemas.microsoft.com/office/drawing/2014/main" id="{18CF6CE1-5AA4-B571-95AE-F36725808D7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87">
                <a:extLst>
                  <a:ext uri="{FF2B5EF4-FFF2-40B4-BE49-F238E27FC236}">
                    <a16:creationId xmlns:a16="http://schemas.microsoft.com/office/drawing/2014/main" id="{6ADB8D01-0B04-0026-0E2B-F0DB0BB062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0">
                <a:extLst>
                  <a:ext uri="{FF2B5EF4-FFF2-40B4-BE49-F238E27FC236}">
                    <a16:creationId xmlns:a16="http://schemas.microsoft.com/office/drawing/2014/main" id="{699C5BAF-6BFD-5547-ACED-D1DACA7CC36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59">
                <a:extLst>
                  <a:ext uri="{FF2B5EF4-FFF2-40B4-BE49-F238E27FC236}">
                    <a16:creationId xmlns:a16="http://schemas.microsoft.com/office/drawing/2014/main" id="{92EE2308-8641-C007-7BEB-6E3B086D0BE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2">
                <a:extLst>
                  <a:ext uri="{FF2B5EF4-FFF2-40B4-BE49-F238E27FC236}">
                    <a16:creationId xmlns:a16="http://schemas.microsoft.com/office/drawing/2014/main" id="{EB8ADEA1-C675-2640-A7E3-D47A671E7DA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5">
                <a:extLst>
                  <a:ext uri="{FF2B5EF4-FFF2-40B4-BE49-F238E27FC236}">
                    <a16:creationId xmlns:a16="http://schemas.microsoft.com/office/drawing/2014/main" id="{56D50B45-8863-46D4-967C-2E7F51A89E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79">
                <a:extLst>
                  <a:ext uri="{FF2B5EF4-FFF2-40B4-BE49-F238E27FC236}">
                    <a16:creationId xmlns:a16="http://schemas.microsoft.com/office/drawing/2014/main" id="{A7B565FE-73FF-92CC-53B0-13D70A5F95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82">
                <a:extLst>
                  <a:ext uri="{FF2B5EF4-FFF2-40B4-BE49-F238E27FC236}">
                    <a16:creationId xmlns:a16="http://schemas.microsoft.com/office/drawing/2014/main" id="{93D9959E-4E2D-E1F6-A98C-0E11FB5166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85">
                <a:extLst>
                  <a:ext uri="{FF2B5EF4-FFF2-40B4-BE49-F238E27FC236}">
                    <a16:creationId xmlns:a16="http://schemas.microsoft.com/office/drawing/2014/main" id="{D89311D4-A295-E007-51D1-5D57C3FACD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8">
                <a:extLst>
                  <a:ext uri="{FF2B5EF4-FFF2-40B4-BE49-F238E27FC236}">
                    <a16:creationId xmlns:a16="http://schemas.microsoft.com/office/drawing/2014/main" id="{384CB8B6-A246-A443-723D-86C656609C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3" name="Group 22">
                <a:extLst>
                  <a:ext uri="{FF2B5EF4-FFF2-40B4-BE49-F238E27FC236}">
                    <a16:creationId xmlns:a16="http://schemas.microsoft.com/office/drawing/2014/main" id="{8B2DDAA7-EA13-A30E-5632-7A7A2EEDD84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4" name="Line 63">
                  <a:extLst>
                    <a:ext uri="{FF2B5EF4-FFF2-40B4-BE49-F238E27FC236}">
                      <a16:creationId xmlns:a16="http://schemas.microsoft.com/office/drawing/2014/main" id="{C1637B0E-F8C5-940A-9DEF-1D8E4BD1EF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Line 66">
                  <a:extLst>
                    <a:ext uri="{FF2B5EF4-FFF2-40B4-BE49-F238E27FC236}">
                      <a16:creationId xmlns:a16="http://schemas.microsoft.com/office/drawing/2014/main" id="{EE946A0E-C9CC-B6A2-3A75-362C8CF50B2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67">
                  <a:extLst>
                    <a:ext uri="{FF2B5EF4-FFF2-40B4-BE49-F238E27FC236}">
                      <a16:creationId xmlns:a16="http://schemas.microsoft.com/office/drawing/2014/main" id="{69EE650D-82F1-A908-AD16-4ED9299A21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80">
                  <a:extLst>
                    <a:ext uri="{FF2B5EF4-FFF2-40B4-BE49-F238E27FC236}">
                      <a16:creationId xmlns:a16="http://schemas.microsoft.com/office/drawing/2014/main" id="{DDB75CCD-597F-89A3-06CB-D68894D0340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83">
                  <a:extLst>
                    <a:ext uri="{FF2B5EF4-FFF2-40B4-BE49-F238E27FC236}">
                      <a16:creationId xmlns:a16="http://schemas.microsoft.com/office/drawing/2014/main" id="{F1663D89-9FCF-65CF-36A9-E4E7E7D90CF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86">
                  <a:extLst>
                    <a:ext uri="{FF2B5EF4-FFF2-40B4-BE49-F238E27FC236}">
                      <a16:creationId xmlns:a16="http://schemas.microsoft.com/office/drawing/2014/main" id="{BA4065E7-A596-4F4D-8EFC-C7237207FF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89">
                  <a:extLst>
                    <a:ext uri="{FF2B5EF4-FFF2-40B4-BE49-F238E27FC236}">
                      <a16:creationId xmlns:a16="http://schemas.microsoft.com/office/drawing/2014/main" id="{66A5DBF4-31E6-D9E7-9ACF-6E9E07FF22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417671"/>
            <a:ext cx="7909560" cy="4754529"/>
          </a:xfrm>
          <a:prstGeom prst="rect">
            <a:avLst/>
          </a:prstGeom>
        </p:spPr>
        <p:txBody>
          <a:bodyPr vert="horz" lIns="91440" tIns="45720" rIns="91440" bIns="45720" rtlCol="0" anchor="b">
            <a:noAutofit/>
          </a:bodyPr>
          <a:lstStyle>
            <a:lvl1pPr>
              <a:defRPr lang="en-US" sz="7000" dirty="0">
                <a:solidFill>
                  <a:schemeClr val="bg1">
                    <a:lumMod val="75000"/>
                    <a:lumOff val="25000"/>
                  </a:schemeClr>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01850969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C08E8F-21C4-BDA0-1FEA-E51B8E9CB351}"/>
              </a:ext>
            </a:extLst>
          </p:cNvPr>
          <p:cNvGrpSpPr/>
          <p:nvPr/>
        </p:nvGrpSpPr>
        <p:grpSpPr>
          <a:xfrm flipH="1">
            <a:off x="9740417" y="457964"/>
            <a:ext cx="2227875" cy="5970551"/>
            <a:chOff x="9740417" y="457964"/>
            <a:chExt cx="2227875" cy="5970551"/>
          </a:xfrm>
        </p:grpSpPr>
        <p:grpSp>
          <p:nvGrpSpPr>
            <p:cNvPr id="8" name="Group 7">
              <a:extLst>
                <a:ext uri="{FF2B5EF4-FFF2-40B4-BE49-F238E27FC236}">
                  <a16:creationId xmlns:a16="http://schemas.microsoft.com/office/drawing/2014/main" id="{A65EDA3F-843D-ADBB-966A-DB1A2A5166C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24" name="Group 23">
                <a:extLst>
                  <a:ext uri="{FF2B5EF4-FFF2-40B4-BE49-F238E27FC236}">
                    <a16:creationId xmlns:a16="http://schemas.microsoft.com/office/drawing/2014/main" id="{61B5AC1E-4E60-E55C-F99A-C82C820F57E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95710207-8E92-8065-A970-1DD14538E1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42F4499F-CCFF-BE52-2AE4-5B68AED9B3B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8FAE142-A102-E457-095D-59B239E4986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FE818EA7-840E-B523-CA43-BE90E3B561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DBDA4452-94B1-8350-4FDB-EFB58824F8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2B2F4B6F-70DB-7396-B99F-C4E444D9B46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57">
                    <a:extLst>
                      <a:ext uri="{FF2B5EF4-FFF2-40B4-BE49-F238E27FC236}">
                        <a16:creationId xmlns:a16="http://schemas.microsoft.com/office/drawing/2014/main" id="{8BDDCFCA-0EF1-29B9-00F4-A588AF4000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58">
                    <a:extLst>
                      <a:ext uri="{FF2B5EF4-FFF2-40B4-BE49-F238E27FC236}">
                        <a16:creationId xmlns:a16="http://schemas.microsoft.com/office/drawing/2014/main" id="{AC0DFEA6-DB81-94B0-E975-1C49757EA9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AF59F6E7-21D4-8707-43CA-087E19578E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4A38BAEA-44BA-7155-9C72-9138317A1FE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0BAF2DD0-AD60-8573-53DB-993D86BAA5B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520062C7-8B68-E834-D399-30EEC999AAA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103C961E-7827-DB34-96BE-56C18B33C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3831D031-9B96-5A75-6664-93344812D8D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0" name="Group 9">
                <a:extLst>
                  <a:ext uri="{FF2B5EF4-FFF2-40B4-BE49-F238E27FC236}">
                    <a16:creationId xmlns:a16="http://schemas.microsoft.com/office/drawing/2014/main" id="{84126BE9-9F7A-9AF0-5260-97751552988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8906F989-CBC1-B62D-2528-65CA7B1A5CE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1466E447-0F70-081B-1290-B8EE7C029D3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3D0125F-AA06-77AC-1A70-35B4C3D151E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9FB536AB-CC9D-EF43-764A-BDA6D35363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27BCD93A-F6D3-B4BB-B4BD-3FB7B22982B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5914B0F9-E206-61B3-B94D-29E2B9E950B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41">
                    <a:extLst>
                      <a:ext uri="{FF2B5EF4-FFF2-40B4-BE49-F238E27FC236}">
                        <a16:creationId xmlns:a16="http://schemas.microsoft.com/office/drawing/2014/main" id="{BE2287FA-B742-96AC-20EE-A120A175A7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42">
                    <a:extLst>
                      <a:ext uri="{FF2B5EF4-FFF2-40B4-BE49-F238E27FC236}">
                        <a16:creationId xmlns:a16="http://schemas.microsoft.com/office/drawing/2014/main" id="{ABD4CB87-7C84-CA5E-440C-0DBE244031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CCB2077E-0279-E8FA-B509-2228C725C14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B0BEA08B-F521-4923-A6BD-8D20C508093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2EAC3EE0-4EEF-A6CF-D309-75B294E64DA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7F448550-8EAB-AA60-AB70-359190C846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7E2CFC90-E41C-9543-B005-93733384001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38" name="Straight Connector 37">
            <a:extLst>
              <a:ext uri="{FF2B5EF4-FFF2-40B4-BE49-F238E27FC236}">
                <a16:creationId xmlns:a16="http://schemas.microsoft.com/office/drawing/2014/main" id="{7B9571A4-6852-2595-903A-1B4CA40FC353}"/>
              </a:ext>
            </a:extLst>
          </p:cNvPr>
          <p:cNvCxnSpPr>
            <a:cxnSpLocks/>
          </p:cNvCxnSpPr>
          <p:nvPr userDrawn="1"/>
        </p:nvCxnSpPr>
        <p:spPr>
          <a:xfrm>
            <a:off x="714375" y="249492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600" y="685800"/>
            <a:ext cx="8229600" cy="1532787"/>
          </a:xfrm>
          <a:prstGeom prst="rect">
            <a:avLst/>
          </a:prstGeom>
        </p:spPr>
        <p:txBody>
          <a:bodyPr anchor="b">
            <a:noAutofit/>
          </a:bodyPr>
          <a:lstStyle>
            <a:lvl1pPr>
              <a:defRPr sz="40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771255"/>
            <a:ext cx="8226553" cy="3252513"/>
          </a:xfrm>
        </p:spPr>
        <p:txBody>
          <a:bodyPr>
            <a:noAutofit/>
          </a:bodyPr>
          <a:lstStyle>
            <a:lvl1pPr marL="342900" indent="-342900">
              <a:lnSpc>
                <a:spcPct val="130000"/>
              </a:lnSpc>
              <a:buFont typeface="+mj-lt"/>
              <a:buAutoNum type="arabicPeriod"/>
              <a:defRPr sz="1800" cap="all" baseline="0"/>
            </a:lvl1pPr>
            <a:lvl2pPr marL="571500" indent="-342900">
              <a:buFont typeface="+mj-lt"/>
              <a:buAutoNum type="alphaLcPeriod"/>
              <a:defRPr sz="1800" cap="all"/>
            </a:lvl2pPr>
            <a:lvl3pPr marL="800100" indent="-342900">
              <a:buFont typeface="+mj-lt"/>
              <a:buAutoNum type="romanLcPeriod"/>
              <a:defRPr sz="1800" cap="all"/>
            </a:lvl3pPr>
            <a:lvl4pPr marL="1028700" indent="-342900">
              <a:buFont typeface="+mj-lt"/>
              <a:buAutoNum type="arabicParenR"/>
              <a:defRPr sz="1800" cap="all"/>
            </a:lvl4pPr>
            <a:lvl5pPr marL="1257300" indent="-342900">
              <a:buFont typeface="+mj-lt"/>
              <a:buAutoNum type="alphaLcParenR"/>
              <a:defRPr sz="1800" cap="all"/>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409993"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1284144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40CC6F6-0F36-4E6D-DC3B-944BDE9BB8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4575763"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1" name="Title 1">
            <a:extLst>
              <a:ext uri="{FF2B5EF4-FFF2-40B4-BE49-F238E27FC236}">
                <a16:creationId xmlns:a16="http://schemas.microsoft.com/office/drawing/2014/main" id="{B3337ACC-66A8-D3EE-ADA8-E5899EA2C03B}"/>
              </a:ext>
            </a:extLst>
          </p:cNvPr>
          <p:cNvSpPr>
            <a:spLocks noGrp="1"/>
          </p:cNvSpPr>
          <p:nvPr>
            <p:ph type="title" hasCustomPrompt="1"/>
          </p:nvPr>
        </p:nvSpPr>
        <p:spPr>
          <a:xfrm>
            <a:off x="5192037" y="685800"/>
            <a:ext cx="6384266" cy="1532787"/>
          </a:xfrm>
          <a:prstGeom prst="rect">
            <a:avLst/>
          </a:prstGeom>
        </p:spPr>
        <p:txBody>
          <a:bodyPr anchor="b">
            <a:noAutofit/>
          </a:bodyPr>
          <a:lstStyle>
            <a:lvl1pPr>
              <a:defRPr sz="4000"/>
            </a:lvl1pPr>
          </a:lstStyle>
          <a:p>
            <a:r>
              <a:rPr lang="en-US"/>
              <a:t>Agenda</a:t>
            </a:r>
          </a:p>
        </p:txBody>
      </p:sp>
      <p:sp>
        <p:nvSpPr>
          <p:cNvPr id="14" name="Picture Placeholder 24">
            <a:extLst>
              <a:ext uri="{FF2B5EF4-FFF2-40B4-BE49-F238E27FC236}">
                <a16:creationId xmlns:a16="http://schemas.microsoft.com/office/drawing/2014/main" id="{15B18755-94AA-6BC3-BF5F-5FBE9DCD3CC9}"/>
              </a:ext>
            </a:extLst>
          </p:cNvPr>
          <p:cNvSpPr>
            <a:spLocks noGrp="1"/>
          </p:cNvSpPr>
          <p:nvPr>
            <p:ph type="pic" sz="quarter" idx="17" hasCustomPrompt="1"/>
          </p:nvPr>
        </p:nvSpPr>
        <p:spPr>
          <a:xfrm>
            <a:off x="276201" y="233172"/>
            <a:ext cx="4023360" cy="6391656"/>
          </a:xfrm>
          <a:blipFill>
            <a:blip r:embed="rId2">
              <a:alphaModFix amt="60000"/>
            </a:blip>
            <a:stretch>
              <a:fillRect/>
            </a:stretch>
          </a:blipFill>
        </p:spPr>
        <p:txBody>
          <a:bodyPr/>
          <a:lstStyle>
            <a:lvl1pPr>
              <a:defRPr/>
            </a:lvl1pPr>
          </a:lstStyle>
          <a:p>
            <a:r>
              <a:rPr lang="en-US"/>
              <a:t> </a:t>
            </a:r>
          </a:p>
        </p:txBody>
      </p:sp>
      <p:cxnSp>
        <p:nvCxnSpPr>
          <p:cNvPr id="10" name="Straight Connector 9">
            <a:extLst>
              <a:ext uri="{FF2B5EF4-FFF2-40B4-BE49-F238E27FC236}">
                <a16:creationId xmlns:a16="http://schemas.microsoft.com/office/drawing/2014/main" id="{D8828F05-5102-DECF-D23D-45D10DF04ED1}"/>
              </a:ext>
            </a:extLst>
          </p:cNvPr>
          <p:cNvCxnSpPr>
            <a:cxnSpLocks/>
          </p:cNvCxnSpPr>
          <p:nvPr userDrawn="1"/>
        </p:nvCxnSpPr>
        <p:spPr>
          <a:xfrm>
            <a:off x="5296812" y="249492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Content Placeholder 6">
            <a:extLst>
              <a:ext uri="{FF2B5EF4-FFF2-40B4-BE49-F238E27FC236}">
                <a16:creationId xmlns:a16="http://schemas.microsoft.com/office/drawing/2014/main" id="{9B592AC5-89CD-4A5B-6EC1-2622ED92A8B3}"/>
              </a:ext>
            </a:extLst>
          </p:cNvPr>
          <p:cNvSpPr>
            <a:spLocks noGrp="1"/>
          </p:cNvSpPr>
          <p:nvPr>
            <p:ph sz="quarter" idx="15"/>
          </p:nvPr>
        </p:nvSpPr>
        <p:spPr>
          <a:xfrm>
            <a:off x="5195084" y="2771255"/>
            <a:ext cx="6384266" cy="3252513"/>
          </a:xfrm>
        </p:spPr>
        <p:txBody>
          <a:bodyPr>
            <a:noAutofit/>
          </a:bodyPr>
          <a:lstStyle>
            <a:lvl1pPr marL="342900" indent="-342900">
              <a:lnSpc>
                <a:spcPct val="130000"/>
              </a:lnSpc>
              <a:buFont typeface="+mj-lt"/>
              <a:buAutoNum type="arabicPeriod"/>
              <a:defRPr sz="1800" cap="all" baseline="0"/>
            </a:lvl1pPr>
            <a:lvl2pPr marL="571500" indent="-342900">
              <a:buFont typeface="+mj-lt"/>
              <a:buAutoNum type="alphaLcPeriod"/>
              <a:defRPr sz="1800" cap="all"/>
            </a:lvl2pPr>
            <a:lvl3pPr marL="800100" indent="-342900">
              <a:buFont typeface="+mj-lt"/>
              <a:buAutoNum type="romanLcPeriod"/>
              <a:defRPr sz="1800" cap="all"/>
            </a:lvl3pPr>
            <a:lvl4pPr marL="1028700" indent="-342900">
              <a:buFont typeface="+mj-lt"/>
              <a:buAutoNum type="arabicParenR"/>
              <a:defRPr sz="1800" cap="all"/>
            </a:lvl4pPr>
            <a:lvl5pPr marL="1257300" indent="-342900">
              <a:buFont typeface="+mj-lt"/>
              <a:buAutoNum type="alphaLcParenR"/>
              <a:defRPr sz="1800" cap="all"/>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192038" y="6343955"/>
            <a:ext cx="2985400"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a:prstGeom prst="rect">
            <a:avLst/>
          </a:prstGeom>
        </p:spPr>
        <p:txBody>
          <a:bodyPr>
            <a:noAutofit/>
          </a:bodyPr>
          <a:lstStyle/>
          <a:p>
            <a:r>
              <a:rPr lang="en-US"/>
              <a:t>20xx</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79399133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grpSp>
        <p:nvGrpSpPr>
          <p:cNvPr id="65" name="Group 64">
            <a:extLst>
              <a:ext uri="{FF2B5EF4-FFF2-40B4-BE49-F238E27FC236}">
                <a16:creationId xmlns:a16="http://schemas.microsoft.com/office/drawing/2014/main" id="{218FBE0F-9B63-6A71-94B1-0F594CAF611D}"/>
              </a:ext>
            </a:extLst>
          </p:cNvPr>
          <p:cNvGrpSpPr/>
          <p:nvPr/>
        </p:nvGrpSpPr>
        <p:grpSpPr>
          <a:xfrm rot="2700000">
            <a:off x="10522137" y="4483036"/>
            <a:ext cx="633413" cy="1862138"/>
            <a:chOff x="5959192" y="333389"/>
            <a:chExt cx="633413" cy="1862138"/>
          </a:xfrm>
        </p:grpSpPr>
        <p:grpSp>
          <p:nvGrpSpPr>
            <p:cNvPr id="66" name="Group 65">
              <a:extLst>
                <a:ext uri="{FF2B5EF4-FFF2-40B4-BE49-F238E27FC236}">
                  <a16:creationId xmlns:a16="http://schemas.microsoft.com/office/drawing/2014/main" id="{15FF1AEF-EA93-71FD-09DD-2D65CBDC09D9}"/>
                </a:ext>
              </a:extLst>
            </p:cNvPr>
            <p:cNvGrpSpPr/>
            <p:nvPr/>
          </p:nvGrpSpPr>
          <p:grpSpPr>
            <a:xfrm>
              <a:off x="5959192" y="333389"/>
              <a:ext cx="633413" cy="1419225"/>
              <a:chOff x="5959192" y="333389"/>
              <a:chExt cx="633413" cy="1419225"/>
            </a:xfrm>
          </p:grpSpPr>
          <p:sp>
            <p:nvSpPr>
              <p:cNvPr id="68" name="Freeform 68">
                <a:extLst>
                  <a:ext uri="{FF2B5EF4-FFF2-40B4-BE49-F238E27FC236}">
                    <a16:creationId xmlns:a16="http://schemas.microsoft.com/office/drawing/2014/main" id="{CE3B7C33-3CEA-C7DC-6D9B-1B19D283EAB7}"/>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69">
                <a:extLst>
                  <a:ext uri="{FF2B5EF4-FFF2-40B4-BE49-F238E27FC236}">
                    <a16:creationId xmlns:a16="http://schemas.microsoft.com/office/drawing/2014/main" id="{44E07912-E7DB-41E1-BBB5-E914477D273F}"/>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67" name="Line 70">
              <a:extLst>
                <a:ext uri="{FF2B5EF4-FFF2-40B4-BE49-F238E27FC236}">
                  <a16:creationId xmlns:a16="http://schemas.microsoft.com/office/drawing/2014/main" id="{0679C784-04BA-6538-188E-E570BFAA79A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0" name="Group 69">
            <a:extLst>
              <a:ext uri="{FF2B5EF4-FFF2-40B4-BE49-F238E27FC236}">
                <a16:creationId xmlns:a16="http://schemas.microsoft.com/office/drawing/2014/main" id="{C4EE5BC5-2282-EF22-2D27-9605690AD2F9}"/>
              </a:ext>
            </a:extLst>
          </p:cNvPr>
          <p:cNvGrpSpPr/>
          <p:nvPr/>
        </p:nvGrpSpPr>
        <p:grpSpPr>
          <a:xfrm>
            <a:off x="1079500" y="649304"/>
            <a:ext cx="698051" cy="1372591"/>
            <a:chOff x="1079500" y="649304"/>
            <a:chExt cx="698051" cy="1372591"/>
          </a:xfrm>
        </p:grpSpPr>
        <p:sp>
          <p:nvSpPr>
            <p:cNvPr id="71" name="Oval 70">
              <a:extLst>
                <a:ext uri="{FF2B5EF4-FFF2-40B4-BE49-F238E27FC236}">
                  <a16:creationId xmlns:a16="http://schemas.microsoft.com/office/drawing/2014/main" id="{728D3B3C-3AE0-8ED5-280F-D333F02F1258}"/>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72" name="Group 71">
              <a:extLst>
                <a:ext uri="{FF2B5EF4-FFF2-40B4-BE49-F238E27FC236}">
                  <a16:creationId xmlns:a16="http://schemas.microsoft.com/office/drawing/2014/main" id="{FEF8264A-5687-D010-2ECD-9D58025DB73F}"/>
                </a:ext>
              </a:extLst>
            </p:cNvPr>
            <p:cNvGrpSpPr/>
            <p:nvPr/>
          </p:nvGrpSpPr>
          <p:grpSpPr>
            <a:xfrm rot="10800000">
              <a:off x="1079500" y="952167"/>
              <a:ext cx="641184" cy="1069728"/>
              <a:chOff x="6484111" y="2967038"/>
              <a:chExt cx="641184" cy="1069728"/>
            </a:xfrm>
          </p:grpSpPr>
          <p:grpSp>
            <p:nvGrpSpPr>
              <p:cNvPr id="73" name="Group 72">
                <a:extLst>
                  <a:ext uri="{FF2B5EF4-FFF2-40B4-BE49-F238E27FC236}">
                    <a16:creationId xmlns:a16="http://schemas.microsoft.com/office/drawing/2014/main" id="{60A8F3A8-A2DC-5ADC-4FD9-393659D891DE}"/>
                  </a:ext>
                </a:extLst>
              </p:cNvPr>
              <p:cNvGrpSpPr/>
              <p:nvPr/>
            </p:nvGrpSpPr>
            <p:grpSpPr>
              <a:xfrm>
                <a:off x="6808136" y="2967038"/>
                <a:ext cx="317159" cy="932400"/>
                <a:chOff x="6808136" y="2967038"/>
                <a:chExt cx="317159" cy="932400"/>
              </a:xfrm>
            </p:grpSpPr>
            <p:sp>
              <p:nvSpPr>
                <p:cNvPr id="78" name="Freeform 68">
                  <a:extLst>
                    <a:ext uri="{FF2B5EF4-FFF2-40B4-BE49-F238E27FC236}">
                      <a16:creationId xmlns:a16="http://schemas.microsoft.com/office/drawing/2014/main" id="{0B7D5584-0C9B-A0CD-A775-8C759CBAC82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69">
                  <a:extLst>
                    <a:ext uri="{FF2B5EF4-FFF2-40B4-BE49-F238E27FC236}">
                      <a16:creationId xmlns:a16="http://schemas.microsoft.com/office/drawing/2014/main" id="{5FAFBF8A-D6D3-F82D-B4E1-5D0E1DE8220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Line 70">
                  <a:extLst>
                    <a:ext uri="{FF2B5EF4-FFF2-40B4-BE49-F238E27FC236}">
                      <a16:creationId xmlns:a16="http://schemas.microsoft.com/office/drawing/2014/main" id="{6D9602E0-52EF-81E6-73A3-E6F3B2521F9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4" name="Group 73">
                <a:extLst>
                  <a:ext uri="{FF2B5EF4-FFF2-40B4-BE49-F238E27FC236}">
                    <a16:creationId xmlns:a16="http://schemas.microsoft.com/office/drawing/2014/main" id="{B72D4C62-7F4E-3C19-F030-759BBCC73ADD}"/>
                  </a:ext>
                </a:extLst>
              </p:cNvPr>
              <p:cNvGrpSpPr/>
              <p:nvPr/>
            </p:nvGrpSpPr>
            <p:grpSpPr>
              <a:xfrm rot="18900000" flipH="1">
                <a:off x="6484111" y="3104366"/>
                <a:ext cx="317159" cy="932400"/>
                <a:chOff x="6808136" y="2967038"/>
                <a:chExt cx="317159" cy="932400"/>
              </a:xfrm>
            </p:grpSpPr>
            <p:sp>
              <p:nvSpPr>
                <p:cNvPr id="75" name="Freeform 68">
                  <a:extLst>
                    <a:ext uri="{FF2B5EF4-FFF2-40B4-BE49-F238E27FC236}">
                      <a16:creationId xmlns:a16="http://schemas.microsoft.com/office/drawing/2014/main" id="{9B64F73D-DDBE-F99D-B5A4-E2031361D67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9">
                  <a:extLst>
                    <a:ext uri="{FF2B5EF4-FFF2-40B4-BE49-F238E27FC236}">
                      <a16:creationId xmlns:a16="http://schemas.microsoft.com/office/drawing/2014/main" id="{BB633787-0233-D377-F0AF-3F313A1835D1}"/>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Line 70">
                  <a:extLst>
                    <a:ext uri="{FF2B5EF4-FFF2-40B4-BE49-F238E27FC236}">
                      <a16:creationId xmlns:a16="http://schemas.microsoft.com/office/drawing/2014/main" id="{E218811C-28A2-31DD-C23E-EF36A5D3510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61" name="Straight Connector 60">
            <a:extLst>
              <a:ext uri="{FF2B5EF4-FFF2-40B4-BE49-F238E27FC236}">
                <a16:creationId xmlns:a16="http://schemas.microsoft.com/office/drawing/2014/main" id="{46345B66-BEAE-193A-4397-C22AA5BF93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354469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0" name="Title 1">
            <a:extLst>
              <a:ext uri="{FF2B5EF4-FFF2-40B4-BE49-F238E27FC236}">
                <a16:creationId xmlns:a16="http://schemas.microsoft.com/office/drawing/2014/main" id="{6FA74A03-875B-FA64-4AF9-93EBDBB38452}"/>
              </a:ext>
            </a:extLst>
          </p:cNvPr>
          <p:cNvSpPr>
            <a:spLocks noGrp="1"/>
          </p:cNvSpPr>
          <p:nvPr>
            <p:ph type="title"/>
          </p:nvPr>
        </p:nvSpPr>
        <p:spPr>
          <a:xfrm>
            <a:off x="3757422" y="1747177"/>
            <a:ext cx="4677156" cy="1495065"/>
          </a:xfrm>
          <a:prstGeom prst="rect">
            <a:avLst/>
          </a:prstGeom>
        </p:spPr>
        <p:txBody>
          <a:bodyPr anchor="b">
            <a:noAutofit/>
          </a:bodyPr>
          <a:lstStyle>
            <a:lvl1pPr algn="ctr">
              <a:defRPr sz="3200">
                <a:solidFill>
                  <a:schemeClr val="tx1">
                    <a:lumMod val="75000"/>
                    <a:lumOff val="25000"/>
                  </a:schemeClr>
                </a:solidFill>
              </a:defRPr>
            </a:lvl1pPr>
          </a:lstStyle>
          <a:p>
            <a:r>
              <a:rPr lang="en-US"/>
              <a:t>Click to edit Master title style</a:t>
            </a:r>
          </a:p>
        </p:txBody>
      </p:sp>
      <p:sp>
        <p:nvSpPr>
          <p:cNvPr id="59" name="Content Placeholder 7">
            <a:extLst>
              <a:ext uri="{FF2B5EF4-FFF2-40B4-BE49-F238E27FC236}">
                <a16:creationId xmlns:a16="http://schemas.microsoft.com/office/drawing/2014/main" id="{A53C4390-318D-97F3-BC85-79B2C11CBDDC}"/>
              </a:ext>
            </a:extLst>
          </p:cNvPr>
          <p:cNvSpPr>
            <a:spLocks noGrp="1"/>
          </p:cNvSpPr>
          <p:nvPr>
            <p:ph sz="quarter" idx="14"/>
          </p:nvPr>
        </p:nvSpPr>
        <p:spPr>
          <a:xfrm>
            <a:off x="3757422" y="3847150"/>
            <a:ext cx="4677156" cy="2014819"/>
          </a:xfrm>
        </p:spPr>
        <p:txBody>
          <a:bodyPr anchor="t" anchorCtr="0">
            <a:noAutofit/>
          </a:bodyPr>
          <a:lstStyle>
            <a:lvl1pPr marL="0" indent="0" algn="ctr">
              <a:buNone/>
              <a:defRPr sz="1400"/>
            </a:lvl1pPr>
            <a:lvl2pPr marL="228600" indent="0" algn="ctr">
              <a:buNone/>
              <a:defRPr sz="1400"/>
            </a:lvl2pPr>
            <a:lvl3pPr marL="457200" indent="0" algn="ctr">
              <a:buNone/>
              <a:defRPr sz="1400"/>
            </a:lvl3pPr>
            <a:lvl4pPr marL="685800" indent="0" algn="ctr">
              <a:buNone/>
              <a:defRPr sz="1400"/>
            </a:lvl4pPr>
            <a:lvl5pPr marL="914400" indent="0" algn="ct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2937423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17A6EA59-28D6-DA53-6F3E-EF38136F981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flipV="1">
            <a:off x="9970657" y="4426541"/>
            <a:ext cx="1785984" cy="2211229"/>
            <a:chOff x="3125006" y="3171595"/>
            <a:chExt cx="1785984" cy="2211229"/>
          </a:xfrm>
        </p:grpSpPr>
        <p:grpSp>
          <p:nvGrpSpPr>
            <p:cNvPr id="8" name="Group 7">
              <a:extLst>
                <a:ext uri="{FF2B5EF4-FFF2-40B4-BE49-F238E27FC236}">
                  <a16:creationId xmlns:a16="http://schemas.microsoft.com/office/drawing/2014/main" id="{32FCA871-839C-CEC7-2429-2FB727ED154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2" name="Straight Connector 11">
                <a:extLst>
                  <a:ext uri="{FF2B5EF4-FFF2-40B4-BE49-F238E27FC236}">
                    <a16:creationId xmlns:a16="http://schemas.microsoft.com/office/drawing/2014/main" id="{294CE533-E091-38A9-12CE-9D47E91484D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4C87F8D-8670-D62F-6A3D-320EB05E7C65}"/>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4" name="Rectangle 30">
                <a:extLst>
                  <a:ext uri="{FF2B5EF4-FFF2-40B4-BE49-F238E27FC236}">
                    <a16:creationId xmlns:a16="http://schemas.microsoft.com/office/drawing/2014/main" id="{658C07E6-9AB5-F814-07D0-179C8EA4C1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30">
                <a:extLst>
                  <a:ext uri="{FF2B5EF4-FFF2-40B4-BE49-F238E27FC236}">
                    <a16:creationId xmlns:a16="http://schemas.microsoft.com/office/drawing/2014/main" id="{312A15F3-AD33-F4D5-DB86-AB66803005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FBDE8181-8F3F-D7BB-5383-9E342A3280E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 name="Freeform: Shape 141">
                <a:extLst>
                  <a:ext uri="{FF2B5EF4-FFF2-40B4-BE49-F238E27FC236}">
                    <a16:creationId xmlns:a16="http://schemas.microsoft.com/office/drawing/2014/main" id="{B248150E-6D66-9535-F0D8-EA9C79BC60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1" name="Freeform: Shape 142">
                <a:extLst>
                  <a:ext uri="{FF2B5EF4-FFF2-40B4-BE49-F238E27FC236}">
                    <a16:creationId xmlns:a16="http://schemas.microsoft.com/office/drawing/2014/main" id="{4A3475E1-5BDA-CFB0-E1B9-6A85E4E03A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cxnSp>
        <p:nvCxnSpPr>
          <p:cNvPr id="17" name="Straight Connector 16">
            <a:extLst>
              <a:ext uri="{FF2B5EF4-FFF2-40B4-BE49-F238E27FC236}">
                <a16:creationId xmlns:a16="http://schemas.microsoft.com/office/drawing/2014/main" id="{56185C57-0CFE-3698-7D7A-034CA9A84ACC}"/>
              </a:ext>
            </a:extLst>
          </p:cNvPr>
          <p:cNvCxnSpPr>
            <a:cxnSpLocks/>
          </p:cNvCxnSpPr>
          <p:nvPr/>
        </p:nvCxnSpPr>
        <p:spPr>
          <a:xfrm rot="16200000" flipH="1">
            <a:off x="4476023" y="3429000"/>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6" name="Title 15">
            <a:extLst>
              <a:ext uri="{FF2B5EF4-FFF2-40B4-BE49-F238E27FC236}">
                <a16:creationId xmlns:a16="http://schemas.microsoft.com/office/drawing/2014/main" id="{4A3E2E5C-03FE-F488-47C1-088F8046CA14}"/>
              </a:ext>
            </a:extLst>
          </p:cNvPr>
          <p:cNvSpPr>
            <a:spLocks noGrp="1"/>
          </p:cNvSpPr>
          <p:nvPr>
            <p:ph type="title"/>
          </p:nvPr>
        </p:nvSpPr>
        <p:spPr>
          <a:xfrm>
            <a:off x="612649" y="2197571"/>
            <a:ext cx="3661890" cy="2483849"/>
          </a:xfrm>
        </p:spPr>
        <p:txBody>
          <a:bodyPr anchor="ctr"/>
          <a:lstStyle/>
          <a:p>
            <a:r>
              <a:rPr lang="en-US"/>
              <a:t>Click to edit Master title style</a:t>
            </a:r>
          </a:p>
        </p:txBody>
      </p:sp>
      <p:sp>
        <p:nvSpPr>
          <p:cNvPr id="36" name="Content Placeholder 7">
            <a:extLst>
              <a:ext uri="{FF2B5EF4-FFF2-40B4-BE49-F238E27FC236}">
                <a16:creationId xmlns:a16="http://schemas.microsoft.com/office/drawing/2014/main" id="{0FCDC937-73DD-F5B2-569F-F51B88EDE4C0}"/>
              </a:ext>
            </a:extLst>
          </p:cNvPr>
          <p:cNvSpPr>
            <a:spLocks noGrp="1"/>
          </p:cNvSpPr>
          <p:nvPr>
            <p:ph sz="quarter" idx="14"/>
          </p:nvPr>
        </p:nvSpPr>
        <p:spPr>
          <a:xfrm>
            <a:off x="5181600" y="2199132"/>
            <a:ext cx="4325112" cy="2459736"/>
          </a:xfrm>
        </p:spPr>
        <p:txBody>
          <a:bodyPr anchor="ctr" anchorCtr="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053646"/>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053646"/>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053646"/>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11572733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3" name="Frame">
            <a:extLst>
              <a:ext uri="{FF2B5EF4-FFF2-40B4-BE49-F238E27FC236}">
                <a16:creationId xmlns:a16="http://schemas.microsoft.com/office/drawing/2014/main" id="{0A3B5A60-DF42-D2CD-2CEF-35252D05CA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2666999" y="-2667001"/>
            <a:ext cx="6858003" cy="12192000"/>
          </a:xfrm>
          <a:custGeom>
            <a:avLst/>
            <a:gdLst>
              <a:gd name="connsiteX0" fmla="*/ 233174 w 6858003"/>
              <a:gd name="connsiteY0" fmla="*/ 11958827 h 12192000"/>
              <a:gd name="connsiteX1" fmla="*/ 6624830 w 6858003"/>
              <a:gd name="connsiteY1" fmla="*/ 11958827 h 12192000"/>
              <a:gd name="connsiteX2" fmla="*/ 6624830 w 6858003"/>
              <a:gd name="connsiteY2" fmla="*/ 233172 h 12192000"/>
              <a:gd name="connsiteX3" fmla="*/ 233174 w 6858003"/>
              <a:gd name="connsiteY3" fmla="*/ 233172 h 12192000"/>
              <a:gd name="connsiteX4" fmla="*/ 0 w 6858003"/>
              <a:gd name="connsiteY4" fmla="*/ 12191999 h 12192000"/>
              <a:gd name="connsiteX5" fmla="*/ 0 w 6858003"/>
              <a:gd name="connsiteY5" fmla="*/ 11958827 h 12192000"/>
              <a:gd name="connsiteX6" fmla="*/ 2 w 6858003"/>
              <a:gd name="connsiteY6" fmla="*/ 11958827 h 12192000"/>
              <a:gd name="connsiteX7" fmla="*/ 2 w 6858003"/>
              <a:gd name="connsiteY7" fmla="*/ 233172 h 12192000"/>
              <a:gd name="connsiteX8" fmla="*/ 1 w 6858003"/>
              <a:gd name="connsiteY8" fmla="*/ 233172 h 12192000"/>
              <a:gd name="connsiteX9" fmla="*/ 1 w 6858003"/>
              <a:gd name="connsiteY9" fmla="*/ 0 h 12192000"/>
              <a:gd name="connsiteX10" fmla="*/ 2 w 6858003"/>
              <a:gd name="connsiteY10" fmla="*/ 0 h 12192000"/>
              <a:gd name="connsiteX11" fmla="*/ 233174 w 6858003"/>
              <a:gd name="connsiteY11" fmla="*/ 0 h 12192000"/>
              <a:gd name="connsiteX12" fmla="*/ 6624830 w 6858003"/>
              <a:gd name="connsiteY12" fmla="*/ 0 h 12192000"/>
              <a:gd name="connsiteX13" fmla="*/ 6858002 w 6858003"/>
              <a:gd name="connsiteY13" fmla="*/ 0 h 12192000"/>
              <a:gd name="connsiteX14" fmla="*/ 6858003 w 6858003"/>
              <a:gd name="connsiteY14" fmla="*/ 0 h 12192000"/>
              <a:gd name="connsiteX15" fmla="*/ 6858003 w 6858003"/>
              <a:gd name="connsiteY15" fmla="*/ 233172 h 12192000"/>
              <a:gd name="connsiteX16" fmla="*/ 6858002 w 6858003"/>
              <a:gd name="connsiteY16" fmla="*/ 233172 h 12192000"/>
              <a:gd name="connsiteX17" fmla="*/ 6858002 w 6858003"/>
              <a:gd name="connsiteY17" fmla="*/ 11958827 h 12192000"/>
              <a:gd name="connsiteX18" fmla="*/ 6858002 w 6858003"/>
              <a:gd name="connsiteY18" fmla="*/ 12191999 h 12192000"/>
              <a:gd name="connsiteX19" fmla="*/ 6858002 w 6858003"/>
              <a:gd name="connsiteY19" fmla="*/ 12192000 h 12192000"/>
              <a:gd name="connsiteX20" fmla="*/ 6624830 w 6858003"/>
              <a:gd name="connsiteY20" fmla="*/ 12192000 h 12192000"/>
              <a:gd name="connsiteX21" fmla="*/ 6624830 w 6858003"/>
              <a:gd name="connsiteY21" fmla="*/ 12191999 h 12192000"/>
              <a:gd name="connsiteX22" fmla="*/ 233174 w 6858003"/>
              <a:gd name="connsiteY22" fmla="*/ 12191999 h 12192000"/>
              <a:gd name="connsiteX23" fmla="*/ 233174 w 6858003"/>
              <a:gd name="connsiteY23" fmla="*/ 12192000 h 12192000"/>
              <a:gd name="connsiteX24" fmla="*/ 2 w 6858003"/>
              <a:gd name="connsiteY24" fmla="*/ 12192000 h 12192000"/>
              <a:gd name="connsiteX25" fmla="*/ 2 w 6858003"/>
              <a:gd name="connsiteY25" fmla="*/ 12191999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858003" h="12192000">
                <a:moveTo>
                  <a:pt x="233174" y="11958827"/>
                </a:moveTo>
                <a:lnTo>
                  <a:pt x="6624830" y="11958827"/>
                </a:lnTo>
                <a:lnTo>
                  <a:pt x="6624830" y="233172"/>
                </a:lnTo>
                <a:lnTo>
                  <a:pt x="233174" y="233172"/>
                </a:lnTo>
                <a:close/>
                <a:moveTo>
                  <a:pt x="0" y="12191999"/>
                </a:moveTo>
                <a:lnTo>
                  <a:pt x="0" y="11958827"/>
                </a:lnTo>
                <a:lnTo>
                  <a:pt x="2" y="11958827"/>
                </a:lnTo>
                <a:lnTo>
                  <a:pt x="2" y="233172"/>
                </a:lnTo>
                <a:lnTo>
                  <a:pt x="1" y="233172"/>
                </a:lnTo>
                <a:lnTo>
                  <a:pt x="1" y="0"/>
                </a:lnTo>
                <a:lnTo>
                  <a:pt x="2" y="0"/>
                </a:lnTo>
                <a:lnTo>
                  <a:pt x="233174" y="0"/>
                </a:lnTo>
                <a:lnTo>
                  <a:pt x="6624830" y="0"/>
                </a:lnTo>
                <a:lnTo>
                  <a:pt x="6858002" y="0"/>
                </a:lnTo>
                <a:lnTo>
                  <a:pt x="6858003" y="0"/>
                </a:lnTo>
                <a:lnTo>
                  <a:pt x="6858003" y="233172"/>
                </a:lnTo>
                <a:lnTo>
                  <a:pt x="6858002" y="233172"/>
                </a:lnTo>
                <a:lnTo>
                  <a:pt x="6858002" y="11958827"/>
                </a:lnTo>
                <a:lnTo>
                  <a:pt x="6858002" y="12191999"/>
                </a:lnTo>
                <a:lnTo>
                  <a:pt x="6858002" y="12192000"/>
                </a:lnTo>
                <a:lnTo>
                  <a:pt x="6624830" y="12192000"/>
                </a:lnTo>
                <a:lnTo>
                  <a:pt x="6624830" y="12191999"/>
                </a:lnTo>
                <a:lnTo>
                  <a:pt x="233174" y="12191999"/>
                </a:lnTo>
                <a:lnTo>
                  <a:pt x="233174" y="12192000"/>
                </a:lnTo>
                <a:lnTo>
                  <a:pt x="2" y="12192000"/>
                </a:lnTo>
                <a:lnTo>
                  <a:pt x="2" y="12191999"/>
                </a:lnTo>
                <a:close/>
              </a:path>
            </a:pathLst>
          </a:cu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alpha val="20000"/>
                </a:schemeClr>
              </a:solidFill>
            </a:endParaRPr>
          </a:p>
        </p:txBody>
      </p:sp>
      <p:cxnSp>
        <p:nvCxnSpPr>
          <p:cNvPr id="17" name="Straight Connector 16">
            <a:extLst>
              <a:ext uri="{FF2B5EF4-FFF2-40B4-BE49-F238E27FC236}">
                <a16:creationId xmlns:a16="http://schemas.microsoft.com/office/drawing/2014/main" id="{56185C57-0CFE-3698-7D7A-034CA9A84ACC}"/>
              </a:ext>
            </a:extLst>
          </p:cNvPr>
          <p:cNvCxnSpPr>
            <a:cxnSpLocks/>
          </p:cNvCxnSpPr>
          <p:nvPr userDrawn="1"/>
        </p:nvCxnSpPr>
        <p:spPr>
          <a:xfrm rot="16200000" flipH="1">
            <a:off x="4476023" y="3429000"/>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Title 7">
            <a:extLst>
              <a:ext uri="{FF2B5EF4-FFF2-40B4-BE49-F238E27FC236}">
                <a16:creationId xmlns:a16="http://schemas.microsoft.com/office/drawing/2014/main" id="{61DD36E2-CAE6-8C77-72F4-2AF2403154B2}"/>
              </a:ext>
            </a:extLst>
          </p:cNvPr>
          <p:cNvSpPr>
            <a:spLocks noGrp="1"/>
          </p:cNvSpPr>
          <p:nvPr>
            <p:ph type="title"/>
          </p:nvPr>
        </p:nvSpPr>
        <p:spPr>
          <a:xfrm>
            <a:off x="609601" y="2199132"/>
            <a:ext cx="3664938" cy="2459736"/>
          </a:xfrm>
        </p:spPr>
        <p:txBody>
          <a:bodyPr anchor="ctr"/>
          <a:lstStyle/>
          <a:p>
            <a:r>
              <a:rPr lang="en-US"/>
              <a:t>Click to edit Master title style</a:t>
            </a:r>
          </a:p>
        </p:txBody>
      </p:sp>
      <p:sp>
        <p:nvSpPr>
          <p:cNvPr id="36" name="Content Placeholder 7">
            <a:extLst>
              <a:ext uri="{FF2B5EF4-FFF2-40B4-BE49-F238E27FC236}">
                <a16:creationId xmlns:a16="http://schemas.microsoft.com/office/drawing/2014/main" id="{0FCDC937-73DD-F5B2-569F-F51B88EDE4C0}"/>
              </a:ext>
            </a:extLst>
          </p:cNvPr>
          <p:cNvSpPr>
            <a:spLocks noGrp="1"/>
          </p:cNvSpPr>
          <p:nvPr>
            <p:ph sz="quarter" idx="14"/>
          </p:nvPr>
        </p:nvSpPr>
        <p:spPr>
          <a:xfrm>
            <a:off x="5181600" y="2199132"/>
            <a:ext cx="4325112" cy="2459736"/>
          </a:xfrm>
        </p:spPr>
        <p:txBody>
          <a:bodyPr anchor="ctr" anchorCtr="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053646"/>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053646"/>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053646"/>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909976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A3441A-751A-4C14-8F12-1737265EAF68}"/>
              </a:ext>
            </a:extLst>
          </p:cNvPr>
          <p:cNvCxnSpPr>
            <a:cxnSpLocks/>
          </p:cNvCxnSpPr>
          <p:nvPr userDrawn="1"/>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8B35408D-7D8B-356F-9E0A-2AB7AEB2FD1D}"/>
              </a:ext>
            </a:extLst>
          </p:cNvPr>
          <p:cNvSpPr>
            <a:spLocks noGrp="1"/>
          </p:cNvSpPr>
          <p:nvPr>
            <p:ph type="title"/>
          </p:nvPr>
        </p:nvSpPr>
        <p:spPr>
          <a:xfrm>
            <a:off x="612647" y="1698393"/>
            <a:ext cx="3677228" cy="3461213"/>
          </a:xfrm>
          <a:prstGeom prst="rect">
            <a:avLst/>
          </a:prstGeom>
        </p:spPr>
        <p:txBody>
          <a:bodyPr anchor="ctr">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4648" y="1698394"/>
            <a:ext cx="4956175" cy="3461212"/>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9701324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ECD19FB2-3AAB-4D03-B13A-2960828C78E3}" type="datetimeFigureOut">
              <a:rPr lang="en-US" dirty="0"/>
              <a:t>8/27/2026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pPr/>
              <a:t>‹#›</a:t>
            </a:fld>
            <a:endParaRPr lang="en-US" dirty="0"/>
          </a:p>
        </p:txBody>
      </p:sp>
    </p:spTree>
    <p:extLst>
      <p:ext uri="{BB962C8B-B14F-4D97-AF65-F5344CB8AC3E}">
        <p14:creationId xmlns:p14="http://schemas.microsoft.com/office/powerpoint/2010/main" val="62269911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916976-5D93-46E4-A98A-FAD63E4D0EA8}" type="datetimeFigureOut">
              <a:rPr lang="en-US" dirty="0"/>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20459385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F39F4F5-F4D2-4D2A-AB60-88D37ADCB869}" type="datetimeFigureOut">
              <a:rPr lang="en-US" dirty="0"/>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24486343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23BC6CE-6D1E-47E5-8859-F31AC5380EB2}" type="datetimeFigureOut">
              <a:rPr lang="en-US" dirty="0"/>
              <a:t>8/27/2026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53005048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1B4E7C4-4DA4-404D-9965-B13F2DD7D8BF}" type="datetimeFigureOut">
              <a:rPr lang="en-US" dirty="0"/>
              <a:t>8/27/2026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15303900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6FB7AA-4A53-424F-AD41-70827B6504BA}" type="datetimeFigureOut">
              <a:rPr lang="en-US" dirty="0"/>
              <a:t>8/27/2026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2028093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884882-FB12-4BC8-9960-9AD8104D7FAE}" type="datetimeFigureOut">
              <a:rPr lang="en-US" dirty="0"/>
              <a:t>8/27/2026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03224583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7D1BD23-6E54-4D9D-AD88-A2813C73CC25}" type="datetimeFigureOut">
              <a:rPr lang="en-US" dirty="0"/>
              <a:t>8/27/2026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89011879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71A834-4F3C-4AF9-9C74-05EC35A0F292}" type="datetimeFigureOut">
              <a:rPr lang="en-US" dirty="0"/>
              <a:t>8/27/2026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72584861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B80C674-7DFC-42FE-B9CD-82963CDB1557}" type="datetimeFigureOut">
              <a:rPr lang="en-US" dirty="0"/>
              <a:t>8/27/2026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61803007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076456F-F47D-4F25-8053-2A695DA0CA7D}" type="datetimeFigureOut">
              <a:rPr lang="en-US" dirty="0"/>
              <a:t>8/27/2026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94462348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6C7379-69CC-4837-9905-BEBA22830C8A}" type="datetimeFigureOut">
              <a:rPr lang="en-US" dirty="0"/>
              <a:t>8/27/2026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0177826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EB8B7E-8AEE-4F10-BFEE-C999AD004D36}" type="datetimeFigureOut">
              <a:rPr lang="en-US" dirty="0"/>
              <a:t>8/27/2026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68633611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668F3F9-58BC-440B-B37B-805B9055EF92}" type="datetimeFigureOut">
              <a:rPr lang="en-US" dirty="0"/>
              <a:t>8/27/2026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95554627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D5A53AF-48EA-489D-8260-9DCAB666386A}" type="datetimeFigureOut">
              <a:rPr lang="en-US" dirty="0"/>
              <a:t>8/27/2026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28240155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ED02AE-B9A4-47BD-AF8E-97E16144138B}" type="datetimeFigureOut">
              <a:rPr lang="en-US" dirty="0"/>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65119289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0FD78B-DB02-4362-BCDC-98A55456977C}" type="datetimeFigureOut">
              <a:rPr lang="en-US" dirty="0"/>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7201958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C1182-77A3-268C-42EA-5815421AA992}"/>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BC8F0EBE-68DE-746F-2237-1C76B05301B6}"/>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6E68617B-FB64-B5F2-430E-29E8FCF0DBDE}"/>
              </a:ext>
            </a:extLst>
          </p:cNvPr>
          <p:cNvSpPr>
            <a:spLocks noGrp="1"/>
          </p:cNvSpPr>
          <p:nvPr>
            <p:ph type="dt" sz="half" idx="10"/>
          </p:nvPr>
        </p:nvSpPr>
        <p:spPr/>
        <p:txBody>
          <a:bodyPr/>
          <a:lstStyle/>
          <a:p>
            <a:fld id="{BCD60B40-9DA5-46DF-83C8-816115071631}" type="datetimeFigureOut">
              <a:rPr lang="en-US" smtClean="0"/>
              <a:pPr/>
              <a:t>8/27/2026</a:t>
            </a:fld>
            <a:endParaRPr lang="en-US"/>
          </a:p>
        </p:txBody>
      </p:sp>
      <p:sp>
        <p:nvSpPr>
          <p:cNvPr id="5" name="Footer Placeholder 4">
            <a:extLst>
              <a:ext uri="{FF2B5EF4-FFF2-40B4-BE49-F238E27FC236}">
                <a16:creationId xmlns:a16="http://schemas.microsoft.com/office/drawing/2014/main" id="{FD14AE3E-CE37-C27F-87BD-7F90E36DFE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4FD360-68D8-EC68-0D7F-49F6378ABE48}"/>
              </a:ext>
            </a:extLst>
          </p:cNvPr>
          <p:cNvSpPr>
            <a:spLocks noGrp="1"/>
          </p:cNvSpPr>
          <p:nvPr>
            <p:ph type="sldNum" sz="quarter" idx="12"/>
          </p:nvPr>
        </p:nvSpPr>
        <p:spPr/>
        <p:txBody>
          <a:bodyPr/>
          <a:lstStyle/>
          <a:p>
            <a:fld id="{4038051C-9957-4DAB-B5E7-E9CEFA41961B}" type="slidenum">
              <a:rPr lang="en-US" smtClean="0"/>
              <a:pPr/>
              <a:t>‹#›</a:t>
            </a:fld>
            <a:endParaRPr lang="en-US"/>
          </a:p>
        </p:txBody>
      </p:sp>
    </p:spTree>
    <p:extLst>
      <p:ext uri="{BB962C8B-B14F-4D97-AF65-F5344CB8AC3E}">
        <p14:creationId xmlns:p14="http://schemas.microsoft.com/office/powerpoint/2010/main" val="1544390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91E22-973C-D607-BD26-5418702C9C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6D91A9-D7B6-D088-1C5E-FC5D9612F9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10D66D-0E64-F54F-ED7D-67C0706A0FF3}"/>
              </a:ext>
            </a:extLst>
          </p:cNvPr>
          <p:cNvSpPr>
            <a:spLocks noGrp="1"/>
          </p:cNvSpPr>
          <p:nvPr>
            <p:ph type="dt" sz="half" idx="10"/>
          </p:nvPr>
        </p:nvSpPr>
        <p:spPr/>
        <p:txBody>
          <a:bodyPr/>
          <a:lstStyle/>
          <a:p>
            <a:fld id="{BCD60B40-9DA5-46DF-83C8-816115071631}" type="datetimeFigureOut">
              <a:rPr lang="en-US" smtClean="0"/>
              <a:pPr/>
              <a:t>8/27/2026</a:t>
            </a:fld>
            <a:endParaRPr lang="en-US"/>
          </a:p>
        </p:txBody>
      </p:sp>
      <p:sp>
        <p:nvSpPr>
          <p:cNvPr id="5" name="Footer Placeholder 4">
            <a:extLst>
              <a:ext uri="{FF2B5EF4-FFF2-40B4-BE49-F238E27FC236}">
                <a16:creationId xmlns:a16="http://schemas.microsoft.com/office/drawing/2014/main" id="{7B9737AB-A046-863F-9C5E-6EA6BB5E60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007400-CAB6-8EC1-BDAA-B11287F759E1}"/>
              </a:ext>
            </a:extLst>
          </p:cNvPr>
          <p:cNvSpPr>
            <a:spLocks noGrp="1"/>
          </p:cNvSpPr>
          <p:nvPr>
            <p:ph type="sldNum" sz="quarter" idx="12"/>
          </p:nvPr>
        </p:nvSpPr>
        <p:spPr/>
        <p:txBody>
          <a:bodyPr/>
          <a:lstStyle/>
          <a:p>
            <a:fld id="{4038051C-9957-4DAB-B5E7-E9CEFA41961B}" type="slidenum">
              <a:rPr lang="en-US" smtClean="0"/>
              <a:pPr/>
              <a:t>‹#›</a:t>
            </a:fld>
            <a:endParaRPr lang="en-US"/>
          </a:p>
        </p:txBody>
      </p:sp>
    </p:spTree>
    <p:extLst>
      <p:ext uri="{BB962C8B-B14F-4D97-AF65-F5344CB8AC3E}">
        <p14:creationId xmlns:p14="http://schemas.microsoft.com/office/powerpoint/2010/main" val="241453668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CF844-A49E-67BD-E96A-8F69EE83F908}"/>
              </a:ext>
            </a:extLst>
          </p:cNvPr>
          <p:cNvSpPr>
            <a:spLocks noGrp="1"/>
          </p:cNvSpPr>
          <p:nvPr>
            <p:ph type="title"/>
          </p:nvPr>
        </p:nvSpPr>
        <p:spPr>
          <a:xfrm>
            <a:off x="831851" y="1709740"/>
            <a:ext cx="105156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40EA6D6E-352A-C5A3-03CF-103C303B27E8}"/>
              </a:ext>
            </a:extLst>
          </p:cNvPr>
          <p:cNvSpPr>
            <a:spLocks noGrp="1"/>
          </p:cNvSpPr>
          <p:nvPr>
            <p:ph type="body" idx="1"/>
          </p:nvPr>
        </p:nvSpPr>
        <p:spPr>
          <a:xfrm>
            <a:off x="831851" y="4589465"/>
            <a:ext cx="105156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90184C-A932-31D1-3B01-10D463019A68}"/>
              </a:ext>
            </a:extLst>
          </p:cNvPr>
          <p:cNvSpPr>
            <a:spLocks noGrp="1"/>
          </p:cNvSpPr>
          <p:nvPr>
            <p:ph type="dt" sz="half" idx="10"/>
          </p:nvPr>
        </p:nvSpPr>
        <p:spPr/>
        <p:txBody>
          <a:bodyPr/>
          <a:lstStyle/>
          <a:p>
            <a:fld id="{BCD60B40-9DA5-46DF-83C8-816115071631}" type="datetimeFigureOut">
              <a:rPr lang="en-US" smtClean="0"/>
              <a:pPr/>
              <a:t>8/27/2026</a:t>
            </a:fld>
            <a:endParaRPr lang="en-US"/>
          </a:p>
        </p:txBody>
      </p:sp>
      <p:sp>
        <p:nvSpPr>
          <p:cNvPr id="5" name="Footer Placeholder 4">
            <a:extLst>
              <a:ext uri="{FF2B5EF4-FFF2-40B4-BE49-F238E27FC236}">
                <a16:creationId xmlns:a16="http://schemas.microsoft.com/office/drawing/2014/main" id="{D31A4E22-B53F-B837-2D3F-66EC5D2011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89C4FF-51EE-4EA2-641A-B22162B127EE}"/>
              </a:ext>
            </a:extLst>
          </p:cNvPr>
          <p:cNvSpPr>
            <a:spLocks noGrp="1"/>
          </p:cNvSpPr>
          <p:nvPr>
            <p:ph type="sldNum" sz="quarter" idx="12"/>
          </p:nvPr>
        </p:nvSpPr>
        <p:spPr/>
        <p:txBody>
          <a:bodyPr/>
          <a:lstStyle/>
          <a:p>
            <a:fld id="{4038051C-9957-4DAB-B5E7-E9CEFA41961B}" type="slidenum">
              <a:rPr lang="en-US" smtClean="0"/>
              <a:pPr/>
              <a:t>‹#›</a:t>
            </a:fld>
            <a:endParaRPr lang="en-US"/>
          </a:p>
        </p:txBody>
      </p:sp>
    </p:spTree>
    <p:extLst>
      <p:ext uri="{BB962C8B-B14F-4D97-AF65-F5344CB8AC3E}">
        <p14:creationId xmlns:p14="http://schemas.microsoft.com/office/powerpoint/2010/main" val="367676357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4FC51-45DB-CC87-6BA9-7B86AC6A33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7A73F2-813A-2078-3F67-84EB5EE55DD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B3019B9-25DF-E302-F19B-B2AB0F11D59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FE7FB4C-CEBB-3FAB-3942-2972E2178C01}"/>
              </a:ext>
            </a:extLst>
          </p:cNvPr>
          <p:cNvSpPr>
            <a:spLocks noGrp="1"/>
          </p:cNvSpPr>
          <p:nvPr>
            <p:ph type="dt" sz="half" idx="10"/>
          </p:nvPr>
        </p:nvSpPr>
        <p:spPr/>
        <p:txBody>
          <a:bodyPr/>
          <a:lstStyle/>
          <a:p>
            <a:fld id="{BCD60B40-9DA5-46DF-83C8-816115071631}" type="datetimeFigureOut">
              <a:rPr lang="en-US" smtClean="0"/>
              <a:pPr/>
              <a:t>8/27/2026</a:t>
            </a:fld>
            <a:endParaRPr lang="en-US"/>
          </a:p>
        </p:txBody>
      </p:sp>
      <p:sp>
        <p:nvSpPr>
          <p:cNvPr id="6" name="Footer Placeholder 5">
            <a:extLst>
              <a:ext uri="{FF2B5EF4-FFF2-40B4-BE49-F238E27FC236}">
                <a16:creationId xmlns:a16="http://schemas.microsoft.com/office/drawing/2014/main" id="{704F83C9-E2F2-4C48-FD96-8D27FC905F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EC6352-BD8B-F219-ABCB-E966A5A8C7F0}"/>
              </a:ext>
            </a:extLst>
          </p:cNvPr>
          <p:cNvSpPr>
            <a:spLocks noGrp="1"/>
          </p:cNvSpPr>
          <p:nvPr>
            <p:ph type="sldNum" sz="quarter" idx="12"/>
          </p:nvPr>
        </p:nvSpPr>
        <p:spPr/>
        <p:txBody>
          <a:bodyPr/>
          <a:lstStyle/>
          <a:p>
            <a:fld id="{4038051C-9957-4DAB-B5E7-E9CEFA41961B}" type="slidenum">
              <a:rPr lang="en-US" smtClean="0"/>
              <a:pPr/>
              <a:t>‹#›</a:t>
            </a:fld>
            <a:endParaRPr lang="en-US"/>
          </a:p>
        </p:txBody>
      </p:sp>
    </p:spTree>
    <p:extLst>
      <p:ext uri="{BB962C8B-B14F-4D97-AF65-F5344CB8AC3E}">
        <p14:creationId xmlns:p14="http://schemas.microsoft.com/office/powerpoint/2010/main" val="73021774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103-81E5-D747-20C1-C4D80DD1A518}"/>
              </a:ext>
            </a:extLst>
          </p:cNvPr>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C380446-E030-035B-5810-8368E5B9BD3C}"/>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8E4429F2-0FE2-DFF0-6BDD-21ECD974C15C}"/>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637F83-326C-746C-F7C5-D276126FC92F}"/>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EB14C460-9262-5D30-C14B-61236FB4942F}"/>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CF6F178-E1D2-7364-F956-D205FA4471B6}"/>
              </a:ext>
            </a:extLst>
          </p:cNvPr>
          <p:cNvSpPr>
            <a:spLocks noGrp="1"/>
          </p:cNvSpPr>
          <p:nvPr>
            <p:ph type="dt" sz="half" idx="10"/>
          </p:nvPr>
        </p:nvSpPr>
        <p:spPr/>
        <p:txBody>
          <a:bodyPr/>
          <a:lstStyle/>
          <a:p>
            <a:fld id="{BCD60B40-9DA5-46DF-83C8-816115071631}" type="datetimeFigureOut">
              <a:rPr lang="en-US" smtClean="0"/>
              <a:pPr/>
              <a:t>8/27/2026</a:t>
            </a:fld>
            <a:endParaRPr lang="en-US"/>
          </a:p>
        </p:txBody>
      </p:sp>
      <p:sp>
        <p:nvSpPr>
          <p:cNvPr id="8" name="Footer Placeholder 7">
            <a:extLst>
              <a:ext uri="{FF2B5EF4-FFF2-40B4-BE49-F238E27FC236}">
                <a16:creationId xmlns:a16="http://schemas.microsoft.com/office/drawing/2014/main" id="{F3F0509D-99C4-43AD-C33A-B6C06731E62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B44894B-FE0D-4DEE-8720-DA93507E439D}"/>
              </a:ext>
            </a:extLst>
          </p:cNvPr>
          <p:cNvSpPr>
            <a:spLocks noGrp="1"/>
          </p:cNvSpPr>
          <p:nvPr>
            <p:ph type="sldNum" sz="quarter" idx="12"/>
          </p:nvPr>
        </p:nvSpPr>
        <p:spPr/>
        <p:txBody>
          <a:bodyPr/>
          <a:lstStyle/>
          <a:p>
            <a:fld id="{4038051C-9957-4DAB-B5E7-E9CEFA41961B}" type="slidenum">
              <a:rPr lang="en-US" smtClean="0"/>
              <a:pPr/>
              <a:t>‹#›</a:t>
            </a:fld>
            <a:endParaRPr lang="en-US"/>
          </a:p>
        </p:txBody>
      </p:sp>
    </p:spTree>
    <p:extLst>
      <p:ext uri="{BB962C8B-B14F-4D97-AF65-F5344CB8AC3E}">
        <p14:creationId xmlns:p14="http://schemas.microsoft.com/office/powerpoint/2010/main" val="171707879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C3D88-3A7C-2575-4387-4E251068D07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20FAF2F-25D8-8BF5-EDFD-8947397C90A5}"/>
              </a:ext>
            </a:extLst>
          </p:cNvPr>
          <p:cNvSpPr>
            <a:spLocks noGrp="1"/>
          </p:cNvSpPr>
          <p:nvPr>
            <p:ph type="dt" sz="half" idx="10"/>
          </p:nvPr>
        </p:nvSpPr>
        <p:spPr/>
        <p:txBody>
          <a:bodyPr/>
          <a:lstStyle/>
          <a:p>
            <a:fld id="{BCD60B40-9DA5-46DF-83C8-816115071631}" type="datetimeFigureOut">
              <a:rPr lang="en-US" smtClean="0"/>
              <a:pPr/>
              <a:t>8/27/2026</a:t>
            </a:fld>
            <a:endParaRPr lang="en-US"/>
          </a:p>
        </p:txBody>
      </p:sp>
      <p:sp>
        <p:nvSpPr>
          <p:cNvPr id="4" name="Footer Placeholder 3">
            <a:extLst>
              <a:ext uri="{FF2B5EF4-FFF2-40B4-BE49-F238E27FC236}">
                <a16:creationId xmlns:a16="http://schemas.microsoft.com/office/drawing/2014/main" id="{527DEBCF-05D0-75B8-29A2-73AAF022C6E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C507E5F-64E4-3386-BF55-668991BADE8D}"/>
              </a:ext>
            </a:extLst>
          </p:cNvPr>
          <p:cNvSpPr>
            <a:spLocks noGrp="1"/>
          </p:cNvSpPr>
          <p:nvPr>
            <p:ph type="sldNum" sz="quarter" idx="12"/>
          </p:nvPr>
        </p:nvSpPr>
        <p:spPr/>
        <p:txBody>
          <a:bodyPr/>
          <a:lstStyle/>
          <a:p>
            <a:fld id="{4038051C-9957-4DAB-B5E7-E9CEFA41961B}" type="slidenum">
              <a:rPr lang="en-US" smtClean="0"/>
              <a:pPr/>
              <a:t>‹#›</a:t>
            </a:fld>
            <a:endParaRPr lang="en-US"/>
          </a:p>
        </p:txBody>
      </p:sp>
    </p:spTree>
    <p:extLst>
      <p:ext uri="{BB962C8B-B14F-4D97-AF65-F5344CB8AC3E}">
        <p14:creationId xmlns:p14="http://schemas.microsoft.com/office/powerpoint/2010/main" val="360270982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C84EDE-3E0D-3051-40CE-80DD753083C2}"/>
              </a:ext>
            </a:extLst>
          </p:cNvPr>
          <p:cNvSpPr>
            <a:spLocks noGrp="1"/>
          </p:cNvSpPr>
          <p:nvPr>
            <p:ph type="dt" sz="half" idx="10"/>
          </p:nvPr>
        </p:nvSpPr>
        <p:spPr/>
        <p:txBody>
          <a:bodyPr/>
          <a:lstStyle/>
          <a:p>
            <a:fld id="{BCD60B40-9DA5-46DF-83C8-816115071631}" type="datetimeFigureOut">
              <a:rPr lang="en-US" smtClean="0"/>
              <a:pPr/>
              <a:t>8/27/2026</a:t>
            </a:fld>
            <a:endParaRPr lang="en-US"/>
          </a:p>
        </p:txBody>
      </p:sp>
      <p:sp>
        <p:nvSpPr>
          <p:cNvPr id="3" name="Footer Placeholder 2">
            <a:extLst>
              <a:ext uri="{FF2B5EF4-FFF2-40B4-BE49-F238E27FC236}">
                <a16:creationId xmlns:a16="http://schemas.microsoft.com/office/drawing/2014/main" id="{64D00D91-C51E-163B-EAEA-3DF5500CBF1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AB25458-28F1-7E8E-CB12-47D6235051FA}"/>
              </a:ext>
            </a:extLst>
          </p:cNvPr>
          <p:cNvSpPr>
            <a:spLocks noGrp="1"/>
          </p:cNvSpPr>
          <p:nvPr>
            <p:ph type="sldNum" sz="quarter" idx="12"/>
          </p:nvPr>
        </p:nvSpPr>
        <p:spPr/>
        <p:txBody>
          <a:bodyPr/>
          <a:lstStyle/>
          <a:p>
            <a:fld id="{4038051C-9957-4DAB-B5E7-E9CEFA41961B}" type="slidenum">
              <a:rPr lang="en-US" smtClean="0"/>
              <a:pPr/>
              <a:t>‹#›</a:t>
            </a:fld>
            <a:endParaRPr lang="en-US"/>
          </a:p>
        </p:txBody>
      </p:sp>
    </p:spTree>
    <p:extLst>
      <p:ext uri="{BB962C8B-B14F-4D97-AF65-F5344CB8AC3E}">
        <p14:creationId xmlns:p14="http://schemas.microsoft.com/office/powerpoint/2010/main" val="123629857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5628B-9930-561A-F409-5E8A7FD240E4}"/>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3D319842-161C-614C-7027-3B7606B2DAE6}"/>
              </a:ext>
            </a:extLst>
          </p:cNvPr>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1A718FF-E65C-3F25-1AC4-660B0752E9F8}"/>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D218C0A1-B371-0AD2-0D8A-517883C750AD}"/>
              </a:ext>
            </a:extLst>
          </p:cNvPr>
          <p:cNvSpPr>
            <a:spLocks noGrp="1"/>
          </p:cNvSpPr>
          <p:nvPr>
            <p:ph type="dt" sz="half" idx="10"/>
          </p:nvPr>
        </p:nvSpPr>
        <p:spPr/>
        <p:txBody>
          <a:bodyPr/>
          <a:lstStyle/>
          <a:p>
            <a:fld id="{BCD60B40-9DA5-46DF-83C8-816115071631}" type="datetimeFigureOut">
              <a:rPr lang="en-US" smtClean="0"/>
              <a:pPr/>
              <a:t>8/27/2026</a:t>
            </a:fld>
            <a:endParaRPr lang="en-US"/>
          </a:p>
        </p:txBody>
      </p:sp>
      <p:sp>
        <p:nvSpPr>
          <p:cNvPr id="6" name="Footer Placeholder 5">
            <a:extLst>
              <a:ext uri="{FF2B5EF4-FFF2-40B4-BE49-F238E27FC236}">
                <a16:creationId xmlns:a16="http://schemas.microsoft.com/office/drawing/2014/main" id="{C0D82FB7-7304-A219-87CD-4CD6B4E25F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3F7068-AC25-037A-124E-C015A4B28EE3}"/>
              </a:ext>
            </a:extLst>
          </p:cNvPr>
          <p:cNvSpPr>
            <a:spLocks noGrp="1"/>
          </p:cNvSpPr>
          <p:nvPr>
            <p:ph type="sldNum" sz="quarter" idx="12"/>
          </p:nvPr>
        </p:nvSpPr>
        <p:spPr/>
        <p:txBody>
          <a:bodyPr/>
          <a:lstStyle/>
          <a:p>
            <a:fld id="{4038051C-9957-4DAB-B5E7-E9CEFA41961B}" type="slidenum">
              <a:rPr lang="en-US" smtClean="0"/>
              <a:pPr/>
              <a:t>‹#›</a:t>
            </a:fld>
            <a:endParaRPr lang="en-US"/>
          </a:p>
        </p:txBody>
      </p:sp>
    </p:spTree>
    <p:extLst>
      <p:ext uri="{BB962C8B-B14F-4D97-AF65-F5344CB8AC3E}">
        <p14:creationId xmlns:p14="http://schemas.microsoft.com/office/powerpoint/2010/main" val="220672056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3206B-BCE6-CEF9-9058-DEBAE2FFC27B}"/>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142A602C-231F-4C64-90AB-6643E96A13DA}"/>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AA36EC96-0CE9-9E30-72D5-494525227F3F}"/>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1E743C0-A858-2501-65E0-7173F970DA1C}"/>
              </a:ext>
            </a:extLst>
          </p:cNvPr>
          <p:cNvSpPr>
            <a:spLocks noGrp="1"/>
          </p:cNvSpPr>
          <p:nvPr>
            <p:ph type="dt" sz="half" idx="10"/>
          </p:nvPr>
        </p:nvSpPr>
        <p:spPr/>
        <p:txBody>
          <a:bodyPr/>
          <a:lstStyle/>
          <a:p>
            <a:fld id="{BCD60B40-9DA5-46DF-83C8-816115071631}" type="datetimeFigureOut">
              <a:rPr lang="en-US" smtClean="0"/>
              <a:pPr/>
              <a:t>8/27/2026</a:t>
            </a:fld>
            <a:endParaRPr lang="en-US"/>
          </a:p>
        </p:txBody>
      </p:sp>
      <p:sp>
        <p:nvSpPr>
          <p:cNvPr id="6" name="Footer Placeholder 5">
            <a:extLst>
              <a:ext uri="{FF2B5EF4-FFF2-40B4-BE49-F238E27FC236}">
                <a16:creationId xmlns:a16="http://schemas.microsoft.com/office/drawing/2014/main" id="{94EDB91C-F9A4-9FBA-B7B4-0EA3CB4D5F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6C84FB-8565-BF05-BE81-34BD783CC378}"/>
              </a:ext>
            </a:extLst>
          </p:cNvPr>
          <p:cNvSpPr>
            <a:spLocks noGrp="1"/>
          </p:cNvSpPr>
          <p:nvPr>
            <p:ph type="sldNum" sz="quarter" idx="12"/>
          </p:nvPr>
        </p:nvSpPr>
        <p:spPr/>
        <p:txBody>
          <a:bodyPr/>
          <a:lstStyle/>
          <a:p>
            <a:fld id="{4038051C-9957-4DAB-B5E7-E9CEFA41961B}" type="slidenum">
              <a:rPr lang="en-US" smtClean="0"/>
              <a:pPr/>
              <a:t>‹#›</a:t>
            </a:fld>
            <a:endParaRPr lang="en-US"/>
          </a:p>
        </p:txBody>
      </p:sp>
    </p:spTree>
    <p:extLst>
      <p:ext uri="{BB962C8B-B14F-4D97-AF65-F5344CB8AC3E}">
        <p14:creationId xmlns:p14="http://schemas.microsoft.com/office/powerpoint/2010/main" val="99623524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61E71-8A4E-06A2-D12B-4E9B67EE717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AF6F12-0192-4219-67FB-1C9EC6AC43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757C71-043E-1EF9-445A-CE742DBECF23}"/>
              </a:ext>
            </a:extLst>
          </p:cNvPr>
          <p:cNvSpPr>
            <a:spLocks noGrp="1"/>
          </p:cNvSpPr>
          <p:nvPr>
            <p:ph type="dt" sz="half" idx="10"/>
          </p:nvPr>
        </p:nvSpPr>
        <p:spPr/>
        <p:txBody>
          <a:bodyPr/>
          <a:lstStyle/>
          <a:p>
            <a:fld id="{BCD60B40-9DA5-46DF-83C8-816115071631}" type="datetimeFigureOut">
              <a:rPr lang="en-US" smtClean="0"/>
              <a:pPr/>
              <a:t>8/27/2026</a:t>
            </a:fld>
            <a:endParaRPr lang="en-US"/>
          </a:p>
        </p:txBody>
      </p:sp>
      <p:sp>
        <p:nvSpPr>
          <p:cNvPr id="5" name="Footer Placeholder 4">
            <a:extLst>
              <a:ext uri="{FF2B5EF4-FFF2-40B4-BE49-F238E27FC236}">
                <a16:creationId xmlns:a16="http://schemas.microsoft.com/office/drawing/2014/main" id="{32C5A13B-8499-0266-0293-821B4ACCD4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55F7CE-657A-6373-93CC-A05B65C600E0}"/>
              </a:ext>
            </a:extLst>
          </p:cNvPr>
          <p:cNvSpPr>
            <a:spLocks noGrp="1"/>
          </p:cNvSpPr>
          <p:nvPr>
            <p:ph type="sldNum" sz="quarter" idx="12"/>
          </p:nvPr>
        </p:nvSpPr>
        <p:spPr/>
        <p:txBody>
          <a:bodyPr/>
          <a:lstStyle/>
          <a:p>
            <a:fld id="{4038051C-9957-4DAB-B5E7-E9CEFA41961B}" type="slidenum">
              <a:rPr lang="en-US" smtClean="0"/>
              <a:pPr/>
              <a:t>‹#›</a:t>
            </a:fld>
            <a:endParaRPr lang="en-US"/>
          </a:p>
        </p:txBody>
      </p:sp>
    </p:spTree>
    <p:extLst>
      <p:ext uri="{BB962C8B-B14F-4D97-AF65-F5344CB8AC3E}">
        <p14:creationId xmlns:p14="http://schemas.microsoft.com/office/powerpoint/2010/main" val="358953047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3E3FE1-AA9A-14D7-46B2-7F7CC882D93C}"/>
              </a:ext>
            </a:extLst>
          </p:cNvPr>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53C8B0-10B6-F742-558E-22FD6F13057D}"/>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ED5EFA-9731-5D3A-1F50-955CE02725F6}"/>
              </a:ext>
            </a:extLst>
          </p:cNvPr>
          <p:cNvSpPr>
            <a:spLocks noGrp="1"/>
          </p:cNvSpPr>
          <p:nvPr>
            <p:ph type="dt" sz="half" idx="10"/>
          </p:nvPr>
        </p:nvSpPr>
        <p:spPr/>
        <p:txBody>
          <a:bodyPr/>
          <a:lstStyle/>
          <a:p>
            <a:fld id="{BCD60B40-9DA5-46DF-83C8-816115071631}" type="datetimeFigureOut">
              <a:rPr lang="en-US" smtClean="0"/>
              <a:pPr/>
              <a:t>8/27/2026</a:t>
            </a:fld>
            <a:endParaRPr lang="en-US"/>
          </a:p>
        </p:txBody>
      </p:sp>
      <p:sp>
        <p:nvSpPr>
          <p:cNvPr id="5" name="Footer Placeholder 4">
            <a:extLst>
              <a:ext uri="{FF2B5EF4-FFF2-40B4-BE49-F238E27FC236}">
                <a16:creationId xmlns:a16="http://schemas.microsoft.com/office/drawing/2014/main" id="{C6AEBADC-6E34-1032-F62D-87ADD25969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6AFE74-7181-EECE-8BAD-45E0C4EB9EB4}"/>
              </a:ext>
            </a:extLst>
          </p:cNvPr>
          <p:cNvSpPr>
            <a:spLocks noGrp="1"/>
          </p:cNvSpPr>
          <p:nvPr>
            <p:ph type="sldNum" sz="quarter" idx="12"/>
          </p:nvPr>
        </p:nvSpPr>
        <p:spPr/>
        <p:txBody>
          <a:bodyPr/>
          <a:lstStyle/>
          <a:p>
            <a:fld id="{4038051C-9957-4DAB-B5E7-E9CEFA41961B}" type="slidenum">
              <a:rPr lang="en-US" smtClean="0"/>
              <a:pPr/>
              <a:t>‹#›</a:t>
            </a:fld>
            <a:endParaRPr lang="en-US"/>
          </a:p>
        </p:txBody>
      </p:sp>
    </p:spTree>
    <p:extLst>
      <p:ext uri="{BB962C8B-B14F-4D97-AF65-F5344CB8AC3E}">
        <p14:creationId xmlns:p14="http://schemas.microsoft.com/office/powerpoint/2010/main" val="106061475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88" name="Shape 88"/>
          <p:cNvSpPr>
            <a:spLocks noGrp="1"/>
          </p:cNvSpPr>
          <p:nvPr>
            <p:ph type="title"/>
          </p:nvPr>
        </p:nvSpPr>
        <p:spPr>
          <a:xfrm>
            <a:off x="976314" y="187523"/>
            <a:ext cx="10239375" cy="1714500"/>
          </a:xfrm>
          <a:prstGeom prst="rect">
            <a:avLst/>
          </a:prstGeom>
        </p:spPr>
        <p:txBody>
          <a:bodyPr/>
          <a:lstStyle>
            <a:lvl1pPr>
              <a:defRPr>
                <a:solidFill>
                  <a:srgbClr val="558AAB"/>
                </a:solidFill>
              </a:defRPr>
            </a:lvl1pPr>
          </a:lstStyle>
          <a:p>
            <a:r>
              <a:t>Title Text</a:t>
            </a:r>
          </a:p>
        </p:txBody>
      </p:sp>
      <p:sp>
        <p:nvSpPr>
          <p:cNvPr id="89" name="Shape 89"/>
          <p:cNvSpPr>
            <a:spLocks noGrp="1"/>
          </p:cNvSpPr>
          <p:nvPr>
            <p:ph type="body" idx="1"/>
          </p:nvPr>
        </p:nvSpPr>
        <p:spPr>
          <a:xfrm>
            <a:off x="976314" y="1946673"/>
            <a:ext cx="10239375" cy="4018359"/>
          </a:xfrm>
          <a:prstGeom prst="rect">
            <a:avLst/>
          </a:prstGeom>
        </p:spPr>
        <p:txBody>
          <a:bodyPr anchor="t"/>
          <a:lstStyle>
            <a:lvl1pPr marL="312528" indent="-312528">
              <a:buBlip>
                <a:blip r:embed="rId2"/>
              </a:buBlip>
            </a:lvl1pPr>
            <a:lvl2pPr marL="625056" indent="-312528">
              <a:buBlip>
                <a:blip r:embed="rId2"/>
              </a:buBlip>
            </a:lvl2pPr>
            <a:lvl3pPr marL="937584" indent="-312528">
              <a:buBlip>
                <a:blip r:embed="rId2"/>
              </a:buBlip>
            </a:lvl3pPr>
            <a:lvl4pPr marL="1250112" indent="-312528">
              <a:buBlip>
                <a:blip r:embed="rId2"/>
              </a:buBlip>
            </a:lvl4pPr>
            <a:lvl5pPr marL="1562640" indent="-312528">
              <a:buBlip>
                <a:blip r:embed="rId2"/>
              </a:buBlip>
            </a:lvl5pPr>
          </a:lstStyle>
          <a:p>
            <a:r>
              <a:t>Body Level One</a:t>
            </a:r>
          </a:p>
          <a:p>
            <a:pPr lvl="1"/>
            <a:r>
              <a:t>Body Level Two</a:t>
            </a:r>
          </a:p>
          <a:p>
            <a:pPr lvl="2"/>
            <a:r>
              <a:t>Body Level Three</a:t>
            </a:r>
          </a:p>
          <a:p>
            <a:pPr lvl="3"/>
            <a:r>
              <a:t>Body Level Four</a:t>
            </a:r>
          </a:p>
          <a:p>
            <a:pPr lvl="4"/>
            <a:r>
              <a:t>Body Level Five</a:t>
            </a:r>
          </a:p>
        </p:txBody>
      </p:sp>
      <p:sp>
        <p:nvSpPr>
          <p:cNvPr id="90" name="Shape 90"/>
          <p:cNvSpPr>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566511296"/>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image" Target="../media/image1.png"/><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image" Target="../media/image4.jpeg"/><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2" Type="http://schemas.openxmlformats.org/officeDocument/2006/relationships/slideLayout" Target="../slideLayouts/slideLayout45.xml"/><Relationship Id="rId16" Type="http://schemas.openxmlformats.org/officeDocument/2006/relationships/theme" Target="../theme/theme4.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5" Type="http://schemas.openxmlformats.org/officeDocument/2006/relationships/slideLayout" Target="../slideLayouts/slideLayout58.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slideLayout" Target="../slideLayouts/slideLayout71.xml"/><Relationship Id="rId18" Type="http://schemas.openxmlformats.org/officeDocument/2006/relationships/theme" Target="../theme/theme5.xml"/><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slideLayout" Target="../slideLayouts/slideLayout70.xml"/><Relationship Id="rId17" Type="http://schemas.openxmlformats.org/officeDocument/2006/relationships/slideLayout" Target="../slideLayouts/slideLayout75.xml"/><Relationship Id="rId2" Type="http://schemas.openxmlformats.org/officeDocument/2006/relationships/slideLayout" Target="../slideLayouts/slideLayout60.xml"/><Relationship Id="rId16" Type="http://schemas.openxmlformats.org/officeDocument/2006/relationships/slideLayout" Target="../slideLayouts/slideLayout74.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5" Type="http://schemas.openxmlformats.org/officeDocument/2006/relationships/slideLayout" Target="../slideLayouts/slideLayout73.xml"/><Relationship Id="rId10" Type="http://schemas.openxmlformats.org/officeDocument/2006/relationships/slideLayout" Target="../slideLayouts/slideLayout68.xml"/><Relationship Id="rId19" Type="http://schemas.openxmlformats.org/officeDocument/2006/relationships/image" Target="../media/image8.png"/><Relationship Id="rId4" Type="http://schemas.openxmlformats.org/officeDocument/2006/relationships/slideLayout" Target="../slideLayouts/slideLayout62.xml"/><Relationship Id="rId9" Type="http://schemas.openxmlformats.org/officeDocument/2006/relationships/slideLayout" Target="../slideLayouts/slideLayout67.xml"/><Relationship Id="rId14" Type="http://schemas.openxmlformats.org/officeDocument/2006/relationships/slideLayout" Target="../slideLayouts/slideLayout7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theme" Target="../theme/theme6.xml"/><Relationship Id="rId3" Type="http://schemas.openxmlformats.org/officeDocument/2006/relationships/slideLayout" Target="../slideLayouts/slideLayout78.xml"/><Relationship Id="rId7" Type="http://schemas.openxmlformats.org/officeDocument/2006/relationships/slideLayout" Target="../slideLayouts/slideLayout82.xml"/><Relationship Id="rId12" Type="http://schemas.openxmlformats.org/officeDocument/2006/relationships/slideLayout" Target="../slideLayouts/slideLayout87.xml"/><Relationship Id="rId2" Type="http://schemas.openxmlformats.org/officeDocument/2006/relationships/slideLayout" Target="../slideLayouts/slideLayout77.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5" Type="http://schemas.openxmlformats.org/officeDocument/2006/relationships/slideLayout" Target="../slideLayouts/slideLayout80.xml"/><Relationship Id="rId10" Type="http://schemas.openxmlformats.org/officeDocument/2006/relationships/slideLayout" Target="../slideLayouts/slideLayout85.xml"/><Relationship Id="rId4" Type="http://schemas.openxmlformats.org/officeDocument/2006/relationships/slideLayout" Target="../slideLayouts/slideLayout79.xml"/><Relationship Id="rId9" Type="http://schemas.openxmlformats.org/officeDocument/2006/relationships/slideLayout" Target="../slideLayouts/slideLayout8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47053E-A48B-4B6D-874F-B8CACC2566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6834DF-43B0-4AF5-8EDD-456BDBBA87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0C3F4F-1176-488D-ADAC-061F1E89AB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F4CCB4-3717-4618-AFC0-4DE10D81839D}" type="datetimeFigureOut">
              <a:rPr lang="en-US" smtClean="0"/>
              <a:t>8/27/2026</a:t>
            </a:fld>
            <a:endParaRPr lang="en-US"/>
          </a:p>
        </p:txBody>
      </p:sp>
      <p:sp>
        <p:nvSpPr>
          <p:cNvPr id="5" name="Footer Placeholder 4">
            <a:extLst>
              <a:ext uri="{FF2B5EF4-FFF2-40B4-BE49-F238E27FC236}">
                <a16:creationId xmlns:a16="http://schemas.microsoft.com/office/drawing/2014/main" id="{64C8A2D4-AD33-41D0-A549-F6CCCC6CF6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4447582-EC51-41B4-A0B1-DF09056AEA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A1A02C-BE69-426E-A58E-AA43D19FC103}" type="slidenum">
              <a:rPr lang="en-US" smtClean="0"/>
              <a:t>‹#›</a:t>
            </a:fld>
            <a:endParaRPr lang="en-US"/>
          </a:p>
        </p:txBody>
      </p:sp>
    </p:spTree>
    <p:extLst>
      <p:ext uri="{BB962C8B-B14F-4D97-AF65-F5344CB8AC3E}">
        <p14:creationId xmlns:p14="http://schemas.microsoft.com/office/powerpoint/2010/main" val="804332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0" y="0"/>
            <a:ext cx="12192000" cy="1081088"/>
          </a:xfrm>
          <a:prstGeom prst="rect">
            <a:avLst/>
          </a:prstGeom>
        </p:spPr>
      </p:pic>
      <p:sp>
        <p:nvSpPr>
          <p:cNvPr id="2" name="Title Placeholder 1"/>
          <p:cNvSpPr>
            <a:spLocks noGrp="1"/>
          </p:cNvSpPr>
          <p:nvPr>
            <p:ph type="title"/>
          </p:nvPr>
        </p:nvSpPr>
        <p:spPr>
          <a:xfrm>
            <a:off x="2895600" y="764373"/>
            <a:ext cx="8503920" cy="129302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792480" y="2194560"/>
            <a:ext cx="10607040" cy="4069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549640" y="6356353"/>
            <a:ext cx="284988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8/27/2026</a:t>
            </a:fld>
            <a:endParaRPr lang="en-US"/>
          </a:p>
        </p:txBody>
      </p:sp>
      <p:sp>
        <p:nvSpPr>
          <p:cNvPr id="5" name="Footer Placeholder 4"/>
          <p:cNvSpPr>
            <a:spLocks noGrp="1"/>
          </p:cNvSpPr>
          <p:nvPr>
            <p:ph type="ftr" sz="quarter" idx="3"/>
          </p:nvPr>
        </p:nvSpPr>
        <p:spPr>
          <a:xfrm>
            <a:off x="792480" y="6355848"/>
            <a:ext cx="757428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3"/>
            <a:ext cx="263652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6CB4B4D-7CA3-9044-876B-883B54F8677D}" type="slidenum">
              <a:rPr lang="en-US" smtClean="0"/>
              <a:t>‹#›</a:t>
            </a:fld>
            <a:endParaRPr lang="en-US"/>
          </a:p>
        </p:txBody>
      </p:sp>
    </p:spTree>
    <p:extLst>
      <p:ext uri="{BB962C8B-B14F-4D97-AF65-F5344CB8AC3E}">
        <p14:creationId xmlns:p14="http://schemas.microsoft.com/office/powerpoint/2010/main" val="2197797596"/>
      </p:ext>
    </p:extLst>
  </p:cSld>
  <p:clrMap bg1="dk1" tx1="lt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Lst>
  <p:txStyles>
    <p:titleStyle>
      <a:lvl1pPr algn="r" defTabSz="914353"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588" indent="-228588" algn="l" defTabSz="914353"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765" indent="-228588" algn="l" defTabSz="91435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2942" indent="-228588" algn="l" defTabSz="91435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118" indent="-228588" algn="l" defTabSz="914353"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295" indent="-228588" algn="l" defTabSz="914353"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471" indent="-228588" algn="l" defTabSz="914353"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648" indent="-228588" algn="l" defTabSz="914353"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8825" indent="-228588" algn="l" defTabSz="914353"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001" indent="-228588" algn="l" defTabSz="914353"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353" rtl="0" eaLnBrk="1" latinLnBrk="0" hangingPunct="1">
        <a:defRPr sz="1800" kern="1200">
          <a:solidFill>
            <a:schemeClr val="tx1"/>
          </a:solidFill>
          <a:latin typeface="+mn-lt"/>
          <a:ea typeface="+mn-ea"/>
          <a:cs typeface="+mn-cs"/>
        </a:defRPr>
      </a:lvl1pPr>
      <a:lvl2pPr marL="457177" algn="l" defTabSz="914353" rtl="0" eaLnBrk="1" latinLnBrk="0" hangingPunct="1">
        <a:defRPr sz="1800" kern="1200">
          <a:solidFill>
            <a:schemeClr val="tx1"/>
          </a:solidFill>
          <a:latin typeface="+mn-lt"/>
          <a:ea typeface="+mn-ea"/>
          <a:cs typeface="+mn-cs"/>
        </a:defRPr>
      </a:lvl2pPr>
      <a:lvl3pPr marL="914353" algn="l" defTabSz="914353" rtl="0" eaLnBrk="1" latinLnBrk="0" hangingPunct="1">
        <a:defRPr sz="1800" kern="1200">
          <a:solidFill>
            <a:schemeClr val="tx1"/>
          </a:solidFill>
          <a:latin typeface="+mn-lt"/>
          <a:ea typeface="+mn-ea"/>
          <a:cs typeface="+mn-cs"/>
        </a:defRPr>
      </a:lvl3pPr>
      <a:lvl4pPr marL="1371530" algn="l" defTabSz="914353" rtl="0" eaLnBrk="1" latinLnBrk="0" hangingPunct="1">
        <a:defRPr sz="1800" kern="1200">
          <a:solidFill>
            <a:schemeClr val="tx1"/>
          </a:solidFill>
          <a:latin typeface="+mn-lt"/>
          <a:ea typeface="+mn-ea"/>
          <a:cs typeface="+mn-cs"/>
        </a:defRPr>
      </a:lvl4pPr>
      <a:lvl5pPr marL="1828706" algn="l" defTabSz="914353" rtl="0" eaLnBrk="1" latinLnBrk="0" hangingPunct="1">
        <a:defRPr sz="1800" kern="1200">
          <a:solidFill>
            <a:schemeClr val="tx1"/>
          </a:solidFill>
          <a:latin typeface="+mn-lt"/>
          <a:ea typeface="+mn-ea"/>
          <a:cs typeface="+mn-cs"/>
        </a:defRPr>
      </a:lvl5pPr>
      <a:lvl6pPr marL="2285883" algn="l" defTabSz="914353" rtl="0" eaLnBrk="1" latinLnBrk="0" hangingPunct="1">
        <a:defRPr sz="1800" kern="1200">
          <a:solidFill>
            <a:schemeClr val="tx1"/>
          </a:solidFill>
          <a:latin typeface="+mn-lt"/>
          <a:ea typeface="+mn-ea"/>
          <a:cs typeface="+mn-cs"/>
        </a:defRPr>
      </a:lvl6pPr>
      <a:lvl7pPr marL="2743060" algn="l" defTabSz="914353" rtl="0" eaLnBrk="1" latinLnBrk="0" hangingPunct="1">
        <a:defRPr sz="1800" kern="1200">
          <a:solidFill>
            <a:schemeClr val="tx1"/>
          </a:solidFill>
          <a:latin typeface="+mn-lt"/>
          <a:ea typeface="+mn-ea"/>
          <a:cs typeface="+mn-cs"/>
        </a:defRPr>
      </a:lvl7pPr>
      <a:lvl8pPr marL="3200236" algn="l" defTabSz="914353" rtl="0" eaLnBrk="1" latinLnBrk="0" hangingPunct="1">
        <a:defRPr sz="1800" kern="1200">
          <a:solidFill>
            <a:schemeClr val="tx1"/>
          </a:solidFill>
          <a:latin typeface="+mn-lt"/>
          <a:ea typeface="+mn-ea"/>
          <a:cs typeface="+mn-cs"/>
        </a:defRPr>
      </a:lvl8pPr>
      <a:lvl9pPr marL="3657413" algn="l" defTabSz="91435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1F3310A-1B80-61B0-BFD3-6FD50289445E}"/>
              </a:ext>
            </a:extLst>
          </p:cNvPr>
          <p:cNvPicPr>
            <a:picLocks noChangeAspect="1"/>
          </p:cNvPicPr>
          <p:nvPr userDrawn="1"/>
        </p:nvPicPr>
        <p:blipFill rotWithShape="1">
          <a:blip r:embed="rId15">
            <a:alphaModFix/>
          </a:blip>
          <a:srcRect l="19567" r="13056" b="32624"/>
          <a:stretch/>
        </p:blipFill>
        <p:spPr>
          <a:xfrm flipH="1">
            <a:off x="0" y="0"/>
            <a:ext cx="12192000" cy="6858000"/>
          </a:xfrm>
          <a:prstGeom prst="rect">
            <a:avLst/>
          </a:prstGeom>
        </p:spPr>
      </p:pic>
      <p:sp>
        <p:nvSpPr>
          <p:cNvPr id="8" name="Rectangle 7">
            <a:extLst>
              <a:ext uri="{FF2B5EF4-FFF2-40B4-BE49-F238E27FC236}">
                <a16:creationId xmlns:a16="http://schemas.microsoft.com/office/drawing/2014/main" id="{AAD8424F-C2F4-1029-7B75-2B8A9326B3D7}"/>
              </a:ext>
            </a:extLst>
          </p:cNvPr>
          <p:cNvSpPr/>
          <p:nvPr userDrawn="1"/>
        </p:nvSpPr>
        <p:spPr>
          <a:xfrm>
            <a:off x="139700" y="136525"/>
            <a:ext cx="11912600" cy="658495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914400" y="914400"/>
            <a:ext cx="10360152" cy="117957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914400" y="2743200"/>
            <a:ext cx="6483096" cy="31638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988552" y="6356350"/>
            <a:ext cx="2743200" cy="365125"/>
          </a:xfrm>
          <a:prstGeom prst="rect">
            <a:avLst/>
          </a:prstGeom>
        </p:spPr>
        <p:txBody>
          <a:bodyPr vert="horz" lIns="91440" tIns="45720" rIns="91440" bIns="45720" rtlCol="0" anchor="ctr"/>
          <a:lstStyle>
            <a:lvl1pPr algn="r">
              <a:defRPr sz="1200">
                <a:solidFill>
                  <a:schemeClr val="bg1"/>
                </a:solidFill>
              </a:defRPr>
            </a:lvl1pPr>
          </a:lstStyle>
          <a:p>
            <a:endParaRPr lang="en-US"/>
          </a:p>
        </p:txBody>
      </p:sp>
      <p:sp>
        <p:nvSpPr>
          <p:cNvPr id="5" name="Footer Placeholder 4"/>
          <p:cNvSpPr>
            <a:spLocks noGrp="1"/>
          </p:cNvSpPr>
          <p:nvPr>
            <p:ph type="ftr" sz="quarter" idx="3"/>
          </p:nvPr>
        </p:nvSpPr>
        <p:spPr>
          <a:xfrm>
            <a:off x="914400" y="457200"/>
            <a:ext cx="9564624" cy="448056"/>
          </a:xfrm>
          <a:prstGeom prst="rect">
            <a:avLst/>
          </a:prstGeom>
        </p:spPr>
        <p:txBody>
          <a:bodyPr vert="horz" lIns="91440" tIns="45720" rIns="91440" bIns="45720" rtlCol="0" anchor="ctr"/>
          <a:lstStyle>
            <a:lvl1pPr algn="l">
              <a:defRPr sz="1200">
                <a:solidFill>
                  <a:schemeClr val="bg1"/>
                </a:solidFill>
              </a:defRPr>
            </a:lvl1pPr>
          </a:lstStyle>
          <a:p>
            <a:endParaRPr lang="en-US"/>
          </a:p>
        </p:txBody>
      </p:sp>
      <p:sp>
        <p:nvSpPr>
          <p:cNvPr id="6" name="Slide Number Placeholder 5"/>
          <p:cNvSpPr>
            <a:spLocks noGrp="1"/>
          </p:cNvSpPr>
          <p:nvPr>
            <p:ph type="sldNum" sz="quarter" idx="4"/>
          </p:nvPr>
        </p:nvSpPr>
        <p:spPr>
          <a:xfrm>
            <a:off x="10652760" y="466344"/>
            <a:ext cx="1078992" cy="448056"/>
          </a:xfrm>
          <a:prstGeom prst="rect">
            <a:avLst/>
          </a:prstGeom>
        </p:spPr>
        <p:txBody>
          <a:bodyPr vert="horz" lIns="91440" tIns="45720" rIns="91440" bIns="45720" rtlCol="0" anchor="ctr"/>
          <a:lstStyle>
            <a:lvl1pPr algn="r">
              <a:defRPr sz="1200">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3629896209"/>
      </p:ext>
    </p:extLst>
  </p:cSld>
  <p:clrMap bg1="dk1" tx1="lt1" bg2="dk2" tx2="lt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Lst>
  <p:hf hdr="0" ftr="0" dt="0"/>
  <p:txStyles>
    <p:titleStyle>
      <a:lvl1pPr algn="l" defTabSz="914400" rtl="0" eaLnBrk="1" latinLnBrk="0" hangingPunct="1">
        <a:lnSpc>
          <a:spcPct val="90000"/>
        </a:lnSpc>
        <a:spcBef>
          <a:spcPct val="0"/>
        </a:spcBef>
        <a:buNone/>
        <a:defRPr sz="3600" b="0" u="sng" kern="1200" cap="all" baseline="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800"/>
            <a:ext cx="10963655" cy="801222"/>
          </a:xfrm>
          <a:prstGeom prst="rect">
            <a:avLst/>
          </a:prstGeom>
        </p:spPr>
        <p:txBody>
          <a:bodyPr vert="horz" lIns="91440" tIns="45720" rIns="91440" bIns="45720" rtlCol="0" anchor="b">
            <a:no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29786"/>
            <a:ext cx="10963656" cy="4542414"/>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2647" y="6343955"/>
            <a:ext cx="2202644" cy="365125"/>
          </a:xfrm>
          <a:prstGeom prst="rect">
            <a:avLst/>
          </a:prstGeom>
        </p:spPr>
        <p:txBody>
          <a:bodyPr vert="horz" lIns="91440" tIns="45720" rIns="91440" bIns="45720" rtlCol="0" anchor="ctr">
            <a:noAutofit/>
          </a:bodyPr>
          <a:lstStyle>
            <a:lvl1pPr algn="l" rtl="0">
              <a:defRPr sz="1000" b="0" i="0" cap="all" baseline="0">
                <a:solidFill>
                  <a:schemeClr val="tx1">
                    <a:lumMod val="65000"/>
                    <a:lumOff val="35000"/>
                  </a:schemeClr>
                </a:solidFill>
                <a:latin typeface="+mn-lt"/>
              </a:defRPr>
            </a:lvl1pPr>
          </a:lstStyle>
          <a:p>
            <a:r>
              <a:rPr lang="en-US"/>
              <a:t>20xx	</a:t>
            </a:r>
          </a:p>
        </p:txBody>
      </p:sp>
      <p:sp>
        <p:nvSpPr>
          <p:cNvPr id="7" name="Footer Placeholder 6">
            <a:extLst>
              <a:ext uri="{FF2B5EF4-FFF2-40B4-BE49-F238E27FC236}">
                <a16:creationId xmlns:a16="http://schemas.microsoft.com/office/drawing/2014/main" id="{2AF5E0EC-34DA-2393-A02C-AF21DBB180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rtl="0">
              <a:defRPr sz="1200" b="0" i="0" cap="all" spc="300" baseline="0">
                <a:solidFill>
                  <a:schemeClr val="tx1">
                    <a:lumMod val="65000"/>
                    <a:lumOff val="35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Autofit/>
          </a:bodyPr>
          <a:lstStyle>
            <a:lvl1pPr algn="r" rtl="0">
              <a:defRPr sz="1000" b="0" i="0" cap="all" baseline="0">
                <a:solidFill>
                  <a:schemeClr val="tx1">
                    <a:lumMod val="65000"/>
                    <a:lumOff val="35000"/>
                  </a:schemeClr>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631895120"/>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Lst>
  <p:hf sldNum="0" hdr="0" ftr="0" dt="0"/>
  <p:txStyles>
    <p:titleStyle>
      <a:lvl1pPr algn="l" defTabSz="914400" rtl="0" eaLnBrk="1" latinLnBrk="0" hangingPunct="1">
        <a:lnSpc>
          <a:spcPct val="80000"/>
        </a:lnSpc>
        <a:spcBef>
          <a:spcPct val="0"/>
        </a:spcBef>
        <a:buNone/>
        <a:defRPr sz="3200" b="0" kern="1200" cap="all" spc="0" baseline="0">
          <a:solidFill>
            <a:schemeClr val="tx1">
              <a:lumMod val="75000"/>
              <a:lumOff val="25000"/>
            </a:schemeClr>
          </a:solidFill>
          <a:latin typeface="+mj-lt"/>
          <a:ea typeface="Batang" panose="02030600000101010101" pitchFamily="18" charset="-127"/>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800" b="0" i="0" kern="1200">
          <a:solidFill>
            <a:schemeClr val="tx1">
              <a:lumMod val="65000"/>
              <a:lumOff val="35000"/>
            </a:schemeClr>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600" b="0" i="0" kern="1200">
          <a:solidFill>
            <a:schemeClr val="tx1">
              <a:lumMod val="65000"/>
              <a:lumOff val="35000"/>
            </a:schemeClr>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5" orient="horz" pos="2160">
          <p15:clr>
            <a:srgbClr val="F26B43"/>
          </p15:clr>
        </p15:guide>
        <p15:guide id="36" pos="3840">
          <p15:clr>
            <a:srgbClr val="F26B43"/>
          </p15:clr>
        </p15:guide>
        <p15:guide id="37" pos="7296">
          <p15:clr>
            <a:srgbClr val="F26B43"/>
          </p15:clr>
        </p15:guide>
        <p15:guide id="38" pos="384">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51CF1133-3259-4C45-BABA-5B62D9C6F78D}" type="datetimeFigureOut">
              <a:rPr lang="en-US" dirty="0"/>
              <a:t>8/27/2026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6D22F896-40B5-4ADD-8801-0D06FADFA095}" type="slidenum">
              <a:rPr lang="en-US" dirty="0"/>
              <a:pPr/>
              <a:t>‹#›</a:t>
            </a:fld>
            <a:endParaRPr lang="en-US" dirty="0"/>
          </a:p>
        </p:txBody>
      </p:sp>
    </p:spTree>
    <p:extLst>
      <p:ext uri="{BB962C8B-B14F-4D97-AF65-F5344CB8AC3E}">
        <p14:creationId xmlns:p14="http://schemas.microsoft.com/office/powerpoint/2010/main" val="3892494286"/>
      </p:ext>
    </p:extLst>
  </p:cSld>
  <p:clrMap bg1="dk1" tx1="lt1" bg2="dk2" tx2="lt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 id="2147483779" r:id="rId17"/>
  </p:sldLayoutIdLst>
  <p:hf sldNum="0" hdr="0" ftr="0" dt="0"/>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F2BCE3-716E-514A-4031-D15475347F97}"/>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5C478D-856C-0626-059F-EE46B6152D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EAA332-9780-499C-3726-3C25B131FFAB}"/>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BCD60B40-9DA5-46DF-83C8-816115071631}" type="datetimeFigureOut">
              <a:rPr lang="en-US" smtClean="0"/>
              <a:pPr/>
              <a:t>8/27/2026</a:t>
            </a:fld>
            <a:endParaRPr lang="en-US"/>
          </a:p>
        </p:txBody>
      </p:sp>
      <p:sp>
        <p:nvSpPr>
          <p:cNvPr id="5" name="Footer Placeholder 4">
            <a:extLst>
              <a:ext uri="{FF2B5EF4-FFF2-40B4-BE49-F238E27FC236}">
                <a16:creationId xmlns:a16="http://schemas.microsoft.com/office/drawing/2014/main" id="{2D1DDB09-54DC-9D85-3D73-DCA3E3B10E50}"/>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706FCB4-FE9F-0184-9950-2EA9160D3875}"/>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4038051C-9957-4DAB-B5E7-E9CEFA41961B}" type="slidenum">
              <a:rPr lang="en-US" smtClean="0"/>
              <a:pPr/>
              <a:t>‹#›</a:t>
            </a:fld>
            <a:endParaRPr lang="en-US"/>
          </a:p>
        </p:txBody>
      </p:sp>
    </p:spTree>
    <p:extLst>
      <p:ext uri="{BB962C8B-B14F-4D97-AF65-F5344CB8AC3E}">
        <p14:creationId xmlns:p14="http://schemas.microsoft.com/office/powerpoint/2010/main" val="115709157"/>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50.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8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keeshaskitchen.com/how-much-juice-is-in-a-lemon/" TargetMode="External"/><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www.pikist.com/free-photo-vqgmg" TargetMode="External"/><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image" Target="../media/image8.png"/><Relationship Id="rId1" Type="http://schemas.openxmlformats.org/officeDocument/2006/relationships/slideLayout" Target="../slideLayouts/slideLayout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92AB73-133D-8CA5-CE20-51D28642C0C7}"/>
              </a:ext>
            </a:extLst>
          </p:cNvPr>
          <p:cNvSpPr>
            <a:spLocks noGrp="1"/>
          </p:cNvSpPr>
          <p:nvPr>
            <p:ph type="title"/>
          </p:nvPr>
        </p:nvSpPr>
        <p:spPr/>
        <p:txBody>
          <a:bodyPr/>
          <a:lstStyle/>
          <a:p>
            <a:r>
              <a:rPr lang="en-US" dirty="0"/>
              <a:t>Warm Up – Sign the Attendance Sheet and Consider the Question Below</a:t>
            </a:r>
          </a:p>
        </p:txBody>
      </p:sp>
      <p:sp>
        <p:nvSpPr>
          <p:cNvPr id="5" name="Content Placeholder 4">
            <a:extLst>
              <a:ext uri="{FF2B5EF4-FFF2-40B4-BE49-F238E27FC236}">
                <a16:creationId xmlns:a16="http://schemas.microsoft.com/office/drawing/2014/main" id="{7C7372B8-3B39-993B-FE7E-6E22F9FC265F}"/>
              </a:ext>
            </a:extLst>
          </p:cNvPr>
          <p:cNvSpPr>
            <a:spLocks noGrp="1"/>
          </p:cNvSpPr>
          <p:nvPr>
            <p:ph idx="1"/>
          </p:nvPr>
        </p:nvSpPr>
        <p:spPr>
          <a:xfrm>
            <a:off x="838200" y="1650936"/>
            <a:ext cx="10515600" cy="4841939"/>
          </a:xfrm>
        </p:spPr>
        <p:txBody>
          <a:bodyPr>
            <a:normAutofit fontScale="92500" lnSpcReduction="10000"/>
          </a:bodyPr>
          <a:lstStyle/>
          <a:p>
            <a:pPr marL="0" indent="0">
              <a:buNone/>
            </a:pPr>
            <a:r>
              <a:rPr lang="en-US" dirty="0"/>
              <a:t>Which choices of the following best represents a “governing rule” </a:t>
            </a:r>
            <a:r>
              <a:rPr lang="en-US"/>
              <a:t>(hint: BLW definition on page 85)?</a:t>
            </a:r>
            <a:endParaRPr lang="en-US" dirty="0"/>
          </a:p>
          <a:p>
            <a:pPr marL="514350" indent="-514350">
              <a:buAutoNum type="alphaUcParenBoth"/>
            </a:pPr>
            <a:r>
              <a:rPr lang="en-US" dirty="0"/>
              <a:t>A defendant’s conduct is extreme and outrageous if the conduct exceeds “all bounds tolerated by decent society.”</a:t>
            </a:r>
          </a:p>
          <a:p>
            <a:pPr marL="514350" indent="-514350">
              <a:buAutoNum type="alphaUcParenBoth"/>
            </a:pPr>
            <a:r>
              <a:rPr lang="en-US" dirty="0"/>
              <a:t>Reversed and remanded with instructions to enter judgment on the verdict as rendered by the jury.</a:t>
            </a:r>
          </a:p>
          <a:p>
            <a:pPr marL="514350" indent="-514350">
              <a:buAutoNum type="alphaUcParenBoth"/>
            </a:pPr>
            <a:r>
              <a:rPr lang="en-US" dirty="0"/>
              <a:t>In North Carolina, a claim for intentional infliction of emotional distress requires that the plaintiff prove that the defendant’s conduct (1) was extreme and outrageous; (2) was intended to cause severe emotional distress; and (3) did cause several emotional distress.</a:t>
            </a:r>
          </a:p>
          <a:p>
            <a:pPr marL="514350" indent="-514350">
              <a:buAutoNum type="alphaUcParenBoth"/>
            </a:pPr>
            <a:r>
              <a:rPr lang="en-US" dirty="0"/>
              <a:t>Defendant’s [acts]. . . all indicate a calculated, persistent plan to disturb, humiliate, harass, and ruin plaintiff for no purpose but defendant's own spiteful satisfaction.</a:t>
            </a:r>
          </a:p>
          <a:p>
            <a:pPr marL="514350" indent="-514350">
              <a:buAutoNum type="alphaUcParenBoth"/>
            </a:pPr>
            <a:endParaRPr lang="en-US" dirty="0"/>
          </a:p>
        </p:txBody>
      </p:sp>
    </p:spTree>
    <p:extLst>
      <p:ext uri="{BB962C8B-B14F-4D97-AF65-F5344CB8AC3E}">
        <p14:creationId xmlns:p14="http://schemas.microsoft.com/office/powerpoint/2010/main" val="2006317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3ECDBF50-55A5-434E-93A8-5CCA3A806B33}"/>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Today’s Class</a:t>
            </a:r>
          </a:p>
        </p:txBody>
      </p:sp>
      <p:graphicFrame>
        <p:nvGraphicFramePr>
          <p:cNvPr id="7" name="Content Placeholder 4">
            <a:extLst>
              <a:ext uri="{FF2B5EF4-FFF2-40B4-BE49-F238E27FC236}">
                <a16:creationId xmlns:a16="http://schemas.microsoft.com/office/drawing/2014/main" id="{2227F2DF-1EF7-B37F-12DF-CDDE00447938}"/>
              </a:ext>
            </a:extLst>
          </p:cNvPr>
          <p:cNvGraphicFramePr>
            <a:graphicFrameLocks noGrp="1"/>
          </p:cNvGraphicFramePr>
          <p:nvPr>
            <p:ph idx="1"/>
            <p:extLst>
              <p:ext uri="{D42A27DB-BD31-4B8C-83A1-F6EECF244321}">
                <p14:modId xmlns:p14="http://schemas.microsoft.com/office/powerpoint/2010/main" val="122085638"/>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85819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C421438-889D-A338-528B-F2F5FC07D042}"/>
              </a:ext>
            </a:extLst>
          </p:cNvPr>
          <p:cNvPicPr>
            <a:picLocks noGrp="1" noChangeAspect="1"/>
          </p:cNvPicPr>
          <p:nvPr>
            <p:ph idx="1"/>
          </p:nvPr>
        </p:nvPicPr>
        <p:blipFill>
          <a:blip r:embed="rId2"/>
          <a:srcRect t="25041" r="-2" b="-2"/>
          <a:stretch>
            <a:fillRect/>
          </a:stretch>
        </p:blipFill>
        <p:spPr>
          <a:xfrm>
            <a:off x="-6588" y="10"/>
            <a:ext cx="12198588" cy="6857990"/>
          </a:xfrm>
          <a:prstGeom prst="rect">
            <a:avLst/>
          </a:prstGeom>
        </p:spPr>
      </p:pic>
      <p:sp>
        <p:nvSpPr>
          <p:cNvPr id="6" name="TextBox 5">
            <a:extLst>
              <a:ext uri="{FF2B5EF4-FFF2-40B4-BE49-F238E27FC236}">
                <a16:creationId xmlns:a16="http://schemas.microsoft.com/office/drawing/2014/main" id="{CF41AC8F-39EF-7A54-BE42-47864F99F755}"/>
              </a:ext>
            </a:extLst>
          </p:cNvPr>
          <p:cNvSpPr txBox="1"/>
          <p:nvPr/>
        </p:nvSpPr>
        <p:spPr>
          <a:xfrm>
            <a:off x="8675077" y="440871"/>
            <a:ext cx="3016180" cy="461665"/>
          </a:xfrm>
          <a:prstGeom prst="rect">
            <a:avLst/>
          </a:prstGeom>
          <a:noFill/>
        </p:spPr>
        <p:txBody>
          <a:bodyPr wrap="square" rtlCol="0">
            <a:spAutoFit/>
          </a:bodyPr>
          <a:lstStyle/>
          <a:p>
            <a:r>
              <a:rPr lang="en-US" sz="2400">
                <a:latin typeface="Century Schoolbook" panose="02040604050505020304" pitchFamily="18" charset="0"/>
              </a:rPr>
              <a:t>Parker Champagne</a:t>
            </a:r>
          </a:p>
        </p:txBody>
      </p:sp>
    </p:spTree>
    <p:extLst>
      <p:ext uri="{BB962C8B-B14F-4D97-AF65-F5344CB8AC3E}">
        <p14:creationId xmlns:p14="http://schemas.microsoft.com/office/powerpoint/2010/main" val="3971830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10670F10-A7D9-0850-FBA3-0930C575E5E4}"/>
              </a:ext>
            </a:extLst>
          </p:cNvPr>
          <p:cNvSpPr>
            <a:spLocks noGrp="1"/>
          </p:cNvSpPr>
          <p:nvPr>
            <p:ph type="ctrTitle"/>
          </p:nvPr>
        </p:nvSpPr>
        <p:spPr>
          <a:xfrm>
            <a:off x="914400" y="914400"/>
            <a:ext cx="6428232" cy="4992624"/>
          </a:xfrm>
        </p:spPr>
        <p:txBody>
          <a:bodyPr/>
          <a:lstStyle/>
          <a:p>
            <a:r>
              <a:rPr lang="en-US"/>
              <a:t>Madeline (</a:t>
            </a:r>
            <a:r>
              <a:rPr lang="en-US" err="1"/>
              <a:t>maddy</a:t>
            </a:r>
            <a:r>
              <a:rPr lang="en-US"/>
              <a:t>) </a:t>
            </a:r>
            <a:r>
              <a:rPr lang="en-US" err="1"/>
              <a:t>Kampes</a:t>
            </a:r>
          </a:p>
        </p:txBody>
      </p:sp>
      <p:sp>
        <p:nvSpPr>
          <p:cNvPr id="7" name="Subtitle 6">
            <a:extLst>
              <a:ext uri="{FF2B5EF4-FFF2-40B4-BE49-F238E27FC236}">
                <a16:creationId xmlns:a16="http://schemas.microsoft.com/office/drawing/2014/main" id="{D9B1D02C-C51E-AC77-2221-624A58631518}"/>
              </a:ext>
            </a:extLst>
          </p:cNvPr>
          <p:cNvSpPr>
            <a:spLocks noGrp="1"/>
          </p:cNvSpPr>
          <p:nvPr>
            <p:ph type="subTitle" idx="1"/>
          </p:nvPr>
        </p:nvSpPr>
        <p:spPr>
          <a:xfrm>
            <a:off x="5713158" y="432124"/>
            <a:ext cx="5901087" cy="4133850"/>
          </a:xfrm>
          <a:ln>
            <a:solidFill>
              <a:schemeClr val="bg1"/>
            </a:solidFill>
          </a:ln>
        </p:spPr>
        <p:txBody>
          <a:bodyPr>
            <a:normAutofit/>
          </a:bodyPr>
          <a:lstStyle/>
          <a:p>
            <a:pPr marL="342900" indent="-342900" algn="l">
              <a:buFont typeface="Calibri" panose="020B0604020202020204" pitchFamily="34" charset="0"/>
              <a:buChar char="-"/>
            </a:pPr>
            <a:r>
              <a:rPr lang="en-US"/>
              <a:t>I was a psychology major at TAMU (class of '26) and worked as a Supplemental Instructor for Logic!</a:t>
            </a:r>
          </a:p>
          <a:p>
            <a:pPr marL="342900" indent="-342900" algn="l">
              <a:buFont typeface="Calibri" panose="020B0604020202020204" pitchFamily="34" charset="0"/>
              <a:buChar char="-"/>
            </a:pPr>
            <a:r>
              <a:rPr lang="en-US"/>
              <a:t>I have one kitten at home named Shark that I got  August 2nd.</a:t>
            </a:r>
          </a:p>
          <a:p>
            <a:pPr marL="342900" indent="-342900" algn="l">
              <a:buFont typeface="Calibri" panose="020B0604020202020204" pitchFamily="34" charset="0"/>
              <a:buChar char="-"/>
            </a:pPr>
            <a:r>
              <a:rPr lang="en-US"/>
              <a:t>I love listening to the Eagles, RHCP, Nirvana, and a lot of similar music.</a:t>
            </a:r>
          </a:p>
          <a:p>
            <a:pPr marL="342900" indent="-342900" algn="l">
              <a:buFont typeface="Calibri" panose="020B0604020202020204" pitchFamily="34" charset="0"/>
              <a:buChar char="-"/>
            </a:pPr>
            <a:r>
              <a:rPr lang="en-US"/>
              <a:t>I think I am interested in transactional law, but I'm not sure what sector!</a:t>
            </a:r>
          </a:p>
          <a:p>
            <a:pPr marL="342900" indent="-342900" algn="l">
              <a:buFont typeface="Calibri" panose="020B0604020202020204" pitchFamily="34" charset="0"/>
              <a:buChar char="-"/>
            </a:pPr>
            <a:r>
              <a:rPr lang="en-US"/>
              <a:t>I was born in Germany; My mom, dad, and sister were all born in different countries :)</a:t>
            </a:r>
          </a:p>
          <a:p>
            <a:pPr marL="342900" indent="-342900" algn="l">
              <a:buFont typeface="Calibri" panose="020B0604020202020204" pitchFamily="34" charset="0"/>
              <a:buChar char="-"/>
            </a:pPr>
            <a:r>
              <a:rPr lang="en-US"/>
              <a:t>My hobbies are cooking, baking, playing video games, and watching football (Eagles fan).</a:t>
            </a:r>
          </a:p>
        </p:txBody>
      </p:sp>
      <p:pic>
        <p:nvPicPr>
          <p:cNvPr id="2" name="Picture 1">
            <a:extLst>
              <a:ext uri="{FF2B5EF4-FFF2-40B4-BE49-F238E27FC236}">
                <a16:creationId xmlns:a16="http://schemas.microsoft.com/office/drawing/2014/main" id="{F87B4582-BFD3-14C6-9607-38F06764BEB2}"/>
              </a:ext>
            </a:extLst>
          </p:cNvPr>
          <p:cNvPicPr>
            <a:picLocks noChangeAspect="1"/>
          </p:cNvPicPr>
          <p:nvPr/>
        </p:nvPicPr>
        <p:blipFill>
          <a:blip r:embed="rId2"/>
          <a:stretch>
            <a:fillRect/>
          </a:stretch>
        </p:blipFill>
        <p:spPr>
          <a:xfrm>
            <a:off x="296145" y="432124"/>
            <a:ext cx="4462113" cy="3727126"/>
          </a:xfrm>
          <a:prstGeom prst="rect">
            <a:avLst/>
          </a:prstGeom>
        </p:spPr>
      </p:pic>
    </p:spTree>
    <p:extLst>
      <p:ext uri="{BB962C8B-B14F-4D97-AF65-F5344CB8AC3E}">
        <p14:creationId xmlns:p14="http://schemas.microsoft.com/office/powerpoint/2010/main" val="2764666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72872FD-7E92-C3C8-5956-A6C41548252E}"/>
            </a:ext>
          </a:extLst>
        </p:cNvPr>
        <p:cNvGrpSpPr/>
        <p:nvPr/>
      </p:nvGrpSpPr>
      <p:grpSpPr>
        <a:xfrm>
          <a:off x="0" y="0"/>
          <a:ext cx="0" cy="0"/>
          <a:chOff x="0" y="0"/>
          <a:chExt cx="0" cy="0"/>
        </a:xfrm>
      </p:grpSpPr>
      <p:sp>
        <p:nvSpPr>
          <p:cNvPr id="4" name="Subtitle 3">
            <a:extLst>
              <a:ext uri="{FF2B5EF4-FFF2-40B4-BE49-F238E27FC236}">
                <a16:creationId xmlns:a16="http://schemas.microsoft.com/office/drawing/2014/main" id="{D8319D33-1EDC-2FD6-1393-613ECEB01295}"/>
              </a:ext>
            </a:extLst>
          </p:cNvPr>
          <p:cNvSpPr>
            <a:spLocks noGrp="1"/>
          </p:cNvSpPr>
          <p:nvPr>
            <p:ph type="subTitle" idx="1"/>
          </p:nvPr>
        </p:nvSpPr>
        <p:spPr>
          <a:xfrm>
            <a:off x="5826168" y="835561"/>
            <a:ext cx="5760719" cy="5363094"/>
          </a:xfrm>
        </p:spPr>
        <p:txBody>
          <a:bodyPr vert="horz" lIns="91440" tIns="45720" rIns="91440" bIns="45720" rtlCol="0" anchor="t">
            <a:normAutofit/>
          </a:bodyPr>
          <a:lstStyle/>
          <a:p>
            <a:r>
              <a:rPr lang="en-US"/>
              <a:t>Emily Moon</a:t>
            </a:r>
          </a:p>
          <a:p>
            <a:r>
              <a:rPr lang="en-US"/>
              <a:t>Acrylic Painting  </a:t>
            </a:r>
          </a:p>
          <a:p>
            <a:endParaRPr lang="en-US">
              <a:solidFill>
                <a:srgbClr val="595959"/>
              </a:solidFill>
              <a:ea typeface="+mn-lt"/>
              <a:cs typeface="+mn-lt"/>
            </a:endParaRPr>
          </a:p>
          <a:p>
            <a:pPr>
              <a:buChar char="•"/>
            </a:pPr>
            <a:r>
              <a:rPr lang="en-US" sz="1200" b="1">
                <a:solidFill>
                  <a:srgbClr val="0D0D0D"/>
                </a:solidFill>
                <a:ea typeface="+mn-lt"/>
                <a:cs typeface="+mn-lt"/>
              </a:rPr>
              <a:t> A representation of my Culture, Interests, and personality </a:t>
            </a:r>
            <a:endParaRPr lang="en-US">
              <a:solidFill>
                <a:srgbClr val="595959"/>
              </a:solidFill>
              <a:ea typeface="+mn-lt"/>
              <a:cs typeface="+mn-lt"/>
            </a:endParaRPr>
          </a:p>
          <a:p>
            <a:pPr>
              <a:buChar char="•"/>
            </a:pPr>
            <a:r>
              <a:rPr lang="en-US" sz="1200">
                <a:solidFill>
                  <a:srgbClr val="0D0D0D"/>
                </a:solidFill>
                <a:ea typeface="+mn-lt"/>
                <a:cs typeface="+mn-lt"/>
              </a:rPr>
              <a:t> Korean Culture</a:t>
            </a:r>
            <a:endParaRPr lang="en-US">
              <a:solidFill>
                <a:srgbClr val="595959"/>
              </a:solidFill>
              <a:ea typeface="+mn-lt"/>
              <a:cs typeface="+mn-lt"/>
            </a:endParaRPr>
          </a:p>
          <a:p>
            <a:pPr lvl="1" indent="-171450">
              <a:buFont typeface="Courier New" panose="020B0604020202020204" pitchFamily="34" charset="0"/>
              <a:buChar char="o"/>
            </a:pPr>
            <a:r>
              <a:rPr lang="en-US" sz="1000" cap="all" spc="100">
                <a:solidFill>
                  <a:srgbClr val="0D0D0D"/>
                </a:solidFill>
                <a:ea typeface="+mn-lt"/>
                <a:cs typeface="+mn-lt"/>
              </a:rPr>
              <a:t>Significance of Goldfish</a:t>
            </a:r>
          </a:p>
          <a:p>
            <a:pPr lvl="1" indent="-171450">
              <a:buFont typeface="Courier New" panose="020B0604020202020204" pitchFamily="34" charset="0"/>
              <a:buChar char="o"/>
            </a:pPr>
            <a:r>
              <a:rPr lang="en-US" sz="1000" cap="all" spc="100">
                <a:solidFill>
                  <a:srgbClr val="0D0D0D"/>
                </a:solidFill>
                <a:ea typeface="+mn-lt"/>
                <a:cs typeface="+mn-lt"/>
              </a:rPr>
              <a:t>Mountain Landscapes</a:t>
            </a:r>
          </a:p>
          <a:p>
            <a:pPr>
              <a:buChar char="•"/>
            </a:pPr>
            <a:r>
              <a:rPr lang="en-US" sz="1200">
                <a:solidFill>
                  <a:srgbClr val="0D0D0D"/>
                </a:solidFill>
                <a:ea typeface="+mn-lt"/>
                <a:cs typeface="+mn-lt"/>
              </a:rPr>
              <a:t> Love for the ocean</a:t>
            </a:r>
            <a:endParaRPr lang="en-US">
              <a:solidFill>
                <a:srgbClr val="595959"/>
              </a:solidFill>
              <a:ea typeface="+mn-lt"/>
              <a:cs typeface="+mn-lt"/>
            </a:endParaRPr>
          </a:p>
          <a:p>
            <a:pPr lvl="1" indent="-171450">
              <a:buFont typeface="Courier New" panose="020B0604020202020204" pitchFamily="34" charset="0"/>
              <a:buChar char="o"/>
            </a:pPr>
            <a:r>
              <a:rPr lang="en-US" sz="1000" cap="all" spc="100">
                <a:solidFill>
                  <a:srgbClr val="0D0D0D"/>
                </a:solidFill>
                <a:ea typeface="+mn-lt"/>
                <a:cs typeface="+mn-lt"/>
              </a:rPr>
              <a:t>Traveling to tropical destinations</a:t>
            </a:r>
          </a:p>
          <a:p>
            <a:pPr lvl="1" indent="-171450">
              <a:buFont typeface="Courier New" panose="020B0604020202020204" pitchFamily="34" charset="0"/>
              <a:buChar char="o"/>
            </a:pPr>
            <a:r>
              <a:rPr lang="en-US" sz="1000" cap="all" spc="100">
                <a:solidFill>
                  <a:srgbClr val="0D0D0D"/>
                </a:solidFill>
                <a:ea typeface="+mn-lt"/>
                <a:cs typeface="+mn-lt"/>
              </a:rPr>
              <a:t>Water activities/Swimming</a:t>
            </a:r>
          </a:p>
          <a:p>
            <a:pPr>
              <a:buChar char="•"/>
            </a:pPr>
            <a:r>
              <a:rPr lang="en-US" sz="1200">
                <a:solidFill>
                  <a:srgbClr val="0D0D0D"/>
                </a:solidFill>
                <a:ea typeface="+mn-lt"/>
                <a:cs typeface="+mn-lt"/>
              </a:rPr>
              <a:t> Personality</a:t>
            </a:r>
            <a:endParaRPr lang="en-US">
              <a:solidFill>
                <a:srgbClr val="595959"/>
              </a:solidFill>
              <a:ea typeface="+mn-lt"/>
              <a:cs typeface="+mn-lt"/>
            </a:endParaRPr>
          </a:p>
          <a:p>
            <a:pPr lvl="1" indent="-171450">
              <a:buFont typeface="Courier New" panose="020B0604020202020204" pitchFamily="34" charset="0"/>
              <a:buChar char="o"/>
            </a:pPr>
            <a:r>
              <a:rPr lang="en-US" sz="1000" cap="all" spc="100">
                <a:solidFill>
                  <a:srgbClr val="0D0D0D"/>
                </a:solidFill>
                <a:ea typeface="+mn-lt"/>
                <a:cs typeface="+mn-lt"/>
              </a:rPr>
              <a:t>Artistic Hobbies</a:t>
            </a:r>
          </a:p>
          <a:p>
            <a:pPr lvl="1" indent="-171450">
              <a:buFont typeface="Courier New" panose="020B0604020202020204" pitchFamily="34" charset="0"/>
              <a:buChar char="o"/>
            </a:pPr>
            <a:r>
              <a:rPr lang="en-US" sz="1000" cap="all" spc="100">
                <a:solidFill>
                  <a:srgbClr val="0D0D0D"/>
                </a:solidFill>
                <a:ea typeface="+mn-lt"/>
                <a:cs typeface="+mn-lt"/>
              </a:rPr>
              <a:t>Optimism</a:t>
            </a:r>
          </a:p>
          <a:p>
            <a:pPr lvl="1" indent="-171450">
              <a:buFont typeface="Courier New" panose="020B0604020202020204" pitchFamily="34" charset="0"/>
              <a:buChar char="o"/>
            </a:pPr>
            <a:endParaRPr lang="en-US" sz="1000" cap="all" spc="100">
              <a:solidFill>
                <a:srgbClr val="0D0D0D"/>
              </a:solidFill>
              <a:ea typeface="+mn-lt"/>
              <a:cs typeface="+mn-lt"/>
            </a:endParaRPr>
          </a:p>
          <a:p>
            <a:pPr lvl="1" indent="-171450">
              <a:buFont typeface="Courier New" panose="020B0604020202020204" pitchFamily="34" charset="0"/>
              <a:buChar char="o"/>
            </a:pPr>
            <a:endParaRPr lang="en-US" sz="1000" b="1" cap="all" spc="100">
              <a:solidFill>
                <a:srgbClr val="0D0D0D"/>
              </a:solidFill>
              <a:ea typeface="+mn-lt"/>
              <a:cs typeface="+mn-lt"/>
            </a:endParaRPr>
          </a:p>
          <a:p>
            <a:pPr marL="57150" lvl="1"/>
            <a:endParaRPr lang="en-US" sz="1000" b="1" cap="all" spc="100">
              <a:solidFill>
                <a:srgbClr val="0D0D0D"/>
              </a:solidFill>
              <a:ea typeface="+mn-lt"/>
              <a:cs typeface="+mn-lt"/>
            </a:endParaRPr>
          </a:p>
        </p:txBody>
      </p:sp>
      <p:pic>
        <p:nvPicPr>
          <p:cNvPr id="7" name="Picture 6">
            <a:extLst>
              <a:ext uri="{FF2B5EF4-FFF2-40B4-BE49-F238E27FC236}">
                <a16:creationId xmlns:a16="http://schemas.microsoft.com/office/drawing/2014/main" id="{D40BC545-4601-8FE9-8B79-CBCE4F96FFE3}"/>
              </a:ext>
            </a:extLst>
          </p:cNvPr>
          <p:cNvPicPr>
            <a:picLocks noChangeAspect="1"/>
          </p:cNvPicPr>
          <p:nvPr/>
        </p:nvPicPr>
        <p:blipFill>
          <a:blip r:embed="rId3"/>
          <a:srcRect r="3041" b="-1"/>
          <a:stretch>
            <a:fillRect/>
          </a:stretch>
        </p:blipFill>
        <p:spPr>
          <a:xfrm>
            <a:off x="272796" y="233172"/>
            <a:ext cx="4663440" cy="6391656"/>
          </a:xfrm>
          <a:prstGeom prst="rect">
            <a:avLst/>
          </a:prstGeom>
          <a:noFill/>
        </p:spPr>
      </p:pic>
    </p:spTree>
    <p:extLst>
      <p:ext uri="{BB962C8B-B14F-4D97-AF65-F5344CB8AC3E}">
        <p14:creationId xmlns:p14="http://schemas.microsoft.com/office/powerpoint/2010/main" val="2329614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3" name="Rectangle 222">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ptos" panose="02110004020202020204"/>
            </a:endParaRPr>
          </a:p>
        </p:txBody>
      </p:sp>
      <p:sp>
        <p:nvSpPr>
          <p:cNvPr id="215" name="Shape 215"/>
          <p:cNvSpPr>
            <a:spLocks noGrp="1"/>
          </p:cNvSpPr>
          <p:nvPr>
            <p:ph type="title"/>
          </p:nvPr>
        </p:nvSpPr>
        <p:spPr>
          <a:xfrm>
            <a:off x="2004061" y="325370"/>
            <a:ext cx="3276451" cy="1956841"/>
          </a:xfrm>
          <a:prstGeom prst="rect">
            <a:avLst/>
          </a:prstGeom>
        </p:spPr>
        <p:txBody>
          <a:bodyPr vert="horz" lIns="91440" tIns="45720" rIns="91440" bIns="45720" rtlCol="0" anchor="b">
            <a:normAutofit/>
          </a:bodyPr>
          <a:lstStyle/>
          <a:p>
            <a:pPr defTabSz="914400"/>
            <a:r>
              <a:rPr lang="en-US" sz="4300">
                <a:solidFill>
                  <a:schemeClr val="tx1"/>
                </a:solidFill>
              </a:rPr>
              <a:t>Lawyering Skills &amp; Strategies</a:t>
            </a:r>
          </a:p>
        </p:txBody>
      </p:sp>
      <p:sp>
        <p:nvSpPr>
          <p:cNvPr id="225"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04060" y="2586994"/>
            <a:ext cx="2606040" cy="18288"/>
          </a:xfrm>
          <a:custGeom>
            <a:avLst/>
            <a:gdLst>
              <a:gd name="csX0" fmla="*/ 0 w 2606040"/>
              <a:gd name="csY0" fmla="*/ 0 h 18288"/>
              <a:gd name="csX1" fmla="*/ 625450 w 2606040"/>
              <a:gd name="csY1" fmla="*/ 0 h 18288"/>
              <a:gd name="csX2" fmla="*/ 1224839 w 2606040"/>
              <a:gd name="csY2" fmla="*/ 0 h 18288"/>
              <a:gd name="csX3" fmla="*/ 1824228 w 2606040"/>
              <a:gd name="csY3" fmla="*/ 0 h 18288"/>
              <a:gd name="csX4" fmla="*/ 2606040 w 2606040"/>
              <a:gd name="csY4" fmla="*/ 0 h 18288"/>
              <a:gd name="csX5" fmla="*/ 2606040 w 2606040"/>
              <a:gd name="csY5" fmla="*/ 18288 h 18288"/>
              <a:gd name="csX6" fmla="*/ 1902409 w 2606040"/>
              <a:gd name="csY6" fmla="*/ 18288 h 18288"/>
              <a:gd name="csX7" fmla="*/ 1276960 w 2606040"/>
              <a:gd name="csY7" fmla="*/ 18288 h 18288"/>
              <a:gd name="csX8" fmla="*/ 677570 w 2606040"/>
              <a:gd name="csY8" fmla="*/ 18288 h 18288"/>
              <a:gd name="csX9" fmla="*/ 0 w 2606040"/>
              <a:gd name="csY9" fmla="*/ 18288 h 18288"/>
              <a:gd name="csX10" fmla="*/ 0 w 2606040"/>
              <a:gd name="csY1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06040" h="18288" fill="none" extrusionOk="0">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462" y="4771"/>
                  <a:pt x="2606793" y="12323"/>
                  <a:pt x="2606040" y="18288"/>
                </a:cubicBezTo>
                <a:cubicBezTo>
                  <a:pt x="2256758" y="31410"/>
                  <a:pt x="2173673" y="-12878"/>
                  <a:pt x="1902409" y="18288"/>
                </a:cubicBezTo>
                <a:cubicBezTo>
                  <a:pt x="1631145" y="49454"/>
                  <a:pt x="1461378" y="5466"/>
                  <a:pt x="1276960" y="18288"/>
                </a:cubicBezTo>
                <a:cubicBezTo>
                  <a:pt x="1092542" y="31110"/>
                  <a:pt x="890442" y="13213"/>
                  <a:pt x="677570" y="18288"/>
                </a:cubicBezTo>
                <a:cubicBezTo>
                  <a:pt x="464698" y="23364"/>
                  <a:pt x="187648" y="35837"/>
                  <a:pt x="0" y="18288"/>
                </a:cubicBezTo>
                <a:cubicBezTo>
                  <a:pt x="841" y="12879"/>
                  <a:pt x="-726" y="3977"/>
                  <a:pt x="0" y="0"/>
                </a:cubicBezTo>
                <a:close/>
              </a:path>
              <a:path w="2606040" h="18288" stroke="0" extrusionOk="0">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5426" y="8857"/>
                  <a:pt x="2606544" y="13619"/>
                  <a:pt x="2606040" y="18288"/>
                </a:cubicBezTo>
                <a:cubicBezTo>
                  <a:pt x="2393024" y="2241"/>
                  <a:pt x="2191161" y="39259"/>
                  <a:pt x="1980590" y="18288"/>
                </a:cubicBezTo>
                <a:cubicBezTo>
                  <a:pt x="1770019" y="-2683"/>
                  <a:pt x="1476440" y="36114"/>
                  <a:pt x="1276960" y="18288"/>
                </a:cubicBezTo>
                <a:cubicBezTo>
                  <a:pt x="1077480" y="463"/>
                  <a:pt x="880988" y="42125"/>
                  <a:pt x="651510" y="18288"/>
                </a:cubicBezTo>
                <a:cubicBezTo>
                  <a:pt x="422032" y="-5549"/>
                  <a:pt x="130744" y="-1947"/>
                  <a:pt x="0" y="18288"/>
                </a:cubicBezTo>
                <a:cubicBezTo>
                  <a:pt x="-487" y="10816"/>
                  <a:pt x="-839" y="6058"/>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ptos" panose="02110004020202020204"/>
            </a:endParaRPr>
          </a:p>
        </p:txBody>
      </p:sp>
      <p:sp>
        <p:nvSpPr>
          <p:cNvPr id="216" name="Shape 216"/>
          <p:cNvSpPr>
            <a:spLocks noGrp="1"/>
          </p:cNvSpPr>
          <p:nvPr>
            <p:ph type="body" idx="1"/>
          </p:nvPr>
        </p:nvSpPr>
        <p:spPr>
          <a:xfrm>
            <a:off x="2004061" y="2816838"/>
            <a:ext cx="3182691" cy="3320668"/>
          </a:xfrm>
          <a:prstGeom prst="rect">
            <a:avLst/>
          </a:prstGeom>
        </p:spPr>
        <p:txBody>
          <a:bodyPr vert="horz" lIns="91440" tIns="45720" rIns="91440" bIns="45720" rtlCol="0" anchor="t">
            <a:normAutofit/>
          </a:bodyPr>
          <a:lstStyle/>
          <a:p>
            <a:pPr indent="-228600" defTabSz="914400">
              <a:buFont typeface="Arial" panose="020B0604020202020204" pitchFamily="34" charset="0"/>
              <a:buChar char="•"/>
            </a:pPr>
            <a:r>
              <a:rPr lang="en-US" sz="1900" dirty="0">
                <a:highlight>
                  <a:srgbClr val="FFFF00"/>
                </a:highlight>
              </a:rPr>
              <a:t>Legal Analysis –</a:t>
            </a:r>
          </a:p>
          <a:p>
            <a:pPr lvl="1" indent="-228600" defTabSz="914400">
              <a:buFont typeface="Arial" panose="020B0604020202020204" pitchFamily="34" charset="0"/>
              <a:buChar char="•"/>
            </a:pPr>
            <a:r>
              <a:rPr lang="en-US" sz="1600" dirty="0">
                <a:highlight>
                  <a:srgbClr val="FFFF00"/>
                </a:highlight>
              </a:rPr>
              <a:t>What is “The Law”?</a:t>
            </a:r>
          </a:p>
          <a:p>
            <a:pPr lvl="1" indent="-228600" defTabSz="914400">
              <a:buFont typeface="Arial" panose="020B0604020202020204" pitchFamily="34" charset="0"/>
              <a:buChar char="•"/>
            </a:pPr>
            <a:r>
              <a:rPr lang="en-US" sz="1600" dirty="0">
                <a:highlight>
                  <a:srgbClr val="FFFF00"/>
                </a:highlight>
              </a:rPr>
              <a:t>How to Apply the Law to a Set of Facts</a:t>
            </a:r>
          </a:p>
          <a:p>
            <a:pPr indent="-228600" defTabSz="914400">
              <a:buFont typeface="Arial" panose="020B0604020202020204" pitchFamily="34" charset="0"/>
              <a:buChar char="•"/>
            </a:pPr>
            <a:r>
              <a:rPr lang="en-US" sz="1900" dirty="0"/>
              <a:t>Legal Research - How to Find It</a:t>
            </a:r>
          </a:p>
          <a:p>
            <a:pPr indent="-228600" defTabSz="914400">
              <a:buFont typeface="Arial" panose="020B0604020202020204" pitchFamily="34" charset="0"/>
              <a:buChar char="•"/>
            </a:pPr>
            <a:r>
              <a:rPr lang="en-US" sz="1900" dirty="0"/>
              <a:t>Legal Communication -How to Write About It</a:t>
            </a:r>
          </a:p>
          <a:p>
            <a:pPr marL="315028" indent="-228600" defTabSz="914400">
              <a:buFont typeface="Arial" panose="020B0604020202020204" pitchFamily="34" charset="0"/>
              <a:buChar char="•"/>
            </a:pPr>
            <a:endParaRPr lang="en-US" sz="1900" dirty="0"/>
          </a:p>
        </p:txBody>
      </p:sp>
      <p:pic>
        <p:nvPicPr>
          <p:cNvPr id="218" name="Picture 217" descr="Glasses on top of a book">
            <a:extLst>
              <a:ext uri="{FF2B5EF4-FFF2-40B4-BE49-F238E27FC236}">
                <a16:creationId xmlns:a16="http://schemas.microsoft.com/office/drawing/2014/main" id="{7CE83E81-4868-4695-81B8-C0EA93BE9097}"/>
              </a:ext>
            </a:extLst>
          </p:cNvPr>
          <p:cNvPicPr>
            <a:picLocks noChangeAspect="1"/>
          </p:cNvPicPr>
          <p:nvPr/>
        </p:nvPicPr>
        <p:blipFill rotWithShape="1">
          <a:blip r:embed="rId3"/>
          <a:srcRect l="12761" r="37401" b="-1"/>
          <a:stretch>
            <a:fillRect/>
          </a:stretch>
        </p:blipFill>
        <p:spPr>
          <a:xfrm>
            <a:off x="5507777" y="1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E0C85-985C-DBC2-4D60-0DAC19F3E22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EAD1FC5-7224-D5ED-EF50-26A963A22901}"/>
              </a:ext>
            </a:extLst>
          </p:cNvPr>
          <p:cNvSpPr>
            <a:spLocks noGrp="1"/>
          </p:cNvSpPr>
          <p:nvPr>
            <p:ph type="title"/>
          </p:nvPr>
        </p:nvSpPr>
        <p:spPr/>
        <p:txBody>
          <a:bodyPr/>
          <a:lstStyle/>
          <a:p>
            <a:r>
              <a:rPr lang="en-US" dirty="0"/>
              <a:t>Let’s Discuss</a:t>
            </a:r>
          </a:p>
        </p:txBody>
      </p:sp>
      <p:sp>
        <p:nvSpPr>
          <p:cNvPr id="5" name="Content Placeholder 4">
            <a:extLst>
              <a:ext uri="{FF2B5EF4-FFF2-40B4-BE49-F238E27FC236}">
                <a16:creationId xmlns:a16="http://schemas.microsoft.com/office/drawing/2014/main" id="{CFE9D28A-A121-0CA4-BDB8-76E9B83A8061}"/>
              </a:ext>
            </a:extLst>
          </p:cNvPr>
          <p:cNvSpPr>
            <a:spLocks noGrp="1"/>
          </p:cNvSpPr>
          <p:nvPr>
            <p:ph idx="1"/>
          </p:nvPr>
        </p:nvSpPr>
        <p:spPr>
          <a:xfrm>
            <a:off x="838200" y="1650936"/>
            <a:ext cx="10515600" cy="4841939"/>
          </a:xfrm>
        </p:spPr>
        <p:txBody>
          <a:bodyPr>
            <a:normAutofit fontScale="92500" lnSpcReduction="10000"/>
          </a:bodyPr>
          <a:lstStyle/>
          <a:p>
            <a:pPr marL="0" indent="0">
              <a:buNone/>
            </a:pPr>
            <a:r>
              <a:rPr lang="en-US" dirty="0"/>
              <a:t>Which choices of the following best represents a governing rule?</a:t>
            </a:r>
          </a:p>
          <a:p>
            <a:pPr marL="514350" indent="-514350">
              <a:buAutoNum type="alphaUcParenBoth"/>
            </a:pPr>
            <a:r>
              <a:rPr lang="en-US" dirty="0"/>
              <a:t>A defendant’s conduct is extreme and outrageous if the conduct exceeds “all bounds tolerated by decent society.”</a:t>
            </a:r>
          </a:p>
          <a:p>
            <a:pPr marL="514350" indent="-514350">
              <a:buAutoNum type="alphaUcParenBoth"/>
            </a:pPr>
            <a:r>
              <a:rPr lang="en-US" dirty="0"/>
              <a:t>Reversed and remanded with instructions to enter judgment on the verdict as rendered by the jury.</a:t>
            </a:r>
          </a:p>
          <a:p>
            <a:pPr marL="514350" indent="-514350">
              <a:buAutoNum type="alphaUcParenBoth"/>
            </a:pPr>
            <a:r>
              <a:rPr lang="en-US" dirty="0"/>
              <a:t>In North Carolina, a claim for intentional infliction of emotional distress requires that the plaintiff prove that the defendant’s conduct (1) was extreme and outrageous; (2) was intended to cause severe emotional distress; and (3) did cause several emotional distress.</a:t>
            </a:r>
          </a:p>
          <a:p>
            <a:pPr marL="514350" indent="-514350">
              <a:buAutoNum type="alphaUcParenBoth"/>
            </a:pPr>
            <a:r>
              <a:rPr lang="en-US" dirty="0"/>
              <a:t>Defendant’s [acts]. . . all indicate a calculated, persistent plan to disturb, humiliate, harass, and ruin plaintiff for no purpose but defendant's own spiteful satisfaction.</a:t>
            </a:r>
          </a:p>
          <a:p>
            <a:pPr marL="514350" indent="-514350">
              <a:buAutoNum type="alphaUcParenBoth"/>
            </a:pPr>
            <a:endParaRPr lang="en-US" dirty="0"/>
          </a:p>
        </p:txBody>
      </p:sp>
    </p:spTree>
    <p:extLst>
      <p:ext uri="{BB962C8B-B14F-4D97-AF65-F5344CB8AC3E}">
        <p14:creationId xmlns:p14="http://schemas.microsoft.com/office/powerpoint/2010/main" val="455053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2FAB5-173E-CEAB-13D6-D5B29839DBB3}"/>
              </a:ext>
            </a:extLst>
          </p:cNvPr>
          <p:cNvSpPr>
            <a:spLocks noGrp="1"/>
          </p:cNvSpPr>
          <p:nvPr>
            <p:ph type="title"/>
          </p:nvPr>
        </p:nvSpPr>
        <p:spPr>
          <a:xfrm>
            <a:off x="3695700" y="764373"/>
            <a:ext cx="6457950" cy="1293028"/>
          </a:xfrm>
        </p:spPr>
        <p:txBody>
          <a:bodyPr>
            <a:normAutofit/>
          </a:bodyPr>
          <a:lstStyle/>
          <a:p>
            <a:r>
              <a:rPr lang="en-US" dirty="0"/>
              <a:t>Definitions</a:t>
            </a:r>
          </a:p>
        </p:txBody>
      </p:sp>
      <p:graphicFrame>
        <p:nvGraphicFramePr>
          <p:cNvPr id="7" name="Content Placeholder 2">
            <a:extLst>
              <a:ext uri="{FF2B5EF4-FFF2-40B4-BE49-F238E27FC236}">
                <a16:creationId xmlns:a16="http://schemas.microsoft.com/office/drawing/2014/main" id="{1162E4FE-258D-A2E8-9ECA-0D5AF0481565}"/>
              </a:ext>
            </a:extLst>
          </p:cNvPr>
          <p:cNvGraphicFramePr>
            <a:graphicFrameLocks noGrp="1"/>
          </p:cNvGraphicFramePr>
          <p:nvPr>
            <p:ph idx="1"/>
          </p:nvPr>
        </p:nvGraphicFramePr>
        <p:xfrm>
          <a:off x="2038350" y="2441051"/>
          <a:ext cx="8115300" cy="35300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55403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ectangle 11">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BF8012D6-7A04-4B47-BCFD-305E123D68DF}"/>
              </a:ext>
            </a:extLst>
          </p:cNvPr>
          <p:cNvSpPr>
            <a:spLocks noGrp="1"/>
          </p:cNvSpPr>
          <p:nvPr>
            <p:ph type="ctrTitle"/>
          </p:nvPr>
        </p:nvSpPr>
        <p:spPr>
          <a:xfrm>
            <a:off x="3315031" y="1380754"/>
            <a:ext cx="5561938" cy="2513516"/>
          </a:xfrm>
        </p:spPr>
        <p:txBody>
          <a:bodyPr>
            <a:normAutofit/>
          </a:bodyPr>
          <a:lstStyle/>
          <a:p>
            <a:r>
              <a:rPr lang="en-US" dirty="0"/>
              <a:t>Becoming a Legal Writer Exercises</a:t>
            </a:r>
          </a:p>
        </p:txBody>
      </p:sp>
      <p:sp>
        <p:nvSpPr>
          <p:cNvPr id="3" name="Subtitle 2">
            <a:extLst>
              <a:ext uri="{FF2B5EF4-FFF2-40B4-BE49-F238E27FC236}">
                <a16:creationId xmlns:a16="http://schemas.microsoft.com/office/drawing/2014/main" id="{A6FFC6B7-DF3E-4A74-8CEF-1AF668FC0188}"/>
              </a:ext>
            </a:extLst>
          </p:cNvPr>
          <p:cNvSpPr>
            <a:spLocks noGrp="1"/>
          </p:cNvSpPr>
          <p:nvPr>
            <p:ph type="subTitle" idx="1"/>
          </p:nvPr>
        </p:nvSpPr>
        <p:spPr>
          <a:xfrm>
            <a:off x="3315031" y="4076802"/>
            <a:ext cx="5561938" cy="1534587"/>
          </a:xfrm>
        </p:spPr>
        <p:txBody>
          <a:bodyPr>
            <a:normAutofit/>
          </a:bodyPr>
          <a:lstStyle/>
          <a:p>
            <a:r>
              <a:rPr lang="en-US" dirty="0"/>
              <a:t>Exercise 3.3.1</a:t>
            </a:r>
          </a:p>
          <a:p>
            <a:r>
              <a:rPr lang="en-US" dirty="0"/>
              <a:t>Exercise 1.1 (Questions 1-3)</a:t>
            </a:r>
          </a:p>
        </p:txBody>
      </p:sp>
      <p:sp>
        <p:nvSpPr>
          <p:cNvPr id="16" name="Arc 15">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6170"/>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8" name="Oval 17">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0995" y="5310973"/>
            <a:ext cx="705948" cy="6867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348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Freeform: Shape 42">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0246026-1166-B047-930A-4C4982E57A7C}"/>
              </a:ext>
            </a:extLst>
          </p:cNvPr>
          <p:cNvSpPr>
            <a:spLocks noGrp="1"/>
          </p:cNvSpPr>
          <p:nvPr>
            <p:ph type="title"/>
          </p:nvPr>
        </p:nvSpPr>
        <p:spPr>
          <a:xfrm>
            <a:off x="2026693" y="1030406"/>
            <a:ext cx="8147713" cy="3081242"/>
          </a:xfrm>
        </p:spPr>
        <p:txBody>
          <a:bodyPr vert="horz" lIns="91440" tIns="45720" rIns="91440" bIns="45720" rtlCol="0" anchor="ctr">
            <a:normAutofit/>
          </a:bodyPr>
          <a:lstStyle/>
          <a:p>
            <a:pPr algn="ctr"/>
            <a:r>
              <a:rPr lang="en-US" sz="4800" kern="1200" dirty="0">
                <a:solidFill>
                  <a:srgbClr val="FFFFFF"/>
                </a:solidFill>
                <a:latin typeface="+mj-lt"/>
                <a:ea typeface="+mj-ea"/>
                <a:cs typeface="+mj-cs"/>
              </a:rPr>
              <a:t>Welcome to the Law Firm of </a:t>
            </a:r>
            <a:br>
              <a:rPr lang="en-US" sz="4800" kern="1200" dirty="0">
                <a:solidFill>
                  <a:srgbClr val="FFFFFF"/>
                </a:solidFill>
                <a:latin typeface="+mj-lt"/>
                <a:ea typeface="+mj-ea"/>
                <a:cs typeface="+mj-cs"/>
              </a:rPr>
            </a:br>
            <a:r>
              <a:rPr lang="en-US" dirty="0">
                <a:solidFill>
                  <a:schemeClr val="bg1"/>
                </a:solidFill>
              </a:rPr>
              <a:t>Feinstein, Gomez, Reed, and Truskett LLP</a:t>
            </a:r>
            <a:br>
              <a:rPr lang="en-US" dirty="0"/>
            </a:br>
            <a:endParaRPr lang="en-US" sz="4800" kern="1200" dirty="0">
              <a:solidFill>
                <a:srgbClr val="FFFFFF"/>
              </a:solidFill>
              <a:latin typeface="+mj-lt"/>
              <a:ea typeface="+mj-ea"/>
              <a:cs typeface="+mj-cs"/>
            </a:endParaRPr>
          </a:p>
        </p:txBody>
      </p:sp>
      <p:sp>
        <p:nvSpPr>
          <p:cNvPr id="3" name="Text Placeholder 2">
            <a:extLst>
              <a:ext uri="{FF2B5EF4-FFF2-40B4-BE49-F238E27FC236}">
                <a16:creationId xmlns:a16="http://schemas.microsoft.com/office/drawing/2014/main" id="{0AE730EF-C96B-8440-B5B1-8C856338A6D9}"/>
              </a:ext>
            </a:extLst>
          </p:cNvPr>
          <p:cNvSpPr>
            <a:spLocks noGrp="1"/>
          </p:cNvSpPr>
          <p:nvPr>
            <p:ph type="body" idx="1"/>
          </p:nvPr>
        </p:nvSpPr>
        <p:spPr>
          <a:xfrm>
            <a:off x="1559943" y="5171093"/>
            <a:ext cx="9078628" cy="860620"/>
          </a:xfrm>
        </p:spPr>
        <p:txBody>
          <a:bodyPr vert="horz" lIns="91440" tIns="45720" rIns="91440" bIns="45720" rtlCol="0" anchor="ctr">
            <a:normAutofit/>
          </a:bodyPr>
          <a:lstStyle/>
          <a:p>
            <a:pPr algn="ctr"/>
            <a:r>
              <a:rPr lang="en-US" sz="4400" kern="1200" dirty="0">
                <a:solidFill>
                  <a:srgbClr val="FFFFFF"/>
                </a:solidFill>
                <a:latin typeface="+mn-lt"/>
                <a:ea typeface="+mn-ea"/>
                <a:cs typeface="+mn-cs"/>
              </a:rPr>
              <a:t>Serving Clients with Excellence</a:t>
            </a:r>
          </a:p>
        </p:txBody>
      </p:sp>
    </p:spTree>
    <p:extLst>
      <p:ext uri="{BB962C8B-B14F-4D97-AF65-F5344CB8AC3E}">
        <p14:creationId xmlns:p14="http://schemas.microsoft.com/office/powerpoint/2010/main" val="215151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43C48B49-6135-48B6-AC0F-97E5D8D1F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0A7E51-B62F-F00E-D67F-95E7E4A57B81}"/>
              </a:ext>
            </a:extLst>
          </p:cNvPr>
          <p:cNvSpPr>
            <a:spLocks noGrp="1"/>
          </p:cNvSpPr>
          <p:nvPr>
            <p:ph type="title"/>
          </p:nvPr>
        </p:nvSpPr>
        <p:spPr>
          <a:xfrm>
            <a:off x="1329766" y="1146412"/>
            <a:ext cx="9014348" cy="2402006"/>
          </a:xfrm>
        </p:spPr>
        <p:txBody>
          <a:bodyPr vert="horz" lIns="91440" tIns="45720" rIns="91440" bIns="45720" rtlCol="0" anchor="b">
            <a:normAutofit/>
          </a:bodyPr>
          <a:lstStyle/>
          <a:p>
            <a:r>
              <a:rPr lang="en-US" sz="4800" kern="1200">
                <a:solidFill>
                  <a:schemeClr val="tx1"/>
                </a:solidFill>
                <a:latin typeface="+mj-lt"/>
                <a:ea typeface="+mj-ea"/>
                <a:cs typeface="+mj-cs"/>
              </a:rPr>
              <a:t>What have you been asked to analyze?</a:t>
            </a:r>
            <a:endParaRPr lang="en-US" sz="4800" kern="1200" dirty="0">
              <a:solidFill>
                <a:schemeClr val="tx1"/>
              </a:solidFill>
              <a:latin typeface="+mj-lt"/>
              <a:ea typeface="+mj-ea"/>
              <a:cs typeface="+mj-cs"/>
            </a:endParaRPr>
          </a:p>
        </p:txBody>
      </p:sp>
      <p:sp>
        <p:nvSpPr>
          <p:cNvPr id="36" name="Rectangle 35">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 y="4374554"/>
            <a:ext cx="12192007" cy="2483444"/>
          </a:xfrm>
          <a:prstGeom prst="rect">
            <a:avLst/>
          </a:prstGeom>
          <a:gradFill>
            <a:gsLst>
              <a:gs pos="0">
                <a:schemeClr val="accent1">
                  <a:lumMod val="75000"/>
                </a:schemeClr>
              </a:gs>
              <a:gs pos="100000">
                <a:srgbClr val="000000"/>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40655" y="4374554"/>
            <a:ext cx="4051344" cy="2483446"/>
          </a:xfrm>
          <a:prstGeom prst="rect">
            <a:avLst/>
          </a:prstGeom>
          <a:gradFill>
            <a:gsLst>
              <a:gs pos="4000">
                <a:schemeClr val="accent1">
                  <a:alpha val="21000"/>
                </a:schemeClr>
              </a:gs>
              <a:gs pos="83000">
                <a:schemeClr val="accent1">
                  <a:lumMod val="50000"/>
                  <a:alpha val="61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F256AC18-FB41-4977-8B0C-F5082335A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379429"/>
            <a:ext cx="12191984" cy="1953928"/>
          </a:xfrm>
          <a:prstGeom prst="rect">
            <a:avLst/>
          </a:prstGeom>
          <a:gradFill>
            <a:gsLst>
              <a:gs pos="32000">
                <a:schemeClr val="accent1">
                  <a:lumMod val="50000"/>
                  <a:alpha val="0"/>
                </a:schemeClr>
              </a:gs>
              <a:gs pos="100000">
                <a:schemeClr val="accent1">
                  <a:alpha val="5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 y="4380927"/>
            <a:ext cx="12192000" cy="2019443"/>
          </a:xfrm>
          <a:prstGeom prst="rect">
            <a:avLst/>
          </a:prstGeom>
          <a:gradFill>
            <a:gsLst>
              <a:gs pos="32000">
                <a:schemeClr val="accent1">
                  <a:lumMod val="50000"/>
                  <a:alpha val="0"/>
                </a:schemeClr>
              </a:gs>
              <a:gs pos="100000">
                <a:srgbClr val="000000">
                  <a:alpha val="4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26559B41-09FC-41F1-981F-3854FC7BD1D8}"/>
              </a:ext>
            </a:extLst>
          </p:cNvPr>
          <p:cNvSpPr>
            <a:spLocks noGrp="1"/>
          </p:cNvSpPr>
          <p:nvPr>
            <p:ph type="body" idx="1"/>
          </p:nvPr>
        </p:nvSpPr>
        <p:spPr>
          <a:xfrm>
            <a:off x="1329765" y="4892722"/>
            <a:ext cx="8877491" cy="1078173"/>
          </a:xfrm>
        </p:spPr>
        <p:txBody>
          <a:bodyPr vert="horz" lIns="91440" tIns="45720" rIns="91440" bIns="45720" rtlCol="0" anchor="ctr">
            <a:normAutofit/>
          </a:bodyPr>
          <a:lstStyle/>
          <a:p>
            <a:r>
              <a:rPr lang="en-US" sz="3600" kern="1200" dirty="0">
                <a:solidFill>
                  <a:srgbClr val="FFFFFF"/>
                </a:solidFill>
                <a:latin typeface="+mn-lt"/>
                <a:ea typeface="+mn-ea"/>
                <a:cs typeface="+mn-cs"/>
              </a:rPr>
              <a:t>Who is our client?  What is the Issue?    </a:t>
            </a:r>
          </a:p>
        </p:txBody>
      </p:sp>
    </p:spTree>
    <p:extLst>
      <p:ext uri="{BB962C8B-B14F-4D97-AF65-F5344CB8AC3E}">
        <p14:creationId xmlns:p14="http://schemas.microsoft.com/office/powerpoint/2010/main" val="3190125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Magnifying glass and question mark">
            <a:extLst>
              <a:ext uri="{FF2B5EF4-FFF2-40B4-BE49-F238E27FC236}">
                <a16:creationId xmlns:a16="http://schemas.microsoft.com/office/drawing/2014/main" id="{C567E6FA-FB09-3407-A062-0C5DF73DAE7C}"/>
              </a:ext>
            </a:extLst>
          </p:cNvPr>
          <p:cNvPicPr>
            <a:picLocks noChangeAspect="1"/>
          </p:cNvPicPr>
          <p:nvPr/>
        </p:nvPicPr>
        <p:blipFill>
          <a:blip r:embed="rId2"/>
          <a:srcRect/>
          <a:stretch/>
        </p:blipFill>
        <p:spPr>
          <a:xfrm>
            <a:off x="-3047" y="10"/>
            <a:ext cx="12191999" cy="6857990"/>
          </a:xfrm>
          <a:prstGeom prst="rect">
            <a:avLst/>
          </a:prstGeom>
        </p:spPr>
      </p:pic>
      <p:sp>
        <p:nvSpPr>
          <p:cNvPr id="13" name="Rectangle 12">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39201E5A-34CA-4EF8-79E3-D660F4C09C86}"/>
              </a:ext>
            </a:extLst>
          </p:cNvPr>
          <p:cNvSpPr>
            <a:spLocks noGrp="1"/>
          </p:cNvSpPr>
          <p:nvPr>
            <p:ph type="title"/>
          </p:nvPr>
        </p:nvSpPr>
        <p:spPr>
          <a:xfrm>
            <a:off x="1097280" y="325550"/>
            <a:ext cx="100584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5200">
                <a:solidFill>
                  <a:srgbClr val="FFFFFF"/>
                </a:solidFill>
              </a:rPr>
              <a:t>Careful Reading Quiz</a:t>
            </a:r>
          </a:p>
        </p:txBody>
      </p:sp>
      <p:sp>
        <p:nvSpPr>
          <p:cNvPr id="5" name="Text Placeholder 4">
            <a:extLst>
              <a:ext uri="{FF2B5EF4-FFF2-40B4-BE49-F238E27FC236}">
                <a16:creationId xmlns:a16="http://schemas.microsoft.com/office/drawing/2014/main" id="{DD77981F-2A02-403B-C3D2-53BD33041594}"/>
              </a:ext>
            </a:extLst>
          </p:cNvPr>
          <p:cNvSpPr>
            <a:spLocks noGrp="1"/>
          </p:cNvSpPr>
          <p:nvPr>
            <p:ph type="body" idx="1"/>
          </p:nvPr>
        </p:nvSpPr>
        <p:spPr>
          <a:xfrm>
            <a:off x="1100051" y="4072043"/>
            <a:ext cx="10058400" cy="1282707"/>
          </a:xfrm>
          <a:effectLst>
            <a:outerShdw blurRad="50800" dist="38100" dir="2700000" algn="tl" rotWithShape="0">
              <a:prstClr val="black">
                <a:alpha val="40000"/>
              </a:prstClr>
            </a:outerShdw>
          </a:effectLst>
        </p:spPr>
        <p:txBody>
          <a:bodyPr vert="horz" lIns="91440" tIns="45720" rIns="91440" bIns="45720" rtlCol="0">
            <a:normAutofit/>
          </a:bodyPr>
          <a:lstStyle/>
          <a:p>
            <a:pPr algn="ctr"/>
            <a:endParaRPr lang="en-US">
              <a:solidFill>
                <a:srgbClr val="FFFFFF"/>
              </a:solidFill>
            </a:endParaRPr>
          </a:p>
        </p:txBody>
      </p:sp>
    </p:spTree>
    <p:extLst>
      <p:ext uri="{BB962C8B-B14F-4D97-AF65-F5344CB8AC3E}">
        <p14:creationId xmlns:p14="http://schemas.microsoft.com/office/powerpoint/2010/main" val="4059609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4FF86-5457-7CF2-61F4-1D64121C0A7B}"/>
              </a:ext>
            </a:extLst>
          </p:cNvPr>
          <p:cNvSpPr>
            <a:spLocks noGrp="1"/>
          </p:cNvSpPr>
          <p:nvPr>
            <p:ph type="title"/>
          </p:nvPr>
        </p:nvSpPr>
        <p:spPr/>
        <p:txBody>
          <a:bodyPr/>
          <a:lstStyle/>
          <a:p>
            <a:r>
              <a:rPr lang="en-US" dirty="0"/>
              <a:t>Deep Reading</a:t>
            </a:r>
          </a:p>
        </p:txBody>
      </p:sp>
      <p:sp>
        <p:nvSpPr>
          <p:cNvPr id="3" name="Content Placeholder 2">
            <a:extLst>
              <a:ext uri="{FF2B5EF4-FFF2-40B4-BE49-F238E27FC236}">
                <a16:creationId xmlns:a16="http://schemas.microsoft.com/office/drawing/2014/main" id="{89124825-AACF-F585-EEA1-AFD9B68F0B97}"/>
              </a:ext>
            </a:extLst>
          </p:cNvPr>
          <p:cNvSpPr>
            <a:spLocks noGrp="1"/>
          </p:cNvSpPr>
          <p:nvPr>
            <p:ph idx="1"/>
          </p:nvPr>
        </p:nvSpPr>
        <p:spPr/>
        <p:txBody>
          <a:bodyPr>
            <a:normAutofit fontScale="77500" lnSpcReduction="20000"/>
          </a:bodyPr>
          <a:lstStyle/>
          <a:p>
            <a:r>
              <a:rPr lang="en-US" dirty="0"/>
              <a:t>Get Context</a:t>
            </a:r>
          </a:p>
          <a:p>
            <a:r>
              <a:rPr lang="en-US" dirty="0"/>
              <a:t>Skim the Case</a:t>
            </a:r>
          </a:p>
          <a:p>
            <a:r>
              <a:rPr lang="en-US" dirty="0"/>
              <a:t>Close Read the Case</a:t>
            </a:r>
          </a:p>
          <a:p>
            <a:pPr lvl="1"/>
            <a:r>
              <a:rPr lang="en-US" dirty="0"/>
              <a:t>Name</a:t>
            </a:r>
          </a:p>
          <a:p>
            <a:pPr lvl="1"/>
            <a:r>
              <a:rPr lang="en-US" dirty="0"/>
              <a:t>Court </a:t>
            </a:r>
          </a:p>
          <a:p>
            <a:pPr lvl="1"/>
            <a:r>
              <a:rPr lang="en-US" dirty="0"/>
              <a:t>Year of Decision</a:t>
            </a:r>
          </a:p>
          <a:p>
            <a:pPr lvl="1"/>
            <a:r>
              <a:rPr lang="en-US" dirty="0"/>
              <a:t>Parties</a:t>
            </a:r>
          </a:p>
          <a:p>
            <a:pPr lvl="1"/>
            <a:r>
              <a:rPr lang="en-US" dirty="0"/>
              <a:t>Procedural History [if relevant]</a:t>
            </a:r>
          </a:p>
          <a:p>
            <a:pPr lvl="1"/>
            <a:r>
              <a:rPr lang="en-US" dirty="0"/>
              <a:t>Facts [</a:t>
            </a:r>
            <a:r>
              <a:rPr lang="en-US"/>
              <a:t>only legally relevant</a:t>
            </a:r>
            <a:r>
              <a:rPr lang="en-US" dirty="0"/>
              <a:t>]</a:t>
            </a:r>
          </a:p>
          <a:p>
            <a:pPr lvl="1"/>
            <a:r>
              <a:rPr lang="en-US" dirty="0"/>
              <a:t>Issue</a:t>
            </a:r>
          </a:p>
          <a:p>
            <a:pPr lvl="1"/>
            <a:r>
              <a:rPr lang="en-US" dirty="0"/>
              <a:t>Holding</a:t>
            </a:r>
          </a:p>
          <a:p>
            <a:pPr lvl="1"/>
            <a:r>
              <a:rPr lang="en-US" dirty="0"/>
              <a:t>Reasoning</a:t>
            </a:r>
          </a:p>
          <a:p>
            <a:pPr lvl="1"/>
            <a:r>
              <a:rPr lang="en-US" dirty="0"/>
              <a:t>Disposition</a:t>
            </a:r>
          </a:p>
          <a:p>
            <a:pPr lvl="1"/>
            <a:r>
              <a:rPr lang="en-US" dirty="0"/>
              <a:t>Takeaway Rule</a:t>
            </a:r>
          </a:p>
          <a:p>
            <a:r>
              <a:rPr lang="en-US" dirty="0"/>
              <a:t>The sample case brief on page 70-71 is a good example of how to capture the information from your close read</a:t>
            </a:r>
          </a:p>
          <a:p>
            <a:endParaRPr lang="en-US" dirty="0"/>
          </a:p>
        </p:txBody>
      </p:sp>
    </p:spTree>
    <p:extLst>
      <p:ext uri="{BB962C8B-B14F-4D97-AF65-F5344CB8AC3E}">
        <p14:creationId xmlns:p14="http://schemas.microsoft.com/office/powerpoint/2010/main" val="3655503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92179-67A6-7686-9756-05064958E40C}"/>
              </a:ext>
            </a:extLst>
          </p:cNvPr>
          <p:cNvSpPr>
            <a:spLocks noGrp="1"/>
          </p:cNvSpPr>
          <p:nvPr>
            <p:ph type="title"/>
          </p:nvPr>
        </p:nvSpPr>
        <p:spPr>
          <a:xfrm>
            <a:off x="3695700" y="764373"/>
            <a:ext cx="6457950" cy="1293028"/>
          </a:xfrm>
        </p:spPr>
        <p:txBody>
          <a:bodyPr>
            <a:normAutofit/>
          </a:bodyPr>
          <a:lstStyle/>
          <a:p>
            <a:r>
              <a:rPr lang="en-US" sz="2800"/>
              <a:t>Take Away Questions FROM EACH ASSIGNED </a:t>
            </a:r>
            <a:br>
              <a:rPr lang="en-US" sz="2800"/>
            </a:br>
            <a:r>
              <a:rPr lang="en-US" sz="2800"/>
              <a:t>CASE</a:t>
            </a:r>
          </a:p>
        </p:txBody>
      </p:sp>
      <p:graphicFrame>
        <p:nvGraphicFramePr>
          <p:cNvPr id="5" name="Content Placeholder 2">
            <a:extLst>
              <a:ext uri="{FF2B5EF4-FFF2-40B4-BE49-F238E27FC236}">
                <a16:creationId xmlns:a16="http://schemas.microsoft.com/office/drawing/2014/main" id="{11E03704-D92D-C314-3DF3-BF4953F0FE71}"/>
              </a:ext>
            </a:extLst>
          </p:cNvPr>
          <p:cNvGraphicFramePr>
            <a:graphicFrameLocks noGrp="1"/>
          </p:cNvGraphicFramePr>
          <p:nvPr>
            <p:ph idx="1"/>
          </p:nvPr>
        </p:nvGraphicFramePr>
        <p:xfrm>
          <a:off x="2038350" y="2441051"/>
          <a:ext cx="8115300" cy="35300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886551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Person walking up a stairs">
            <a:extLst>
              <a:ext uri="{FF2B5EF4-FFF2-40B4-BE49-F238E27FC236}">
                <a16:creationId xmlns:a16="http://schemas.microsoft.com/office/drawing/2014/main" id="{E6F131C6-919B-38CF-BEBA-54C42885B4C4}"/>
              </a:ext>
            </a:extLst>
          </p:cNvPr>
          <p:cNvPicPr>
            <a:picLocks noChangeAspect="1"/>
          </p:cNvPicPr>
          <p:nvPr/>
        </p:nvPicPr>
        <p:blipFill>
          <a:blip r:embed="rId2"/>
          <a:srcRect t="4365" b="11366"/>
          <a:stretch>
            <a:fillRect/>
          </a:stretch>
        </p:blipFill>
        <p:spPr>
          <a:xfrm>
            <a:off x="20" y="10"/>
            <a:ext cx="12191980" cy="6857990"/>
          </a:xfrm>
          <a:prstGeom prst="rect">
            <a:avLst/>
          </a:prstGeom>
        </p:spPr>
      </p:pic>
      <p:sp useBgFill="1">
        <p:nvSpPr>
          <p:cNvPr id="9" name="Rectangle 8">
            <a:extLst>
              <a:ext uri="{FF2B5EF4-FFF2-40B4-BE49-F238E27FC236}">
                <a16:creationId xmlns:a16="http://schemas.microsoft.com/office/drawing/2014/main" id="{8870DEF6-46A2-D4F8-8BE6-91165D93E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83934" y="1860919"/>
            <a:ext cx="4975280" cy="310864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B5A371-6CDF-89C1-192B-1E8A83CB3688}"/>
              </a:ext>
            </a:extLst>
          </p:cNvPr>
          <p:cNvSpPr>
            <a:spLocks noGrp="1"/>
          </p:cNvSpPr>
          <p:nvPr>
            <p:ph type="title"/>
          </p:nvPr>
        </p:nvSpPr>
        <p:spPr>
          <a:xfrm>
            <a:off x="2090528" y="2299176"/>
            <a:ext cx="4131368" cy="1571164"/>
          </a:xfrm>
        </p:spPr>
        <p:txBody>
          <a:bodyPr vert="horz" lIns="91440" tIns="45720" rIns="91440" bIns="45720" rtlCol="0" anchor="t">
            <a:normAutofit/>
          </a:bodyPr>
          <a:lstStyle/>
          <a:p>
            <a:r>
              <a:rPr lang="en-US" sz="3600" dirty="0"/>
              <a:t>Mustafa and Sobin,</a:t>
            </a:r>
            <a:br>
              <a:rPr lang="en-US" sz="3600" dirty="0"/>
            </a:br>
            <a:r>
              <a:rPr lang="en-US" sz="3600" dirty="0"/>
              <a:t>our precedents</a:t>
            </a:r>
          </a:p>
        </p:txBody>
      </p:sp>
      <p:cxnSp>
        <p:nvCxnSpPr>
          <p:cNvPr id="11" name="Straight Connector 10">
            <a:extLst>
              <a:ext uri="{FF2B5EF4-FFF2-40B4-BE49-F238E27FC236}">
                <a16:creationId xmlns:a16="http://schemas.microsoft.com/office/drawing/2014/main" id="{522632D6-DED9-FDEC-FD9F-09FF0A4544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3170" y="403477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1699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203DE33-2CD4-4CA8-9AF3-37C3B6513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AF57B88-1D4C-41FA-A761-EC1DD10C3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D2548F45-5164-4ABB-8212-7F293FDED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32B15CF9-070A-BB6F-A1C8-2EBE7B627EF0}"/>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7459" b="8278"/>
          <a:stretch>
            <a:fillRect/>
          </a:stretch>
        </p:blipFill>
        <p:spPr>
          <a:xfrm>
            <a:off x="4038599" y="10"/>
            <a:ext cx="8160026" cy="6875809"/>
          </a:xfrm>
          <a:prstGeom prst="rect">
            <a:avLst/>
          </a:prstGeom>
        </p:spPr>
      </p:pic>
      <p:sp>
        <p:nvSpPr>
          <p:cNvPr id="23" name="Freeform: Shape 22">
            <a:extLst>
              <a:ext uri="{FF2B5EF4-FFF2-40B4-BE49-F238E27FC236}">
                <a16:creationId xmlns:a16="http://schemas.microsoft.com/office/drawing/2014/main" id="{5E81CCFB-7BEF-4186-86FB-D09450B4D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9EDB40E-4E7C-37D8-C020-D07F02DA610B}"/>
              </a:ext>
            </a:extLst>
          </p:cNvPr>
          <p:cNvSpPr>
            <a:spLocks noGrp="1"/>
          </p:cNvSpPr>
          <p:nvPr>
            <p:ph type="title"/>
          </p:nvPr>
        </p:nvSpPr>
        <p:spPr>
          <a:xfrm>
            <a:off x="534473" y="2950387"/>
            <a:ext cx="3052293" cy="3531403"/>
          </a:xfrm>
        </p:spPr>
        <p:txBody>
          <a:bodyPr vert="horz" lIns="91440" tIns="45720" rIns="91440" bIns="45720" rtlCol="0" anchor="t">
            <a:normAutofit/>
          </a:bodyPr>
          <a:lstStyle/>
          <a:p>
            <a:pPr algn="r"/>
            <a:r>
              <a:rPr lang="en-US" sz="4000">
                <a:solidFill>
                  <a:srgbClr val="FFFFFF"/>
                </a:solidFill>
              </a:rPr>
              <a:t>Identifying and Extracting Rules </a:t>
            </a:r>
          </a:p>
        </p:txBody>
      </p:sp>
    </p:spTree>
    <p:extLst>
      <p:ext uri="{BB962C8B-B14F-4D97-AF65-F5344CB8AC3E}">
        <p14:creationId xmlns:p14="http://schemas.microsoft.com/office/powerpoint/2010/main" val="2825703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2038350" y="4497082"/>
            <a:ext cx="3143250" cy="1717453"/>
          </a:xfrm>
        </p:spPr>
        <p:txBody>
          <a:bodyPr rtlCol="0">
            <a:normAutofit/>
          </a:bodyPr>
          <a:lstStyle/>
          <a:p>
            <a:pPr>
              <a:defRPr/>
            </a:pPr>
            <a:r>
              <a:rPr lang="en-US" altLang="en-US" sz="3726" b="1" dirty="0">
                <a:ea typeface="ＭＳ Ｐゴシック" pitchFamily="34" charset="-128"/>
              </a:rPr>
              <a:t>Legal Analysis: IRAC</a:t>
            </a:r>
          </a:p>
        </p:txBody>
      </p:sp>
      <p:graphicFrame>
        <p:nvGraphicFramePr>
          <p:cNvPr id="20484" name="Content Placeholder 2">
            <a:extLst>
              <a:ext uri="{FF2B5EF4-FFF2-40B4-BE49-F238E27FC236}">
                <a16:creationId xmlns:a16="http://schemas.microsoft.com/office/drawing/2014/main" id="{0B2A251F-5545-47EA-950C-7426C1FCF8B5}"/>
              </a:ext>
            </a:extLst>
          </p:cNvPr>
          <p:cNvGraphicFramePr>
            <a:graphicFrameLocks noGrp="1"/>
          </p:cNvGraphicFramePr>
          <p:nvPr>
            <p:ph idx="1"/>
          </p:nvPr>
        </p:nvGraphicFramePr>
        <p:xfrm>
          <a:off x="5483604" y="746126"/>
          <a:ext cx="4717670" cy="54477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Arrow: Right 1">
            <a:extLst>
              <a:ext uri="{FF2B5EF4-FFF2-40B4-BE49-F238E27FC236}">
                <a16:creationId xmlns:a16="http://schemas.microsoft.com/office/drawing/2014/main" id="{29E394D9-D916-917D-DECF-F3D8DC9EC795}"/>
              </a:ext>
            </a:extLst>
          </p:cNvPr>
          <p:cNvSpPr/>
          <p:nvPr/>
        </p:nvSpPr>
        <p:spPr>
          <a:xfrm>
            <a:off x="3609975" y="1138136"/>
            <a:ext cx="1845459" cy="34727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83790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10;&#10;Description automatically generated">
            <a:extLst>
              <a:ext uri="{FF2B5EF4-FFF2-40B4-BE49-F238E27FC236}">
                <a16:creationId xmlns:a16="http://schemas.microsoft.com/office/drawing/2014/main" id="{EE23838D-B1F4-5B83-9522-6687B16D8B7F}"/>
              </a:ext>
            </a:extLst>
          </p:cNvPr>
          <p:cNvPicPr>
            <a:picLocks noChangeAspect="1"/>
          </p:cNvPicPr>
          <p:nvPr/>
        </p:nvPicPr>
        <p:blipFill>
          <a:blip r:embed="rId2">
            <a:duotone>
              <a:prstClr val="black"/>
              <a:prstClr val="white"/>
            </a:duotone>
          </a:blip>
          <a:stretch>
            <a:fillRect/>
          </a:stretch>
        </p:blipFill>
        <p:spPr>
          <a:xfrm>
            <a:off x="1142946" y="1054244"/>
            <a:ext cx="9606977" cy="1897377"/>
          </a:xfrm>
          <a:prstGeom prst="rect">
            <a:avLst/>
          </a:prstGeom>
        </p:spPr>
      </p:pic>
      <p:pic>
        <p:nvPicPr>
          <p:cNvPr id="5" name="Picture 4" descr="Graphical user interface, text, application, email&#10;&#10;Description automatically generated">
            <a:extLst>
              <a:ext uri="{FF2B5EF4-FFF2-40B4-BE49-F238E27FC236}">
                <a16:creationId xmlns:a16="http://schemas.microsoft.com/office/drawing/2014/main" id="{063F97AF-BA76-C61A-3EBE-F91FBC5B41CF}"/>
              </a:ext>
            </a:extLst>
          </p:cNvPr>
          <p:cNvPicPr>
            <a:picLocks noChangeAspect="1"/>
          </p:cNvPicPr>
          <p:nvPr/>
        </p:nvPicPr>
        <p:blipFill>
          <a:blip r:embed="rId3">
            <a:duotone>
              <a:prstClr val="black"/>
              <a:prstClr val="white"/>
            </a:duotone>
          </a:blip>
          <a:stretch>
            <a:fillRect/>
          </a:stretch>
        </p:blipFill>
        <p:spPr>
          <a:xfrm>
            <a:off x="1142946" y="3287029"/>
            <a:ext cx="9350322" cy="2127199"/>
          </a:xfrm>
          <a:prstGeom prst="rect">
            <a:avLst/>
          </a:prstGeom>
        </p:spPr>
      </p:pic>
      <p:sp>
        <p:nvSpPr>
          <p:cNvPr id="6" name="TextBox 5">
            <a:extLst>
              <a:ext uri="{FF2B5EF4-FFF2-40B4-BE49-F238E27FC236}">
                <a16:creationId xmlns:a16="http://schemas.microsoft.com/office/drawing/2014/main" id="{FCC48091-EBB2-EC99-8554-4D7499C8082C}"/>
              </a:ext>
            </a:extLst>
          </p:cNvPr>
          <p:cNvSpPr txBox="1"/>
          <p:nvPr/>
        </p:nvSpPr>
        <p:spPr>
          <a:xfrm>
            <a:off x="1804086" y="5968314"/>
            <a:ext cx="8798011" cy="646331"/>
          </a:xfrm>
          <a:prstGeom prst="rect">
            <a:avLst/>
          </a:prstGeom>
          <a:noFill/>
        </p:spPr>
        <p:txBody>
          <a:bodyPr wrap="square" rtlCol="0">
            <a:spAutoFit/>
          </a:bodyPr>
          <a:lstStyle/>
          <a:p>
            <a:pPr algn="ctr"/>
            <a:r>
              <a:rPr lang="en-US" sz="3600" b="1" dirty="0">
                <a:solidFill>
                  <a:schemeClr val="accent2"/>
                </a:solidFill>
              </a:rPr>
              <a:t>Different Legal Writing Paradigms</a:t>
            </a:r>
          </a:p>
        </p:txBody>
      </p:sp>
      <p:sp>
        <p:nvSpPr>
          <p:cNvPr id="2" name="TextBox 1">
            <a:extLst>
              <a:ext uri="{FF2B5EF4-FFF2-40B4-BE49-F238E27FC236}">
                <a16:creationId xmlns:a16="http://schemas.microsoft.com/office/drawing/2014/main" id="{B2935ABC-74FD-CACF-9F46-0976E3DDA506}"/>
              </a:ext>
            </a:extLst>
          </p:cNvPr>
          <p:cNvSpPr txBox="1"/>
          <p:nvPr/>
        </p:nvSpPr>
        <p:spPr>
          <a:xfrm rot="19913438">
            <a:off x="6793441" y="1810442"/>
            <a:ext cx="5468619" cy="1446550"/>
          </a:xfrm>
          <a:prstGeom prst="rect">
            <a:avLst/>
          </a:prstGeom>
          <a:noFill/>
        </p:spPr>
        <p:txBody>
          <a:bodyPr wrap="square" rtlCol="0">
            <a:spAutoFit/>
          </a:bodyPr>
          <a:lstStyle/>
          <a:p>
            <a:r>
              <a:rPr lang="en-US" sz="8800" dirty="0">
                <a:solidFill>
                  <a:srgbClr val="FF0000"/>
                </a:solidFill>
              </a:rPr>
              <a:t>PREVIEW</a:t>
            </a:r>
          </a:p>
        </p:txBody>
      </p:sp>
    </p:spTree>
    <p:extLst>
      <p:ext uri="{BB962C8B-B14F-4D97-AF65-F5344CB8AC3E}">
        <p14:creationId xmlns:p14="http://schemas.microsoft.com/office/powerpoint/2010/main" val="2777436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203DE33-2CD4-4CA8-9AF3-37C3B6513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AF57B88-1D4C-41FA-A761-EC1DD10C3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2548F45-5164-4ABB-8212-7F293FDED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lass ball on a blue surface">
            <a:extLst>
              <a:ext uri="{FF2B5EF4-FFF2-40B4-BE49-F238E27FC236}">
                <a16:creationId xmlns:a16="http://schemas.microsoft.com/office/drawing/2014/main" id="{0EA7E8AB-5124-621A-D42D-9F437C7F9263}"/>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251" r="22983"/>
          <a:stretch>
            <a:fillRect/>
          </a:stretch>
        </p:blipFill>
        <p:spPr>
          <a:xfrm>
            <a:off x="4038599" y="10"/>
            <a:ext cx="8160026" cy="6875809"/>
          </a:xfrm>
          <a:prstGeom prst="rect">
            <a:avLst/>
          </a:prstGeom>
        </p:spPr>
      </p:pic>
      <p:sp>
        <p:nvSpPr>
          <p:cNvPr id="18" name="Freeform: Shape 17">
            <a:extLst>
              <a:ext uri="{FF2B5EF4-FFF2-40B4-BE49-F238E27FC236}">
                <a16:creationId xmlns:a16="http://schemas.microsoft.com/office/drawing/2014/main" id="{5E81CCFB-7BEF-4186-86FB-D09450B4D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itle 3">
            <a:extLst>
              <a:ext uri="{FF2B5EF4-FFF2-40B4-BE49-F238E27FC236}">
                <a16:creationId xmlns:a16="http://schemas.microsoft.com/office/drawing/2014/main" id="{18BA8EDA-D41F-2C5C-4F70-413C99FE6A23}"/>
              </a:ext>
              <a:ext uri="{C183D7F6-B498-43B3-948B-1728B52AA6E4}">
                <adec:decorative xmlns:adec="http://schemas.microsoft.com/office/drawing/2017/decorative" val="1"/>
              </a:ext>
            </a:extLst>
          </p:cNvPr>
          <p:cNvSpPr>
            <a:spLocks noGrp="1"/>
          </p:cNvSpPr>
          <p:nvPr>
            <p:ph type="title"/>
          </p:nvPr>
        </p:nvSpPr>
        <p:spPr>
          <a:xfrm>
            <a:off x="534473" y="2950387"/>
            <a:ext cx="3052293" cy="3531403"/>
          </a:xfrm>
        </p:spPr>
        <p:txBody>
          <a:bodyPr vert="horz" lIns="91440" tIns="45720" rIns="91440" bIns="45720" rtlCol="0" anchor="t">
            <a:normAutofit/>
          </a:bodyPr>
          <a:lstStyle/>
          <a:p>
            <a:pPr algn="r"/>
            <a:r>
              <a:rPr lang="en-US" sz="4000" dirty="0">
                <a:solidFill>
                  <a:srgbClr val="FFFFFF"/>
                </a:solidFill>
              </a:rPr>
              <a:t>How do we make a prediction based on past cases?  </a:t>
            </a:r>
          </a:p>
        </p:txBody>
      </p:sp>
      <p:sp>
        <p:nvSpPr>
          <p:cNvPr id="5" name="Text Placeholder 4">
            <a:extLst>
              <a:ext uri="{FF2B5EF4-FFF2-40B4-BE49-F238E27FC236}">
                <a16:creationId xmlns:a16="http://schemas.microsoft.com/office/drawing/2014/main" id="{A8E544F6-069D-7D52-BF46-44873388A18F}"/>
              </a:ext>
            </a:extLst>
          </p:cNvPr>
          <p:cNvSpPr>
            <a:spLocks noGrp="1"/>
          </p:cNvSpPr>
          <p:nvPr>
            <p:ph type="body" idx="1"/>
          </p:nvPr>
        </p:nvSpPr>
        <p:spPr>
          <a:xfrm>
            <a:off x="777922" y="743803"/>
            <a:ext cx="2808844" cy="1382392"/>
          </a:xfrm>
        </p:spPr>
        <p:txBody>
          <a:bodyPr vert="horz" lIns="91440" tIns="45720" rIns="91440" bIns="45720" rtlCol="0" anchor="b">
            <a:normAutofit/>
          </a:bodyPr>
          <a:lstStyle/>
          <a:p>
            <a:pPr algn="r"/>
            <a:endParaRPr lang="en-US" sz="2000">
              <a:solidFill>
                <a:srgbClr val="FFFFFF"/>
              </a:solidFill>
            </a:endParaRPr>
          </a:p>
        </p:txBody>
      </p:sp>
    </p:spTree>
    <p:extLst>
      <p:ext uri="{BB962C8B-B14F-4D97-AF65-F5344CB8AC3E}">
        <p14:creationId xmlns:p14="http://schemas.microsoft.com/office/powerpoint/2010/main" val="21218084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5" name="Freeform: Shape 54">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9" name="Graphic 8" descr="Closed Book">
            <a:extLst>
              <a:ext uri="{FF2B5EF4-FFF2-40B4-BE49-F238E27FC236}">
                <a16:creationId xmlns:a16="http://schemas.microsoft.com/office/drawing/2014/main" id="{22F1ECD2-0AFB-BC6F-76BD-F606E73935B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541053" y="953955"/>
            <a:ext cx="4777381" cy="477738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56" name="Arc 55">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03B88390-FDCB-94E4-2E4A-56579D2DBF53}"/>
              </a:ext>
            </a:extLst>
          </p:cNvPr>
          <p:cNvSpPr>
            <a:spLocks noGrp="1"/>
          </p:cNvSpPr>
          <p:nvPr>
            <p:ph type="title"/>
          </p:nvPr>
        </p:nvSpPr>
        <p:spPr>
          <a:xfrm>
            <a:off x="838201" y="479493"/>
            <a:ext cx="5257800" cy="1325563"/>
          </a:xfrm>
        </p:spPr>
        <p:txBody>
          <a:bodyPr>
            <a:normAutofit/>
          </a:bodyPr>
          <a:lstStyle/>
          <a:p>
            <a:r>
              <a:rPr lang="en-US"/>
              <a:t>For Tuesday:</a:t>
            </a:r>
          </a:p>
        </p:txBody>
      </p:sp>
      <p:sp>
        <p:nvSpPr>
          <p:cNvPr id="42" name="Content Placeholder 4">
            <a:extLst>
              <a:ext uri="{FF2B5EF4-FFF2-40B4-BE49-F238E27FC236}">
                <a16:creationId xmlns:a16="http://schemas.microsoft.com/office/drawing/2014/main" id="{B4BCB9A1-74BA-9235-7774-086B8B27B2F4}"/>
              </a:ext>
            </a:extLst>
          </p:cNvPr>
          <p:cNvSpPr>
            <a:spLocks noGrp="1"/>
          </p:cNvSpPr>
          <p:nvPr>
            <p:ph idx="1"/>
          </p:nvPr>
        </p:nvSpPr>
        <p:spPr>
          <a:xfrm>
            <a:off x="838201" y="1984443"/>
            <a:ext cx="5257800" cy="4192520"/>
          </a:xfrm>
        </p:spPr>
        <p:txBody>
          <a:bodyPr>
            <a:normAutofit fontScale="92500" lnSpcReduction="20000"/>
          </a:bodyPr>
          <a:lstStyle/>
          <a:p>
            <a:r>
              <a:rPr lang="en-US" sz="2000" dirty="0"/>
              <a:t>Firm 4 members send me a PPT slide by 2 p.m. Monday, 8/31</a:t>
            </a:r>
          </a:p>
          <a:p>
            <a:r>
              <a:rPr lang="en-US" sz="2000" dirty="0"/>
              <a:t>Read BLW Ch. 5; in lieu of Ch. 5 exercises, complete a case chart for Mustafa and Sobin</a:t>
            </a:r>
          </a:p>
          <a:p>
            <a:r>
              <a:rPr lang="en-US" sz="2000" b="1" dirty="0"/>
              <a:t>Mandatory 1L Research Lab, Tuesday, 9/1 (12</a:t>
            </a:r>
            <a:r>
              <a:rPr lang="en-US" sz="2000" b="1" dirty="0">
                <a:sym typeface="Wingdings" panose="05000000000000000000" pitchFamily="2" charset="2"/>
              </a:rPr>
              <a:t>:00 p.m. –Room 102A)</a:t>
            </a:r>
            <a:endParaRPr lang="en-US" sz="2000" b="1" dirty="0"/>
          </a:p>
          <a:p>
            <a:r>
              <a:rPr lang="en-US" sz="2000" b="1" dirty="0"/>
              <a:t>Complete Legal Research Modules 0.1-0.4 by 5:00 p.m. Tuesday, 9/1</a:t>
            </a:r>
          </a:p>
          <a:p>
            <a:r>
              <a:rPr lang="en-US" sz="2000" dirty="0"/>
              <a:t>Bring Bluebook to class, and make sure you have registered for LEXIS so you can access the ICW platform.</a:t>
            </a:r>
            <a:r>
              <a:rPr lang="en-US" sz="2000" b="1" dirty="0"/>
              <a:t> </a:t>
            </a:r>
          </a:p>
          <a:p>
            <a:pPr lvl="1"/>
            <a:r>
              <a:rPr lang="en-US" sz="1600" dirty="0"/>
              <a:t>Starting in week 2, you will often need your Bluebook in class, as we will have citation practice regularly, even if not the main topic of the day. ICW Setup Guide in Student Resources on Canvas</a:t>
            </a:r>
          </a:p>
          <a:p>
            <a:pPr lvl="1"/>
            <a:r>
              <a:rPr lang="en-US" sz="1600" b="1" dirty="0"/>
              <a:t>(ICW Exercises 1 (questions: ALL except 9) and 2 (questions: 1-10 ) by Sunday, 9/6 at 5:00 p.m. </a:t>
            </a:r>
          </a:p>
          <a:p>
            <a:endParaRPr lang="en-US" sz="2000" dirty="0"/>
          </a:p>
        </p:txBody>
      </p:sp>
    </p:spTree>
    <p:extLst>
      <p:ext uri="{BB962C8B-B14F-4D97-AF65-F5344CB8AC3E}">
        <p14:creationId xmlns:p14="http://schemas.microsoft.com/office/powerpoint/2010/main" val="27375048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F8FF0-7EC0-9144-B878-AB4A7F21136F}"/>
              </a:ext>
            </a:extLst>
          </p:cNvPr>
          <p:cNvSpPr>
            <a:spLocks noGrp="1"/>
          </p:cNvSpPr>
          <p:nvPr>
            <p:ph type="ctrTitle"/>
          </p:nvPr>
        </p:nvSpPr>
        <p:spPr>
          <a:xfrm>
            <a:off x="658366" y="3695068"/>
            <a:ext cx="7052937" cy="2511111"/>
          </a:xfrm>
        </p:spPr>
        <p:txBody>
          <a:bodyPr vert="horz" wrap="none" lIns="91440" tIns="45720" rIns="91440" bIns="45720" rtlCol="0" anchor="t">
            <a:normAutofit/>
          </a:bodyPr>
          <a:lstStyle/>
          <a:p>
            <a:pPr algn="r"/>
            <a:r>
              <a:rPr lang="en-US" sz="3600" dirty="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rPr>
              <a:t>How do you manage stress or</a:t>
            </a:r>
            <a:br>
              <a:rPr lang="en-US" sz="3600" dirty="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rPr>
            </a:br>
            <a:r>
              <a:rPr lang="en-US" sz="3600" dirty="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rPr>
              <a:t> high-pressure circumstances?</a:t>
            </a:r>
            <a:br>
              <a:rPr lang="en-US" sz="3600" dirty="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rPr>
            </a:br>
            <a:r>
              <a:rPr lang="en-US" sz="3600" dirty="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rPr>
              <a:t>What are your coping mechanisms? </a:t>
            </a:r>
          </a:p>
        </p:txBody>
      </p:sp>
      <p:sp>
        <p:nvSpPr>
          <p:cNvPr id="9" name="Title 1">
            <a:extLst>
              <a:ext uri="{FF2B5EF4-FFF2-40B4-BE49-F238E27FC236}">
                <a16:creationId xmlns:a16="http://schemas.microsoft.com/office/drawing/2014/main" id="{1C5A0392-8060-4B23-B943-B8D86D735DB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77678" y="2627791"/>
            <a:ext cx="6235148" cy="3592034"/>
          </a:xfrm>
          <a:prstGeom prst="rect">
            <a:avLst/>
          </a:prstGeom>
        </p:spPr>
        <p:txBody>
          <a:bodyPr vert="horz" wrap="none" lIns="91440" tIns="45720" rIns="91440" bIns="45720" rtlCol="0" anchor="t">
            <a:normAutofit/>
          </a:bodyPr>
          <a:lstStyle>
            <a:lvl1pPr algn="r" defTabSz="914400" rtl="0" eaLnBrk="1" latinLnBrk="0" hangingPunct="1">
              <a:lnSpc>
                <a:spcPct val="90000"/>
              </a:lnSpc>
              <a:spcBef>
                <a:spcPct val="0"/>
              </a:spcBef>
              <a:buNone/>
              <a:defRPr sz="9600" b="0" kern="120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ea typeface="+mj-ea"/>
                <a:cs typeface="+mj-cs"/>
              </a:defRPr>
            </a:lvl1pPr>
          </a:lstStyle>
          <a:p>
            <a:pPr marL="0" marR="0" lvl="0" indent="0" algn="r" defTabSz="914400" rtl="0" eaLnBrk="1" fontAlgn="auto" latinLnBrk="0" hangingPunct="1">
              <a:lnSpc>
                <a:spcPct val="90000"/>
              </a:lnSpc>
              <a:spcBef>
                <a:spcPct val="0"/>
              </a:spcBef>
              <a:spcAft>
                <a:spcPts val="0"/>
              </a:spcAft>
              <a:buClrTx/>
              <a:buSzTx/>
              <a:buFontTx/>
              <a:buNone/>
              <a:tabLst/>
              <a:defRPr/>
            </a:pPr>
            <a:endParaRPr kumimoji="0" lang="en-US" sz="9600" b="0" i="0" u="none" strike="noStrike" kern="1200" cap="none" spc="-300" normalizeH="0" baseline="0" noProof="0" dirty="0">
              <a:ln>
                <a:noFill/>
              </a:ln>
              <a:gradFill flip="none" rotWithShape="1">
                <a:gsLst>
                  <a:gs pos="32000">
                    <a:prstClr val="white">
                      <a:lumMod val="89000"/>
                    </a:prstClr>
                  </a:gs>
                  <a:gs pos="0">
                    <a:prstClr val="black">
                      <a:lumMod val="41000"/>
                      <a:lumOff val="59000"/>
                    </a:prstClr>
                  </a:gs>
                  <a:gs pos="100000">
                    <a:srgbClr val="94D7E4">
                      <a:lumMod val="0"/>
                      <a:lumOff val="100000"/>
                    </a:srgbClr>
                  </a:gs>
                </a:gsLst>
                <a:lin ang="8100000" scaled="1"/>
                <a:tileRect/>
              </a:gradFill>
              <a:effectLst>
                <a:outerShdw blurRad="469900" dist="342900" dir="5400000" sy="-20000" rotWithShape="0">
                  <a:prstClr val="black"/>
                </a:outerShdw>
              </a:effectLst>
              <a:uLnTx/>
              <a:uFillTx/>
              <a:latin typeface="Corbel" panose="020B0503020204020204"/>
              <a:ea typeface="+mj-ea"/>
              <a:cs typeface="+mj-cs"/>
            </a:endParaRPr>
          </a:p>
        </p:txBody>
      </p:sp>
      <p:sp>
        <p:nvSpPr>
          <p:cNvPr id="11" name="Rounded Rectangle 18">
            <a:extLst>
              <a:ext uri="{FF2B5EF4-FFF2-40B4-BE49-F238E27FC236}">
                <a16:creationId xmlns:a16="http://schemas.microsoft.com/office/drawing/2014/main" id="{BB2618B7-2777-4789-9442-B1B6023A97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95939" y="1331843"/>
            <a:ext cx="3352598" cy="4437812"/>
          </a:xfrm>
          <a:prstGeom prst="roundRect">
            <a:avLst>
              <a:gd name="adj" fmla="val 2028"/>
            </a:avLst>
          </a:prstGeom>
          <a:solidFill>
            <a:schemeClr val="tx1"/>
          </a:solidFill>
          <a:ln>
            <a:solidFill>
              <a:schemeClr val="accent1">
                <a:shade val="50000"/>
              </a:schemeClr>
            </a:solidFill>
          </a:ln>
          <a:effectLst>
            <a:innerShdw blurRad="127000" dist="12700">
              <a:prstClr val="black"/>
            </a:innerShdw>
            <a:reflection blurRad="6350" stA="52000" endA="300" endPos="20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pic>
        <p:nvPicPr>
          <p:cNvPr id="4" name="Picture 3" descr="A screenshot of a cell phone&#10;&#10;Description automatically generated">
            <a:extLst>
              <a:ext uri="{FF2B5EF4-FFF2-40B4-BE49-F238E27FC236}">
                <a16:creationId xmlns:a16="http://schemas.microsoft.com/office/drawing/2014/main" id="{CDB2FD15-DBD8-884C-B7AB-35F423F2AE68}"/>
              </a:ext>
            </a:extLst>
          </p:cNvPr>
          <p:cNvPicPr>
            <a:picLocks noChangeAspect="1"/>
          </p:cNvPicPr>
          <p:nvPr/>
        </p:nvPicPr>
        <p:blipFill rotWithShape="1">
          <a:blip r:embed="rId3"/>
          <a:srcRect l="14700" r="14764" b="-2"/>
          <a:stretch/>
        </p:blipFill>
        <p:spPr>
          <a:xfrm>
            <a:off x="8530224" y="1648107"/>
            <a:ext cx="2684029" cy="3805284"/>
          </a:xfrm>
          <a:prstGeom prst="rect">
            <a:avLst/>
          </a:prstGeom>
        </p:spPr>
      </p:pic>
    </p:spTree>
    <p:extLst>
      <p:ext uri="{BB962C8B-B14F-4D97-AF65-F5344CB8AC3E}">
        <p14:creationId xmlns:p14="http://schemas.microsoft.com/office/powerpoint/2010/main" val="38639855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3.xml><?xml version="1.0" encoding="utf-8"?>
<a:theme xmlns:a="http://schemas.openxmlformats.org/drawingml/2006/main" name="Depth">
  <a:themeElements>
    <a:clrScheme name="TM77929380">
      <a:dk1>
        <a:srgbClr val="000000"/>
      </a:dk1>
      <a:lt1>
        <a:srgbClr val="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7929380_win32_SD_v4" id="{FF6791CE-8A46-4E30-BBEB-5F2323043503}" vid="{107E73D9-B12F-464E-997E-142EF795861C}"/>
    </a:ext>
  </a:extLst>
</a:theme>
</file>

<file path=ppt/theme/theme4.xml><?xml version="1.0" encoding="utf-8"?>
<a:theme xmlns:a="http://schemas.openxmlformats.org/drawingml/2006/main" name="Solace">
  <a:themeElements>
    <a:clrScheme name="Custom 2">
      <a:dk1>
        <a:srgbClr val="000000"/>
      </a:dk1>
      <a:lt1>
        <a:srgbClr val="FFFFFF"/>
      </a:lt1>
      <a:dk2>
        <a:srgbClr val="0B2627"/>
      </a:dk2>
      <a:lt2>
        <a:srgbClr val="DAE3E3"/>
      </a:lt2>
      <a:accent1>
        <a:srgbClr val="858A66"/>
      </a:accent1>
      <a:accent2>
        <a:srgbClr val="DACCE0"/>
      </a:accent2>
      <a:accent3>
        <a:srgbClr val="ADBEBF"/>
      </a:accent3>
      <a:accent4>
        <a:srgbClr val="E0B775"/>
      </a:accent4>
      <a:accent5>
        <a:srgbClr val="BA6F50"/>
      </a:accent5>
      <a:accent6>
        <a:srgbClr val="D0BB9E"/>
      </a:accent6>
      <a:hlink>
        <a:srgbClr val="698289"/>
      </a:hlink>
      <a:folHlink>
        <a:srgbClr val="9F7C8F"/>
      </a:folHlink>
    </a:clrScheme>
    <a:fontScheme name="Custom 63">
      <a:majorFont>
        <a:latin typeface="Bata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ace_Copilot Layouts_win32_KO_V7" id="{158F8A01-2E5F-4A07-81BB-FE4F3C72D79D}" vid="{30D5BA39-8B68-4632-B62A-F659D871A1DC}"/>
    </a:ext>
  </a:extLst>
</a:theme>
</file>

<file path=ppt/theme/theme5.xml><?xml version="1.0" encoding="utf-8"?>
<a:theme xmlns:a="http://schemas.openxmlformats.org/drawingml/2006/main" name="1_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6.xml><?xml version="1.0" encoding="utf-8"?>
<a:theme xmlns:a="http://schemas.openxmlformats.org/drawingml/2006/main" name="1_Office Theme">
  <a:themeElements>
    <a:clrScheme name="Custom 6">
      <a:dk1>
        <a:sysClr val="windowText" lastClr="000000"/>
      </a:dk1>
      <a:lt1>
        <a:sysClr val="window" lastClr="FFFFFF"/>
      </a:lt1>
      <a:dk2>
        <a:srgbClr val="323232"/>
      </a:dk2>
      <a:lt2>
        <a:srgbClr val="E5C243"/>
      </a:lt2>
      <a:accent1>
        <a:srgbClr val="FF0000"/>
      </a:accent1>
      <a:accent2>
        <a:srgbClr val="FF0000"/>
      </a:accent2>
      <a:accent3>
        <a:srgbClr val="FF0000"/>
      </a:accent3>
      <a:accent4>
        <a:srgbClr val="FF0000"/>
      </a:accent4>
      <a:accent5>
        <a:srgbClr val="FF0000"/>
      </a:accent5>
      <a:accent6>
        <a:srgbClr val="FF0000"/>
      </a:accent6>
      <a:hlink>
        <a:srgbClr val="6B9F25"/>
      </a:hlink>
      <a:folHlink>
        <a:srgbClr val="B26B0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B55F1566C90444DA95190D80944321B" ma:contentTypeVersion="13" ma:contentTypeDescription="Create a new document." ma:contentTypeScope="" ma:versionID="ae4be2303c69ae92ed0ace33973dab81">
  <xsd:schema xmlns:xsd="http://www.w3.org/2001/XMLSchema" xmlns:xs="http://www.w3.org/2001/XMLSchema" xmlns:p="http://schemas.microsoft.com/office/2006/metadata/properties" xmlns:ns3="fa9ac6ae-8848-4781-8d91-7fafea72f5be" xmlns:ns4="1bdabcf1-1112-432f-be14-5a8ac83ab1b7" targetNamespace="http://schemas.microsoft.com/office/2006/metadata/properties" ma:root="true" ma:fieldsID="164c941e6c84598f9a7f20190bdc2bfb" ns3:_="" ns4:_="">
    <xsd:import namespace="fa9ac6ae-8848-4781-8d91-7fafea72f5be"/>
    <xsd:import namespace="1bdabcf1-1112-432f-be14-5a8ac83ab1b7"/>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9ac6ae-8848-4781-8d91-7fafea72f5b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bdabcf1-1112-432f-be14-5a8ac83ab1b7"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8D297A6-20AD-4902-809E-19662ADE311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a9ac6ae-8848-4781-8d91-7fafea72f5be"/>
    <ds:schemaRef ds:uri="1bdabcf1-1112-432f-be14-5a8ac83ab1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3DAA7DB-C328-430B-96C8-D9D35A219764}">
  <ds:schemaRefs>
    <ds:schemaRef ds:uri="http://schemas.microsoft.com/sharepoint/v3/contenttype/forms"/>
  </ds:schemaRefs>
</ds:datastoreItem>
</file>

<file path=customXml/itemProps3.xml><?xml version="1.0" encoding="utf-8"?>
<ds:datastoreItem xmlns:ds="http://schemas.openxmlformats.org/officeDocument/2006/customXml" ds:itemID="{3CCD00A8-C468-4772-B530-61D74E35246E}">
  <ds:schemaRefs>
    <ds:schemaRef ds:uri="http://schemas.openxmlformats.org/package/2006/metadata/core-properties"/>
    <ds:schemaRef ds:uri="http://purl.org/dc/terms/"/>
    <ds:schemaRef ds:uri="http://purl.org/dc/dcmitype/"/>
    <ds:schemaRef ds:uri="http://schemas.microsoft.com/office/2006/documentManagement/types"/>
    <ds:schemaRef ds:uri="http://schemas.microsoft.com/office/infopath/2007/PartnerControls"/>
    <ds:schemaRef ds:uri="fa9ac6ae-8848-4781-8d91-7fafea72f5be"/>
    <ds:schemaRef ds:uri="http://www.w3.org/XML/1998/namespace"/>
    <ds:schemaRef ds:uri="http://purl.org/dc/elements/1.1/"/>
    <ds:schemaRef ds:uri="1bdabcf1-1112-432f-be14-5a8ac83ab1b7"/>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Integral</Template>
  <TotalTime>10239</TotalTime>
  <Words>925</Words>
  <Application>Microsoft Office PowerPoint</Application>
  <PresentationFormat>Widescreen</PresentationFormat>
  <Paragraphs>100</Paragraphs>
  <Slides>21</Slides>
  <Notes>4</Notes>
  <HiddenSlides>0</HiddenSlides>
  <MMClips>0</MMClips>
  <ScaleCrop>false</ScaleCrop>
  <HeadingPairs>
    <vt:vector size="6" baseType="variant">
      <vt:variant>
        <vt:lpstr>Fonts Used</vt:lpstr>
      </vt:variant>
      <vt:variant>
        <vt:i4>13</vt:i4>
      </vt:variant>
      <vt:variant>
        <vt:lpstr>Theme</vt:lpstr>
      </vt:variant>
      <vt:variant>
        <vt:i4>6</vt:i4>
      </vt:variant>
      <vt:variant>
        <vt:lpstr>Slide Titles</vt:lpstr>
      </vt:variant>
      <vt:variant>
        <vt:i4>21</vt:i4>
      </vt:variant>
    </vt:vector>
  </HeadingPairs>
  <TitlesOfParts>
    <vt:vector size="40" baseType="lpstr">
      <vt:lpstr>Batang</vt:lpstr>
      <vt:lpstr>ＭＳ Ｐゴシック</vt:lpstr>
      <vt:lpstr>Aptos</vt:lpstr>
      <vt:lpstr>Aptos Display</vt:lpstr>
      <vt:lpstr>Arial</vt:lpstr>
      <vt:lpstr>Avenir Next LT Pro Light</vt:lpstr>
      <vt:lpstr>Calibri</vt:lpstr>
      <vt:lpstr>Calibri Light</vt:lpstr>
      <vt:lpstr>Century Gothic</vt:lpstr>
      <vt:lpstr>Century Schoolbook</vt:lpstr>
      <vt:lpstr>Corbel</vt:lpstr>
      <vt:lpstr>Courier New</vt:lpstr>
      <vt:lpstr>Wingdings</vt:lpstr>
      <vt:lpstr>Office Theme</vt:lpstr>
      <vt:lpstr>Vapor Trail</vt:lpstr>
      <vt:lpstr>Depth</vt:lpstr>
      <vt:lpstr>Solace</vt:lpstr>
      <vt:lpstr>1_Depth</vt:lpstr>
      <vt:lpstr>1_Office Theme</vt:lpstr>
      <vt:lpstr>Warm Up – Sign the Attendance Sheet and Consider the Question Below</vt:lpstr>
      <vt:lpstr>Today’s Class</vt:lpstr>
      <vt:lpstr>PowerPoint Presentation</vt:lpstr>
      <vt:lpstr>Madeline (maddy) Kampes</vt:lpstr>
      <vt:lpstr>PowerPoint Presentation</vt:lpstr>
      <vt:lpstr>Lawyering Skills &amp; Strategies</vt:lpstr>
      <vt:lpstr>Let’s Discuss</vt:lpstr>
      <vt:lpstr>Definitions</vt:lpstr>
      <vt:lpstr>Becoming a Legal Writer Exercises</vt:lpstr>
      <vt:lpstr>Welcome to the Law Firm of  Feinstein, Gomez, Reed, and Truskett LLP </vt:lpstr>
      <vt:lpstr>What have you been asked to analyze?</vt:lpstr>
      <vt:lpstr>Careful Reading Quiz</vt:lpstr>
      <vt:lpstr>Deep Reading</vt:lpstr>
      <vt:lpstr>Take Away Questions FROM EACH ASSIGNED  CASE</vt:lpstr>
      <vt:lpstr>Mustafa and Sobin, our precedents</vt:lpstr>
      <vt:lpstr>Identifying and Extracting Rules </vt:lpstr>
      <vt:lpstr>Legal Analysis: IRAC</vt:lpstr>
      <vt:lpstr>PowerPoint Presentation</vt:lpstr>
      <vt:lpstr>How do we make a prediction based on past cases?  </vt:lpstr>
      <vt:lpstr>For Tuesday:</vt:lpstr>
      <vt:lpstr>How do you manage stress or  high-pressure circumstances? What are your coping mechanisms?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Legal Analysis: IRAC</dc:title>
  <dc:creator>Reed, Hilary S</dc:creator>
  <cp:lastModifiedBy>Truskett, Harve A</cp:lastModifiedBy>
  <cp:revision>7</cp:revision>
  <dcterms:created xsi:type="dcterms:W3CDTF">2022-08-24T21:25:14Z</dcterms:created>
  <dcterms:modified xsi:type="dcterms:W3CDTF">2026-08-27T14:30:01Z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0x0101003B55F1566C90444DA95190D80944321B</vt:lpwstr>
  </property>
</Properties>
</file>