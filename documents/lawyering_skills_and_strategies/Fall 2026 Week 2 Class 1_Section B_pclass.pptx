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3.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media/image35.jpg" ContentType="image/jpg"/>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 id="2147483691" r:id="rId2"/>
    <p:sldMasterId id="2147483695" r:id="rId3"/>
    <p:sldMasterId id="2147483750" r:id="rId4"/>
  </p:sldMasterIdLst>
  <p:notesMasterIdLst>
    <p:notesMasterId r:id="rId28"/>
  </p:notesMasterIdLst>
  <p:sldIdLst>
    <p:sldId id="378" r:id="rId5"/>
    <p:sldId id="402" r:id="rId6"/>
    <p:sldId id="958" r:id="rId7"/>
    <p:sldId id="963" r:id="rId8"/>
    <p:sldId id="341" r:id="rId9"/>
    <p:sldId id="626" r:id="rId10"/>
    <p:sldId id="959" r:id="rId11"/>
    <p:sldId id="960" r:id="rId12"/>
    <p:sldId id="404" r:id="rId13"/>
    <p:sldId id="961" r:id="rId14"/>
    <p:sldId id="256" r:id="rId15"/>
    <p:sldId id="962" r:id="rId16"/>
    <p:sldId id="257" r:id="rId17"/>
    <p:sldId id="258" r:id="rId18"/>
    <p:sldId id="259" r:id="rId19"/>
    <p:sldId id="261" r:id="rId20"/>
    <p:sldId id="408" r:id="rId21"/>
    <p:sldId id="409" r:id="rId22"/>
    <p:sldId id="410" r:id="rId23"/>
    <p:sldId id="265" r:id="rId24"/>
    <p:sldId id="266" r:id="rId25"/>
    <p:sldId id="917" r:id="rId26"/>
    <p:sldId id="40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DFF"/>
    <a:srgbClr val="0096FF"/>
    <a:srgbClr val="FF7E79"/>
    <a:srgbClr val="D88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86F0FC-85BB-4B85-AF17-1D3712691338}" v="6" dt="2026-09-01T14:16:19.130"/>
    <p1510:client id="{D556936F-1126-4E25-BFB9-03D35634193E}" v="119" dt="2026-08-31T22:31:56.5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94501"/>
  </p:normalViewPr>
  <p:slideViewPr>
    <p:cSldViewPr snapToGrid="0" snapToObjects="1">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ve Truskett" userId="cff43b7944734027" providerId="LiveId" clId="{46A6D219-DC58-45E8-8D58-021ACE409CDA}"/>
    <pc:docChg chg="undo custSel addSld delSld modSld sldOrd">
      <pc:chgData name="Harve Truskett" userId="cff43b7944734027" providerId="LiveId" clId="{46A6D219-DC58-45E8-8D58-021ACE409CDA}" dt="2026-08-31T22:32:18.076" v="468" actId="20577"/>
      <pc:docMkLst>
        <pc:docMk/>
      </pc:docMkLst>
      <pc:sldChg chg="del">
        <pc:chgData name="Harve Truskett" userId="cff43b7944734027" providerId="LiveId" clId="{46A6D219-DC58-45E8-8D58-021ACE409CDA}" dt="2026-08-31T21:42:37.850" v="151" actId="47"/>
        <pc:sldMkLst>
          <pc:docMk/>
          <pc:sldMk cId="4171421444" sldId="262"/>
        </pc:sldMkLst>
      </pc:sldChg>
      <pc:sldChg chg="del">
        <pc:chgData name="Harve Truskett" userId="cff43b7944734027" providerId="LiveId" clId="{46A6D219-DC58-45E8-8D58-021ACE409CDA}" dt="2026-08-31T21:42:37.850" v="151" actId="47"/>
        <pc:sldMkLst>
          <pc:docMk/>
          <pc:sldMk cId="2383604138" sldId="263"/>
        </pc:sldMkLst>
      </pc:sldChg>
      <pc:sldChg chg="del">
        <pc:chgData name="Harve Truskett" userId="cff43b7944734027" providerId="LiveId" clId="{46A6D219-DC58-45E8-8D58-021ACE409CDA}" dt="2026-08-31T21:42:37.850" v="151" actId="47"/>
        <pc:sldMkLst>
          <pc:docMk/>
          <pc:sldMk cId="702515705" sldId="264"/>
        </pc:sldMkLst>
      </pc:sldChg>
      <pc:sldChg chg="del">
        <pc:chgData name="Harve Truskett" userId="cff43b7944734027" providerId="LiveId" clId="{46A6D219-DC58-45E8-8D58-021ACE409CDA}" dt="2026-08-31T21:42:37.850" v="151" actId="47"/>
        <pc:sldMkLst>
          <pc:docMk/>
          <pc:sldMk cId="3138676415" sldId="295"/>
        </pc:sldMkLst>
      </pc:sldChg>
      <pc:sldChg chg="del">
        <pc:chgData name="Harve Truskett" userId="cff43b7944734027" providerId="LiveId" clId="{46A6D219-DC58-45E8-8D58-021ACE409CDA}" dt="2026-08-31T21:42:37.850" v="151" actId="47"/>
        <pc:sldMkLst>
          <pc:docMk/>
          <pc:sldMk cId="2610023467" sldId="296"/>
        </pc:sldMkLst>
      </pc:sldChg>
      <pc:sldChg chg="addSp delSp modSp mod delAnim setClrOvrMap">
        <pc:chgData name="Harve Truskett" userId="cff43b7944734027" providerId="LiveId" clId="{46A6D219-DC58-45E8-8D58-021ACE409CDA}" dt="2026-08-31T22:31:21.520" v="463" actId="26606"/>
        <pc:sldMkLst>
          <pc:docMk/>
          <pc:sldMk cId="1452677463" sldId="378"/>
        </pc:sldMkLst>
        <pc:spChg chg="mod">
          <ac:chgData name="Harve Truskett" userId="cff43b7944734027" providerId="LiveId" clId="{46A6D219-DC58-45E8-8D58-021ACE409CDA}" dt="2026-08-31T22:30:47.446" v="458" actId="26606"/>
          <ac:spMkLst>
            <pc:docMk/>
            <pc:sldMk cId="1452677463" sldId="378"/>
            <ac:spMk id="2" creationId="{AAF5ADF6-DE5E-E74F-A9BC-CB284F4D3830}"/>
          </ac:spMkLst>
        </pc:spChg>
        <pc:spChg chg="del mod">
          <ac:chgData name="Harve Truskett" userId="cff43b7944734027" providerId="LiveId" clId="{46A6D219-DC58-45E8-8D58-021ACE409CDA}" dt="2026-08-31T22:31:18.181" v="462" actId="478"/>
          <ac:spMkLst>
            <pc:docMk/>
            <pc:sldMk cId="1452677463" sldId="378"/>
            <ac:spMk id="3" creationId="{BB9C4749-B14E-7147-9510-2F4251D9C5B3}"/>
          </ac:spMkLst>
        </pc:spChg>
        <pc:spChg chg="del">
          <ac:chgData name="Harve Truskett" userId="cff43b7944734027" providerId="LiveId" clId="{46A6D219-DC58-45E8-8D58-021ACE409CDA}" dt="2026-08-31T22:30:47.446" v="458" actId="26606"/>
          <ac:spMkLst>
            <pc:docMk/>
            <pc:sldMk cId="1452677463" sldId="378"/>
            <ac:spMk id="13" creationId="{AF2F604E-43BE-4DC3-B983-E071523364F8}"/>
          </ac:spMkLst>
        </pc:spChg>
        <pc:spChg chg="del">
          <ac:chgData name="Harve Truskett" userId="cff43b7944734027" providerId="LiveId" clId="{46A6D219-DC58-45E8-8D58-021ACE409CDA}" dt="2026-08-31T22:30:47.446" v="458" actId="26606"/>
          <ac:spMkLst>
            <pc:docMk/>
            <pc:sldMk cId="1452677463" sldId="378"/>
            <ac:spMk id="14" creationId="{E91DC736-0EF8-4F87-9146-EBF1D2EE4D3D}"/>
          </ac:spMkLst>
        </pc:spChg>
        <pc:spChg chg="del">
          <ac:chgData name="Harve Truskett" userId="cff43b7944734027" providerId="LiveId" clId="{46A6D219-DC58-45E8-8D58-021ACE409CDA}" dt="2026-08-31T22:30:47.446" v="458" actId="26606"/>
          <ac:spMkLst>
            <pc:docMk/>
            <pc:sldMk cId="1452677463" sldId="378"/>
            <ac:spMk id="15" creationId="{08C9B587-E65E-4B52-B37C-ABEBB6E87928}"/>
          </ac:spMkLst>
        </pc:spChg>
        <pc:spChg chg="del">
          <ac:chgData name="Harve Truskett" userId="cff43b7944734027" providerId="LiveId" clId="{46A6D219-DC58-45E8-8D58-021ACE409CDA}" dt="2026-08-31T22:30:47.446" v="458" actId="26606"/>
          <ac:spMkLst>
            <pc:docMk/>
            <pc:sldMk cId="1452677463" sldId="378"/>
            <ac:spMk id="17" creationId="{097CD68E-23E3-4007-8847-CD0944C4F7BE}"/>
          </ac:spMkLst>
        </pc:spChg>
        <pc:picChg chg="add">
          <ac:chgData name="Harve Truskett" userId="cff43b7944734027" providerId="LiveId" clId="{46A6D219-DC58-45E8-8D58-021ACE409CDA}" dt="2026-08-31T22:31:21.520" v="463" actId="26606"/>
          <ac:picMkLst>
            <pc:docMk/>
            <pc:sldMk cId="1452677463" sldId="378"/>
            <ac:picMk id="4" creationId="{09066BEA-7B54-F8CA-0E81-9DD2785447C8}"/>
          </ac:picMkLst>
        </pc:picChg>
        <pc:picChg chg="add del">
          <ac:chgData name="Harve Truskett" userId="cff43b7944734027" providerId="LiveId" clId="{46A6D219-DC58-45E8-8D58-021ACE409CDA}" dt="2026-08-31T22:31:11.068" v="461" actId="478"/>
          <ac:picMkLst>
            <pc:docMk/>
            <pc:sldMk cId="1452677463" sldId="378"/>
            <ac:picMk id="5" creationId="{36BE5283-53DB-EC0E-2BD9-805608BD5BCC}"/>
          </ac:picMkLst>
        </pc:picChg>
        <pc:picChg chg="del mod">
          <ac:chgData name="Harve Truskett" userId="cff43b7944734027" providerId="LiveId" clId="{46A6D219-DC58-45E8-8D58-021ACE409CDA}" dt="2026-08-31T22:30:55.903" v="459" actId="478"/>
          <ac:picMkLst>
            <pc:docMk/>
            <pc:sldMk cId="1452677463" sldId="378"/>
            <ac:picMk id="16" creationId="{AA853639-3D56-0036-B435-372AF7B14F02}"/>
          </ac:picMkLst>
        </pc:picChg>
      </pc:sldChg>
      <pc:sldChg chg="ord">
        <pc:chgData name="Harve Truskett" userId="cff43b7944734027" providerId="LiveId" clId="{46A6D219-DC58-45E8-8D58-021ACE409CDA}" dt="2026-08-31T21:43:06.669" v="155"/>
        <pc:sldMkLst>
          <pc:docMk/>
          <pc:sldMk cId="277743610" sldId="399"/>
        </pc:sldMkLst>
      </pc:sldChg>
      <pc:sldChg chg="modSp mod">
        <pc:chgData name="Harve Truskett" userId="cff43b7944734027" providerId="LiveId" clId="{46A6D219-DC58-45E8-8D58-021ACE409CDA}" dt="2026-08-31T22:32:18.076" v="468" actId="20577"/>
        <pc:sldMkLst>
          <pc:docMk/>
          <pc:sldMk cId="4084928081" sldId="402"/>
        </pc:sldMkLst>
        <pc:graphicFrameChg chg="mod modGraphic">
          <ac:chgData name="Harve Truskett" userId="cff43b7944734027" providerId="LiveId" clId="{46A6D219-DC58-45E8-8D58-021ACE409CDA}" dt="2026-08-31T22:32:18.076" v="468" actId="20577"/>
          <ac:graphicFrameMkLst>
            <pc:docMk/>
            <pc:sldMk cId="4084928081" sldId="402"/>
            <ac:graphicFrameMk id="5" creationId="{1247F2AE-899A-C0B1-07EF-C601B7A147E4}"/>
          </ac:graphicFrameMkLst>
        </pc:graphicFrameChg>
      </pc:sldChg>
      <pc:sldChg chg="del">
        <pc:chgData name="Harve Truskett" userId="cff43b7944734027" providerId="LiveId" clId="{46A6D219-DC58-45E8-8D58-021ACE409CDA}" dt="2026-08-31T21:42:37.850" v="151" actId="47"/>
        <pc:sldMkLst>
          <pc:docMk/>
          <pc:sldMk cId="314768614" sldId="403"/>
        </pc:sldMkLst>
      </pc:sldChg>
      <pc:sldChg chg="ord">
        <pc:chgData name="Harve Truskett" userId="cff43b7944734027" providerId="LiveId" clId="{46A6D219-DC58-45E8-8D58-021ACE409CDA}" dt="2026-08-31T21:52:17.775" v="159"/>
        <pc:sldMkLst>
          <pc:docMk/>
          <pc:sldMk cId="1774894913" sldId="404"/>
        </pc:sldMkLst>
      </pc:sldChg>
      <pc:sldChg chg="del">
        <pc:chgData name="Harve Truskett" userId="cff43b7944734027" providerId="LiveId" clId="{46A6D219-DC58-45E8-8D58-021ACE409CDA}" dt="2026-08-31T21:43:08.822" v="156" actId="47"/>
        <pc:sldMkLst>
          <pc:docMk/>
          <pc:sldMk cId="795631974" sldId="405"/>
        </pc:sldMkLst>
      </pc:sldChg>
      <pc:sldChg chg="del">
        <pc:chgData name="Harve Truskett" userId="cff43b7944734027" providerId="LiveId" clId="{46A6D219-DC58-45E8-8D58-021ACE409CDA}" dt="2026-08-31T21:43:13.632" v="157" actId="47"/>
        <pc:sldMkLst>
          <pc:docMk/>
          <pc:sldMk cId="1356679078" sldId="406"/>
        </pc:sldMkLst>
      </pc:sldChg>
      <pc:sldChg chg="addSp delSp modSp mod">
        <pc:chgData name="Harve Truskett" userId="cff43b7944734027" providerId="LiveId" clId="{46A6D219-DC58-45E8-8D58-021ACE409CDA}" dt="2026-08-31T22:19:19.072" v="261" actId="26606"/>
        <pc:sldMkLst>
          <pc:docMk/>
          <pc:sldMk cId="4092980690" sldId="407"/>
        </pc:sldMkLst>
        <pc:spChg chg="mod">
          <ac:chgData name="Harve Truskett" userId="cff43b7944734027" providerId="LiveId" clId="{46A6D219-DC58-45E8-8D58-021ACE409CDA}" dt="2026-08-31T22:19:19.072" v="261" actId="26606"/>
          <ac:spMkLst>
            <pc:docMk/>
            <pc:sldMk cId="4092980690" sldId="407"/>
            <ac:spMk id="2" creationId="{F1D53EBE-9F68-BB72-2F7D-E24DBBAE7A38}"/>
          </ac:spMkLst>
        </pc:spChg>
        <pc:spChg chg="mod">
          <ac:chgData name="Harve Truskett" userId="cff43b7944734027" providerId="LiveId" clId="{46A6D219-DC58-45E8-8D58-021ACE409CDA}" dt="2026-08-31T22:19:19.072" v="261" actId="26606"/>
          <ac:spMkLst>
            <pc:docMk/>
            <pc:sldMk cId="4092980690" sldId="407"/>
            <ac:spMk id="4" creationId="{20E93C93-A92B-CB49-A358-983AFC3842E2}"/>
          </ac:spMkLst>
        </pc:spChg>
        <pc:spChg chg="del">
          <ac:chgData name="Harve Truskett" userId="cff43b7944734027" providerId="LiveId" clId="{46A6D219-DC58-45E8-8D58-021ACE409CDA}" dt="2026-08-31T22:19:19.072" v="261" actId="26606"/>
          <ac:spMkLst>
            <pc:docMk/>
            <pc:sldMk cId="4092980690" sldId="407"/>
            <ac:spMk id="9" creationId="{4BC99CB9-DDAD-44A2-8A1C-E3AF4E72DF5C}"/>
          </ac:spMkLst>
        </pc:spChg>
        <pc:spChg chg="del">
          <ac:chgData name="Harve Truskett" userId="cff43b7944734027" providerId="LiveId" clId="{46A6D219-DC58-45E8-8D58-021ACE409CDA}" dt="2026-08-31T22:19:19.072" v="261" actId="26606"/>
          <ac:spMkLst>
            <pc:docMk/>
            <pc:sldMk cId="4092980690" sldId="407"/>
            <ac:spMk id="11" creationId="{64053CBF-3932-45FF-8285-EE5146085F3A}"/>
          </ac:spMkLst>
        </pc:spChg>
        <pc:spChg chg="add">
          <ac:chgData name="Harve Truskett" userId="cff43b7944734027" providerId="LiveId" clId="{46A6D219-DC58-45E8-8D58-021ACE409CDA}" dt="2026-08-31T22:19:19.072" v="261" actId="26606"/>
          <ac:spMkLst>
            <pc:docMk/>
            <pc:sldMk cId="4092980690" sldId="407"/>
            <ac:spMk id="33" creationId="{2C61293E-6EBE-43EF-A52C-9BEBFD7679D4}"/>
          </ac:spMkLst>
        </pc:spChg>
        <pc:spChg chg="add">
          <ac:chgData name="Harve Truskett" userId="cff43b7944734027" providerId="LiveId" clId="{46A6D219-DC58-45E8-8D58-021ACE409CDA}" dt="2026-08-31T22:19:19.072" v="261" actId="26606"/>
          <ac:spMkLst>
            <pc:docMk/>
            <pc:sldMk cId="4092980690" sldId="407"/>
            <ac:spMk id="35" creationId="{21540236-BFD5-4A9D-8840-4703E7F76825}"/>
          </ac:spMkLst>
        </pc:spChg>
        <pc:grpChg chg="del">
          <ac:chgData name="Harve Truskett" userId="cff43b7944734027" providerId="LiveId" clId="{46A6D219-DC58-45E8-8D58-021ACE409CDA}" dt="2026-08-31T22:19:19.072" v="261" actId="26606"/>
          <ac:grpSpMkLst>
            <pc:docMk/>
            <pc:sldMk cId="4092980690" sldId="407"/>
            <ac:grpSpMk id="6" creationId="{2E751C04-BEA6-446B-A678-9C74819EBD4C}"/>
          </ac:grpSpMkLst>
        </pc:grpChg>
        <pc:grpChg chg="del">
          <ac:chgData name="Harve Truskett" userId="cff43b7944734027" providerId="LiveId" clId="{46A6D219-DC58-45E8-8D58-021ACE409CDA}" dt="2026-08-31T22:19:19.072" v="261" actId="26606"/>
          <ac:grpSpMkLst>
            <pc:docMk/>
            <pc:sldMk cId="4092980690" sldId="407"/>
            <ac:grpSpMk id="27" creationId="{B63ACBA3-DEFD-4C6D-BBA0-64468FA99C2D}"/>
          </ac:grpSpMkLst>
        </pc:grpChg>
        <pc:picChg chg="add">
          <ac:chgData name="Harve Truskett" userId="cff43b7944734027" providerId="LiveId" clId="{46A6D219-DC58-45E8-8D58-021ACE409CDA}" dt="2026-08-31T22:19:19.072" v="261" actId="26606"/>
          <ac:picMkLst>
            <pc:docMk/>
            <pc:sldMk cId="4092980690" sldId="407"/>
            <ac:picMk id="29" creationId="{2D7989D6-B815-8085-3608-E52BCDAEA373}"/>
          </ac:picMkLst>
        </pc:picChg>
      </pc:sldChg>
      <pc:sldChg chg="modSp mod">
        <pc:chgData name="Harve Truskett" userId="cff43b7944734027" providerId="LiveId" clId="{46A6D219-DC58-45E8-8D58-021ACE409CDA}" dt="2026-08-31T19:37:15.049" v="37" actId="20577"/>
        <pc:sldMkLst>
          <pc:docMk/>
          <pc:sldMk cId="0" sldId="408"/>
        </pc:sldMkLst>
        <pc:spChg chg="mod">
          <ac:chgData name="Harve Truskett" userId="cff43b7944734027" providerId="LiveId" clId="{46A6D219-DC58-45E8-8D58-021ACE409CDA}" dt="2026-08-31T19:37:15.049" v="37" actId="20577"/>
          <ac:spMkLst>
            <pc:docMk/>
            <pc:sldMk cId="0" sldId="408"/>
            <ac:spMk id="13" creationId="{00000000-0000-0000-0000-000000000000}"/>
          </ac:spMkLst>
        </pc:spChg>
        <pc:spChg chg="mod">
          <ac:chgData name="Harve Truskett" userId="cff43b7944734027" providerId="LiveId" clId="{46A6D219-DC58-45E8-8D58-021ACE409CDA}" dt="2026-08-31T19:23:47.049" v="32" actId="6549"/>
          <ac:spMkLst>
            <pc:docMk/>
            <pc:sldMk cId="0" sldId="408"/>
            <ac:spMk id="21" creationId="{00000000-0000-0000-0000-000000000000}"/>
          </ac:spMkLst>
        </pc:spChg>
      </pc:sldChg>
      <pc:sldChg chg="modSp mod">
        <pc:chgData name="Harve Truskett" userId="cff43b7944734027" providerId="LiveId" clId="{46A6D219-DC58-45E8-8D58-021ACE409CDA}" dt="2026-08-31T19:39:22.919" v="46" actId="114"/>
        <pc:sldMkLst>
          <pc:docMk/>
          <pc:sldMk cId="0" sldId="410"/>
        </pc:sldMkLst>
        <pc:spChg chg="mod">
          <ac:chgData name="Harve Truskett" userId="cff43b7944734027" providerId="LiveId" clId="{46A6D219-DC58-45E8-8D58-021ACE409CDA}" dt="2026-08-31T19:37:07.629" v="35" actId="20577"/>
          <ac:spMkLst>
            <pc:docMk/>
            <pc:sldMk cId="0" sldId="410"/>
            <ac:spMk id="10" creationId="{00000000-0000-0000-0000-000000000000}"/>
          </ac:spMkLst>
        </pc:spChg>
        <pc:spChg chg="mod">
          <ac:chgData name="Harve Truskett" userId="cff43b7944734027" providerId="LiveId" clId="{46A6D219-DC58-45E8-8D58-021ACE409CDA}" dt="2026-08-31T19:39:22.919" v="46" actId="114"/>
          <ac:spMkLst>
            <pc:docMk/>
            <pc:sldMk cId="0" sldId="410"/>
            <ac:spMk id="15" creationId="{00000000-0000-0000-0000-000000000000}"/>
          </ac:spMkLst>
        </pc:spChg>
      </pc:sldChg>
      <pc:sldChg chg="modSp add del mod">
        <pc:chgData name="Harve Truskett" userId="cff43b7944734027" providerId="LiveId" clId="{46A6D219-DC58-45E8-8D58-021ACE409CDA}" dt="2026-08-31T21:41:11.951" v="148" actId="13926"/>
        <pc:sldMkLst>
          <pc:docMk/>
          <pc:sldMk cId="3200133354" sldId="626"/>
        </pc:sldMkLst>
        <pc:spChg chg="mod">
          <ac:chgData name="Harve Truskett" userId="cff43b7944734027" providerId="LiveId" clId="{46A6D219-DC58-45E8-8D58-021ACE409CDA}" dt="2026-08-31T21:41:11.951" v="148" actId="13926"/>
          <ac:spMkLst>
            <pc:docMk/>
            <pc:sldMk cId="3200133354" sldId="626"/>
            <ac:spMk id="3" creationId="{00000000-0000-0000-0000-000000000000}"/>
          </ac:spMkLst>
        </pc:spChg>
      </pc:sldChg>
      <pc:sldChg chg="addSp modSp mod setBg">
        <pc:chgData name="Harve Truskett" userId="cff43b7944734027" providerId="LiveId" clId="{46A6D219-DC58-45E8-8D58-021ACE409CDA}" dt="2026-08-31T19:44:12.873" v="49" actId="26606"/>
        <pc:sldMkLst>
          <pc:docMk/>
          <pc:sldMk cId="2393972713" sldId="910"/>
        </pc:sldMkLst>
        <pc:spChg chg="mod">
          <ac:chgData name="Harve Truskett" userId="cff43b7944734027" providerId="LiveId" clId="{46A6D219-DC58-45E8-8D58-021ACE409CDA}" dt="2026-08-31T19:44:12.873" v="49" actId="26606"/>
          <ac:spMkLst>
            <pc:docMk/>
            <pc:sldMk cId="2393972713" sldId="910"/>
            <ac:spMk id="2" creationId="{80DB5B0D-811D-84D2-070F-D93708E44A20}"/>
          </ac:spMkLst>
        </pc:spChg>
        <pc:spChg chg="ord">
          <ac:chgData name="Harve Truskett" userId="cff43b7944734027" providerId="LiveId" clId="{46A6D219-DC58-45E8-8D58-021ACE409CDA}" dt="2026-08-31T19:44:12.873" v="49" actId="26606"/>
          <ac:spMkLst>
            <pc:docMk/>
            <pc:sldMk cId="2393972713" sldId="910"/>
            <ac:spMk id="3" creationId="{DF25EB09-62AA-DCDA-BBFB-041802343133}"/>
          </ac:spMkLst>
        </pc:spChg>
        <pc:spChg chg="mod">
          <ac:chgData name="Harve Truskett" userId="cff43b7944734027" providerId="LiveId" clId="{46A6D219-DC58-45E8-8D58-021ACE409CDA}" dt="2026-08-31T19:44:12.873" v="49" actId="26606"/>
          <ac:spMkLst>
            <pc:docMk/>
            <pc:sldMk cId="2393972713" sldId="910"/>
            <ac:spMk id="6" creationId="{FEC7F2B1-6FC4-CC7C-4B66-CC9D72AB0F29}"/>
          </ac:spMkLst>
        </pc:spChg>
        <pc:spChg chg="add">
          <ac:chgData name="Harve Truskett" userId="cff43b7944734027" providerId="LiveId" clId="{46A6D219-DC58-45E8-8D58-021ACE409CDA}" dt="2026-08-31T19:44:12.873" v="49" actId="26606"/>
          <ac:spMkLst>
            <pc:docMk/>
            <pc:sldMk cId="2393972713" sldId="910"/>
            <ac:spMk id="12" creationId="{F13C74B1-5B17-4795-BED0-7140497B445A}"/>
          </ac:spMkLst>
        </pc:spChg>
        <pc:spChg chg="add">
          <ac:chgData name="Harve Truskett" userId="cff43b7944734027" providerId="LiveId" clId="{46A6D219-DC58-45E8-8D58-021ACE409CDA}" dt="2026-08-31T19:44:12.873" v="49" actId="26606"/>
          <ac:spMkLst>
            <pc:docMk/>
            <pc:sldMk cId="2393972713" sldId="910"/>
            <ac:spMk id="14" creationId="{D4974D33-8DC5-464E-8C6D-BE58F0669C17}"/>
          </ac:spMkLst>
        </pc:spChg>
        <pc:picChg chg="add">
          <ac:chgData name="Harve Truskett" userId="cff43b7944734027" providerId="LiveId" clId="{46A6D219-DC58-45E8-8D58-021ACE409CDA}" dt="2026-08-31T19:44:12.873" v="49" actId="26606"/>
          <ac:picMkLst>
            <pc:docMk/>
            <pc:sldMk cId="2393972713" sldId="910"/>
            <ac:picMk id="8" creationId="{779A474A-28F6-C5B7-3066-393C8D55D058}"/>
          </ac:picMkLst>
        </pc:picChg>
      </pc:sldChg>
      <pc:sldChg chg="addSp delSp modSp mod setBg">
        <pc:chgData name="Harve Truskett" userId="cff43b7944734027" providerId="LiveId" clId="{46A6D219-DC58-45E8-8D58-021ACE409CDA}" dt="2026-08-31T19:41:18.690" v="48" actId="26606"/>
        <pc:sldMkLst>
          <pc:docMk/>
          <pc:sldMk cId="313598091" sldId="917"/>
        </pc:sldMkLst>
        <pc:spChg chg="mod">
          <ac:chgData name="Harve Truskett" userId="cff43b7944734027" providerId="LiveId" clId="{46A6D219-DC58-45E8-8D58-021ACE409CDA}" dt="2026-08-31T19:41:18.690" v="48" actId="26606"/>
          <ac:spMkLst>
            <pc:docMk/>
            <pc:sldMk cId="313598091" sldId="917"/>
            <ac:spMk id="2" creationId="{7527ACCE-DD6C-322E-D1B6-F6B2664567AC}"/>
          </ac:spMkLst>
        </pc:spChg>
        <pc:spChg chg="ord">
          <ac:chgData name="Harve Truskett" userId="cff43b7944734027" providerId="LiveId" clId="{46A6D219-DC58-45E8-8D58-021ACE409CDA}" dt="2026-08-31T19:41:18.690" v="48" actId="26606"/>
          <ac:spMkLst>
            <pc:docMk/>
            <pc:sldMk cId="313598091" sldId="917"/>
            <ac:spMk id="3" creationId="{5FCE4B7B-D646-AB00-851E-AC294FF65BF0}"/>
          </ac:spMkLst>
        </pc:spChg>
        <pc:spChg chg="mod">
          <ac:chgData name="Harve Truskett" userId="cff43b7944734027" providerId="LiveId" clId="{46A6D219-DC58-45E8-8D58-021ACE409CDA}" dt="2026-08-31T19:41:18.690" v="48" actId="26606"/>
          <ac:spMkLst>
            <pc:docMk/>
            <pc:sldMk cId="313598091" sldId="917"/>
            <ac:spMk id="8" creationId="{E26B98E5-073F-F5AA-EDC1-2FB42265CB95}"/>
          </ac:spMkLst>
        </pc:spChg>
        <pc:spChg chg="add">
          <ac:chgData name="Harve Truskett" userId="cff43b7944734027" providerId="LiveId" clId="{46A6D219-DC58-45E8-8D58-021ACE409CDA}" dt="2026-08-31T19:41:18.690" v="48" actId="26606"/>
          <ac:spMkLst>
            <pc:docMk/>
            <pc:sldMk cId="313598091" sldId="917"/>
            <ac:spMk id="13" creationId="{09588DA8-065E-4F6F-8EFD-43104AB2E0CF}"/>
          </ac:spMkLst>
        </pc:spChg>
        <pc:spChg chg="add">
          <ac:chgData name="Harve Truskett" userId="cff43b7944734027" providerId="LiveId" clId="{46A6D219-DC58-45E8-8D58-021ACE409CDA}" dt="2026-08-31T19:41:18.690" v="48" actId="26606"/>
          <ac:spMkLst>
            <pc:docMk/>
            <pc:sldMk cId="313598091" sldId="917"/>
            <ac:spMk id="15" creationId="{C4285719-470E-454C-AF62-8323075F1F5B}"/>
          </ac:spMkLst>
        </pc:spChg>
        <pc:spChg chg="add">
          <ac:chgData name="Harve Truskett" userId="cff43b7944734027" providerId="LiveId" clId="{46A6D219-DC58-45E8-8D58-021ACE409CDA}" dt="2026-08-31T19:41:18.690" v="48" actId="26606"/>
          <ac:spMkLst>
            <pc:docMk/>
            <pc:sldMk cId="313598091" sldId="917"/>
            <ac:spMk id="17" creationId="{CD9FE4EF-C4D8-49A0-B2FF-81D8DB7D8A24}"/>
          </ac:spMkLst>
        </pc:spChg>
        <pc:spChg chg="add">
          <ac:chgData name="Harve Truskett" userId="cff43b7944734027" providerId="LiveId" clId="{46A6D219-DC58-45E8-8D58-021ACE409CDA}" dt="2026-08-31T19:41:18.690" v="48" actId="26606"/>
          <ac:spMkLst>
            <pc:docMk/>
            <pc:sldMk cId="313598091" sldId="917"/>
            <ac:spMk id="19" creationId="{4300840D-0A0B-4512-BACA-B439D5B9C57C}"/>
          </ac:spMkLst>
        </pc:spChg>
        <pc:spChg chg="add">
          <ac:chgData name="Harve Truskett" userId="cff43b7944734027" providerId="LiveId" clId="{46A6D219-DC58-45E8-8D58-021ACE409CDA}" dt="2026-08-31T19:41:18.690" v="48" actId="26606"/>
          <ac:spMkLst>
            <pc:docMk/>
            <pc:sldMk cId="313598091" sldId="917"/>
            <ac:spMk id="21" creationId="{D2B78728-A580-49A7-84F9-6EF6F583ADE0}"/>
          </ac:spMkLst>
        </pc:spChg>
        <pc:spChg chg="add">
          <ac:chgData name="Harve Truskett" userId="cff43b7944734027" providerId="LiveId" clId="{46A6D219-DC58-45E8-8D58-021ACE409CDA}" dt="2026-08-31T19:41:18.690" v="48" actId="26606"/>
          <ac:spMkLst>
            <pc:docMk/>
            <pc:sldMk cId="313598091" sldId="917"/>
            <ac:spMk id="23" creationId="{38FAA1A1-D861-433F-88FA-1E9D6FD31D11}"/>
          </ac:spMkLst>
        </pc:spChg>
        <pc:spChg chg="add">
          <ac:chgData name="Harve Truskett" userId="cff43b7944734027" providerId="LiveId" clId="{46A6D219-DC58-45E8-8D58-021ACE409CDA}" dt="2026-08-31T19:41:18.690" v="48" actId="26606"/>
          <ac:spMkLst>
            <pc:docMk/>
            <pc:sldMk cId="313598091" sldId="917"/>
            <ac:spMk id="25" creationId="{8D71EDA1-87BF-4D5D-AB79-F346FD19278A}"/>
          </ac:spMkLst>
        </pc:spChg>
        <pc:picChg chg="del">
          <ac:chgData name="Harve Truskett" userId="cff43b7944734027" providerId="LiveId" clId="{46A6D219-DC58-45E8-8D58-021ACE409CDA}" dt="2026-08-31T19:41:08.215" v="47" actId="478"/>
          <ac:picMkLst>
            <pc:docMk/>
            <pc:sldMk cId="313598091" sldId="917"/>
            <ac:picMk id="4" creationId="{6C28F2A1-4D15-FF8B-022D-890AAB429E58}"/>
          </ac:picMkLst>
        </pc:picChg>
      </pc:sldChg>
      <pc:sldChg chg="del">
        <pc:chgData name="Harve Truskett" userId="cff43b7944734027" providerId="LiveId" clId="{46A6D219-DC58-45E8-8D58-021ACE409CDA}" dt="2026-08-31T19:48:01.301" v="50" actId="47"/>
        <pc:sldMkLst>
          <pc:docMk/>
          <pc:sldMk cId="3600618004" sldId="931"/>
        </pc:sldMkLst>
      </pc:sldChg>
      <pc:sldChg chg="del">
        <pc:chgData name="Harve Truskett" userId="cff43b7944734027" providerId="LiveId" clId="{46A6D219-DC58-45E8-8D58-021ACE409CDA}" dt="2026-08-31T19:50:12.629" v="51" actId="47"/>
        <pc:sldMkLst>
          <pc:docMk/>
          <pc:sldMk cId="3723462258" sldId="940"/>
        </pc:sldMkLst>
      </pc:sldChg>
      <pc:sldChg chg="del">
        <pc:chgData name="Harve Truskett" userId="cff43b7944734027" providerId="LiveId" clId="{46A6D219-DC58-45E8-8D58-021ACE409CDA}" dt="2026-08-31T19:50:12.629" v="51" actId="47"/>
        <pc:sldMkLst>
          <pc:docMk/>
          <pc:sldMk cId="2421765970" sldId="941"/>
        </pc:sldMkLst>
      </pc:sldChg>
      <pc:sldChg chg="del">
        <pc:chgData name="Harve Truskett" userId="cff43b7944734027" providerId="LiveId" clId="{46A6D219-DC58-45E8-8D58-021ACE409CDA}" dt="2026-08-31T19:50:12.629" v="51" actId="47"/>
        <pc:sldMkLst>
          <pc:docMk/>
          <pc:sldMk cId="861613748" sldId="942"/>
        </pc:sldMkLst>
      </pc:sldChg>
      <pc:sldChg chg="del">
        <pc:chgData name="Harve Truskett" userId="cff43b7944734027" providerId="LiveId" clId="{46A6D219-DC58-45E8-8D58-021ACE409CDA}" dt="2026-08-31T19:50:12.629" v="51" actId="47"/>
        <pc:sldMkLst>
          <pc:docMk/>
          <pc:sldMk cId="662217417" sldId="944"/>
        </pc:sldMkLst>
      </pc:sldChg>
      <pc:sldChg chg="del">
        <pc:chgData name="Harve Truskett" userId="cff43b7944734027" providerId="LiveId" clId="{46A6D219-DC58-45E8-8D58-021ACE409CDA}" dt="2026-08-31T19:50:12.629" v="51" actId="47"/>
        <pc:sldMkLst>
          <pc:docMk/>
          <pc:sldMk cId="3421970238" sldId="945"/>
        </pc:sldMkLst>
      </pc:sldChg>
      <pc:sldChg chg="addSp delSp mod">
        <pc:chgData name="Harve Truskett" userId="cff43b7944734027" providerId="LiveId" clId="{46A6D219-DC58-45E8-8D58-021ACE409CDA}" dt="2026-08-31T22:25:49.056" v="263" actId="22"/>
        <pc:sldMkLst>
          <pc:docMk/>
          <pc:sldMk cId="1507011697" sldId="959"/>
        </pc:sldMkLst>
        <pc:spChg chg="add del">
          <ac:chgData name="Harve Truskett" userId="cff43b7944734027" providerId="LiveId" clId="{46A6D219-DC58-45E8-8D58-021ACE409CDA}" dt="2026-08-31T22:25:49.056" v="263" actId="22"/>
          <ac:spMkLst>
            <pc:docMk/>
            <pc:sldMk cId="1507011697" sldId="959"/>
            <ac:spMk id="5" creationId="{35F8F647-197E-8800-EFCE-18C690EFE362}"/>
          </ac:spMkLst>
        </pc:spChg>
      </pc:sldChg>
      <pc:sldChg chg="addSp delSp modSp new mod">
        <pc:chgData name="Harve Truskett" userId="cff43b7944734027" providerId="LiveId" clId="{46A6D219-DC58-45E8-8D58-021ACE409CDA}" dt="2026-08-31T21:36:08.308" v="141" actId="14100"/>
        <pc:sldMkLst>
          <pc:docMk/>
          <pc:sldMk cId="1780607344" sldId="961"/>
        </pc:sldMkLst>
        <pc:spChg chg="mod">
          <ac:chgData name="Harve Truskett" userId="cff43b7944734027" providerId="LiveId" clId="{46A6D219-DC58-45E8-8D58-021ACE409CDA}" dt="2026-08-31T21:35:40.452" v="140" actId="313"/>
          <ac:spMkLst>
            <pc:docMk/>
            <pc:sldMk cId="1780607344" sldId="961"/>
            <ac:spMk id="2" creationId="{48B57D83-97D3-7FCE-F93A-3A8CC9D31E6F}"/>
          </ac:spMkLst>
        </pc:spChg>
        <pc:spChg chg="add del mod">
          <ac:chgData name="Harve Truskett" userId="cff43b7944734027" providerId="LiveId" clId="{46A6D219-DC58-45E8-8D58-021ACE409CDA}" dt="2026-08-31T21:34:18.133" v="81"/>
          <ac:spMkLst>
            <pc:docMk/>
            <pc:sldMk cId="1780607344" sldId="961"/>
            <ac:spMk id="3" creationId="{8F3F91E9-9220-9676-C6C0-E8A95CD68D16}"/>
          </ac:spMkLst>
        </pc:spChg>
        <pc:graphicFrameChg chg="add mod">
          <ac:chgData name="Harve Truskett" userId="cff43b7944734027" providerId="LiveId" clId="{46A6D219-DC58-45E8-8D58-021ACE409CDA}" dt="2026-08-31T21:32:51.006" v="54"/>
          <ac:graphicFrameMkLst>
            <pc:docMk/>
            <pc:sldMk cId="1780607344" sldId="961"/>
            <ac:graphicFrameMk id="4" creationId="{98D847AC-455D-9C30-13E7-490B34D167C7}"/>
          </ac:graphicFrameMkLst>
        </pc:graphicFrameChg>
        <pc:graphicFrameChg chg="add mod modGraphic">
          <ac:chgData name="Harve Truskett" userId="cff43b7944734027" providerId="LiveId" clId="{46A6D219-DC58-45E8-8D58-021ACE409CDA}" dt="2026-08-31T21:34:08.468" v="78"/>
          <ac:graphicFrameMkLst>
            <pc:docMk/>
            <pc:sldMk cId="1780607344" sldId="961"/>
            <ac:graphicFrameMk id="5" creationId="{ADDFE14C-E7A5-4EA4-5D48-7F36617D78E8}"/>
          </ac:graphicFrameMkLst>
        </pc:graphicFrameChg>
        <pc:graphicFrameChg chg="add mod">
          <ac:chgData name="Harve Truskett" userId="cff43b7944734027" providerId="LiveId" clId="{46A6D219-DC58-45E8-8D58-021ACE409CDA}" dt="2026-08-31T21:34:18.003" v="80"/>
          <ac:graphicFrameMkLst>
            <pc:docMk/>
            <pc:sldMk cId="1780607344" sldId="961"/>
            <ac:graphicFrameMk id="6" creationId="{B8EC890C-A99E-C8EF-B7BA-F4A1E59686CB}"/>
          </ac:graphicFrameMkLst>
        </pc:graphicFrameChg>
        <pc:graphicFrameChg chg="add mod modGraphic">
          <ac:chgData name="Harve Truskett" userId="cff43b7944734027" providerId="LiveId" clId="{46A6D219-DC58-45E8-8D58-021ACE409CDA}" dt="2026-08-31T21:36:08.308" v="141" actId="14100"/>
          <ac:graphicFrameMkLst>
            <pc:docMk/>
            <pc:sldMk cId="1780607344" sldId="961"/>
            <ac:graphicFrameMk id="7" creationId="{22284ABD-EF3D-24E4-FCCF-A53AF0AA29A8}"/>
          </ac:graphicFrameMkLst>
        </pc:graphicFrameChg>
      </pc:sldChg>
    </pc:docChg>
  </pc:docChgLst>
  <pc:docChgLst>
    <pc:chgData name="Truskett, Harve A" userId="213d60ac-aef1-4d38-a1a1-cc3530dfbff5" providerId="ADAL" clId="{46A6D219-DC58-45E8-8D58-021ACE409CDA}"/>
    <pc:docChg chg="undo custSel addSld delSld modSld sldOrd">
      <pc:chgData name="Truskett, Harve A" userId="213d60ac-aef1-4d38-a1a1-cc3530dfbff5" providerId="ADAL" clId="{46A6D219-DC58-45E8-8D58-021ACE409CDA}" dt="2026-09-01T16:23:01.178" v="446" actId="6549"/>
      <pc:docMkLst>
        <pc:docMk/>
      </pc:docMkLst>
      <pc:sldChg chg="modSp mod">
        <pc:chgData name="Truskett, Harve A" userId="213d60ac-aef1-4d38-a1a1-cc3530dfbff5" providerId="ADAL" clId="{46A6D219-DC58-45E8-8D58-021ACE409CDA}" dt="2026-09-01T16:23:01.178" v="446" actId="6549"/>
        <pc:sldMkLst>
          <pc:docMk/>
          <pc:sldMk cId="4092980690" sldId="407"/>
        </pc:sldMkLst>
        <pc:spChg chg="mod">
          <ac:chgData name="Truskett, Harve A" userId="213d60ac-aef1-4d38-a1a1-cc3530dfbff5" providerId="ADAL" clId="{46A6D219-DC58-45E8-8D58-021ACE409CDA}" dt="2026-09-01T16:23:01.178" v="446" actId="6549"/>
          <ac:spMkLst>
            <pc:docMk/>
            <pc:sldMk cId="4092980690" sldId="407"/>
            <ac:spMk id="4" creationId="{20E93C93-A92B-CB49-A358-983AFC3842E2}"/>
          </ac:spMkLst>
        </pc:spChg>
      </pc:sldChg>
      <pc:sldChg chg="addSp delSp add del mod">
        <pc:chgData name="Truskett, Harve A" userId="213d60ac-aef1-4d38-a1a1-cc3530dfbff5" providerId="ADAL" clId="{46A6D219-DC58-45E8-8D58-021ACE409CDA}" dt="2026-09-01T14:16:19.126" v="444"/>
        <pc:sldMkLst>
          <pc:docMk/>
          <pc:sldMk cId="3525088389" sldId="958"/>
        </pc:sldMkLst>
        <pc:picChg chg="add del">
          <ac:chgData name="Truskett, Harve A" userId="213d60ac-aef1-4d38-a1a1-cc3530dfbff5" providerId="ADAL" clId="{46A6D219-DC58-45E8-8D58-021ACE409CDA}" dt="2026-09-01T13:43:24.595" v="433" actId="22"/>
          <ac:picMkLst>
            <pc:docMk/>
            <pc:sldMk cId="3525088389" sldId="958"/>
            <ac:picMk id="5" creationId="{B9DD5184-3E16-F122-6768-4A353E7867FC}"/>
          </ac:picMkLst>
        </pc:picChg>
        <pc:picChg chg="add">
          <ac:chgData name="Truskett, Harve A" userId="213d60ac-aef1-4d38-a1a1-cc3530dfbff5" providerId="ADAL" clId="{46A6D219-DC58-45E8-8D58-021ACE409CDA}" dt="2026-09-01T13:43:28.898" v="434" actId="22"/>
          <ac:picMkLst>
            <pc:docMk/>
            <pc:sldMk cId="3525088389" sldId="958"/>
            <ac:picMk id="8" creationId="{33FCC3A9-AE9F-C624-C65D-C360F49BBBC5}"/>
          </ac:picMkLst>
        </pc:picChg>
      </pc:sldChg>
      <pc:sldChg chg="addSp delSp modSp new mod setBg modClrScheme setClrOvrMap chgLayout">
        <pc:chgData name="Truskett, Harve A" userId="213d60ac-aef1-4d38-a1a1-cc3530dfbff5" providerId="ADAL" clId="{46A6D219-DC58-45E8-8D58-021ACE409CDA}" dt="2026-09-01T13:44:57.528" v="439" actId="26606"/>
        <pc:sldMkLst>
          <pc:docMk/>
          <pc:sldMk cId="2878568228" sldId="962"/>
        </pc:sldMkLst>
        <pc:spChg chg="del mod ord">
          <ac:chgData name="Truskett, Harve A" userId="213d60ac-aef1-4d38-a1a1-cc3530dfbff5" providerId="ADAL" clId="{46A6D219-DC58-45E8-8D58-021ACE409CDA}" dt="2026-09-01T13:37:18.424" v="1" actId="700"/>
          <ac:spMkLst>
            <pc:docMk/>
            <pc:sldMk cId="2878568228" sldId="962"/>
            <ac:spMk id="2" creationId="{D15A7993-A3F5-DA24-2228-2178463D4211}"/>
          </ac:spMkLst>
        </pc:spChg>
        <pc:spChg chg="del mod ord">
          <ac:chgData name="Truskett, Harve A" userId="213d60ac-aef1-4d38-a1a1-cc3530dfbff5" providerId="ADAL" clId="{46A6D219-DC58-45E8-8D58-021ACE409CDA}" dt="2026-09-01T13:37:18.424" v="1" actId="700"/>
          <ac:spMkLst>
            <pc:docMk/>
            <pc:sldMk cId="2878568228" sldId="962"/>
            <ac:spMk id="3" creationId="{43F0CF32-7151-29F3-158A-BE48A6AEC3EA}"/>
          </ac:spMkLst>
        </pc:spChg>
        <pc:spChg chg="del">
          <ac:chgData name="Truskett, Harve A" userId="213d60ac-aef1-4d38-a1a1-cc3530dfbff5" providerId="ADAL" clId="{46A6D219-DC58-45E8-8D58-021ACE409CDA}" dt="2026-09-01T13:37:18.424" v="1" actId="700"/>
          <ac:spMkLst>
            <pc:docMk/>
            <pc:sldMk cId="2878568228" sldId="962"/>
            <ac:spMk id="4" creationId="{2B437457-ED67-BA0E-3755-1BA50F38A4EB}"/>
          </ac:spMkLst>
        </pc:spChg>
        <pc:spChg chg="add mod ord">
          <ac:chgData name="Truskett, Harve A" userId="213d60ac-aef1-4d38-a1a1-cc3530dfbff5" providerId="ADAL" clId="{46A6D219-DC58-45E8-8D58-021ACE409CDA}" dt="2026-09-01T13:44:57.528" v="439" actId="26606"/>
          <ac:spMkLst>
            <pc:docMk/>
            <pc:sldMk cId="2878568228" sldId="962"/>
            <ac:spMk id="5" creationId="{541009AA-EBE2-5D38-4942-B33B1B280FCA}"/>
          </ac:spMkLst>
        </pc:spChg>
        <pc:spChg chg="add mod ord">
          <ac:chgData name="Truskett, Harve A" userId="213d60ac-aef1-4d38-a1a1-cc3530dfbff5" providerId="ADAL" clId="{46A6D219-DC58-45E8-8D58-021ACE409CDA}" dt="2026-09-01T13:44:57.528" v="439" actId="26606"/>
          <ac:spMkLst>
            <pc:docMk/>
            <pc:sldMk cId="2878568228" sldId="962"/>
            <ac:spMk id="6" creationId="{1D6FD21B-F026-CB40-B89D-60451CB611B8}"/>
          </ac:spMkLst>
        </pc:spChg>
        <pc:spChg chg="add">
          <ac:chgData name="Truskett, Harve A" userId="213d60ac-aef1-4d38-a1a1-cc3530dfbff5" providerId="ADAL" clId="{46A6D219-DC58-45E8-8D58-021ACE409CDA}" dt="2026-09-01T13:44:57.528" v="439" actId="26606"/>
          <ac:spMkLst>
            <pc:docMk/>
            <pc:sldMk cId="2878568228" sldId="962"/>
            <ac:spMk id="12" creationId="{C5E6CFF1-2F42-4E10-9A97-F116F46F53FE}"/>
          </ac:spMkLst>
        </pc:spChg>
        <pc:picChg chg="add">
          <ac:chgData name="Truskett, Harve A" userId="213d60ac-aef1-4d38-a1a1-cc3530dfbff5" providerId="ADAL" clId="{46A6D219-DC58-45E8-8D58-021ACE409CDA}" dt="2026-09-01T13:44:57.528" v="439" actId="26606"/>
          <ac:picMkLst>
            <pc:docMk/>
            <pc:sldMk cId="2878568228" sldId="962"/>
            <ac:picMk id="8" creationId="{6605ACF6-38DE-5265-3338-F1F96C0CFCCD}"/>
          </ac:picMkLst>
        </pc:picChg>
        <pc:cxnChg chg="add">
          <ac:chgData name="Truskett, Harve A" userId="213d60ac-aef1-4d38-a1a1-cc3530dfbff5" providerId="ADAL" clId="{46A6D219-DC58-45E8-8D58-021ACE409CDA}" dt="2026-09-01T13:44:57.528" v="439" actId="26606"/>
          <ac:cxnSpMkLst>
            <pc:docMk/>
            <pc:sldMk cId="2878568228" sldId="962"/>
            <ac:cxnSpMk id="14" creationId="{96A8629B-8289-498B-939B-1CA0C106182C}"/>
          </ac:cxnSpMkLst>
        </pc:cxnChg>
      </pc:sldChg>
      <pc:sldChg chg="add ord">
        <pc:chgData name="Truskett, Harve A" userId="213d60ac-aef1-4d38-a1a1-cc3530dfbff5" providerId="ADAL" clId="{46A6D219-DC58-45E8-8D58-021ACE409CDA}" dt="2026-09-01T13:44:24.638" v="438"/>
        <pc:sldMkLst>
          <pc:docMk/>
          <pc:sldMk cId="0" sldId="963"/>
        </pc:sldMkLst>
      </pc:sldChg>
      <pc:sldChg chg="add del">
        <pc:chgData name="Truskett, Harve A" userId="213d60ac-aef1-4d38-a1a1-cc3530dfbff5" providerId="ADAL" clId="{46A6D219-DC58-45E8-8D58-021ACE409CDA}" dt="2026-09-01T14:15:46.418" v="443"/>
        <pc:sldMkLst>
          <pc:docMk/>
          <pc:sldMk cId="0" sldId="96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D5C943-D3C3-40CD-92AD-15C649834CD2}" type="doc">
      <dgm:prSet loTypeId="urn:microsoft.com/office/officeart/2005/8/layout/vList2" loCatId="list" qsTypeId="urn:microsoft.com/office/officeart/2005/8/quickstyle/simple1#6" qsCatId="simple" csTypeId="urn:microsoft.com/office/officeart/2005/8/colors/colorful2#1" csCatId="colorful" phldr="1"/>
      <dgm:spPr/>
      <dgm:t>
        <a:bodyPr/>
        <a:lstStyle/>
        <a:p>
          <a:endParaRPr lang="en-US"/>
        </a:p>
      </dgm:t>
    </dgm:pt>
    <dgm:pt modelId="{9E3307EC-B75E-462E-BB1B-8CF40EE03CF1}">
      <dgm:prSet custT="1"/>
      <dgm:spPr/>
      <dgm:t>
        <a:bodyPr/>
        <a:lstStyle/>
        <a:p>
          <a:r>
            <a:rPr lang="en-US" sz="2000" dirty="0"/>
            <a:t>Jalen Fox Character and Fitness Analysis</a:t>
          </a:r>
        </a:p>
        <a:p>
          <a:r>
            <a:rPr lang="en-US" sz="2000" dirty="0"/>
            <a:t>	- Rule Statement Practice</a:t>
          </a:r>
        </a:p>
        <a:p>
          <a:r>
            <a:rPr lang="en-US" sz="2000" dirty="0"/>
            <a:t>	- Mustafa and Sobin Case Comparisons</a:t>
          </a:r>
        </a:p>
        <a:p>
          <a:r>
            <a:rPr lang="en-US" sz="2000" dirty="0"/>
            <a:t>		- Where does Fox fit? </a:t>
          </a:r>
        </a:p>
      </dgm:t>
    </dgm:pt>
    <dgm:pt modelId="{05C832F4-3348-4E40-940E-98EA257328AD}" type="parTrans" cxnId="{B76444C2-9A9A-4D0C-86E0-1CDED8FA2C6A}">
      <dgm:prSet/>
      <dgm:spPr/>
      <dgm:t>
        <a:bodyPr/>
        <a:lstStyle/>
        <a:p>
          <a:endParaRPr lang="en-US"/>
        </a:p>
      </dgm:t>
    </dgm:pt>
    <dgm:pt modelId="{130A26D6-61CD-43F1-A75B-F6F585CE4C31}" type="sibTrans" cxnId="{B76444C2-9A9A-4D0C-86E0-1CDED8FA2C6A}">
      <dgm:prSet/>
      <dgm:spPr/>
      <dgm:t>
        <a:bodyPr/>
        <a:lstStyle/>
        <a:p>
          <a:endParaRPr lang="en-US"/>
        </a:p>
      </dgm:t>
    </dgm:pt>
    <dgm:pt modelId="{1384E768-A962-4F28-BF41-2CD42C652AF7}">
      <dgm:prSet custT="1"/>
      <dgm:spPr/>
      <dgm:t>
        <a:bodyPr/>
        <a:lstStyle/>
        <a:p>
          <a:r>
            <a:rPr lang="en-US" sz="2000" dirty="0"/>
            <a:t>Law Firm 4 [Name?] Image Presentations</a:t>
          </a:r>
        </a:p>
      </dgm:t>
    </dgm:pt>
    <dgm:pt modelId="{7291578F-051B-44C5-85A0-E152047FA594}" type="parTrans" cxnId="{32087096-828C-435C-B362-6DC094021134}">
      <dgm:prSet/>
      <dgm:spPr/>
      <dgm:t>
        <a:bodyPr/>
        <a:lstStyle/>
        <a:p>
          <a:endParaRPr lang="en-US"/>
        </a:p>
      </dgm:t>
    </dgm:pt>
    <dgm:pt modelId="{A4CE74A9-154D-48AE-866C-85C7A90BB287}" type="sibTrans" cxnId="{32087096-828C-435C-B362-6DC094021134}">
      <dgm:prSet/>
      <dgm:spPr/>
      <dgm:t>
        <a:bodyPr/>
        <a:lstStyle/>
        <a:p>
          <a:endParaRPr lang="en-US"/>
        </a:p>
      </dgm:t>
    </dgm:pt>
    <dgm:pt modelId="{A4253FBA-6F2D-4C6E-9F51-790B08C73EB5}">
      <dgm:prSet custT="1"/>
      <dgm:spPr/>
      <dgm:t>
        <a:bodyPr/>
        <a:lstStyle/>
        <a:p>
          <a:r>
            <a:rPr lang="en-US" sz="2000" dirty="0"/>
            <a:t>Introduction to Legal Citation</a:t>
          </a:r>
        </a:p>
      </dgm:t>
    </dgm:pt>
    <dgm:pt modelId="{68911964-9A45-4299-8939-BA96F7D52D77}" type="parTrans" cxnId="{13046753-453D-421B-9993-944B8B6BBC36}">
      <dgm:prSet/>
      <dgm:spPr/>
      <dgm:t>
        <a:bodyPr/>
        <a:lstStyle/>
        <a:p>
          <a:endParaRPr lang="en-US"/>
        </a:p>
      </dgm:t>
    </dgm:pt>
    <dgm:pt modelId="{FD2B7E39-3028-4C53-8B64-A0E6D96EBD4A}" type="sibTrans" cxnId="{13046753-453D-421B-9993-944B8B6BBC36}">
      <dgm:prSet/>
      <dgm:spPr/>
      <dgm:t>
        <a:bodyPr/>
        <a:lstStyle/>
        <a:p>
          <a:endParaRPr lang="en-US"/>
        </a:p>
      </dgm:t>
    </dgm:pt>
    <dgm:pt modelId="{B120AED6-0BCE-44D1-919C-03B0990DB9D2}">
      <dgm:prSet phldrT="[Text]" phldr="0" custT="1"/>
      <dgm:spPr/>
      <dgm:t>
        <a:bodyPr/>
        <a:lstStyle/>
        <a:p>
          <a:r>
            <a:rPr lang="en-US" sz="1800" b="1" dirty="0"/>
            <a:t>Don’t forget:</a:t>
          </a:r>
        </a:p>
        <a:p>
          <a:r>
            <a:rPr lang="en-US" sz="1800" b="1" dirty="0"/>
            <a:t>- Mandatory Legal Research Lab Today, 12:00-12:50, Room 102A (overflow 210)</a:t>
          </a:r>
        </a:p>
        <a:p>
          <a:r>
            <a:rPr lang="en-US" sz="1800" b="1" dirty="0"/>
            <a:t>-</a:t>
          </a:r>
          <a:r>
            <a:rPr lang="en-US" sz="1800" b="1" i="0" dirty="0"/>
            <a:t>Complete Legal Research Modules 0.1-0.4 by 5:00 p.m. Today</a:t>
          </a:r>
          <a:endParaRPr lang="en-US" sz="1800" b="1" dirty="0"/>
        </a:p>
      </dgm:t>
    </dgm:pt>
    <dgm:pt modelId="{EC03ADD7-22FE-43ED-A476-FB8AAA3D52DE}" type="parTrans" cxnId="{C89BB6C1-F5C4-41A3-BA87-CD526BD3007F}">
      <dgm:prSet/>
      <dgm:spPr/>
      <dgm:t>
        <a:bodyPr/>
        <a:lstStyle/>
        <a:p>
          <a:endParaRPr lang="en-US"/>
        </a:p>
      </dgm:t>
    </dgm:pt>
    <dgm:pt modelId="{80B076AD-50C5-4944-85F6-B31895E8C8AF}" type="sibTrans" cxnId="{C89BB6C1-F5C4-41A3-BA87-CD526BD3007F}">
      <dgm:prSet/>
      <dgm:spPr/>
      <dgm:t>
        <a:bodyPr/>
        <a:lstStyle/>
        <a:p>
          <a:endParaRPr lang="en-US"/>
        </a:p>
      </dgm:t>
    </dgm:pt>
    <dgm:pt modelId="{FB70855E-09F8-4E90-A794-8D85F8CB0450}" type="pres">
      <dgm:prSet presAssocID="{80D5C943-D3C3-40CD-92AD-15C649834CD2}" presName="linear" presStyleCnt="0">
        <dgm:presLayoutVars>
          <dgm:animLvl val="lvl"/>
          <dgm:resizeHandles val="exact"/>
        </dgm:presLayoutVars>
      </dgm:prSet>
      <dgm:spPr/>
    </dgm:pt>
    <dgm:pt modelId="{14426F71-3EB1-450C-BF7D-C1F2F2AF2DE2}" type="pres">
      <dgm:prSet presAssocID="{1384E768-A962-4F28-BF41-2CD42C652AF7}" presName="parentText" presStyleLbl="node1" presStyleIdx="0" presStyleCnt="4">
        <dgm:presLayoutVars>
          <dgm:chMax val="0"/>
          <dgm:bulletEnabled val="1"/>
        </dgm:presLayoutVars>
      </dgm:prSet>
      <dgm:spPr/>
    </dgm:pt>
    <dgm:pt modelId="{0ABD3F46-D430-44AC-82F2-5E2A92F42477}" type="pres">
      <dgm:prSet presAssocID="{A4CE74A9-154D-48AE-866C-85C7A90BB287}" presName="spacer" presStyleCnt="0"/>
      <dgm:spPr/>
    </dgm:pt>
    <dgm:pt modelId="{78E7A08D-B0D0-468E-8913-B961631DE680}" type="pres">
      <dgm:prSet presAssocID="{9E3307EC-B75E-462E-BB1B-8CF40EE03CF1}" presName="parentText" presStyleLbl="node1" presStyleIdx="1" presStyleCnt="4">
        <dgm:presLayoutVars>
          <dgm:chMax val="0"/>
          <dgm:bulletEnabled val="1"/>
        </dgm:presLayoutVars>
      </dgm:prSet>
      <dgm:spPr/>
    </dgm:pt>
    <dgm:pt modelId="{F551F4FC-9263-43AD-9230-D8F7095EB6D6}" type="pres">
      <dgm:prSet presAssocID="{130A26D6-61CD-43F1-A75B-F6F585CE4C31}" presName="spacer" presStyleCnt="0"/>
      <dgm:spPr/>
    </dgm:pt>
    <dgm:pt modelId="{AE529DE4-4E33-4BAC-9617-DD4DD4B51DEC}" type="pres">
      <dgm:prSet presAssocID="{A4253FBA-6F2D-4C6E-9F51-790B08C73EB5}" presName="parentText" presStyleLbl="node1" presStyleIdx="2" presStyleCnt="4">
        <dgm:presLayoutVars>
          <dgm:chMax val="0"/>
          <dgm:bulletEnabled val="1"/>
        </dgm:presLayoutVars>
      </dgm:prSet>
      <dgm:spPr/>
    </dgm:pt>
    <dgm:pt modelId="{D71E41F9-C8BD-4F45-982B-DA2BA7A4B056}" type="pres">
      <dgm:prSet presAssocID="{FD2B7E39-3028-4C53-8B64-A0E6D96EBD4A}" presName="spacer" presStyleCnt="0"/>
      <dgm:spPr/>
    </dgm:pt>
    <dgm:pt modelId="{EC7E6824-AAD7-4EE6-B36D-8B498D6854A4}" type="pres">
      <dgm:prSet presAssocID="{B120AED6-0BCE-44D1-919C-03B0990DB9D2}" presName="parentText" presStyleLbl="node1" presStyleIdx="3" presStyleCnt="4">
        <dgm:presLayoutVars>
          <dgm:chMax val="0"/>
          <dgm:bulletEnabled val="1"/>
        </dgm:presLayoutVars>
      </dgm:prSet>
      <dgm:spPr/>
    </dgm:pt>
  </dgm:ptLst>
  <dgm:cxnLst>
    <dgm:cxn modelId="{9E04780D-D7CE-47A1-9648-8D29F8B95D8D}" type="presOf" srcId="{9E3307EC-B75E-462E-BB1B-8CF40EE03CF1}" destId="{78E7A08D-B0D0-468E-8913-B961631DE680}" srcOrd="0" destOrd="0" presId="urn:microsoft.com/office/officeart/2005/8/layout/vList2"/>
    <dgm:cxn modelId="{C5D7AC22-D3F2-40E6-A6B4-9C9CF7994631}" type="presOf" srcId="{A4253FBA-6F2D-4C6E-9F51-790B08C73EB5}" destId="{AE529DE4-4E33-4BAC-9617-DD4DD4B51DEC}" srcOrd="0" destOrd="0" presId="urn:microsoft.com/office/officeart/2005/8/layout/vList2"/>
    <dgm:cxn modelId="{664AD825-A13E-40CD-A701-FF9B817BD364}" type="presOf" srcId="{B120AED6-0BCE-44D1-919C-03B0990DB9D2}" destId="{EC7E6824-AAD7-4EE6-B36D-8B498D6854A4}" srcOrd="0" destOrd="0" presId="urn:microsoft.com/office/officeart/2005/8/layout/vList2"/>
    <dgm:cxn modelId="{E17A425D-D012-4008-BB65-1BBFAADF5CB9}" type="presOf" srcId="{1384E768-A962-4F28-BF41-2CD42C652AF7}" destId="{14426F71-3EB1-450C-BF7D-C1F2F2AF2DE2}" srcOrd="0" destOrd="0" presId="urn:microsoft.com/office/officeart/2005/8/layout/vList2"/>
    <dgm:cxn modelId="{13046753-453D-421B-9993-944B8B6BBC36}" srcId="{80D5C943-D3C3-40CD-92AD-15C649834CD2}" destId="{A4253FBA-6F2D-4C6E-9F51-790B08C73EB5}" srcOrd="2" destOrd="0" parTransId="{68911964-9A45-4299-8939-BA96F7D52D77}" sibTransId="{FD2B7E39-3028-4C53-8B64-A0E6D96EBD4A}"/>
    <dgm:cxn modelId="{32087096-828C-435C-B362-6DC094021134}" srcId="{80D5C943-D3C3-40CD-92AD-15C649834CD2}" destId="{1384E768-A962-4F28-BF41-2CD42C652AF7}" srcOrd="0" destOrd="0" parTransId="{7291578F-051B-44C5-85A0-E152047FA594}" sibTransId="{A4CE74A9-154D-48AE-866C-85C7A90BB287}"/>
    <dgm:cxn modelId="{C89BB6C1-F5C4-41A3-BA87-CD526BD3007F}" srcId="{80D5C943-D3C3-40CD-92AD-15C649834CD2}" destId="{B120AED6-0BCE-44D1-919C-03B0990DB9D2}" srcOrd="3" destOrd="0" parTransId="{EC03ADD7-22FE-43ED-A476-FB8AAA3D52DE}" sibTransId="{80B076AD-50C5-4944-85F6-B31895E8C8AF}"/>
    <dgm:cxn modelId="{B76444C2-9A9A-4D0C-86E0-1CDED8FA2C6A}" srcId="{80D5C943-D3C3-40CD-92AD-15C649834CD2}" destId="{9E3307EC-B75E-462E-BB1B-8CF40EE03CF1}" srcOrd="1" destOrd="0" parTransId="{05C832F4-3348-4E40-940E-98EA257328AD}" sibTransId="{130A26D6-61CD-43F1-A75B-F6F585CE4C31}"/>
    <dgm:cxn modelId="{2F2341E4-73D7-47AE-A027-9A784BA56C08}" type="presOf" srcId="{80D5C943-D3C3-40CD-92AD-15C649834CD2}" destId="{FB70855E-09F8-4E90-A794-8D85F8CB0450}" srcOrd="0" destOrd="0" presId="urn:microsoft.com/office/officeart/2005/8/layout/vList2"/>
    <dgm:cxn modelId="{96D0821D-D679-4DE9-960F-5807C66C1E8D}" type="presParOf" srcId="{FB70855E-09F8-4E90-A794-8D85F8CB0450}" destId="{14426F71-3EB1-450C-BF7D-C1F2F2AF2DE2}" srcOrd="0" destOrd="0" presId="urn:microsoft.com/office/officeart/2005/8/layout/vList2"/>
    <dgm:cxn modelId="{5C573C0E-4518-447C-AEBA-29C79C2CAB01}" type="presParOf" srcId="{FB70855E-09F8-4E90-A794-8D85F8CB0450}" destId="{0ABD3F46-D430-44AC-82F2-5E2A92F42477}" srcOrd="1" destOrd="0" presId="urn:microsoft.com/office/officeart/2005/8/layout/vList2"/>
    <dgm:cxn modelId="{CDE6AE1A-EA06-4FFF-B7C8-DB00269B3932}" type="presParOf" srcId="{FB70855E-09F8-4E90-A794-8D85F8CB0450}" destId="{78E7A08D-B0D0-468E-8913-B961631DE680}" srcOrd="2" destOrd="0" presId="urn:microsoft.com/office/officeart/2005/8/layout/vList2"/>
    <dgm:cxn modelId="{BA2A74E1-D046-407C-8F58-5CECDCE4E0CB}" type="presParOf" srcId="{FB70855E-09F8-4E90-A794-8D85F8CB0450}" destId="{F551F4FC-9263-43AD-9230-D8F7095EB6D6}" srcOrd="3" destOrd="0" presId="urn:microsoft.com/office/officeart/2005/8/layout/vList2"/>
    <dgm:cxn modelId="{B2ED6322-3BBC-49B2-BBD4-0380A1C9D187}" type="presParOf" srcId="{FB70855E-09F8-4E90-A794-8D85F8CB0450}" destId="{AE529DE4-4E33-4BAC-9617-DD4DD4B51DEC}" srcOrd="4" destOrd="0" presId="urn:microsoft.com/office/officeart/2005/8/layout/vList2"/>
    <dgm:cxn modelId="{63B0A39F-FB27-4A2E-A833-B19902155ADC}" type="presParOf" srcId="{FB70855E-09F8-4E90-A794-8D85F8CB0450}" destId="{D71E41F9-C8BD-4F45-982B-DA2BA7A4B056}" srcOrd="5" destOrd="0" presId="urn:microsoft.com/office/officeart/2005/8/layout/vList2"/>
    <dgm:cxn modelId="{03BBB7A0-E89D-4FFD-85C0-8B10890A039B}" type="presParOf" srcId="{FB70855E-09F8-4E90-A794-8D85F8CB0450}" destId="{EC7E6824-AAD7-4EE6-B36D-8B498D6854A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426F71-3EB1-450C-BF7D-C1F2F2AF2DE2}">
      <dsp:nvSpPr>
        <dsp:cNvPr id="0" name=""/>
        <dsp:cNvSpPr/>
      </dsp:nvSpPr>
      <dsp:spPr>
        <a:xfrm>
          <a:off x="0" y="3474"/>
          <a:ext cx="6245265" cy="138713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Law Firm 4 [Name?] Image Presentations</a:t>
          </a:r>
        </a:p>
      </dsp:txBody>
      <dsp:txXfrm>
        <a:off x="67714" y="71188"/>
        <a:ext cx="6109837" cy="1251702"/>
      </dsp:txXfrm>
    </dsp:sp>
    <dsp:sp modelId="{78E7A08D-B0D0-468E-8913-B961631DE680}">
      <dsp:nvSpPr>
        <dsp:cNvPr id="0" name=""/>
        <dsp:cNvSpPr/>
      </dsp:nvSpPr>
      <dsp:spPr>
        <a:xfrm>
          <a:off x="0" y="1401896"/>
          <a:ext cx="6245265" cy="1387130"/>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Jalen Fox Character and Fitness Analysis</a:t>
          </a:r>
        </a:p>
        <a:p>
          <a:pPr marL="0" lvl="0" indent="0" algn="l" defTabSz="889000">
            <a:lnSpc>
              <a:spcPct val="90000"/>
            </a:lnSpc>
            <a:spcBef>
              <a:spcPct val="0"/>
            </a:spcBef>
            <a:spcAft>
              <a:spcPct val="35000"/>
            </a:spcAft>
            <a:buNone/>
          </a:pPr>
          <a:r>
            <a:rPr lang="en-US" sz="2000" kern="1200" dirty="0"/>
            <a:t>	- Rule Statement Practice</a:t>
          </a:r>
        </a:p>
        <a:p>
          <a:pPr marL="0" lvl="0" indent="0" algn="l" defTabSz="889000">
            <a:lnSpc>
              <a:spcPct val="90000"/>
            </a:lnSpc>
            <a:spcBef>
              <a:spcPct val="0"/>
            </a:spcBef>
            <a:spcAft>
              <a:spcPct val="35000"/>
            </a:spcAft>
            <a:buNone/>
          </a:pPr>
          <a:r>
            <a:rPr lang="en-US" sz="2000" kern="1200" dirty="0"/>
            <a:t>	- Mustafa and Sobin Case Comparisons</a:t>
          </a:r>
        </a:p>
        <a:p>
          <a:pPr marL="0" lvl="0" indent="0" algn="l" defTabSz="889000">
            <a:lnSpc>
              <a:spcPct val="90000"/>
            </a:lnSpc>
            <a:spcBef>
              <a:spcPct val="0"/>
            </a:spcBef>
            <a:spcAft>
              <a:spcPct val="35000"/>
            </a:spcAft>
            <a:buNone/>
          </a:pPr>
          <a:r>
            <a:rPr lang="en-US" sz="2000" kern="1200" dirty="0"/>
            <a:t>		- Where does Fox fit? </a:t>
          </a:r>
        </a:p>
      </dsp:txBody>
      <dsp:txXfrm>
        <a:off x="67714" y="1469610"/>
        <a:ext cx="6109837" cy="1251702"/>
      </dsp:txXfrm>
    </dsp:sp>
    <dsp:sp modelId="{AE529DE4-4E33-4BAC-9617-DD4DD4B51DEC}">
      <dsp:nvSpPr>
        <dsp:cNvPr id="0" name=""/>
        <dsp:cNvSpPr/>
      </dsp:nvSpPr>
      <dsp:spPr>
        <a:xfrm>
          <a:off x="0" y="2800319"/>
          <a:ext cx="6245265" cy="1387130"/>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Introduction to Legal Citation</a:t>
          </a:r>
        </a:p>
      </dsp:txBody>
      <dsp:txXfrm>
        <a:off x="67714" y="2868033"/>
        <a:ext cx="6109837" cy="1251702"/>
      </dsp:txXfrm>
    </dsp:sp>
    <dsp:sp modelId="{EC7E6824-AAD7-4EE6-B36D-8B498D6854A4}">
      <dsp:nvSpPr>
        <dsp:cNvPr id="0" name=""/>
        <dsp:cNvSpPr/>
      </dsp:nvSpPr>
      <dsp:spPr>
        <a:xfrm>
          <a:off x="0" y="4198742"/>
          <a:ext cx="6245265" cy="138713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Don’t forget:</a:t>
          </a:r>
        </a:p>
        <a:p>
          <a:pPr marL="0" lvl="0" indent="0" algn="l" defTabSz="800100">
            <a:lnSpc>
              <a:spcPct val="90000"/>
            </a:lnSpc>
            <a:spcBef>
              <a:spcPct val="0"/>
            </a:spcBef>
            <a:spcAft>
              <a:spcPct val="35000"/>
            </a:spcAft>
            <a:buNone/>
          </a:pPr>
          <a:r>
            <a:rPr lang="en-US" sz="1800" b="1" kern="1200" dirty="0"/>
            <a:t>- Mandatory Legal Research Lab Today, 12:00-12:50, Room 102A (overflow 210)</a:t>
          </a:r>
        </a:p>
        <a:p>
          <a:pPr marL="0" lvl="0" indent="0" algn="l" defTabSz="800100">
            <a:lnSpc>
              <a:spcPct val="90000"/>
            </a:lnSpc>
            <a:spcBef>
              <a:spcPct val="0"/>
            </a:spcBef>
            <a:spcAft>
              <a:spcPct val="35000"/>
            </a:spcAft>
            <a:buNone/>
          </a:pPr>
          <a:r>
            <a:rPr lang="en-US" sz="1800" b="1" kern="1200" dirty="0"/>
            <a:t>-</a:t>
          </a:r>
          <a:r>
            <a:rPr lang="en-US" sz="1800" b="1" i="0" kern="1200" dirty="0"/>
            <a:t>Complete Legal Research Modules 0.1-0.4 by 5:00 p.m. Today</a:t>
          </a:r>
          <a:endParaRPr lang="en-US" sz="1800" b="1" kern="1200" dirty="0"/>
        </a:p>
      </dsp:txBody>
      <dsp:txXfrm>
        <a:off x="67714" y="4266456"/>
        <a:ext cx="6109837" cy="125170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02BE75-F7FC-E741-BD01-ABFCEEF451D5}" type="datetimeFigureOut">
              <a:rPr lang="en-US" smtClean="0"/>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44E26-21AB-9E48-A13F-3992D2ACA942}" type="slidenum">
              <a:rPr lang="en-US" smtClean="0"/>
              <a:t>‹#›</a:t>
            </a:fld>
            <a:endParaRPr lang="en-US"/>
          </a:p>
        </p:txBody>
      </p:sp>
    </p:spTree>
    <p:extLst>
      <p:ext uri="{BB962C8B-B14F-4D97-AF65-F5344CB8AC3E}">
        <p14:creationId xmlns:p14="http://schemas.microsoft.com/office/powerpoint/2010/main" val="1175097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z="1400">
                <a:ea typeface="ＭＳ Ｐゴシック" pitchFamily="34" charset="-128"/>
              </a:rPr>
              <a:t>THIS IS WHY WE BRIEF CASES TO TRACK THESE SAME TOPICS</a:t>
            </a:r>
          </a:p>
        </p:txBody>
      </p:sp>
      <p:sp>
        <p:nvSpPr>
          <p:cNvPr id="31748"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spcBef>
                <a:spcPct val="30000"/>
              </a:spcBef>
              <a:defRPr sz="1100">
                <a:solidFill>
                  <a:schemeClr val="tx1"/>
                </a:solidFill>
                <a:latin typeface="Calibri" pitchFamily="34" charset="0"/>
                <a:ea typeface="ＭＳ Ｐゴシック" pitchFamily="34" charset="-128"/>
              </a:defRPr>
            </a:lvl1pPr>
            <a:lvl2pPr marL="742950" indent="-285750" eaLnBrk="0" hangingPunct="0">
              <a:spcBef>
                <a:spcPct val="30000"/>
              </a:spcBef>
              <a:defRPr sz="1200">
                <a:solidFill>
                  <a:schemeClr val="tx1"/>
                </a:solidFill>
                <a:latin typeface="Calibri" pitchFamily="34" charset="0"/>
                <a:ea typeface="ＭＳ Ｐゴシック" pitchFamily="34" charset="-128"/>
              </a:defRPr>
            </a:lvl2pPr>
            <a:lvl3pPr marL="1143000" indent="-228600" eaLnBrk="0" hangingPunct="0">
              <a:spcBef>
                <a:spcPct val="30000"/>
              </a:spcBef>
              <a:defRPr sz="1200">
                <a:solidFill>
                  <a:schemeClr val="tx1"/>
                </a:solidFill>
                <a:latin typeface="Calibri" pitchFamily="34" charset="0"/>
                <a:ea typeface="ＭＳ Ｐゴシック" pitchFamily="34" charset="-128"/>
              </a:defRPr>
            </a:lvl3pPr>
            <a:lvl4pPr marL="1600200" indent="-228600" eaLnBrk="0" hangingPunct="0">
              <a:spcBef>
                <a:spcPct val="30000"/>
              </a:spcBef>
              <a:defRPr sz="1200">
                <a:solidFill>
                  <a:schemeClr val="tx1"/>
                </a:solidFill>
                <a:latin typeface="Calibri" pitchFamily="34" charset="0"/>
                <a:ea typeface="ＭＳ Ｐゴシック" pitchFamily="34" charset="-128"/>
              </a:defRPr>
            </a:lvl4pPr>
            <a:lvl5pPr marL="2057400" indent="-228600" eaLnBrk="0" hangingPunct="0">
              <a:spcBef>
                <a:spcPct val="30000"/>
              </a:spcBef>
              <a:defRPr sz="10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0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0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0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000">
                <a:solidFill>
                  <a:schemeClr val="tx1"/>
                </a:solidFill>
                <a:latin typeface="Calibri" pitchFamily="34" charset="0"/>
                <a:ea typeface="ＭＳ Ｐゴシック" pitchFamily="34" charset="-128"/>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905CF9ED-F1B3-4B52-BC40-CE288A119B97}" type="slidenum">
              <a:rPr kumimoji="0" lang="en-US" altLang="en-US" sz="1200" b="0" i="0" u="none" strike="noStrike" kern="1200" cap="none" spc="0" normalizeH="0" baseline="0" noProof="0">
                <a:ln>
                  <a:noFill/>
                </a:ln>
                <a:solidFill>
                  <a:prstClr val="black"/>
                </a:solidFill>
                <a:effectLst/>
                <a:uLnTx/>
                <a:uFillTx/>
                <a:latin typeface="Calibri" pitchFamily="34" charset="0"/>
                <a:ea typeface="ＭＳ Ｐゴシック"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Calibri" pitchFamily="34" charset="0"/>
              <a:ea typeface="ＭＳ Ｐゴシック" pitchFamily="34" charset="-128"/>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03290-6449-72AC-6B77-C737D85C4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A42A5-751B-9883-7F9C-A654C60347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47DE88-39A5-A34A-711D-CDBC02F1FB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911539-79B7-88C6-357A-3714CDD32328}"/>
              </a:ext>
            </a:extLst>
          </p:cNvPr>
          <p:cNvSpPr>
            <a:spLocks noGrp="1"/>
          </p:cNvSpPr>
          <p:nvPr>
            <p:ph type="sldNum" sz="quarter" idx="5"/>
          </p:nvPr>
        </p:nvSpPr>
        <p:spPr/>
        <p:txBody>
          <a:bodyPr/>
          <a:lstStyle/>
          <a:p>
            <a:fld id="{BBF2C138-ED38-4604-AC41-5D527400E9B8}" type="slidenum">
              <a:rPr lang="en-US" smtClean="0"/>
              <a:t>22</a:t>
            </a:fld>
            <a:endParaRPr lang="en-US"/>
          </a:p>
        </p:txBody>
      </p:sp>
    </p:spTree>
    <p:extLst>
      <p:ext uri="{BB962C8B-B14F-4D97-AF65-F5344CB8AC3E}">
        <p14:creationId xmlns:p14="http://schemas.microsoft.com/office/powerpoint/2010/main" val="755832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1A7D4-8A87-6B10-EF0B-24B902BCDC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0A0384A-BA93-2438-3100-98F9E320FF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73FB63-457D-04A6-7420-89FD277CB33C}"/>
              </a:ext>
            </a:extLst>
          </p:cNvPr>
          <p:cNvSpPr>
            <a:spLocks noGrp="1"/>
          </p:cNvSpPr>
          <p:nvPr>
            <p:ph type="dt" sz="half" idx="10"/>
          </p:nvPr>
        </p:nvSpPr>
        <p:spPr/>
        <p:txBody>
          <a:bodyPr/>
          <a:lstStyle/>
          <a:p>
            <a:fld id="{CDA81D6B-CE9E-474B-BCAC-C874B1E56BCE}" type="datetimeFigureOut">
              <a:rPr lang="en-US" smtClean="0"/>
              <a:pPr/>
              <a:t>9/1/2026</a:t>
            </a:fld>
            <a:endParaRPr lang="en-US"/>
          </a:p>
        </p:txBody>
      </p:sp>
      <p:sp>
        <p:nvSpPr>
          <p:cNvPr id="5" name="Footer Placeholder 4">
            <a:extLst>
              <a:ext uri="{FF2B5EF4-FFF2-40B4-BE49-F238E27FC236}">
                <a16:creationId xmlns:a16="http://schemas.microsoft.com/office/drawing/2014/main" id="{E3D34114-CE96-AAA6-3A29-4CA51ECA49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CAAC93-0FF0-F617-040C-1DF585D8ED10}"/>
              </a:ext>
            </a:extLst>
          </p:cNvPr>
          <p:cNvSpPr>
            <a:spLocks noGrp="1"/>
          </p:cNvSpPr>
          <p:nvPr>
            <p:ph type="sldNum" sz="quarter" idx="12"/>
          </p:nvPr>
        </p:nvSpPr>
        <p:spPr/>
        <p:txBody>
          <a:bodyPr/>
          <a:lstStyle/>
          <a:p>
            <a:fld id="{137147FC-8BD7-4351-9235-1311C7CD144E}" type="slidenum">
              <a:rPr lang="en-US" smtClean="0"/>
              <a:pPr/>
              <a:t>‹#›</a:t>
            </a:fld>
            <a:endParaRPr lang="en-US"/>
          </a:p>
        </p:txBody>
      </p:sp>
    </p:spTree>
    <p:extLst>
      <p:ext uri="{BB962C8B-B14F-4D97-AF65-F5344CB8AC3E}">
        <p14:creationId xmlns:p14="http://schemas.microsoft.com/office/powerpoint/2010/main" val="2691121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63642-705B-6210-EA46-706E1E34AA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0C8012-EC4A-87F3-0A01-3190042214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0DD6FF-FEA7-0F81-D8F1-02A728E7A0BC}"/>
              </a:ext>
            </a:extLst>
          </p:cNvPr>
          <p:cNvSpPr>
            <a:spLocks noGrp="1"/>
          </p:cNvSpPr>
          <p:nvPr>
            <p:ph type="dt" sz="half" idx="10"/>
          </p:nvPr>
        </p:nvSpPr>
        <p:spPr/>
        <p:txBody>
          <a:bodyPr/>
          <a:lstStyle/>
          <a:p>
            <a:fld id="{CDA81D6B-CE9E-474B-BCAC-C874B1E56BCE}" type="datetimeFigureOut">
              <a:rPr lang="en-US" smtClean="0"/>
              <a:pPr/>
              <a:t>9/1/2026</a:t>
            </a:fld>
            <a:endParaRPr lang="en-US"/>
          </a:p>
        </p:txBody>
      </p:sp>
      <p:sp>
        <p:nvSpPr>
          <p:cNvPr id="5" name="Footer Placeholder 4">
            <a:extLst>
              <a:ext uri="{FF2B5EF4-FFF2-40B4-BE49-F238E27FC236}">
                <a16:creationId xmlns:a16="http://schemas.microsoft.com/office/drawing/2014/main" id="{0E049BFE-29CB-D29D-52BB-E7EB21336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37338E-2D08-102F-F0F6-A8447DB05C2D}"/>
              </a:ext>
            </a:extLst>
          </p:cNvPr>
          <p:cNvSpPr>
            <a:spLocks noGrp="1"/>
          </p:cNvSpPr>
          <p:nvPr>
            <p:ph type="sldNum" sz="quarter" idx="12"/>
          </p:nvPr>
        </p:nvSpPr>
        <p:spPr/>
        <p:txBody>
          <a:bodyPr/>
          <a:lstStyle/>
          <a:p>
            <a:fld id="{137147FC-8BD7-4351-9235-1311C7CD144E}" type="slidenum">
              <a:rPr lang="en-US" smtClean="0"/>
              <a:pPr/>
              <a:t>‹#›</a:t>
            </a:fld>
            <a:endParaRPr lang="en-US"/>
          </a:p>
        </p:txBody>
      </p:sp>
    </p:spTree>
    <p:extLst>
      <p:ext uri="{BB962C8B-B14F-4D97-AF65-F5344CB8AC3E}">
        <p14:creationId xmlns:p14="http://schemas.microsoft.com/office/powerpoint/2010/main" val="1845220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FCA79-BA23-D3D3-D87E-03FFEBDBC1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3A5211-CE2B-38DA-DB46-DD83E4648B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464B7C-2EFE-2359-4BCF-874896F8617C}"/>
              </a:ext>
            </a:extLst>
          </p:cNvPr>
          <p:cNvSpPr>
            <a:spLocks noGrp="1"/>
          </p:cNvSpPr>
          <p:nvPr>
            <p:ph type="dt" sz="half" idx="10"/>
          </p:nvPr>
        </p:nvSpPr>
        <p:spPr/>
        <p:txBody>
          <a:bodyPr/>
          <a:lstStyle/>
          <a:p>
            <a:fld id="{CDA81D6B-CE9E-474B-BCAC-C874B1E56BCE}" type="datetimeFigureOut">
              <a:rPr lang="en-US" smtClean="0"/>
              <a:pPr/>
              <a:t>9/1/2026</a:t>
            </a:fld>
            <a:endParaRPr lang="en-US"/>
          </a:p>
        </p:txBody>
      </p:sp>
      <p:sp>
        <p:nvSpPr>
          <p:cNvPr id="5" name="Footer Placeholder 4">
            <a:extLst>
              <a:ext uri="{FF2B5EF4-FFF2-40B4-BE49-F238E27FC236}">
                <a16:creationId xmlns:a16="http://schemas.microsoft.com/office/drawing/2014/main" id="{C32A8542-18DF-50EB-7C8B-6F9C5B93D2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24CC6C-0FE7-F3AD-983E-62B84880EA01}"/>
              </a:ext>
            </a:extLst>
          </p:cNvPr>
          <p:cNvSpPr>
            <a:spLocks noGrp="1"/>
          </p:cNvSpPr>
          <p:nvPr>
            <p:ph type="sldNum" sz="quarter" idx="12"/>
          </p:nvPr>
        </p:nvSpPr>
        <p:spPr/>
        <p:txBody>
          <a:bodyPr/>
          <a:lstStyle/>
          <a:p>
            <a:fld id="{137147FC-8BD7-4351-9235-1311C7CD144E}" type="slidenum">
              <a:rPr lang="en-US" smtClean="0"/>
              <a:pPr/>
              <a:t>‹#›</a:t>
            </a:fld>
            <a:endParaRPr lang="en-US"/>
          </a:p>
        </p:txBody>
      </p:sp>
    </p:spTree>
    <p:extLst>
      <p:ext uri="{BB962C8B-B14F-4D97-AF65-F5344CB8AC3E}">
        <p14:creationId xmlns:p14="http://schemas.microsoft.com/office/powerpoint/2010/main" val="3855579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877B6-BE80-C490-A7B3-2812995F90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23927E-E8FF-99CA-B4E9-51402C90E6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3CD86D-DB50-4BF8-02B6-2B3564C5E0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3D22FC-BE68-0672-F406-2EBB0D01F6A9}"/>
              </a:ext>
            </a:extLst>
          </p:cNvPr>
          <p:cNvSpPr>
            <a:spLocks noGrp="1"/>
          </p:cNvSpPr>
          <p:nvPr>
            <p:ph type="dt" sz="half" idx="10"/>
          </p:nvPr>
        </p:nvSpPr>
        <p:spPr/>
        <p:txBody>
          <a:bodyPr/>
          <a:lstStyle/>
          <a:p>
            <a:fld id="{CDA81D6B-CE9E-474B-BCAC-C874B1E56BCE}" type="datetimeFigureOut">
              <a:rPr lang="en-US" smtClean="0"/>
              <a:pPr/>
              <a:t>9/1/2026</a:t>
            </a:fld>
            <a:endParaRPr lang="en-US"/>
          </a:p>
        </p:txBody>
      </p:sp>
      <p:sp>
        <p:nvSpPr>
          <p:cNvPr id="6" name="Footer Placeholder 5">
            <a:extLst>
              <a:ext uri="{FF2B5EF4-FFF2-40B4-BE49-F238E27FC236}">
                <a16:creationId xmlns:a16="http://schemas.microsoft.com/office/drawing/2014/main" id="{A83E0D4B-7733-51AB-E7EF-FFE307FB4E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A6179A-66A8-7A2E-58E4-F14B7878333D}"/>
              </a:ext>
            </a:extLst>
          </p:cNvPr>
          <p:cNvSpPr>
            <a:spLocks noGrp="1"/>
          </p:cNvSpPr>
          <p:nvPr>
            <p:ph type="sldNum" sz="quarter" idx="12"/>
          </p:nvPr>
        </p:nvSpPr>
        <p:spPr/>
        <p:txBody>
          <a:bodyPr/>
          <a:lstStyle/>
          <a:p>
            <a:fld id="{137147FC-8BD7-4351-9235-1311C7CD144E}" type="slidenum">
              <a:rPr lang="en-US" smtClean="0"/>
              <a:pPr/>
              <a:t>‹#›</a:t>
            </a:fld>
            <a:endParaRPr lang="en-US"/>
          </a:p>
        </p:txBody>
      </p:sp>
    </p:spTree>
    <p:extLst>
      <p:ext uri="{BB962C8B-B14F-4D97-AF65-F5344CB8AC3E}">
        <p14:creationId xmlns:p14="http://schemas.microsoft.com/office/powerpoint/2010/main" val="3494028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160A5-9A95-0469-55C7-25AE249EBF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0F254F-79CB-AAD6-F79E-57C745FC2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F84E66-670B-1075-74DF-3AD378ADDA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66E2772-67E4-475A-F4C7-850AC8AC0C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69421C-6638-4CA8-48B1-B0D2F16364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88F061-2254-503A-E533-CC455510E4A1}"/>
              </a:ext>
            </a:extLst>
          </p:cNvPr>
          <p:cNvSpPr>
            <a:spLocks noGrp="1"/>
          </p:cNvSpPr>
          <p:nvPr>
            <p:ph type="dt" sz="half" idx="10"/>
          </p:nvPr>
        </p:nvSpPr>
        <p:spPr/>
        <p:txBody>
          <a:bodyPr/>
          <a:lstStyle/>
          <a:p>
            <a:fld id="{CDA81D6B-CE9E-474B-BCAC-C874B1E56BCE}" type="datetimeFigureOut">
              <a:rPr lang="en-US" smtClean="0"/>
              <a:pPr/>
              <a:t>9/1/2026</a:t>
            </a:fld>
            <a:endParaRPr lang="en-US"/>
          </a:p>
        </p:txBody>
      </p:sp>
      <p:sp>
        <p:nvSpPr>
          <p:cNvPr id="8" name="Footer Placeholder 7">
            <a:extLst>
              <a:ext uri="{FF2B5EF4-FFF2-40B4-BE49-F238E27FC236}">
                <a16:creationId xmlns:a16="http://schemas.microsoft.com/office/drawing/2014/main" id="{D674092D-C2AB-27E5-6DA8-5A1FD90B17E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D19FC08-7C34-654C-2F98-BD6A42C0D0B8}"/>
              </a:ext>
            </a:extLst>
          </p:cNvPr>
          <p:cNvSpPr>
            <a:spLocks noGrp="1"/>
          </p:cNvSpPr>
          <p:nvPr>
            <p:ph type="sldNum" sz="quarter" idx="12"/>
          </p:nvPr>
        </p:nvSpPr>
        <p:spPr/>
        <p:txBody>
          <a:bodyPr/>
          <a:lstStyle/>
          <a:p>
            <a:fld id="{137147FC-8BD7-4351-9235-1311C7CD144E}" type="slidenum">
              <a:rPr lang="en-US" smtClean="0"/>
              <a:pPr/>
              <a:t>‹#›</a:t>
            </a:fld>
            <a:endParaRPr lang="en-US"/>
          </a:p>
        </p:txBody>
      </p:sp>
    </p:spTree>
    <p:extLst>
      <p:ext uri="{BB962C8B-B14F-4D97-AF65-F5344CB8AC3E}">
        <p14:creationId xmlns:p14="http://schemas.microsoft.com/office/powerpoint/2010/main" val="3495437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956D2-5402-E731-157F-4CFDF49E6D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5012BD-C54F-CF89-209D-F078D5857F83}"/>
              </a:ext>
            </a:extLst>
          </p:cNvPr>
          <p:cNvSpPr>
            <a:spLocks noGrp="1"/>
          </p:cNvSpPr>
          <p:nvPr>
            <p:ph type="dt" sz="half" idx="10"/>
          </p:nvPr>
        </p:nvSpPr>
        <p:spPr/>
        <p:txBody>
          <a:bodyPr/>
          <a:lstStyle/>
          <a:p>
            <a:fld id="{CDA81D6B-CE9E-474B-BCAC-C874B1E56BCE}" type="datetimeFigureOut">
              <a:rPr lang="en-US" smtClean="0"/>
              <a:pPr/>
              <a:t>9/1/2026</a:t>
            </a:fld>
            <a:endParaRPr lang="en-US"/>
          </a:p>
        </p:txBody>
      </p:sp>
      <p:sp>
        <p:nvSpPr>
          <p:cNvPr id="4" name="Footer Placeholder 3">
            <a:extLst>
              <a:ext uri="{FF2B5EF4-FFF2-40B4-BE49-F238E27FC236}">
                <a16:creationId xmlns:a16="http://schemas.microsoft.com/office/drawing/2014/main" id="{ACDF5ABA-47CB-AAA4-989D-202A023D5F7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988E2E-77E6-B882-3F41-7018975CFF21}"/>
              </a:ext>
            </a:extLst>
          </p:cNvPr>
          <p:cNvSpPr>
            <a:spLocks noGrp="1"/>
          </p:cNvSpPr>
          <p:nvPr>
            <p:ph type="sldNum" sz="quarter" idx="12"/>
          </p:nvPr>
        </p:nvSpPr>
        <p:spPr/>
        <p:txBody>
          <a:bodyPr/>
          <a:lstStyle/>
          <a:p>
            <a:fld id="{137147FC-8BD7-4351-9235-1311C7CD144E}" type="slidenum">
              <a:rPr lang="en-US" smtClean="0"/>
              <a:pPr/>
              <a:t>‹#›</a:t>
            </a:fld>
            <a:endParaRPr lang="en-US"/>
          </a:p>
        </p:txBody>
      </p:sp>
    </p:spTree>
    <p:extLst>
      <p:ext uri="{BB962C8B-B14F-4D97-AF65-F5344CB8AC3E}">
        <p14:creationId xmlns:p14="http://schemas.microsoft.com/office/powerpoint/2010/main" val="937199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7F0D48-4121-BFB8-D6CB-42881A1F2181}"/>
              </a:ext>
            </a:extLst>
          </p:cNvPr>
          <p:cNvSpPr>
            <a:spLocks noGrp="1"/>
          </p:cNvSpPr>
          <p:nvPr>
            <p:ph type="dt" sz="half" idx="10"/>
          </p:nvPr>
        </p:nvSpPr>
        <p:spPr/>
        <p:txBody>
          <a:bodyPr/>
          <a:lstStyle/>
          <a:p>
            <a:fld id="{CDA81D6B-CE9E-474B-BCAC-C874B1E56BCE}" type="datetimeFigureOut">
              <a:rPr lang="en-US" smtClean="0"/>
              <a:pPr/>
              <a:t>9/1/2026</a:t>
            </a:fld>
            <a:endParaRPr lang="en-US"/>
          </a:p>
        </p:txBody>
      </p:sp>
      <p:sp>
        <p:nvSpPr>
          <p:cNvPr id="3" name="Footer Placeholder 2">
            <a:extLst>
              <a:ext uri="{FF2B5EF4-FFF2-40B4-BE49-F238E27FC236}">
                <a16:creationId xmlns:a16="http://schemas.microsoft.com/office/drawing/2014/main" id="{983EE49B-C7D9-5C53-009F-4491BCBC8D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71C646-5076-BA43-9527-93C1660169DC}"/>
              </a:ext>
            </a:extLst>
          </p:cNvPr>
          <p:cNvSpPr>
            <a:spLocks noGrp="1"/>
          </p:cNvSpPr>
          <p:nvPr>
            <p:ph type="sldNum" sz="quarter" idx="12"/>
          </p:nvPr>
        </p:nvSpPr>
        <p:spPr/>
        <p:txBody>
          <a:bodyPr/>
          <a:lstStyle/>
          <a:p>
            <a:fld id="{137147FC-8BD7-4351-9235-1311C7CD144E}" type="slidenum">
              <a:rPr lang="en-US" smtClean="0"/>
              <a:pPr/>
              <a:t>‹#›</a:t>
            </a:fld>
            <a:endParaRPr lang="en-US"/>
          </a:p>
        </p:txBody>
      </p:sp>
    </p:spTree>
    <p:extLst>
      <p:ext uri="{BB962C8B-B14F-4D97-AF65-F5344CB8AC3E}">
        <p14:creationId xmlns:p14="http://schemas.microsoft.com/office/powerpoint/2010/main" val="1714317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DAED1-548F-B51A-4581-4FB8316CA2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3D382F-EB7C-8C07-1323-53991CBBD6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8F4D31-FF88-3D12-989D-EDF307D866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B62481-ECCF-15D0-ED4C-024664A9F549}"/>
              </a:ext>
            </a:extLst>
          </p:cNvPr>
          <p:cNvSpPr>
            <a:spLocks noGrp="1"/>
          </p:cNvSpPr>
          <p:nvPr>
            <p:ph type="dt" sz="half" idx="10"/>
          </p:nvPr>
        </p:nvSpPr>
        <p:spPr/>
        <p:txBody>
          <a:bodyPr/>
          <a:lstStyle/>
          <a:p>
            <a:fld id="{CDA81D6B-CE9E-474B-BCAC-C874B1E56BCE}" type="datetimeFigureOut">
              <a:rPr lang="en-US" smtClean="0"/>
              <a:pPr/>
              <a:t>9/1/2026</a:t>
            </a:fld>
            <a:endParaRPr lang="en-US"/>
          </a:p>
        </p:txBody>
      </p:sp>
      <p:sp>
        <p:nvSpPr>
          <p:cNvPr id="6" name="Footer Placeholder 5">
            <a:extLst>
              <a:ext uri="{FF2B5EF4-FFF2-40B4-BE49-F238E27FC236}">
                <a16:creationId xmlns:a16="http://schemas.microsoft.com/office/drawing/2014/main" id="{C5A0CDDB-CF95-F3ED-586E-AA5BAF5C58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F52C98-66D6-A5E7-5E82-D8FE6EA78936}"/>
              </a:ext>
            </a:extLst>
          </p:cNvPr>
          <p:cNvSpPr>
            <a:spLocks noGrp="1"/>
          </p:cNvSpPr>
          <p:nvPr>
            <p:ph type="sldNum" sz="quarter" idx="12"/>
          </p:nvPr>
        </p:nvSpPr>
        <p:spPr/>
        <p:txBody>
          <a:bodyPr/>
          <a:lstStyle/>
          <a:p>
            <a:fld id="{137147FC-8BD7-4351-9235-1311C7CD144E}" type="slidenum">
              <a:rPr lang="en-US" smtClean="0"/>
              <a:pPr/>
              <a:t>‹#›</a:t>
            </a:fld>
            <a:endParaRPr lang="en-US"/>
          </a:p>
        </p:txBody>
      </p:sp>
    </p:spTree>
    <p:extLst>
      <p:ext uri="{BB962C8B-B14F-4D97-AF65-F5344CB8AC3E}">
        <p14:creationId xmlns:p14="http://schemas.microsoft.com/office/powerpoint/2010/main" val="1989926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5DF08-C9CF-AC8D-4E06-6BD5513A2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6C390E-358B-05D8-5D78-DB614D5EA6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C8ECE1-7B92-2EDB-8897-E1C8401AA9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538552-679A-D68C-B2C1-8E105C784377}"/>
              </a:ext>
            </a:extLst>
          </p:cNvPr>
          <p:cNvSpPr>
            <a:spLocks noGrp="1"/>
          </p:cNvSpPr>
          <p:nvPr>
            <p:ph type="dt" sz="half" idx="10"/>
          </p:nvPr>
        </p:nvSpPr>
        <p:spPr/>
        <p:txBody>
          <a:bodyPr/>
          <a:lstStyle/>
          <a:p>
            <a:fld id="{CDA81D6B-CE9E-474B-BCAC-C874B1E56BCE}" type="datetimeFigureOut">
              <a:rPr lang="en-US" smtClean="0"/>
              <a:pPr/>
              <a:t>9/1/2026</a:t>
            </a:fld>
            <a:endParaRPr lang="en-US"/>
          </a:p>
        </p:txBody>
      </p:sp>
      <p:sp>
        <p:nvSpPr>
          <p:cNvPr id="6" name="Footer Placeholder 5">
            <a:extLst>
              <a:ext uri="{FF2B5EF4-FFF2-40B4-BE49-F238E27FC236}">
                <a16:creationId xmlns:a16="http://schemas.microsoft.com/office/drawing/2014/main" id="{4CC1D6D6-9450-6DD4-D15E-4A739B6EE8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AA73EF-AFB0-4D4F-5253-C4B78EDA3046}"/>
              </a:ext>
            </a:extLst>
          </p:cNvPr>
          <p:cNvSpPr>
            <a:spLocks noGrp="1"/>
          </p:cNvSpPr>
          <p:nvPr>
            <p:ph type="sldNum" sz="quarter" idx="12"/>
          </p:nvPr>
        </p:nvSpPr>
        <p:spPr/>
        <p:txBody>
          <a:bodyPr/>
          <a:lstStyle/>
          <a:p>
            <a:fld id="{137147FC-8BD7-4351-9235-1311C7CD144E}" type="slidenum">
              <a:rPr lang="en-US" smtClean="0"/>
              <a:pPr/>
              <a:t>‹#›</a:t>
            </a:fld>
            <a:endParaRPr lang="en-US"/>
          </a:p>
        </p:txBody>
      </p:sp>
    </p:spTree>
    <p:extLst>
      <p:ext uri="{BB962C8B-B14F-4D97-AF65-F5344CB8AC3E}">
        <p14:creationId xmlns:p14="http://schemas.microsoft.com/office/powerpoint/2010/main" val="1503473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A3A83-A54E-851C-E1E3-77835FCAB39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A1D8D7-6C48-25FD-5442-7B3996E46B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8767D8-2C56-0C00-A7B6-719C0387BD5D}"/>
              </a:ext>
            </a:extLst>
          </p:cNvPr>
          <p:cNvSpPr>
            <a:spLocks noGrp="1"/>
          </p:cNvSpPr>
          <p:nvPr>
            <p:ph type="dt" sz="half" idx="10"/>
          </p:nvPr>
        </p:nvSpPr>
        <p:spPr/>
        <p:txBody>
          <a:bodyPr/>
          <a:lstStyle/>
          <a:p>
            <a:fld id="{CDA81D6B-CE9E-474B-BCAC-C874B1E56BCE}" type="datetimeFigureOut">
              <a:rPr lang="en-US" smtClean="0"/>
              <a:pPr/>
              <a:t>9/1/2026</a:t>
            </a:fld>
            <a:endParaRPr lang="en-US"/>
          </a:p>
        </p:txBody>
      </p:sp>
      <p:sp>
        <p:nvSpPr>
          <p:cNvPr id="5" name="Footer Placeholder 4">
            <a:extLst>
              <a:ext uri="{FF2B5EF4-FFF2-40B4-BE49-F238E27FC236}">
                <a16:creationId xmlns:a16="http://schemas.microsoft.com/office/drawing/2014/main" id="{6C093DB9-E755-4A3F-CA7A-25F1DE15FF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77DE12-EB6C-8887-219F-4CD72329D74D}"/>
              </a:ext>
            </a:extLst>
          </p:cNvPr>
          <p:cNvSpPr>
            <a:spLocks noGrp="1"/>
          </p:cNvSpPr>
          <p:nvPr>
            <p:ph type="sldNum" sz="quarter" idx="12"/>
          </p:nvPr>
        </p:nvSpPr>
        <p:spPr/>
        <p:txBody>
          <a:bodyPr/>
          <a:lstStyle/>
          <a:p>
            <a:fld id="{137147FC-8BD7-4351-9235-1311C7CD144E}" type="slidenum">
              <a:rPr lang="en-US" smtClean="0"/>
              <a:pPr/>
              <a:t>‹#›</a:t>
            </a:fld>
            <a:endParaRPr lang="en-US"/>
          </a:p>
        </p:txBody>
      </p:sp>
    </p:spTree>
    <p:extLst>
      <p:ext uri="{BB962C8B-B14F-4D97-AF65-F5344CB8AC3E}">
        <p14:creationId xmlns:p14="http://schemas.microsoft.com/office/powerpoint/2010/main" val="1978581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F1BEEB-844E-E24D-D342-92FE304831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12C92F-4E46-E844-6673-F45B3F4BDA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244E86-A21B-3C3F-770C-82961AB5A9FA}"/>
              </a:ext>
            </a:extLst>
          </p:cNvPr>
          <p:cNvSpPr>
            <a:spLocks noGrp="1"/>
          </p:cNvSpPr>
          <p:nvPr>
            <p:ph type="dt" sz="half" idx="10"/>
          </p:nvPr>
        </p:nvSpPr>
        <p:spPr/>
        <p:txBody>
          <a:bodyPr/>
          <a:lstStyle/>
          <a:p>
            <a:fld id="{CDA81D6B-CE9E-474B-BCAC-C874B1E56BCE}" type="datetimeFigureOut">
              <a:rPr lang="en-US" smtClean="0"/>
              <a:pPr/>
              <a:t>9/1/2026</a:t>
            </a:fld>
            <a:endParaRPr lang="en-US"/>
          </a:p>
        </p:txBody>
      </p:sp>
      <p:sp>
        <p:nvSpPr>
          <p:cNvPr id="5" name="Footer Placeholder 4">
            <a:extLst>
              <a:ext uri="{FF2B5EF4-FFF2-40B4-BE49-F238E27FC236}">
                <a16:creationId xmlns:a16="http://schemas.microsoft.com/office/drawing/2014/main" id="{797C3E9F-F04A-E4A1-8635-7F9EBE2EB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52E1C-65B2-2D62-2BA0-873E285204E6}"/>
              </a:ext>
            </a:extLst>
          </p:cNvPr>
          <p:cNvSpPr>
            <a:spLocks noGrp="1"/>
          </p:cNvSpPr>
          <p:nvPr>
            <p:ph type="sldNum" sz="quarter" idx="12"/>
          </p:nvPr>
        </p:nvSpPr>
        <p:spPr/>
        <p:txBody>
          <a:bodyPr/>
          <a:lstStyle/>
          <a:p>
            <a:fld id="{137147FC-8BD7-4351-9235-1311C7CD144E}" type="slidenum">
              <a:rPr lang="en-US" smtClean="0"/>
              <a:pPr/>
              <a:t>‹#›</a:t>
            </a:fld>
            <a:endParaRPr lang="en-US"/>
          </a:p>
        </p:txBody>
      </p:sp>
    </p:spTree>
    <p:extLst>
      <p:ext uri="{BB962C8B-B14F-4D97-AF65-F5344CB8AC3E}">
        <p14:creationId xmlns:p14="http://schemas.microsoft.com/office/powerpoint/2010/main" val="4135249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04860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9EDD1-0D53-1587-65D7-480A9B5AD0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48B74F-665F-ACD5-4E1D-6629C96DEB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B09FB3-A8BA-00DA-E55C-26563624BD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E8A62F-3B6D-990C-5DE6-22386DAB55DF}"/>
              </a:ext>
            </a:extLst>
          </p:cNvPr>
          <p:cNvSpPr>
            <a:spLocks noGrp="1"/>
          </p:cNvSpPr>
          <p:nvPr>
            <p:ph type="dt" sz="half" idx="10"/>
          </p:nvPr>
        </p:nvSpPr>
        <p:spPr/>
        <p:txBody>
          <a:bodyPr/>
          <a:lstStyle/>
          <a:p>
            <a:fld id="{D343B1A9-6B13-437A-9E35-EE0793A931EF}" type="datetimeFigureOut">
              <a:rPr lang="en-US" smtClean="0"/>
              <a:t>9/1/2026</a:t>
            </a:fld>
            <a:endParaRPr lang="en-US"/>
          </a:p>
        </p:txBody>
      </p:sp>
      <p:sp>
        <p:nvSpPr>
          <p:cNvPr id="6" name="Footer Placeholder 5">
            <a:extLst>
              <a:ext uri="{FF2B5EF4-FFF2-40B4-BE49-F238E27FC236}">
                <a16:creationId xmlns:a16="http://schemas.microsoft.com/office/drawing/2014/main" id="{5D9A3F98-5A05-6453-C50E-6227AF778E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CC8788-22FC-010E-9990-3BC10894BF84}"/>
              </a:ext>
            </a:extLst>
          </p:cNvPr>
          <p:cNvSpPr>
            <a:spLocks noGrp="1"/>
          </p:cNvSpPr>
          <p:nvPr>
            <p:ph type="sldNum" sz="quarter" idx="12"/>
          </p:nvPr>
        </p:nvSpPr>
        <p:spPr/>
        <p:txBody>
          <a:bodyPr/>
          <a:lstStyle/>
          <a:p>
            <a:fld id="{73816618-37F7-4740-AC02-8038C49A33C3}" type="slidenum">
              <a:rPr lang="en-US" smtClean="0"/>
              <a:t>‹#›</a:t>
            </a:fld>
            <a:endParaRPr lang="en-US"/>
          </a:p>
        </p:txBody>
      </p:sp>
    </p:spTree>
    <p:extLst>
      <p:ext uri="{BB962C8B-B14F-4D97-AF65-F5344CB8AC3E}">
        <p14:creationId xmlns:p14="http://schemas.microsoft.com/office/powerpoint/2010/main" val="192500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pic>
        <p:nvPicPr>
          <p:cNvPr id="25" name="Picture 24" descr="A black and grey background&#10;&#10;AI-generated content may be incorrect.">
            <a:extLst>
              <a:ext uri="{FF2B5EF4-FFF2-40B4-BE49-F238E27FC236}">
                <a16:creationId xmlns:a16="http://schemas.microsoft.com/office/drawing/2014/main" id="{3CCB4D30-D800-1E8C-18BA-0B1DD871328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3528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010400" y="685801"/>
            <a:ext cx="4572000" cy="3886200"/>
          </a:xfrm>
        </p:spPr>
        <p:txBody>
          <a:bodyPr vert="horz" lIns="91440" tIns="45720" rIns="91440" bIns="45720" rtlCol="0" anchor="t">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018349" y="4870173"/>
            <a:ext cx="4572000" cy="1051560"/>
          </a:xfrm>
        </p:spPr>
        <p:txBody>
          <a:bodyPr vert="horz" lIns="91440" tIns="45720" rIns="91440" bIns="45720" rtlCol="0" anchor="b">
            <a:normAutofit/>
          </a:bodyPr>
          <a:lstStyle>
            <a:lvl1pPr marL="0" indent="0">
              <a:buNone/>
              <a:defRPr lang="en-US" sz="1800" dirty="0"/>
            </a:lvl1pPr>
          </a:lstStyle>
          <a:p>
            <a:pPr lvl="0"/>
            <a:r>
              <a:rPr lang="en-US" dirty="0"/>
              <a:t>Click to edit Master subtitle style</a:t>
            </a:r>
          </a:p>
        </p:txBody>
      </p:sp>
      <p:sp>
        <p:nvSpPr>
          <p:cNvPr id="15" name="Picture Placeholder 14">
            <a:extLst>
              <a:ext uri="{FF2B5EF4-FFF2-40B4-BE49-F238E27FC236}">
                <a16:creationId xmlns:a16="http://schemas.microsoft.com/office/drawing/2014/main" id="{D73C4FAF-3A7E-9B94-0615-E11943D28F61}"/>
              </a:ext>
            </a:extLst>
          </p:cNvPr>
          <p:cNvSpPr>
            <a:spLocks noGrp="1"/>
          </p:cNvSpPr>
          <p:nvPr>
            <p:ph type="pic" sz="quarter" idx="18"/>
          </p:nvPr>
        </p:nvSpPr>
        <p:spPr>
          <a:xfrm>
            <a:off x="609600" y="685801"/>
            <a:ext cx="5486400" cy="5486399"/>
          </a:xfrm>
          <a:blipFill>
            <a:blip r:embed="rId3">
              <a:alphaModFix amt="60000"/>
            </a:blip>
            <a:stretch>
              <a:fillRect l="-1" t="-88" r="-1" b="2"/>
            </a:stretch>
          </a:blipFill>
        </p:spPr>
        <p:txBody>
          <a:bodyPr/>
          <a:lstStyle/>
          <a:p>
            <a:endParaRPr lang="en-US"/>
          </a:p>
        </p:txBody>
      </p:sp>
      <p:sp>
        <p:nvSpPr>
          <p:cNvPr id="7" name="Footer Placeholder 7">
            <a:extLst>
              <a:ext uri="{FF2B5EF4-FFF2-40B4-BE49-F238E27FC236}">
                <a16:creationId xmlns:a16="http://schemas.microsoft.com/office/drawing/2014/main" id="{0D6693A0-C768-6C4A-DBF0-FA31F5E4D029}"/>
              </a:ext>
            </a:extLst>
          </p:cNvPr>
          <p:cNvSpPr>
            <a:spLocks noGrp="1"/>
          </p:cNvSpPr>
          <p:nvPr>
            <p:ph type="ftr" sz="quarter" idx="15"/>
          </p:nvPr>
        </p:nvSpPr>
        <p:spPr>
          <a:xfrm>
            <a:off x="3815990" y="6338703"/>
            <a:ext cx="2280009" cy="365125"/>
          </a:xfrm>
          <a:prstGeom prst="rect">
            <a:avLst/>
          </a:prstGeom>
        </p:spPr>
        <p:txBody>
          <a:bodyPr/>
          <a:lstStyle/>
          <a:p>
            <a:r>
              <a:rPr lang="en-US"/>
              <a:t>Footer</a:t>
            </a:r>
          </a:p>
        </p:txBody>
      </p:sp>
      <p:sp>
        <p:nvSpPr>
          <p:cNvPr id="8" name="Date Placeholder 6">
            <a:extLst>
              <a:ext uri="{FF2B5EF4-FFF2-40B4-BE49-F238E27FC236}">
                <a16:creationId xmlns:a16="http://schemas.microsoft.com/office/drawing/2014/main" id="{32C4883D-5FDD-7682-19A8-DA284F5CD52C}"/>
              </a:ext>
            </a:extLst>
          </p:cNvPr>
          <p:cNvSpPr>
            <a:spLocks noGrp="1"/>
          </p:cNvSpPr>
          <p:nvPr>
            <p:ph type="dt" sz="half" idx="16"/>
          </p:nvPr>
        </p:nvSpPr>
        <p:spPr>
          <a:xfrm>
            <a:off x="9771877" y="6338703"/>
            <a:ext cx="1392578" cy="365125"/>
          </a:xfrm>
          <a:prstGeom prst="rect">
            <a:avLst/>
          </a:prstGeom>
        </p:spPr>
        <p:txBody>
          <a:bodyPr/>
          <a:lstStyle/>
          <a:p>
            <a:fld id="{ADA8A603-05E7-4C38-B76A-59BF906A9626}" type="datetime1">
              <a:rPr lang="en-US" smtClean="0"/>
              <a:t>9/1/2026</a:t>
            </a:fld>
            <a:endParaRPr lang="en-US"/>
          </a:p>
        </p:txBody>
      </p:sp>
      <p:sp>
        <p:nvSpPr>
          <p:cNvPr id="9" name="Slide Number Placeholder 8">
            <a:extLst>
              <a:ext uri="{FF2B5EF4-FFF2-40B4-BE49-F238E27FC236}">
                <a16:creationId xmlns:a16="http://schemas.microsoft.com/office/drawing/2014/main" id="{E1ACE305-2C08-0573-C6F6-0CDA7B273E11}"/>
              </a:ext>
            </a:extLst>
          </p:cNvPr>
          <p:cNvSpPr>
            <a:spLocks noGrp="1"/>
          </p:cNvSpPr>
          <p:nvPr>
            <p:ph type="sldNum" sz="quarter" idx="17"/>
          </p:nvPr>
        </p:nvSpPr>
        <p:spPr>
          <a:xfrm>
            <a:off x="11164455" y="6342301"/>
            <a:ext cx="429207" cy="365125"/>
          </a:xfrm>
          <a:prstGeom prst="rect">
            <a:avLst/>
          </a:prstGeom>
        </p:spPr>
        <p:txBody>
          <a:bodyPr/>
          <a:lstStyle/>
          <a:p>
            <a:fld id="{FD550D4C-7310-48EB-AB4A-11C1BDEC928F}" type="slidenum">
              <a:rPr lang="en-US" smtClean="0"/>
              <a:t>‹#›</a:t>
            </a:fld>
            <a:endParaRPr lang="en-US"/>
          </a:p>
        </p:txBody>
      </p:sp>
    </p:spTree>
    <p:extLst>
      <p:ext uri="{BB962C8B-B14F-4D97-AF65-F5344CB8AC3E}">
        <p14:creationId xmlns:p14="http://schemas.microsoft.com/office/powerpoint/2010/main" val="10090299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63C8C59-88FC-452B-9DEC-BB37823C651F}"/>
              </a:ext>
            </a:extLst>
          </p:cNvPr>
          <p:cNvSpPr>
            <a:spLocks noGrp="1"/>
          </p:cNvSpPr>
          <p:nvPr>
            <p:ph type="ftr" sz="quarter" idx="11"/>
          </p:nvPr>
        </p:nvSpPr>
        <p:spPr/>
        <p:txBody>
          <a:bodyPr/>
          <a:lstStyle/>
          <a:p>
            <a:r>
              <a:rPr lang="en-US"/>
              <a:t>Footer</a:t>
            </a:r>
            <a:endParaRPr lang="en-US" dirty="0"/>
          </a:p>
        </p:txBody>
      </p:sp>
      <p:sp>
        <p:nvSpPr>
          <p:cNvPr id="4" name="Date Placeholder 3">
            <a:extLst>
              <a:ext uri="{FF2B5EF4-FFF2-40B4-BE49-F238E27FC236}">
                <a16:creationId xmlns:a16="http://schemas.microsoft.com/office/drawing/2014/main" id="{4CAECCD1-8CEE-8E61-5322-6ACB50BD2E7A}"/>
              </a:ext>
            </a:extLst>
          </p:cNvPr>
          <p:cNvSpPr>
            <a:spLocks noGrp="1"/>
          </p:cNvSpPr>
          <p:nvPr>
            <p:ph type="dt" sz="half" idx="10"/>
          </p:nvPr>
        </p:nvSpPr>
        <p:spPr/>
        <p:txBody>
          <a:bodyPr/>
          <a:lstStyle/>
          <a:p>
            <a:fld id="{C8445545-952C-4B00-B65C-1B2C8F8C80F5}" type="datetime1">
              <a:rPr lang="en-US" smtClean="0"/>
              <a:t>9/1/2026</a:t>
            </a:fld>
            <a:endParaRPr lang="en-US"/>
          </a:p>
        </p:txBody>
      </p:sp>
      <p:sp>
        <p:nvSpPr>
          <p:cNvPr id="6" name="Slide Number Placeholder 5">
            <a:extLst>
              <a:ext uri="{FF2B5EF4-FFF2-40B4-BE49-F238E27FC236}">
                <a16:creationId xmlns:a16="http://schemas.microsoft.com/office/drawing/2014/main" id="{FFF14B3B-8C41-1B83-6BE9-FE64814A34D1}"/>
              </a:ext>
            </a:extLst>
          </p:cNvPr>
          <p:cNvSpPr>
            <a:spLocks noGrp="1"/>
          </p:cNvSpPr>
          <p:nvPr>
            <p:ph type="sldNum" sz="quarter" idx="12"/>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40939892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with Picture 2">
    <p:bg>
      <p:bgRef idx="1001">
        <a:schemeClr val="bg2"/>
      </p:bgRef>
    </p:bg>
    <p:spTree>
      <p:nvGrpSpPr>
        <p:cNvPr id="1" name=""/>
        <p:cNvGrpSpPr/>
        <p:nvPr/>
      </p:nvGrpSpPr>
      <p:grpSpPr>
        <a:xfrm>
          <a:off x="0" y="0"/>
          <a:ext cx="0" cy="0"/>
          <a:chOff x="0" y="0"/>
          <a:chExt cx="0" cy="0"/>
        </a:xfrm>
      </p:grpSpPr>
      <p:pic>
        <p:nvPicPr>
          <p:cNvPr id="12" name="Picture 11" descr="A black square with a black background&#10;&#10;AI-generated content may be incorrect.">
            <a:extLst>
              <a:ext uri="{FF2B5EF4-FFF2-40B4-BE49-F238E27FC236}">
                <a16:creationId xmlns:a16="http://schemas.microsoft.com/office/drawing/2014/main" id="{C32D6FEB-EF40-751F-6F3A-17F6B7FA2C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7023406"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24800" y="1411358"/>
            <a:ext cx="3657600" cy="2743200"/>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24669" y="4403039"/>
            <a:ext cx="3657600" cy="1143000"/>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21064AAF-F3E0-FCE4-EC03-20C7C1AD0859}"/>
              </a:ext>
            </a:extLst>
          </p:cNvPr>
          <p:cNvSpPr>
            <a:spLocks noGrp="1"/>
          </p:cNvSpPr>
          <p:nvPr>
            <p:ph type="pic" sz="quarter" idx="18"/>
          </p:nvPr>
        </p:nvSpPr>
        <p:spPr>
          <a:xfrm>
            <a:off x="609600" y="685800"/>
            <a:ext cx="5791200" cy="5486400"/>
          </a:xfrm>
          <a:blipFill dpi="0" rotWithShape="1">
            <a:blip r:embed="rId3">
              <a:alphaModFix amt="60000"/>
            </a:blip>
            <a:srcRect/>
            <a:stretch>
              <a:fillRect l="-1" t="-88" r="-1" b="2"/>
            </a:stretch>
          </a:blipFill>
        </p:spPr>
        <p:txBody>
          <a:bodyPr/>
          <a:lstStyle/>
          <a:p>
            <a:endParaRPr lang="en-US"/>
          </a:p>
        </p:txBody>
      </p:sp>
      <p:sp>
        <p:nvSpPr>
          <p:cNvPr id="7" name="Footer Placeholder 7">
            <a:extLst>
              <a:ext uri="{FF2B5EF4-FFF2-40B4-BE49-F238E27FC236}">
                <a16:creationId xmlns:a16="http://schemas.microsoft.com/office/drawing/2014/main" id="{FEC7EB3B-ABCA-A77B-80F0-B555F05B7055}"/>
              </a:ext>
            </a:extLst>
          </p:cNvPr>
          <p:cNvSpPr>
            <a:spLocks noGrp="1"/>
          </p:cNvSpPr>
          <p:nvPr>
            <p:ph type="ftr" sz="quarter" idx="15"/>
          </p:nvPr>
        </p:nvSpPr>
        <p:spPr>
          <a:xfrm>
            <a:off x="7924669" y="6338703"/>
            <a:ext cx="2070484" cy="365125"/>
          </a:xfrm>
          <a:prstGeom prst="rect">
            <a:avLst/>
          </a:prstGeom>
        </p:spPr>
        <p:txBody>
          <a:bodyPr/>
          <a:lstStyle/>
          <a:p>
            <a:r>
              <a:rPr lang="en-US"/>
              <a:t>Footer</a:t>
            </a:r>
          </a:p>
        </p:txBody>
      </p:sp>
      <p:sp>
        <p:nvSpPr>
          <p:cNvPr id="8" name="Date Placeholder 6">
            <a:extLst>
              <a:ext uri="{FF2B5EF4-FFF2-40B4-BE49-F238E27FC236}">
                <a16:creationId xmlns:a16="http://schemas.microsoft.com/office/drawing/2014/main" id="{6D7F91D1-9733-FCC1-D778-378DD1C4C6D8}"/>
              </a:ext>
            </a:extLst>
          </p:cNvPr>
          <p:cNvSpPr>
            <a:spLocks noGrp="1"/>
          </p:cNvSpPr>
          <p:nvPr>
            <p:ph type="dt" sz="half" idx="16"/>
          </p:nvPr>
        </p:nvSpPr>
        <p:spPr>
          <a:xfrm>
            <a:off x="10134600" y="6338703"/>
            <a:ext cx="1008654" cy="365125"/>
          </a:xfrm>
          <a:prstGeom prst="rect">
            <a:avLst/>
          </a:prstGeom>
        </p:spPr>
        <p:txBody>
          <a:bodyPr/>
          <a:lstStyle/>
          <a:p>
            <a:fld id="{30E3B83E-D48D-48E6-B0A0-2936755C9B56}" type="datetime1">
              <a:rPr lang="en-US" smtClean="0"/>
              <a:t>9/1/2026</a:t>
            </a:fld>
            <a:endParaRPr lang="en-US"/>
          </a:p>
        </p:txBody>
      </p:sp>
      <p:sp>
        <p:nvSpPr>
          <p:cNvPr id="9" name="Slide Number Placeholder 8">
            <a:extLst>
              <a:ext uri="{FF2B5EF4-FFF2-40B4-BE49-F238E27FC236}">
                <a16:creationId xmlns:a16="http://schemas.microsoft.com/office/drawing/2014/main" id="{5BC3130D-91C5-F58C-6B17-2161D459CD35}"/>
              </a:ext>
            </a:extLst>
          </p:cNvPr>
          <p:cNvSpPr>
            <a:spLocks noGrp="1"/>
          </p:cNvSpPr>
          <p:nvPr>
            <p:ph type="sldNum" sz="quarter" idx="17"/>
          </p:nvPr>
        </p:nvSpPr>
        <p:spPr>
          <a:xfrm>
            <a:off x="11143254" y="6342301"/>
            <a:ext cx="429207" cy="365125"/>
          </a:xfrm>
          <a:prstGeom prst="rect">
            <a:avLst/>
          </a:prstGeom>
        </p:spPr>
        <p:txBody>
          <a:bodyPr/>
          <a:lstStyle/>
          <a:p>
            <a:fld id="{FD550D4C-7310-48EB-AB4A-11C1BDEC928F}" type="slidenum">
              <a:rPr lang="en-US" smtClean="0"/>
              <a:t>‹#›</a:t>
            </a:fld>
            <a:endParaRPr lang="en-US"/>
          </a:p>
        </p:txBody>
      </p:sp>
    </p:spTree>
    <p:extLst>
      <p:ext uri="{BB962C8B-B14F-4D97-AF65-F5344CB8AC3E}">
        <p14:creationId xmlns:p14="http://schemas.microsoft.com/office/powerpoint/2010/main" val="13626498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4188406"/>
            <a:ext cx="10972800" cy="1329159"/>
          </a:xfrm>
        </p:spPr>
        <p:txBody>
          <a:bodyPr vert="horz" lIns="91440" tIns="45720" rIns="91440" bIns="45720" rtlCol="0" anchor="b">
            <a:normAutofit/>
          </a:bodyPr>
          <a:lstStyle>
            <a:lvl1pPr>
              <a:defRPr lang="en-US" sz="56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5565193"/>
            <a:ext cx="10969754" cy="457200"/>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pic>
        <p:nvPicPr>
          <p:cNvPr id="5" name="Picture 4" descr="A black and white square&#10;&#10;AI-generated content may be incorrect.">
            <a:extLst>
              <a:ext uri="{FF2B5EF4-FFF2-40B4-BE49-F238E27FC236}">
                <a16:creationId xmlns:a16="http://schemas.microsoft.com/office/drawing/2014/main" id="{C66F7BE7-385A-DC97-A161-F082F766474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2286000"/>
          </a:xfrm>
          <a:prstGeom prst="rect">
            <a:avLst/>
          </a:prstGeom>
        </p:spPr>
      </p:pic>
      <p:sp>
        <p:nvSpPr>
          <p:cNvPr id="6" name="Picture Placeholder 21">
            <a:extLst>
              <a:ext uri="{FF2B5EF4-FFF2-40B4-BE49-F238E27FC236}">
                <a16:creationId xmlns:a16="http://schemas.microsoft.com/office/drawing/2014/main" id="{EB654141-E7F4-3008-EF19-CE33324583AF}"/>
              </a:ext>
            </a:extLst>
          </p:cNvPr>
          <p:cNvSpPr>
            <a:spLocks noGrp="1"/>
          </p:cNvSpPr>
          <p:nvPr>
            <p:ph type="pic" sz="quarter" idx="17"/>
          </p:nvPr>
        </p:nvSpPr>
        <p:spPr>
          <a:xfrm>
            <a:off x="609600" y="685800"/>
            <a:ext cx="10972800" cy="3200399"/>
          </a:xfrm>
          <a:blipFill>
            <a:blip r:embed="rId3">
              <a:alphaModFix amt="60000"/>
            </a:blip>
            <a:stretch>
              <a:fillRect l="-1" t="-88" r="-1" b="2"/>
            </a:stretch>
          </a:blipFill>
        </p:spPr>
        <p:txBody>
          <a:bodyPr/>
          <a:lstStyle/>
          <a:p>
            <a:endParaRPr lang="en-US"/>
          </a:p>
        </p:txBody>
      </p:sp>
      <p:sp>
        <p:nvSpPr>
          <p:cNvPr id="12" name="Footer Placeholder 11">
            <a:extLst>
              <a:ext uri="{FF2B5EF4-FFF2-40B4-BE49-F238E27FC236}">
                <a16:creationId xmlns:a16="http://schemas.microsoft.com/office/drawing/2014/main" id="{BA4E9697-A409-283D-404A-34C7649B3743}"/>
              </a:ext>
            </a:extLst>
          </p:cNvPr>
          <p:cNvSpPr>
            <a:spLocks noGrp="1"/>
          </p:cNvSpPr>
          <p:nvPr>
            <p:ph type="ftr" sz="quarter" idx="15"/>
          </p:nvPr>
        </p:nvSpPr>
        <p:spPr/>
        <p:txBody>
          <a:bodyPr/>
          <a:lstStyle/>
          <a:p>
            <a:r>
              <a:rPr lang="en-US"/>
              <a:t>Footer</a:t>
            </a:r>
            <a:endParaRPr lang="en-US" dirty="0"/>
          </a:p>
        </p:txBody>
      </p:sp>
      <p:sp>
        <p:nvSpPr>
          <p:cNvPr id="10" name="Date Placeholder 9">
            <a:extLst>
              <a:ext uri="{FF2B5EF4-FFF2-40B4-BE49-F238E27FC236}">
                <a16:creationId xmlns:a16="http://schemas.microsoft.com/office/drawing/2014/main" id="{252AEB87-36DE-AFE8-C920-8FB028D2796D}"/>
              </a:ext>
            </a:extLst>
          </p:cNvPr>
          <p:cNvSpPr>
            <a:spLocks noGrp="1"/>
          </p:cNvSpPr>
          <p:nvPr>
            <p:ph type="dt" sz="half" idx="14"/>
          </p:nvPr>
        </p:nvSpPr>
        <p:spPr/>
        <p:txBody>
          <a:bodyPr/>
          <a:lstStyle/>
          <a:p>
            <a:fld id="{2ED52D0D-96A8-44A5-9F2F-5636C491431C}" type="datetime1">
              <a:rPr lang="en-US" smtClean="0"/>
              <a:t>9/1/2026</a:t>
            </a:fld>
            <a:endParaRPr lang="en-US"/>
          </a:p>
        </p:txBody>
      </p:sp>
      <p:sp>
        <p:nvSpPr>
          <p:cNvPr id="13" name="Slide Number Placeholder 12">
            <a:extLst>
              <a:ext uri="{FF2B5EF4-FFF2-40B4-BE49-F238E27FC236}">
                <a16:creationId xmlns:a16="http://schemas.microsoft.com/office/drawing/2014/main" id="{9FA280EF-C5C2-6169-10E7-91FE8EAE197D}"/>
              </a:ext>
            </a:extLst>
          </p:cNvPr>
          <p:cNvSpPr>
            <a:spLocks noGrp="1"/>
          </p:cNvSpPr>
          <p:nvPr>
            <p:ph type="sldNum" sz="quarter" idx="16"/>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17017140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pic>
        <p:nvPicPr>
          <p:cNvPr id="10" name="Picture 9" descr="A black and grey halftone background&#10;&#10;AI-generated content may be incorrect.">
            <a:extLst>
              <a:ext uri="{FF2B5EF4-FFF2-40B4-BE49-F238E27FC236}">
                <a16:creationId xmlns:a16="http://schemas.microsoft.com/office/drawing/2014/main" id="{52C21FBD-0742-11CD-9CAF-83EBD241EEA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80297" y="0"/>
            <a:ext cx="3511703"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701040"/>
            <a:ext cx="4114800" cy="3337560"/>
          </a:xfrm>
        </p:spPr>
        <p:txBody>
          <a:bodyPr vert="horz" lIns="91440" tIns="45720" rIns="91440" bIns="45720" rtlCol="0" anchor="t">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391735"/>
            <a:ext cx="4111751" cy="1417320"/>
          </a:xfrm>
        </p:spPr>
        <p:txBody>
          <a:bodyPr vert="horz" lIns="91440" tIns="45720" rIns="91440" bIns="45720" rtlCol="0" anchor="b">
            <a:normAutofit/>
          </a:bodyPr>
          <a:lstStyle>
            <a:lvl1pPr marL="0" indent="0">
              <a:buNone/>
              <a:defRPr lang="en-US" sz="1800" dirty="0"/>
            </a:lvl1pPr>
          </a:lstStyle>
          <a:p>
            <a:pPr lvl="0"/>
            <a:r>
              <a:rPr lang="en-US"/>
              <a:t>Click to edit Master subtitle style</a:t>
            </a:r>
            <a:endParaRPr lang="en-US" dirty="0"/>
          </a:p>
        </p:txBody>
      </p:sp>
      <p:sp>
        <p:nvSpPr>
          <p:cNvPr id="12" name="Picture Placeholder 9">
            <a:extLst>
              <a:ext uri="{FF2B5EF4-FFF2-40B4-BE49-F238E27FC236}">
                <a16:creationId xmlns:a16="http://schemas.microsoft.com/office/drawing/2014/main" id="{ED64AE28-6B7B-0271-8D58-EAF9594A4361}"/>
              </a:ext>
            </a:extLst>
          </p:cNvPr>
          <p:cNvSpPr>
            <a:spLocks noGrp="1"/>
          </p:cNvSpPr>
          <p:nvPr>
            <p:ph type="pic" sz="quarter" idx="18"/>
          </p:nvPr>
        </p:nvSpPr>
        <p:spPr>
          <a:xfrm>
            <a:off x="5788152" y="674688"/>
            <a:ext cx="5791200" cy="5508625"/>
          </a:xfrm>
          <a:blipFill>
            <a:blip r:embed="rId3">
              <a:alphaModFix amt="60000"/>
            </a:blip>
            <a:stretch>
              <a:fillRect l="-440" t="-125" r="-2" b="4"/>
            </a:stretch>
          </a:blipFill>
        </p:spPr>
        <p:txBody>
          <a:bodyPr/>
          <a:lstStyle/>
          <a:p>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8" y="6338703"/>
            <a:ext cx="2070484" cy="365125"/>
          </a:xfrm>
          <a:prstGeom prst="rect">
            <a:avLst/>
          </a:prstGeom>
        </p:spPr>
        <p:txBody>
          <a:bodyPr/>
          <a:lstStyle/>
          <a:p>
            <a:r>
              <a:rPr lang="en-US"/>
              <a:t>Footer</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6363059" y="6338703"/>
            <a:ext cx="1392578" cy="365125"/>
          </a:xfrm>
          <a:prstGeom prst="rect">
            <a:avLst/>
          </a:prstGeom>
        </p:spPr>
        <p:txBody>
          <a:bodyPr/>
          <a:lstStyle/>
          <a:p>
            <a:fld id="{7C993AEC-7824-41AF-91A4-DBBBD2E7FA73}" type="datetime1">
              <a:rPr lang="en-US" smtClean="0"/>
              <a:t>9/1/2026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755637" y="6342301"/>
            <a:ext cx="429207" cy="365125"/>
          </a:xfrm>
          <a:prstGeom prst="rect">
            <a:avLst/>
          </a:prstGeom>
        </p:spPr>
        <p:txBody>
          <a:bodyPr/>
          <a:lstStyle/>
          <a:p>
            <a:fld id="{FD550D4C-7310-48EB-AB4A-11C1BDEC928F}" type="slidenum">
              <a:rPr lang="en-US" smtClean="0"/>
              <a:t>‹#›</a:t>
            </a:fld>
            <a:endParaRPr lang="en-US"/>
          </a:p>
        </p:txBody>
      </p:sp>
    </p:spTree>
    <p:extLst>
      <p:ext uri="{BB962C8B-B14F-4D97-AF65-F5344CB8AC3E}">
        <p14:creationId xmlns:p14="http://schemas.microsoft.com/office/powerpoint/2010/main" val="249675601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2"/>
      </p:bgRef>
    </p:bg>
    <p:spTree>
      <p:nvGrpSpPr>
        <p:cNvPr id="1" name=""/>
        <p:cNvGrpSpPr/>
        <p:nvPr/>
      </p:nvGrpSpPr>
      <p:grpSpPr>
        <a:xfrm>
          <a:off x="0" y="0"/>
          <a:ext cx="0" cy="0"/>
          <a:chOff x="0" y="0"/>
          <a:chExt cx="0" cy="0"/>
        </a:xfrm>
      </p:grpSpPr>
      <p:pic>
        <p:nvPicPr>
          <p:cNvPr id="10" name="Picture 9" descr="A close up of a person's face&#10;&#10;AI-generated content may be incorrect.">
            <a:extLst>
              <a:ext uri="{FF2B5EF4-FFF2-40B4-BE49-F238E27FC236}">
                <a16:creationId xmlns:a16="http://schemas.microsoft.com/office/drawing/2014/main" id="{83069FF7-266D-B67D-2964-BCF4C51AE70B}"/>
              </a:ext>
            </a:extLst>
          </p:cNvPr>
          <p:cNvPicPr>
            <a:picLocks noChangeAspect="1"/>
          </p:cNvPicPr>
          <p:nvPr userDrawn="1"/>
        </p:nvPicPr>
        <p:blipFill>
          <a:blip r:embed="rId2">
            <a:extLst>
              <a:ext uri="{28A0092B-C50C-407E-A947-70E740481C1C}">
                <a14:useLocalDpi xmlns:a14="http://schemas.microsoft.com/office/drawing/2010/main" val="0"/>
              </a:ext>
            </a:extLst>
          </a:blip>
          <a:srcRect l="92" r="92"/>
          <a:stretch>
            <a:fillRect/>
          </a:stretch>
        </p:blipFill>
        <p:spPr>
          <a:xfrm>
            <a:off x="-1" y="0"/>
            <a:ext cx="12192001"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685800"/>
            <a:ext cx="9598152" cy="3657600"/>
          </a:xfrm>
        </p:spPr>
        <p:txBody>
          <a:bodyPr vert="horz" lIns="91440" tIns="45720" rIns="91440" bIns="45720" rtlCol="0" anchor="t">
            <a:normAutofit/>
          </a:bodyPr>
          <a:lstStyle>
            <a:lvl1pPr>
              <a:defRPr lang="en-US" sz="8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693206"/>
            <a:ext cx="8226554" cy="1188720"/>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DC8D180C-0FA1-E814-9AD9-5247A1A3C743}"/>
              </a:ext>
            </a:extLst>
          </p:cNvPr>
          <p:cNvSpPr>
            <a:spLocks noGrp="1"/>
          </p:cNvSpPr>
          <p:nvPr>
            <p:ph type="ftr" sz="quarter" idx="11"/>
          </p:nvPr>
        </p:nvSpPr>
        <p:spPr/>
        <p:txBody>
          <a:bodyPr/>
          <a:lstStyle/>
          <a:p>
            <a:r>
              <a:rPr lang="en-US"/>
              <a:t>Footer</a:t>
            </a:r>
            <a:endParaRPr lang="en-US" dirty="0"/>
          </a:p>
        </p:txBody>
      </p:sp>
      <p:sp>
        <p:nvSpPr>
          <p:cNvPr id="4" name="Date Placeholder 3">
            <a:extLst>
              <a:ext uri="{FF2B5EF4-FFF2-40B4-BE49-F238E27FC236}">
                <a16:creationId xmlns:a16="http://schemas.microsoft.com/office/drawing/2014/main" id="{CA7B7081-0FE4-8393-6008-55400E66EC7F}"/>
              </a:ext>
            </a:extLst>
          </p:cNvPr>
          <p:cNvSpPr>
            <a:spLocks noGrp="1"/>
          </p:cNvSpPr>
          <p:nvPr>
            <p:ph type="dt" sz="half" idx="10"/>
          </p:nvPr>
        </p:nvSpPr>
        <p:spPr/>
        <p:txBody>
          <a:bodyPr/>
          <a:lstStyle/>
          <a:p>
            <a:fld id="{84F71C78-918B-4092-B5CC-AFE811637D99}" type="datetime1">
              <a:rPr lang="en-US" smtClean="0"/>
              <a:t>9/1/2026</a:t>
            </a:fld>
            <a:endParaRPr lang="en-US"/>
          </a:p>
        </p:txBody>
      </p:sp>
      <p:sp>
        <p:nvSpPr>
          <p:cNvPr id="6" name="Slide Number Placeholder 5">
            <a:extLst>
              <a:ext uri="{FF2B5EF4-FFF2-40B4-BE49-F238E27FC236}">
                <a16:creationId xmlns:a16="http://schemas.microsoft.com/office/drawing/2014/main" id="{2017DC4A-3403-BDE5-16A1-5F80281849C5}"/>
              </a:ext>
            </a:extLst>
          </p:cNvPr>
          <p:cNvSpPr>
            <a:spLocks noGrp="1"/>
          </p:cNvSpPr>
          <p:nvPr>
            <p:ph type="sldNum" sz="quarter" idx="12"/>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17899078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4" name="Picture 3" descr="A black rectangle with a black rectangle&#10;&#10;AI-generated content may be incorrect.">
            <a:extLst>
              <a:ext uri="{FF2B5EF4-FFF2-40B4-BE49-F238E27FC236}">
                <a16:creationId xmlns:a16="http://schemas.microsoft.com/office/drawing/2014/main" id="{F546A994-92A6-96FE-038B-1A4EDFF1A70E}"/>
              </a:ext>
            </a:extLst>
          </p:cNvPr>
          <p:cNvPicPr>
            <a:picLocks noChangeAspect="1"/>
          </p:cNvPicPr>
          <p:nvPr userDrawn="1"/>
        </p:nvPicPr>
        <p:blipFill>
          <a:blip r:embed="rId2">
            <a:extLst>
              <a:ext uri="{28A0092B-C50C-407E-A947-70E740481C1C}">
                <a14:useLocalDpi xmlns:a14="http://schemas.microsoft.com/office/drawing/2010/main" val="0"/>
              </a:ext>
            </a:extLst>
          </a:blip>
          <a:srcRect l="5167" t="5082" r="5165" b="5082"/>
          <a:stretch>
            <a:fillRect/>
          </a:stretch>
        </p:blipFill>
        <p:spPr>
          <a:xfrm>
            <a:off x="0" y="0"/>
            <a:ext cx="12192001"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5" y="1798983"/>
            <a:ext cx="10969755" cy="1769166"/>
          </a:xfrm>
        </p:spPr>
        <p:txBody>
          <a:bodyPr vert="horz" lIns="91440" tIns="45720" rIns="91440" bIns="45720" rtlCol="0" anchor="b">
            <a:normAutofit/>
          </a:bodyPr>
          <a:lstStyle>
            <a:lvl1pPr>
              <a:defRPr lang="en-US" sz="6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3627783"/>
            <a:ext cx="10061979" cy="685800"/>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9" name="Footer Placeholder 8">
            <a:extLst>
              <a:ext uri="{FF2B5EF4-FFF2-40B4-BE49-F238E27FC236}">
                <a16:creationId xmlns:a16="http://schemas.microsoft.com/office/drawing/2014/main" id="{96FDED4E-CA8B-4F60-7439-50FA39E2E638}"/>
              </a:ext>
            </a:extLst>
          </p:cNvPr>
          <p:cNvSpPr>
            <a:spLocks noGrp="1"/>
          </p:cNvSpPr>
          <p:nvPr>
            <p:ph type="ftr" sz="quarter" idx="11"/>
          </p:nvPr>
        </p:nvSpPr>
        <p:spPr>
          <a:xfrm>
            <a:off x="612648" y="4663440"/>
            <a:ext cx="2740154" cy="365760"/>
          </a:xfrm>
        </p:spPr>
        <p:txBody>
          <a:bodyPr/>
          <a:lstStyle/>
          <a:p>
            <a:r>
              <a:rPr lang="en-US"/>
              <a:t>Footer</a:t>
            </a:r>
            <a:endParaRPr lang="en-US" dirty="0"/>
          </a:p>
        </p:txBody>
      </p:sp>
      <p:sp>
        <p:nvSpPr>
          <p:cNvPr id="8" name="Date Placeholder 7">
            <a:extLst>
              <a:ext uri="{FF2B5EF4-FFF2-40B4-BE49-F238E27FC236}">
                <a16:creationId xmlns:a16="http://schemas.microsoft.com/office/drawing/2014/main" id="{2AECC38F-0243-C6BE-E15A-7CCC3A9B067C}"/>
              </a:ext>
            </a:extLst>
          </p:cNvPr>
          <p:cNvSpPr>
            <a:spLocks noGrp="1"/>
          </p:cNvSpPr>
          <p:nvPr>
            <p:ph type="dt" sz="half" idx="10"/>
          </p:nvPr>
        </p:nvSpPr>
        <p:spPr>
          <a:xfrm>
            <a:off x="8839200" y="4663440"/>
            <a:ext cx="2316052" cy="365760"/>
          </a:xfrm>
        </p:spPr>
        <p:txBody>
          <a:bodyPr/>
          <a:lstStyle/>
          <a:p>
            <a:fld id="{1434BEA1-EF4D-4E52-9A2F-97C4ABCF0C0F}" type="datetime1">
              <a:rPr lang="en-US" smtClean="0"/>
              <a:t>9/1/2026</a:t>
            </a:fld>
            <a:endParaRPr lang="en-US"/>
          </a:p>
        </p:txBody>
      </p:sp>
      <p:sp>
        <p:nvSpPr>
          <p:cNvPr id="5" name="Slide Number Placeholder 12">
            <a:extLst>
              <a:ext uri="{FF2B5EF4-FFF2-40B4-BE49-F238E27FC236}">
                <a16:creationId xmlns:a16="http://schemas.microsoft.com/office/drawing/2014/main" id="{68942587-0F87-BAD1-28F4-70B1C9259B4D}"/>
              </a:ext>
            </a:extLst>
          </p:cNvPr>
          <p:cNvSpPr>
            <a:spLocks noGrp="1"/>
          </p:cNvSpPr>
          <p:nvPr>
            <p:ph type="sldNum" sz="quarter" idx="16"/>
          </p:nvPr>
        </p:nvSpPr>
        <p:spPr>
          <a:xfrm>
            <a:off x="11155252" y="4663440"/>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104081828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3">
    <p:bg>
      <p:bgRef idx="1001">
        <a:schemeClr val="bg2"/>
      </p:bgRef>
    </p:bg>
    <p:spTree>
      <p:nvGrpSpPr>
        <p:cNvPr id="1" name=""/>
        <p:cNvGrpSpPr/>
        <p:nvPr/>
      </p:nvGrpSpPr>
      <p:grpSpPr>
        <a:xfrm>
          <a:off x="0" y="0"/>
          <a:ext cx="0" cy="0"/>
          <a:chOff x="0" y="0"/>
          <a:chExt cx="0" cy="0"/>
        </a:xfrm>
      </p:grpSpPr>
      <p:pic>
        <p:nvPicPr>
          <p:cNvPr id="6" name="Picture 5" descr="A black and orange halftone background&#10;&#10;AI-generated content may be incorrect.">
            <a:extLst>
              <a:ext uri="{FF2B5EF4-FFF2-40B4-BE49-F238E27FC236}">
                <a16:creationId xmlns:a16="http://schemas.microsoft.com/office/drawing/2014/main" id="{8034F32D-641A-01B5-E96F-B9EFB140B0E8}"/>
              </a:ext>
            </a:extLst>
          </p:cNvPr>
          <p:cNvPicPr>
            <a:picLocks noChangeAspect="1"/>
          </p:cNvPicPr>
          <p:nvPr userDrawn="1"/>
        </p:nvPicPr>
        <p:blipFill>
          <a:blip r:embed="rId2">
            <a:extLst>
              <a:ext uri="{28A0092B-C50C-407E-A947-70E740481C1C}">
                <a14:useLocalDpi xmlns:a14="http://schemas.microsoft.com/office/drawing/2010/main" val="0"/>
              </a:ext>
            </a:extLst>
          </a:blip>
          <a:srcRect l="92" r="92"/>
          <a:stretch>
            <a:fillRect/>
          </a:stretch>
        </p:blipFill>
        <p:spPr>
          <a:xfrm>
            <a:off x="0" y="0"/>
            <a:ext cx="12192001" cy="6858000"/>
          </a:xfrm>
          <a:prstGeom prst="rect">
            <a:avLst/>
          </a:prstGeom>
        </p:spPr>
      </p:pic>
      <p:sp>
        <p:nvSpPr>
          <p:cNvPr id="9" name="Title 1">
            <a:extLst>
              <a:ext uri="{FF2B5EF4-FFF2-40B4-BE49-F238E27FC236}">
                <a16:creationId xmlns:a16="http://schemas.microsoft.com/office/drawing/2014/main" id="{3AE90CB8-F4EE-EA51-4CBA-F4AC08DC6CF8}"/>
              </a:ext>
            </a:extLst>
          </p:cNvPr>
          <p:cNvSpPr>
            <a:spLocks noGrp="1"/>
          </p:cNvSpPr>
          <p:nvPr>
            <p:ph type="ctrTitle"/>
          </p:nvPr>
        </p:nvSpPr>
        <p:spPr>
          <a:xfrm>
            <a:off x="612648" y="2213112"/>
            <a:ext cx="10969752" cy="1533563"/>
          </a:xfrm>
        </p:spPr>
        <p:txBody>
          <a:bodyPr anchor="b">
            <a:normAutofit/>
          </a:bodyPr>
          <a:lstStyle>
            <a:lvl1pPr algn="ctr">
              <a:defRPr sz="6400"/>
            </a:lvl1pPr>
          </a:lstStyle>
          <a:p>
            <a:r>
              <a:rPr lang="en-US" dirty="0"/>
              <a:t>Click to edit Master title style</a:t>
            </a:r>
          </a:p>
        </p:txBody>
      </p:sp>
      <p:sp>
        <p:nvSpPr>
          <p:cNvPr id="13" name="Subtitle 2">
            <a:extLst>
              <a:ext uri="{FF2B5EF4-FFF2-40B4-BE49-F238E27FC236}">
                <a16:creationId xmlns:a16="http://schemas.microsoft.com/office/drawing/2014/main" id="{966F504A-F0F8-A674-60F7-0E96B9B08352}"/>
              </a:ext>
            </a:extLst>
          </p:cNvPr>
          <p:cNvSpPr>
            <a:spLocks noGrp="1"/>
          </p:cNvSpPr>
          <p:nvPr>
            <p:ph type="subTitle" idx="1"/>
          </p:nvPr>
        </p:nvSpPr>
        <p:spPr>
          <a:xfrm>
            <a:off x="609600" y="3784170"/>
            <a:ext cx="10972800" cy="55923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 name="Footer Placeholder 2">
            <a:extLst>
              <a:ext uri="{FF2B5EF4-FFF2-40B4-BE49-F238E27FC236}">
                <a16:creationId xmlns:a16="http://schemas.microsoft.com/office/drawing/2014/main" id="{2B159ABC-4344-2A75-56D6-055E3703F5A9}"/>
              </a:ext>
            </a:extLst>
          </p:cNvPr>
          <p:cNvSpPr>
            <a:spLocks noGrp="1"/>
          </p:cNvSpPr>
          <p:nvPr>
            <p:ph type="ftr" sz="quarter" idx="11"/>
          </p:nvPr>
        </p:nvSpPr>
        <p:spPr>
          <a:xfrm>
            <a:off x="612648" y="4648200"/>
            <a:ext cx="2740154" cy="365760"/>
          </a:xfrm>
        </p:spPr>
        <p:txBody>
          <a:bodyPr/>
          <a:lstStyle/>
          <a:p>
            <a:r>
              <a:rPr lang="en-US"/>
              <a:t>Footer</a:t>
            </a:r>
            <a:endParaRPr lang="en-US" dirty="0"/>
          </a:p>
        </p:txBody>
      </p:sp>
      <p:sp>
        <p:nvSpPr>
          <p:cNvPr id="2" name="Date Placeholder 1">
            <a:extLst>
              <a:ext uri="{FF2B5EF4-FFF2-40B4-BE49-F238E27FC236}">
                <a16:creationId xmlns:a16="http://schemas.microsoft.com/office/drawing/2014/main" id="{231147FA-EFAB-4941-1AF2-311F04EB831F}"/>
              </a:ext>
            </a:extLst>
          </p:cNvPr>
          <p:cNvSpPr>
            <a:spLocks noGrp="1"/>
          </p:cNvSpPr>
          <p:nvPr>
            <p:ph type="dt" sz="half" idx="10"/>
          </p:nvPr>
        </p:nvSpPr>
        <p:spPr>
          <a:xfrm>
            <a:off x="8839200" y="4648200"/>
            <a:ext cx="2316052" cy="365760"/>
          </a:xfrm>
        </p:spPr>
        <p:txBody>
          <a:bodyPr/>
          <a:lstStyle/>
          <a:p>
            <a:fld id="{128CFCDD-04EC-4CBF-B503-800D39775A51}" type="datetime1">
              <a:rPr lang="en-US" smtClean="0"/>
              <a:t>9/1/2026</a:t>
            </a:fld>
            <a:endParaRPr lang="en-US"/>
          </a:p>
        </p:txBody>
      </p:sp>
      <p:sp>
        <p:nvSpPr>
          <p:cNvPr id="4" name="Slide Number Placeholder 12">
            <a:extLst>
              <a:ext uri="{FF2B5EF4-FFF2-40B4-BE49-F238E27FC236}">
                <a16:creationId xmlns:a16="http://schemas.microsoft.com/office/drawing/2014/main" id="{676A0306-4CE8-575A-C0EA-26662D4B40CB}"/>
              </a:ext>
            </a:extLst>
          </p:cNvPr>
          <p:cNvSpPr>
            <a:spLocks noGrp="1"/>
          </p:cNvSpPr>
          <p:nvPr>
            <p:ph type="sldNum" sz="quarter" idx="16"/>
          </p:nvPr>
        </p:nvSpPr>
        <p:spPr>
          <a:xfrm>
            <a:off x="11155252" y="4648200"/>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427895512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pic>
        <p:nvPicPr>
          <p:cNvPr id="8" name="Picture 7" descr="A black square with white lines&#10;&#10;AI-generated content may be incorrect.">
            <a:extLst>
              <a:ext uri="{FF2B5EF4-FFF2-40B4-BE49-F238E27FC236}">
                <a16:creationId xmlns:a16="http://schemas.microsoft.com/office/drawing/2014/main" id="{65B24816-D1B0-E88B-609F-E57AA049D2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3428999"/>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3810000"/>
            <a:ext cx="10969752" cy="1533563"/>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405706"/>
            <a:ext cx="10972800" cy="55923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F8B42CA1-36FE-B5BF-2F54-BD62FF137204}"/>
              </a:ext>
            </a:extLst>
          </p:cNvPr>
          <p:cNvSpPr>
            <a:spLocks noGrp="1"/>
          </p:cNvSpPr>
          <p:nvPr>
            <p:ph type="ftr" sz="quarter" idx="11"/>
          </p:nvPr>
        </p:nvSpPr>
        <p:spPr/>
        <p:txBody>
          <a:bodyPr/>
          <a:lstStyle/>
          <a:p>
            <a:r>
              <a:rPr lang="en-US"/>
              <a:t>Footer</a:t>
            </a:r>
            <a:endParaRPr lang="en-US" dirty="0"/>
          </a:p>
        </p:txBody>
      </p:sp>
      <p:sp>
        <p:nvSpPr>
          <p:cNvPr id="4" name="Date Placeholder 3">
            <a:extLst>
              <a:ext uri="{FF2B5EF4-FFF2-40B4-BE49-F238E27FC236}">
                <a16:creationId xmlns:a16="http://schemas.microsoft.com/office/drawing/2014/main" id="{58C3AE1B-62BB-F9E8-121D-8D53CDD3C62E}"/>
              </a:ext>
            </a:extLst>
          </p:cNvPr>
          <p:cNvSpPr>
            <a:spLocks noGrp="1"/>
          </p:cNvSpPr>
          <p:nvPr>
            <p:ph type="dt" sz="half" idx="10"/>
          </p:nvPr>
        </p:nvSpPr>
        <p:spPr/>
        <p:txBody>
          <a:bodyPr/>
          <a:lstStyle/>
          <a:p>
            <a:fld id="{20587502-D609-416C-8803-44F7F77F3B4F}" type="datetime1">
              <a:rPr lang="en-US" smtClean="0"/>
              <a:t>9/1/2026</a:t>
            </a:fld>
            <a:endParaRPr lang="en-US"/>
          </a:p>
        </p:txBody>
      </p:sp>
      <p:sp>
        <p:nvSpPr>
          <p:cNvPr id="6" name="Slide Number Placeholder 5">
            <a:extLst>
              <a:ext uri="{FF2B5EF4-FFF2-40B4-BE49-F238E27FC236}">
                <a16:creationId xmlns:a16="http://schemas.microsoft.com/office/drawing/2014/main" id="{F8885473-DFA4-1080-BD85-A028FF6470AF}"/>
              </a:ext>
            </a:extLst>
          </p:cNvPr>
          <p:cNvSpPr>
            <a:spLocks noGrp="1"/>
          </p:cNvSpPr>
          <p:nvPr>
            <p:ph type="sldNum" sz="quarter" idx="12"/>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14696455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pic>
        <p:nvPicPr>
          <p:cNvPr id="6" name="Picture 5" descr="A black and white dotted background&#10;&#10;AI-generated content may be incorrect.">
            <a:extLst>
              <a:ext uri="{FF2B5EF4-FFF2-40B4-BE49-F238E27FC236}">
                <a16:creationId xmlns:a16="http://schemas.microsoft.com/office/drawing/2014/main" id="{D0CA1259-530B-71DE-970B-002E98693D36}"/>
              </a:ext>
            </a:extLst>
          </p:cNvPr>
          <p:cNvPicPr>
            <a:picLocks noChangeAspect="1"/>
          </p:cNvPicPr>
          <p:nvPr userDrawn="1"/>
        </p:nvPicPr>
        <p:blipFill>
          <a:blip r:embed="rId2">
            <a:extLst>
              <a:ext uri="{28A0092B-C50C-407E-A947-70E740481C1C}">
                <a14:useLocalDpi xmlns:a14="http://schemas.microsoft.com/office/drawing/2010/main" val="0"/>
              </a:ext>
            </a:extLst>
          </a:blip>
          <a:srcRect l="92" r="92"/>
          <a:stretch>
            <a:fillRect/>
          </a:stretch>
        </p:blipFill>
        <p:spPr>
          <a:xfrm>
            <a:off x="-1" y="0"/>
            <a:ext cx="12192001"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600200"/>
            <a:ext cx="10055352" cy="4572000"/>
          </a:xfrm>
        </p:spPr>
        <p:txBody>
          <a:bodyPr vert="horz" lIns="91440" tIns="45720" rIns="91440" bIns="45720" rtlCol="0" anchor="b">
            <a:normAutofit/>
          </a:bodyPr>
          <a:lstStyle>
            <a:lvl1pPr>
              <a:defRPr lang="en-US" sz="9600" dirty="0"/>
            </a:lvl1pPr>
          </a:lstStyle>
          <a:p>
            <a:pPr lvl="0"/>
            <a:r>
              <a:rPr lang="en-US" dirty="0"/>
              <a:t>Section Header</a:t>
            </a:r>
          </a:p>
        </p:txBody>
      </p:sp>
      <p:sp>
        <p:nvSpPr>
          <p:cNvPr id="5" name="Footer Placeholder 4">
            <a:extLst>
              <a:ext uri="{FF2B5EF4-FFF2-40B4-BE49-F238E27FC236}">
                <a16:creationId xmlns:a16="http://schemas.microsoft.com/office/drawing/2014/main" id="{0C21CFEF-E1EB-4F18-97DB-2053F0D0FD30}"/>
              </a:ext>
            </a:extLst>
          </p:cNvPr>
          <p:cNvSpPr>
            <a:spLocks noGrp="1"/>
          </p:cNvSpPr>
          <p:nvPr>
            <p:ph type="ftr" sz="quarter" idx="11"/>
          </p:nvPr>
        </p:nvSpPr>
        <p:spPr>
          <a:xfrm>
            <a:off x="612648" y="170953"/>
            <a:ext cx="2740154" cy="365760"/>
          </a:xfrm>
        </p:spPr>
        <p:txBody>
          <a:bodyPr/>
          <a:lstStyle/>
          <a:p>
            <a:r>
              <a:rPr lang="en-US"/>
              <a:t>Footer</a:t>
            </a:r>
            <a:endParaRPr lang="en-US" dirty="0"/>
          </a:p>
        </p:txBody>
      </p:sp>
      <p:sp>
        <p:nvSpPr>
          <p:cNvPr id="4" name="Date Placeholder 3">
            <a:extLst>
              <a:ext uri="{FF2B5EF4-FFF2-40B4-BE49-F238E27FC236}">
                <a16:creationId xmlns:a16="http://schemas.microsoft.com/office/drawing/2014/main" id="{959AF9F8-7259-0A59-13B0-6E86D35DEED8}"/>
              </a:ext>
            </a:extLst>
          </p:cNvPr>
          <p:cNvSpPr>
            <a:spLocks noGrp="1"/>
          </p:cNvSpPr>
          <p:nvPr>
            <p:ph type="dt" sz="half" idx="10"/>
          </p:nvPr>
        </p:nvSpPr>
        <p:spPr>
          <a:xfrm>
            <a:off x="8839200" y="170953"/>
            <a:ext cx="2316052" cy="365760"/>
          </a:xfrm>
        </p:spPr>
        <p:txBody>
          <a:bodyPr/>
          <a:lstStyle/>
          <a:p>
            <a:fld id="{DBB18229-BFF7-43E4-BDAF-48904345F131}" type="datetime1">
              <a:rPr lang="en-US" smtClean="0"/>
              <a:t>9/1/2026</a:t>
            </a:fld>
            <a:endParaRPr lang="en-US"/>
          </a:p>
        </p:txBody>
      </p:sp>
      <p:sp>
        <p:nvSpPr>
          <p:cNvPr id="3" name="Slide Number Placeholder 12">
            <a:extLst>
              <a:ext uri="{FF2B5EF4-FFF2-40B4-BE49-F238E27FC236}">
                <a16:creationId xmlns:a16="http://schemas.microsoft.com/office/drawing/2014/main" id="{60884A6E-4991-A57B-9AD0-B1AA5AC48778}"/>
              </a:ext>
            </a:extLst>
          </p:cNvPr>
          <p:cNvSpPr>
            <a:spLocks noGrp="1"/>
          </p:cNvSpPr>
          <p:nvPr>
            <p:ph type="sldNum" sz="quarter" idx="16"/>
          </p:nvPr>
        </p:nvSpPr>
        <p:spPr>
          <a:xfrm>
            <a:off x="11155252" y="170953"/>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6013723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0082" y="457200"/>
            <a:ext cx="6847520" cy="1828800"/>
          </a:xfrm>
        </p:spPr>
        <p:txBody>
          <a:bodyPr anchor="b">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1" y="2743199"/>
            <a:ext cx="6858000" cy="3429000"/>
          </a:xfrm>
        </p:spPr>
        <p:txBody>
          <a:bodyPr>
            <a:normAutofit/>
          </a:bodyPr>
          <a:lstStyle>
            <a:lvl1pPr marL="457200" indent="-457200">
              <a:buFont typeface="+mj-lt"/>
              <a:buAutoNum type="arabicPeriod"/>
              <a:defRPr sz="1800"/>
            </a:lvl1pPr>
            <a:lvl2pPr marL="685800" indent="-457200">
              <a:buFont typeface="+mj-lt"/>
              <a:buAutoNum type="alphaLcPeriod"/>
              <a:defRPr sz="1600"/>
            </a:lvl2pPr>
            <a:lvl3pPr marL="800100" indent="-342900">
              <a:buFont typeface="+mj-lt"/>
              <a:buAutoNum type="romanLcPeriod"/>
              <a:defRPr sz="1400"/>
            </a:lvl3pPr>
            <a:lvl4pPr marL="1028700" indent="-342900">
              <a:buFont typeface="+mj-lt"/>
              <a:buAutoNum type="arabicParenR"/>
              <a:defRPr sz="1400"/>
            </a:lvl4pPr>
            <a:lvl5pPr marL="1257300" indent="-342900">
              <a:buFont typeface="+mj-lt"/>
              <a:buAutoNum type="alphaLcParen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D2315374-E781-36F5-5707-3A9CA972BAD1}"/>
              </a:ext>
            </a:extLst>
          </p:cNvPr>
          <p:cNvSpPr>
            <a:spLocks noGrp="1"/>
          </p:cNvSpPr>
          <p:nvPr>
            <p:ph type="ftr" sz="quarter" idx="15"/>
          </p:nvPr>
        </p:nvSpPr>
        <p:spPr/>
        <p:txBody>
          <a:bodyPr/>
          <a:lstStyle/>
          <a:p>
            <a:r>
              <a:rPr lang="en-US"/>
              <a:t>Footer</a:t>
            </a:r>
            <a:endParaRPr lang="en-US" dirty="0"/>
          </a:p>
        </p:txBody>
      </p:sp>
      <p:sp>
        <p:nvSpPr>
          <p:cNvPr id="3" name="Date Placeholder 2">
            <a:extLst>
              <a:ext uri="{FF2B5EF4-FFF2-40B4-BE49-F238E27FC236}">
                <a16:creationId xmlns:a16="http://schemas.microsoft.com/office/drawing/2014/main" id="{35C3E680-BF78-89CC-15D3-B74DCAAA8F86}"/>
              </a:ext>
            </a:extLst>
          </p:cNvPr>
          <p:cNvSpPr>
            <a:spLocks noGrp="1"/>
          </p:cNvSpPr>
          <p:nvPr>
            <p:ph type="dt" sz="half" idx="14"/>
          </p:nvPr>
        </p:nvSpPr>
        <p:spPr>
          <a:xfrm>
            <a:off x="4617721" y="6324600"/>
            <a:ext cx="2316052" cy="365760"/>
          </a:xfrm>
        </p:spPr>
        <p:txBody>
          <a:bodyPr/>
          <a:lstStyle/>
          <a:p>
            <a:fld id="{3F9B16BF-0DEB-4F1C-9CEF-A8DADF0DA8E6}" type="datetime1">
              <a:rPr lang="en-US" smtClean="0"/>
              <a:t>9/1/2026</a:t>
            </a:fld>
            <a:endParaRPr lang="en-US" dirty="0"/>
          </a:p>
        </p:txBody>
      </p:sp>
      <p:pic>
        <p:nvPicPr>
          <p:cNvPr id="8" name="Picture 7" descr="A black and orange dots&#10;&#10;AI-generated content may be incorrect.">
            <a:extLst>
              <a:ext uri="{FF2B5EF4-FFF2-40B4-BE49-F238E27FC236}">
                <a16:creationId xmlns:a16="http://schemas.microsoft.com/office/drawing/2014/main" id="{BD10D847-694C-71CB-854A-6136CDDE3A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08937" y="0"/>
            <a:ext cx="4283063" cy="6858000"/>
          </a:xfrm>
          <a:prstGeom prst="rect">
            <a:avLst/>
          </a:prstGeom>
        </p:spPr>
      </p:pic>
      <p:sp>
        <p:nvSpPr>
          <p:cNvPr id="5" name="Slide Number Placeholder 12">
            <a:extLst>
              <a:ext uri="{FF2B5EF4-FFF2-40B4-BE49-F238E27FC236}">
                <a16:creationId xmlns:a16="http://schemas.microsoft.com/office/drawing/2014/main" id="{9BC72FB7-4EA7-06D7-8C25-F73B960A2CD7}"/>
              </a:ext>
            </a:extLst>
          </p:cNvPr>
          <p:cNvSpPr>
            <a:spLocks noGrp="1"/>
          </p:cNvSpPr>
          <p:nvPr>
            <p:ph type="sldNum" sz="quarter" idx="16"/>
          </p:nvPr>
        </p:nvSpPr>
        <p:spPr>
          <a:xfrm>
            <a:off x="7040453" y="6324600"/>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18824794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pic>
        <p:nvPicPr>
          <p:cNvPr id="10" name="Picture 9" descr="A black and grey background with dots&#10;&#10;AI-generated content may be incorrect.">
            <a:extLst>
              <a:ext uri="{FF2B5EF4-FFF2-40B4-BE49-F238E27FC236}">
                <a16:creationId xmlns:a16="http://schemas.microsoft.com/office/drawing/2014/main" id="{107C3AF5-D58E-30B0-B63C-C09607A7A6F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4733165"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38800" y="457201"/>
            <a:ext cx="5943600" cy="1828800"/>
          </a:xfrm>
        </p:spPr>
        <p:txBody>
          <a:bodyPr anchor="b">
            <a:normAutofit/>
          </a:bodyPr>
          <a:lstStyle>
            <a:lvl1pPr>
              <a:defRPr sz="5400"/>
            </a:lvl1pPr>
          </a:lstStyle>
          <a:p>
            <a:r>
              <a:rPr lang="en-US" dirty="0"/>
              <a:t>Click to edit Master title style</a:t>
            </a:r>
          </a:p>
        </p:txBody>
      </p:sp>
      <p:sp>
        <p:nvSpPr>
          <p:cNvPr id="13" name="Picture Placeholder 12">
            <a:extLst>
              <a:ext uri="{FF2B5EF4-FFF2-40B4-BE49-F238E27FC236}">
                <a16:creationId xmlns:a16="http://schemas.microsoft.com/office/drawing/2014/main" id="{0C24C4A8-A829-4298-177E-A4D009961FFA}"/>
              </a:ext>
            </a:extLst>
          </p:cNvPr>
          <p:cNvSpPr>
            <a:spLocks noGrp="1"/>
          </p:cNvSpPr>
          <p:nvPr>
            <p:ph type="pic" sz="quarter" idx="14"/>
          </p:nvPr>
        </p:nvSpPr>
        <p:spPr>
          <a:xfrm>
            <a:off x="599170" y="670984"/>
            <a:ext cx="3534825" cy="5503333"/>
          </a:xfrm>
          <a:blipFill>
            <a:blip r:embed="rId3">
              <a:alphaModFix amt="60000"/>
            </a:blip>
            <a:stretch>
              <a:fillRect l="-1" t="-474" r="147" b="2"/>
            </a:stretch>
          </a:blipFill>
        </p:spPr>
        <p:txBody>
          <a:bodyPr/>
          <a:lstStyle/>
          <a:p>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38800" y="2743198"/>
            <a:ext cx="5943600" cy="3429002"/>
          </a:xfrm>
        </p:spPr>
        <p:txBody>
          <a:bodyPr>
            <a:normAutofit/>
          </a:bodyPr>
          <a:lstStyle>
            <a:lvl1pPr marL="457200" indent="-457200">
              <a:buFont typeface="+mj-lt"/>
              <a:buAutoNum type="arabicPeriod"/>
              <a:defRPr sz="2000"/>
            </a:lvl1pPr>
            <a:lvl2pPr marL="571500" indent="-342900">
              <a:buFont typeface="+mj-lt"/>
              <a:buAutoNum type="alphaLcPeriod"/>
              <a:defRPr sz="1800"/>
            </a:lvl2pPr>
            <a:lvl3pPr marL="800100" indent="-342900">
              <a:buFont typeface="+mj-lt"/>
              <a:buAutoNum type="romanLcPeriod"/>
              <a:defRPr sz="1600"/>
            </a:lvl3pPr>
            <a:lvl4pPr marL="1028700" indent="-342900">
              <a:buFont typeface="+mj-lt"/>
              <a:buAutoNum type="arabicParenR"/>
              <a:defRPr sz="1400"/>
            </a:lvl4pPr>
            <a:lvl5pPr>
              <a:buFont typeface="+mj-lt"/>
              <a:buAutoNum type="romanL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7F37B895-2BFE-EEF4-D021-031EE716FADA}"/>
              </a:ext>
            </a:extLst>
          </p:cNvPr>
          <p:cNvSpPr>
            <a:spLocks noGrp="1"/>
          </p:cNvSpPr>
          <p:nvPr>
            <p:ph type="ftr" sz="quarter" idx="16"/>
          </p:nvPr>
        </p:nvSpPr>
        <p:spPr>
          <a:xfrm>
            <a:off x="5638800" y="6324600"/>
            <a:ext cx="2740154" cy="365760"/>
          </a:xfrm>
        </p:spPr>
        <p:txBody>
          <a:bodyPr/>
          <a:lstStyle/>
          <a:p>
            <a:r>
              <a:rPr lang="en-US" dirty="0"/>
              <a:t>Footer</a:t>
            </a:r>
          </a:p>
        </p:txBody>
      </p:sp>
      <p:sp>
        <p:nvSpPr>
          <p:cNvPr id="3" name="Date Placeholder 2">
            <a:extLst>
              <a:ext uri="{FF2B5EF4-FFF2-40B4-BE49-F238E27FC236}">
                <a16:creationId xmlns:a16="http://schemas.microsoft.com/office/drawing/2014/main" id="{4443ACDD-3386-B68E-A0EC-81011A4CE64C}"/>
              </a:ext>
            </a:extLst>
          </p:cNvPr>
          <p:cNvSpPr>
            <a:spLocks noGrp="1"/>
          </p:cNvSpPr>
          <p:nvPr>
            <p:ph type="dt" sz="half" idx="15"/>
          </p:nvPr>
        </p:nvSpPr>
        <p:spPr/>
        <p:txBody>
          <a:bodyPr/>
          <a:lstStyle/>
          <a:p>
            <a:fld id="{2C906FEF-9981-429E-ACDB-64D6989EE16A}" type="datetime1">
              <a:rPr lang="en-US" smtClean="0"/>
              <a:t>9/1/2026</a:t>
            </a:fld>
            <a:endParaRPr lang="en-US"/>
          </a:p>
        </p:txBody>
      </p:sp>
      <p:sp>
        <p:nvSpPr>
          <p:cNvPr id="5" name="Slide Number Placeholder 12">
            <a:extLst>
              <a:ext uri="{FF2B5EF4-FFF2-40B4-BE49-F238E27FC236}">
                <a16:creationId xmlns:a16="http://schemas.microsoft.com/office/drawing/2014/main" id="{977AE372-CC11-7C4D-C077-5A665F119F25}"/>
              </a:ext>
            </a:extLst>
          </p:cNvPr>
          <p:cNvSpPr>
            <a:spLocks noGrp="1"/>
          </p:cNvSpPr>
          <p:nvPr>
            <p:ph type="sldNum" sz="quarter" idx="17"/>
          </p:nvPr>
        </p:nvSpPr>
        <p:spPr>
          <a:xfrm>
            <a:off x="11155252" y="6324600"/>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19606078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11" name="Picture 10" descr="A black and orange border&#10;&#10;AI-generated content may be incorrect.">
            <a:extLst>
              <a:ext uri="{FF2B5EF4-FFF2-40B4-BE49-F238E27FC236}">
                <a16:creationId xmlns:a16="http://schemas.microsoft.com/office/drawing/2014/main" id="{15B9F348-926B-E8CA-5259-B0ECA7428291}"/>
              </a:ext>
            </a:extLst>
          </p:cNvPr>
          <p:cNvPicPr>
            <a:picLocks noChangeAspect="1"/>
          </p:cNvPicPr>
          <p:nvPr userDrawn="1"/>
        </p:nvPicPr>
        <p:blipFill>
          <a:blip r:embed="rId2">
            <a:extLst>
              <a:ext uri="{28A0092B-C50C-407E-A947-70E740481C1C}">
                <a14:useLocalDpi xmlns:a14="http://schemas.microsoft.com/office/drawing/2010/main" val="0"/>
              </a:ext>
            </a:extLst>
          </a:blip>
          <a:srcRect l="92" r="92"/>
          <a:stretch>
            <a:fillRect/>
          </a:stretch>
        </p:blipFill>
        <p:spPr>
          <a:xfrm>
            <a:off x="-1" y="0"/>
            <a:ext cx="12192001"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057400"/>
            <a:ext cx="6629400" cy="1143000"/>
          </a:xfrm>
        </p:spPr>
        <p:txBody>
          <a:bodyPr anchor="b">
            <a:normAutofit/>
          </a:bodyPr>
          <a:lstStyle>
            <a:lvl1pPr algn="ctr">
              <a:defRPr sz="3200" b="0" i="0">
                <a:latin typeface="+mj-lt"/>
              </a:defRPr>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604260" y="3322320"/>
            <a:ext cx="4983480" cy="1554480"/>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10">
            <a:extLst>
              <a:ext uri="{FF2B5EF4-FFF2-40B4-BE49-F238E27FC236}">
                <a16:creationId xmlns:a16="http://schemas.microsoft.com/office/drawing/2014/main" id="{A21A1828-E6C4-2B66-332A-3CE1EA6B6FC9}"/>
              </a:ext>
            </a:extLst>
          </p:cNvPr>
          <p:cNvSpPr>
            <a:spLocks noGrp="1"/>
          </p:cNvSpPr>
          <p:nvPr>
            <p:ph type="ftr" sz="quarter" idx="15"/>
          </p:nvPr>
        </p:nvSpPr>
        <p:spPr>
          <a:xfrm>
            <a:off x="1066800" y="5638800"/>
            <a:ext cx="2740154" cy="365760"/>
          </a:xfrm>
        </p:spPr>
        <p:txBody>
          <a:bodyPr/>
          <a:lstStyle/>
          <a:p>
            <a:r>
              <a:rPr lang="en-US" dirty="0"/>
              <a:t>Footer</a:t>
            </a:r>
          </a:p>
        </p:txBody>
      </p:sp>
      <p:sp>
        <p:nvSpPr>
          <p:cNvPr id="5" name="Date Placeholder 9">
            <a:extLst>
              <a:ext uri="{FF2B5EF4-FFF2-40B4-BE49-F238E27FC236}">
                <a16:creationId xmlns:a16="http://schemas.microsoft.com/office/drawing/2014/main" id="{3957BBA6-B40C-51A6-9D1E-CA28932D9625}"/>
              </a:ext>
            </a:extLst>
          </p:cNvPr>
          <p:cNvSpPr>
            <a:spLocks noGrp="1"/>
          </p:cNvSpPr>
          <p:nvPr>
            <p:ph type="dt" sz="half" idx="14"/>
          </p:nvPr>
        </p:nvSpPr>
        <p:spPr>
          <a:xfrm>
            <a:off x="8385048" y="5638800"/>
            <a:ext cx="2316052" cy="365760"/>
          </a:xfrm>
        </p:spPr>
        <p:txBody>
          <a:bodyPr/>
          <a:lstStyle/>
          <a:p>
            <a:fld id="{EC59D6B6-2BFE-4B79-8B3E-44EB2F9DCA50}" type="datetime1">
              <a:rPr lang="en-US" smtClean="0"/>
              <a:t>9/1/2026</a:t>
            </a:fld>
            <a:endParaRPr lang="en-US" dirty="0"/>
          </a:p>
        </p:txBody>
      </p:sp>
      <p:sp>
        <p:nvSpPr>
          <p:cNvPr id="7" name="Slide Number Placeholder 11">
            <a:extLst>
              <a:ext uri="{FF2B5EF4-FFF2-40B4-BE49-F238E27FC236}">
                <a16:creationId xmlns:a16="http://schemas.microsoft.com/office/drawing/2014/main" id="{8DA10585-51D4-4A74-1751-8BB1ABACC214}"/>
              </a:ext>
            </a:extLst>
          </p:cNvPr>
          <p:cNvSpPr>
            <a:spLocks noGrp="1"/>
          </p:cNvSpPr>
          <p:nvPr>
            <p:ph type="sldNum" sz="quarter" idx="16"/>
          </p:nvPr>
        </p:nvSpPr>
        <p:spPr>
          <a:xfrm>
            <a:off x="10701100" y="5638800"/>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30292715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pic>
        <p:nvPicPr>
          <p:cNvPr id="17" name="Picture 16" descr="A black and tan dotted rectangle&#10;&#10;AI-generated content may be incorrect.">
            <a:extLst>
              <a:ext uri="{FF2B5EF4-FFF2-40B4-BE49-F238E27FC236}">
                <a16:creationId xmlns:a16="http://schemas.microsoft.com/office/drawing/2014/main" id="{49B913A1-4985-DA2A-0AE2-B932F9C09E8B}"/>
              </a:ext>
            </a:extLst>
          </p:cNvPr>
          <p:cNvPicPr>
            <a:picLocks noChangeAspect="1"/>
          </p:cNvPicPr>
          <p:nvPr userDrawn="1"/>
        </p:nvPicPr>
        <p:blipFill>
          <a:blip r:embed="rId2">
            <a:extLst>
              <a:ext uri="{28A0092B-C50C-407E-A947-70E740481C1C}">
                <a14:useLocalDpi xmlns:a14="http://schemas.microsoft.com/office/drawing/2010/main" val="0"/>
              </a:ext>
            </a:extLst>
          </a:blip>
          <a:srcRect l="92" r="92"/>
          <a:stretch>
            <a:fillRect/>
          </a:stretch>
        </p:blipFill>
        <p:spPr>
          <a:xfrm>
            <a:off x="-1" y="0"/>
            <a:ext cx="12192001"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810871"/>
            <a:ext cx="3474720" cy="2975432"/>
          </a:xfrm>
        </p:spPr>
        <p:txBody>
          <a:bodyPr anchor="t">
            <a:normAutofit/>
          </a:bodyPr>
          <a:lstStyle>
            <a:lvl1pPr>
              <a:defRPr sz="3200" b="0" i="0">
                <a:latin typeface="+mj-lt"/>
              </a:defRPr>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998718" y="1810871"/>
            <a:ext cx="5715000" cy="2975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10">
            <a:extLst>
              <a:ext uri="{FF2B5EF4-FFF2-40B4-BE49-F238E27FC236}">
                <a16:creationId xmlns:a16="http://schemas.microsoft.com/office/drawing/2014/main" id="{1377C7CD-A05B-2840-D285-7E89019D3637}"/>
              </a:ext>
            </a:extLst>
          </p:cNvPr>
          <p:cNvSpPr>
            <a:spLocks noGrp="1"/>
          </p:cNvSpPr>
          <p:nvPr>
            <p:ph type="ftr" sz="quarter" idx="15"/>
          </p:nvPr>
        </p:nvSpPr>
        <p:spPr>
          <a:xfrm>
            <a:off x="609600" y="5189813"/>
            <a:ext cx="2740154" cy="365760"/>
          </a:xfrm>
        </p:spPr>
        <p:txBody>
          <a:bodyPr/>
          <a:lstStyle/>
          <a:p>
            <a:r>
              <a:rPr lang="en-US" dirty="0"/>
              <a:t>Footer</a:t>
            </a:r>
          </a:p>
        </p:txBody>
      </p:sp>
      <p:sp>
        <p:nvSpPr>
          <p:cNvPr id="7" name="Date Placeholder 9">
            <a:extLst>
              <a:ext uri="{FF2B5EF4-FFF2-40B4-BE49-F238E27FC236}">
                <a16:creationId xmlns:a16="http://schemas.microsoft.com/office/drawing/2014/main" id="{8505947D-5093-2873-EFAE-61AE39CEAB6A}"/>
              </a:ext>
            </a:extLst>
          </p:cNvPr>
          <p:cNvSpPr>
            <a:spLocks noGrp="1"/>
          </p:cNvSpPr>
          <p:nvPr>
            <p:ph type="dt" sz="half" idx="14"/>
          </p:nvPr>
        </p:nvSpPr>
        <p:spPr>
          <a:xfrm>
            <a:off x="8824174" y="5189813"/>
            <a:ext cx="2316052" cy="365760"/>
          </a:xfrm>
        </p:spPr>
        <p:txBody>
          <a:bodyPr/>
          <a:lstStyle/>
          <a:p>
            <a:fld id="{79CF0919-DDF5-4951-954A-020FDBBF11AA}" type="datetime1">
              <a:rPr lang="en-US" smtClean="0"/>
              <a:t>9/1/2026</a:t>
            </a:fld>
            <a:endParaRPr lang="en-US" dirty="0"/>
          </a:p>
        </p:txBody>
      </p:sp>
      <p:sp>
        <p:nvSpPr>
          <p:cNvPr id="13" name="Slide Number Placeholder 11">
            <a:extLst>
              <a:ext uri="{FF2B5EF4-FFF2-40B4-BE49-F238E27FC236}">
                <a16:creationId xmlns:a16="http://schemas.microsoft.com/office/drawing/2014/main" id="{A239714F-3D76-7B89-40A9-9557C01B9871}"/>
              </a:ext>
            </a:extLst>
          </p:cNvPr>
          <p:cNvSpPr>
            <a:spLocks noGrp="1"/>
          </p:cNvSpPr>
          <p:nvPr>
            <p:ph type="sldNum" sz="quarter" idx="16"/>
          </p:nvPr>
        </p:nvSpPr>
        <p:spPr>
          <a:xfrm>
            <a:off x="11140226" y="5189813"/>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7373770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420617"/>
            <a:ext cx="3474720" cy="4114800"/>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98718" y="1420617"/>
            <a:ext cx="603504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B4124F30-8078-A3F0-AFE0-14E057702065}"/>
              </a:ext>
            </a:extLst>
          </p:cNvPr>
          <p:cNvSpPr>
            <a:spLocks noGrp="1"/>
          </p:cNvSpPr>
          <p:nvPr>
            <p:ph type="ftr" sz="quarter" idx="15"/>
          </p:nvPr>
        </p:nvSpPr>
        <p:spPr/>
        <p:txBody>
          <a:bodyPr/>
          <a:lstStyle/>
          <a:p>
            <a:r>
              <a:rPr lang="en-US"/>
              <a:t>Footer</a:t>
            </a:r>
            <a:endParaRPr lang="en-US" dirty="0"/>
          </a:p>
        </p:txBody>
      </p:sp>
      <p:sp>
        <p:nvSpPr>
          <p:cNvPr id="3" name="Date Placeholder 2">
            <a:extLst>
              <a:ext uri="{FF2B5EF4-FFF2-40B4-BE49-F238E27FC236}">
                <a16:creationId xmlns:a16="http://schemas.microsoft.com/office/drawing/2014/main" id="{531F2E89-6260-926D-67C9-D26A6C345D7E}"/>
              </a:ext>
            </a:extLst>
          </p:cNvPr>
          <p:cNvSpPr>
            <a:spLocks noGrp="1"/>
          </p:cNvSpPr>
          <p:nvPr>
            <p:ph type="dt" sz="half" idx="14"/>
          </p:nvPr>
        </p:nvSpPr>
        <p:spPr/>
        <p:txBody>
          <a:bodyPr/>
          <a:lstStyle/>
          <a:p>
            <a:fld id="{3AECBA70-3E33-403F-BAB7-2359CEE956C7}" type="datetime1">
              <a:rPr lang="en-US" smtClean="0"/>
              <a:t>9/1/2026</a:t>
            </a:fld>
            <a:endParaRPr lang="en-US"/>
          </a:p>
        </p:txBody>
      </p:sp>
      <p:sp>
        <p:nvSpPr>
          <p:cNvPr id="5" name="Slide Number Placeholder 4">
            <a:extLst>
              <a:ext uri="{FF2B5EF4-FFF2-40B4-BE49-F238E27FC236}">
                <a16:creationId xmlns:a16="http://schemas.microsoft.com/office/drawing/2014/main" id="{E0C67023-31D1-2115-5209-F9D245FAA96A}"/>
              </a:ext>
            </a:extLst>
          </p:cNvPr>
          <p:cNvSpPr>
            <a:spLocks noGrp="1"/>
          </p:cNvSpPr>
          <p:nvPr>
            <p:ph type="sldNum" sz="quarter" idx="16"/>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35678173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685800"/>
            <a:ext cx="3276600" cy="4940661"/>
          </a:xfrm>
        </p:spPr>
        <p:txBody>
          <a:bodyPr anchor="t">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15840" y="685800"/>
            <a:ext cx="6766560"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8EB4E67B-7C68-2797-7E8D-47C4527808EB}"/>
              </a:ext>
            </a:extLst>
          </p:cNvPr>
          <p:cNvSpPr>
            <a:spLocks noGrp="1"/>
          </p:cNvSpPr>
          <p:nvPr>
            <p:ph type="ftr" sz="quarter" idx="15"/>
          </p:nvPr>
        </p:nvSpPr>
        <p:spPr/>
        <p:txBody>
          <a:bodyPr/>
          <a:lstStyle/>
          <a:p>
            <a:r>
              <a:rPr lang="en-US"/>
              <a:t>Footer</a:t>
            </a:r>
            <a:endParaRPr lang="en-US" dirty="0"/>
          </a:p>
        </p:txBody>
      </p:sp>
      <p:sp>
        <p:nvSpPr>
          <p:cNvPr id="3" name="Date Placeholder 2">
            <a:extLst>
              <a:ext uri="{FF2B5EF4-FFF2-40B4-BE49-F238E27FC236}">
                <a16:creationId xmlns:a16="http://schemas.microsoft.com/office/drawing/2014/main" id="{B083AB89-CEBE-D20F-9483-12AE40D6F7B1}"/>
              </a:ext>
            </a:extLst>
          </p:cNvPr>
          <p:cNvSpPr>
            <a:spLocks noGrp="1"/>
          </p:cNvSpPr>
          <p:nvPr>
            <p:ph type="dt" sz="half" idx="14"/>
          </p:nvPr>
        </p:nvSpPr>
        <p:spPr/>
        <p:txBody>
          <a:bodyPr/>
          <a:lstStyle/>
          <a:p>
            <a:fld id="{72CC022D-36D9-4D3C-BF55-2D92F428A7D1}" type="datetime1">
              <a:rPr lang="en-US" smtClean="0"/>
              <a:t>9/1/2026</a:t>
            </a:fld>
            <a:endParaRPr lang="en-US"/>
          </a:p>
        </p:txBody>
      </p:sp>
      <p:sp>
        <p:nvSpPr>
          <p:cNvPr id="5" name="Slide Number Placeholder 4">
            <a:extLst>
              <a:ext uri="{FF2B5EF4-FFF2-40B4-BE49-F238E27FC236}">
                <a16:creationId xmlns:a16="http://schemas.microsoft.com/office/drawing/2014/main" id="{2ABE7CE4-046A-36F7-3B91-870D56245AA9}"/>
              </a:ext>
            </a:extLst>
          </p:cNvPr>
          <p:cNvSpPr>
            <a:spLocks noGrp="1"/>
          </p:cNvSpPr>
          <p:nvPr>
            <p:ph type="sldNum" sz="quarter" idx="16"/>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11856775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685800"/>
            <a:ext cx="3197354" cy="3657600"/>
          </a:xfrm>
        </p:spPr>
        <p:txBody>
          <a:bodyPr anchor="t">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721354" y="685800"/>
            <a:ext cx="68580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D426ECE7-363B-EB37-A110-E68D134108C5}"/>
              </a:ext>
            </a:extLst>
          </p:cNvPr>
          <p:cNvSpPr>
            <a:spLocks noGrp="1"/>
          </p:cNvSpPr>
          <p:nvPr>
            <p:ph type="ftr" sz="quarter" idx="15"/>
          </p:nvPr>
        </p:nvSpPr>
        <p:spPr/>
        <p:txBody>
          <a:bodyPr/>
          <a:lstStyle/>
          <a:p>
            <a:r>
              <a:rPr lang="en-US"/>
              <a:t>Footer</a:t>
            </a:r>
            <a:endParaRPr lang="en-US" dirty="0"/>
          </a:p>
        </p:txBody>
      </p:sp>
      <p:sp>
        <p:nvSpPr>
          <p:cNvPr id="3" name="Date Placeholder 2">
            <a:extLst>
              <a:ext uri="{FF2B5EF4-FFF2-40B4-BE49-F238E27FC236}">
                <a16:creationId xmlns:a16="http://schemas.microsoft.com/office/drawing/2014/main" id="{391A02A0-5302-0EB6-30B0-67EF5D83CFD1}"/>
              </a:ext>
            </a:extLst>
          </p:cNvPr>
          <p:cNvSpPr>
            <a:spLocks noGrp="1"/>
          </p:cNvSpPr>
          <p:nvPr>
            <p:ph type="dt" sz="half" idx="14"/>
          </p:nvPr>
        </p:nvSpPr>
        <p:spPr/>
        <p:txBody>
          <a:bodyPr/>
          <a:lstStyle/>
          <a:p>
            <a:fld id="{FBF39AE8-465E-4929-AD06-3E7B52289CA0}" type="datetime1">
              <a:rPr lang="en-US" smtClean="0"/>
              <a:t>9/1/2026</a:t>
            </a:fld>
            <a:endParaRPr lang="en-US"/>
          </a:p>
        </p:txBody>
      </p:sp>
      <p:sp>
        <p:nvSpPr>
          <p:cNvPr id="5" name="Slide Number Placeholder 4">
            <a:extLst>
              <a:ext uri="{FF2B5EF4-FFF2-40B4-BE49-F238E27FC236}">
                <a16:creationId xmlns:a16="http://schemas.microsoft.com/office/drawing/2014/main" id="{E6B0ACE3-AB07-E53A-F6B3-150BC8683C22}"/>
              </a:ext>
            </a:extLst>
          </p:cNvPr>
          <p:cNvSpPr>
            <a:spLocks noGrp="1"/>
          </p:cNvSpPr>
          <p:nvPr>
            <p:ph type="sldNum" sz="quarter" idx="16"/>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36757471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pic>
        <p:nvPicPr>
          <p:cNvPr id="8" name="Picture 7" descr="A black and grey background&#10;&#10;AI-generated content may be incorrect.">
            <a:extLst>
              <a:ext uri="{FF2B5EF4-FFF2-40B4-BE49-F238E27FC236}">
                <a16:creationId xmlns:a16="http://schemas.microsoft.com/office/drawing/2014/main" id="{79968170-E6B5-DF27-2C6F-616FE8C120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4267200" cy="6858000"/>
          </a:xfrm>
          <a:prstGeom prst="rect">
            <a:avLst/>
          </a:prstGeom>
        </p:spPr>
      </p:pic>
      <p:sp>
        <p:nvSpPr>
          <p:cNvPr id="12" name="Title 1">
            <a:extLst>
              <a:ext uri="{FF2B5EF4-FFF2-40B4-BE49-F238E27FC236}">
                <a16:creationId xmlns:a16="http://schemas.microsoft.com/office/drawing/2014/main" id="{295D6076-B9D3-0279-50A3-A386AE25EBA9}"/>
              </a:ext>
            </a:extLst>
          </p:cNvPr>
          <p:cNvSpPr>
            <a:spLocks noGrp="1"/>
          </p:cNvSpPr>
          <p:nvPr>
            <p:ph type="title"/>
          </p:nvPr>
        </p:nvSpPr>
        <p:spPr>
          <a:xfrm>
            <a:off x="8839200" y="1078833"/>
            <a:ext cx="2743200" cy="1676400"/>
          </a:xfrm>
        </p:spPr>
        <p:txBody>
          <a:bodyPr anchor="b"/>
          <a:lstStyle/>
          <a:p>
            <a:r>
              <a:rPr lang="en-US" dirty="0"/>
              <a:t>Click to edit Master title style</a:t>
            </a:r>
          </a:p>
        </p:txBody>
      </p:sp>
      <p:sp>
        <p:nvSpPr>
          <p:cNvPr id="7" name="Picture Placeholder 6">
            <a:extLst>
              <a:ext uri="{FF2B5EF4-FFF2-40B4-BE49-F238E27FC236}">
                <a16:creationId xmlns:a16="http://schemas.microsoft.com/office/drawing/2014/main" id="{EE0FF377-E991-A314-BC35-A9206F56B633}"/>
              </a:ext>
            </a:extLst>
          </p:cNvPr>
          <p:cNvSpPr>
            <a:spLocks noGrp="1"/>
          </p:cNvSpPr>
          <p:nvPr>
            <p:ph type="pic" sz="quarter" idx="15"/>
          </p:nvPr>
        </p:nvSpPr>
        <p:spPr>
          <a:xfrm>
            <a:off x="609600" y="685800"/>
            <a:ext cx="7315202" cy="5486400"/>
          </a:xfrm>
          <a:blipFill>
            <a:blip r:embed="rId3">
              <a:alphaModFix amt="60000"/>
            </a:blip>
            <a:stretch>
              <a:fillRect l="-1" t="-88" r="-1" b="2"/>
            </a:stretch>
          </a:blipFill>
        </p:spPr>
        <p:txBody>
          <a:bodyPr/>
          <a:lstStyle/>
          <a:p>
            <a:endParaRPr lang="en-US"/>
          </a:p>
        </p:txBody>
      </p:sp>
      <p:sp>
        <p:nvSpPr>
          <p:cNvPr id="3" name="Content Placeholder 7">
            <a:extLst>
              <a:ext uri="{FF2B5EF4-FFF2-40B4-BE49-F238E27FC236}">
                <a16:creationId xmlns:a16="http://schemas.microsoft.com/office/drawing/2014/main" id="{9F8ADA0A-C0AB-693C-0B33-3D8487F96BB7}"/>
              </a:ext>
            </a:extLst>
          </p:cNvPr>
          <p:cNvSpPr>
            <a:spLocks noGrp="1"/>
          </p:cNvSpPr>
          <p:nvPr>
            <p:ph sz="quarter" idx="14"/>
          </p:nvPr>
        </p:nvSpPr>
        <p:spPr>
          <a:xfrm>
            <a:off x="8843241" y="3023368"/>
            <a:ext cx="2743200" cy="26517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F347DB5B-FF3B-1275-73FF-00D1F103D01F}"/>
              </a:ext>
            </a:extLst>
          </p:cNvPr>
          <p:cNvSpPr>
            <a:spLocks noGrp="1"/>
          </p:cNvSpPr>
          <p:nvPr>
            <p:ph type="ftr" sz="quarter" idx="17"/>
          </p:nvPr>
        </p:nvSpPr>
        <p:spPr>
          <a:xfrm>
            <a:off x="5184648" y="6324600"/>
            <a:ext cx="2740154" cy="365760"/>
          </a:xfrm>
        </p:spPr>
        <p:txBody>
          <a:bodyPr/>
          <a:lstStyle/>
          <a:p>
            <a:r>
              <a:rPr lang="en-US" dirty="0"/>
              <a:t>Footer</a:t>
            </a:r>
          </a:p>
        </p:txBody>
      </p:sp>
      <p:sp>
        <p:nvSpPr>
          <p:cNvPr id="2" name="Date Placeholder 1">
            <a:extLst>
              <a:ext uri="{FF2B5EF4-FFF2-40B4-BE49-F238E27FC236}">
                <a16:creationId xmlns:a16="http://schemas.microsoft.com/office/drawing/2014/main" id="{5BDD5524-A95F-CA84-0C25-F92BB7F7D0A8}"/>
              </a:ext>
            </a:extLst>
          </p:cNvPr>
          <p:cNvSpPr>
            <a:spLocks noGrp="1"/>
          </p:cNvSpPr>
          <p:nvPr>
            <p:ph type="dt" sz="half" idx="16"/>
          </p:nvPr>
        </p:nvSpPr>
        <p:spPr>
          <a:xfrm>
            <a:off x="10186416" y="6324600"/>
            <a:ext cx="931164" cy="365760"/>
          </a:xfrm>
        </p:spPr>
        <p:txBody>
          <a:bodyPr/>
          <a:lstStyle/>
          <a:p>
            <a:fld id="{B4A756F8-8B6C-4841-AF5C-DD06D7633957}" type="datetime1">
              <a:rPr lang="en-US" smtClean="0"/>
              <a:t>9/1/2026</a:t>
            </a:fld>
            <a:endParaRPr lang="en-US"/>
          </a:p>
        </p:txBody>
      </p:sp>
      <p:sp>
        <p:nvSpPr>
          <p:cNvPr id="5" name="Slide Number Placeholder 4">
            <a:extLst>
              <a:ext uri="{FF2B5EF4-FFF2-40B4-BE49-F238E27FC236}">
                <a16:creationId xmlns:a16="http://schemas.microsoft.com/office/drawing/2014/main" id="{9759FFA3-5EB7-6A64-1684-8C0030C954F9}"/>
              </a:ext>
            </a:extLst>
          </p:cNvPr>
          <p:cNvSpPr>
            <a:spLocks noGrp="1"/>
          </p:cNvSpPr>
          <p:nvPr>
            <p:ph type="sldNum" sz="quarter" idx="18"/>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42147559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pic>
        <p:nvPicPr>
          <p:cNvPr id="6" name="Picture 5" descr="A black and grey background&#10;&#10;AI-generated content may be incorrect.">
            <a:extLst>
              <a:ext uri="{FF2B5EF4-FFF2-40B4-BE49-F238E27FC236}">
                <a16:creationId xmlns:a16="http://schemas.microsoft.com/office/drawing/2014/main" id="{3989E482-ED22-5C62-212F-05ADA77EEF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7924800" y="0"/>
            <a:ext cx="4267200" cy="6858000"/>
          </a:xfrm>
          <a:prstGeom prst="rect">
            <a:avLst/>
          </a:prstGeom>
        </p:spPr>
      </p:pic>
      <p:sp>
        <p:nvSpPr>
          <p:cNvPr id="15" name="Title 1">
            <a:extLst>
              <a:ext uri="{FF2B5EF4-FFF2-40B4-BE49-F238E27FC236}">
                <a16:creationId xmlns:a16="http://schemas.microsoft.com/office/drawing/2014/main" id="{1628C91F-3746-AE8E-5836-D57F98ABB799}"/>
              </a:ext>
            </a:extLst>
          </p:cNvPr>
          <p:cNvSpPr>
            <a:spLocks noGrp="1"/>
          </p:cNvSpPr>
          <p:nvPr>
            <p:ph type="title"/>
          </p:nvPr>
        </p:nvSpPr>
        <p:spPr>
          <a:xfrm>
            <a:off x="609598" y="1078833"/>
            <a:ext cx="2743200" cy="1676400"/>
          </a:xfrm>
        </p:spPr>
        <p:txBody>
          <a:bodyPr anchor="b"/>
          <a:lstStyle/>
          <a:p>
            <a:r>
              <a:rPr lang="en-US" dirty="0"/>
              <a:t>Click to edit Master title style</a:t>
            </a:r>
          </a:p>
        </p:txBody>
      </p:sp>
      <p:sp>
        <p:nvSpPr>
          <p:cNvPr id="16" name="Content Placeholder 7">
            <a:extLst>
              <a:ext uri="{FF2B5EF4-FFF2-40B4-BE49-F238E27FC236}">
                <a16:creationId xmlns:a16="http://schemas.microsoft.com/office/drawing/2014/main" id="{B2D4C552-272B-EF4E-2FD5-EAC4C2E2ADD0}"/>
              </a:ext>
            </a:extLst>
          </p:cNvPr>
          <p:cNvSpPr>
            <a:spLocks noGrp="1"/>
          </p:cNvSpPr>
          <p:nvPr>
            <p:ph sz="quarter" idx="14"/>
          </p:nvPr>
        </p:nvSpPr>
        <p:spPr>
          <a:xfrm>
            <a:off x="613639" y="3023368"/>
            <a:ext cx="2743200" cy="26517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6">
            <a:extLst>
              <a:ext uri="{FF2B5EF4-FFF2-40B4-BE49-F238E27FC236}">
                <a16:creationId xmlns:a16="http://schemas.microsoft.com/office/drawing/2014/main" id="{E4A8D86F-5E24-F0C3-6D1A-08B152B6A964}"/>
              </a:ext>
            </a:extLst>
          </p:cNvPr>
          <p:cNvSpPr>
            <a:spLocks noGrp="1"/>
          </p:cNvSpPr>
          <p:nvPr>
            <p:ph type="pic" sz="quarter" idx="15"/>
          </p:nvPr>
        </p:nvSpPr>
        <p:spPr>
          <a:xfrm>
            <a:off x="4267200" y="685800"/>
            <a:ext cx="7315202" cy="5486400"/>
          </a:xfrm>
          <a:blipFill>
            <a:blip r:embed="rId3">
              <a:alphaModFix amt="60000"/>
            </a:blip>
            <a:stretch>
              <a:fillRect l="-1" t="-88" r="-1" b="2"/>
            </a:stretch>
          </a:blipFill>
        </p:spPr>
        <p:txBody>
          <a:bodyPr/>
          <a:lstStyle/>
          <a:p>
            <a:endParaRPr lang="en-US"/>
          </a:p>
        </p:txBody>
      </p:sp>
      <p:sp>
        <p:nvSpPr>
          <p:cNvPr id="3" name="Footer Placeholder 2">
            <a:extLst>
              <a:ext uri="{FF2B5EF4-FFF2-40B4-BE49-F238E27FC236}">
                <a16:creationId xmlns:a16="http://schemas.microsoft.com/office/drawing/2014/main" id="{4B78515F-7127-0309-696B-6214389DF681}"/>
              </a:ext>
            </a:extLst>
          </p:cNvPr>
          <p:cNvSpPr>
            <a:spLocks noGrp="1"/>
          </p:cNvSpPr>
          <p:nvPr>
            <p:ph type="ftr" sz="quarter" idx="17"/>
          </p:nvPr>
        </p:nvSpPr>
        <p:spPr/>
        <p:txBody>
          <a:bodyPr/>
          <a:lstStyle/>
          <a:p>
            <a:r>
              <a:rPr lang="en-US" dirty="0"/>
              <a:t>Footer</a:t>
            </a:r>
          </a:p>
        </p:txBody>
      </p:sp>
      <p:sp>
        <p:nvSpPr>
          <p:cNvPr id="2" name="Date Placeholder 1">
            <a:extLst>
              <a:ext uri="{FF2B5EF4-FFF2-40B4-BE49-F238E27FC236}">
                <a16:creationId xmlns:a16="http://schemas.microsoft.com/office/drawing/2014/main" id="{0ECC3AC9-56EF-CED6-84E6-5DFFC386C2E0}"/>
              </a:ext>
            </a:extLst>
          </p:cNvPr>
          <p:cNvSpPr>
            <a:spLocks noGrp="1"/>
          </p:cNvSpPr>
          <p:nvPr>
            <p:ph type="dt" sz="half" idx="16"/>
          </p:nvPr>
        </p:nvSpPr>
        <p:spPr>
          <a:xfrm>
            <a:off x="6099048" y="6324600"/>
            <a:ext cx="941832" cy="365760"/>
          </a:xfrm>
        </p:spPr>
        <p:txBody>
          <a:bodyPr/>
          <a:lstStyle/>
          <a:p>
            <a:fld id="{B03FD8E6-A864-49B0-B832-CBB49A790FE3}" type="datetime1">
              <a:rPr lang="en-US" smtClean="0"/>
              <a:t>9/1/2026</a:t>
            </a:fld>
            <a:endParaRPr lang="en-US" dirty="0"/>
          </a:p>
        </p:txBody>
      </p:sp>
      <p:sp>
        <p:nvSpPr>
          <p:cNvPr id="4" name="Slide Number Placeholder 12">
            <a:extLst>
              <a:ext uri="{FF2B5EF4-FFF2-40B4-BE49-F238E27FC236}">
                <a16:creationId xmlns:a16="http://schemas.microsoft.com/office/drawing/2014/main" id="{BE33C4F4-AD1D-6720-DE41-FDEBEF2E20D3}"/>
              </a:ext>
            </a:extLst>
          </p:cNvPr>
          <p:cNvSpPr>
            <a:spLocks noGrp="1"/>
          </p:cNvSpPr>
          <p:nvPr>
            <p:ph type="sldNum" sz="quarter" idx="18"/>
          </p:nvPr>
        </p:nvSpPr>
        <p:spPr>
          <a:xfrm>
            <a:off x="7040880" y="6324600"/>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508159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pic>
        <p:nvPicPr>
          <p:cNvPr id="7" name="Picture 6" descr="A black and white square&#10;&#10;AI-generated content may be incorrect.">
            <a:extLst>
              <a:ext uri="{FF2B5EF4-FFF2-40B4-BE49-F238E27FC236}">
                <a16:creationId xmlns:a16="http://schemas.microsoft.com/office/drawing/2014/main" id="{EE4C7931-E42B-1159-4C2B-6C89A902A4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2286000"/>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572000"/>
            <a:ext cx="3883154" cy="1143000"/>
          </a:xfrm>
        </p:spPr>
        <p:txBody>
          <a:bodyPr anchor="t">
            <a:normAutofit/>
          </a:bodyPr>
          <a:lstStyle>
            <a:lvl1pPr>
              <a:defRPr sz="2800"/>
            </a:lvl1pPr>
          </a:lstStyle>
          <a:p>
            <a:r>
              <a:rPr lang="en-US"/>
              <a:t>Click to edit Master title style</a:t>
            </a:r>
            <a:endParaRPr lang="en-US" dirty="0"/>
          </a:p>
        </p:txBody>
      </p:sp>
      <p:sp>
        <p:nvSpPr>
          <p:cNvPr id="5" name="Picture Placeholder 21">
            <a:extLst>
              <a:ext uri="{FF2B5EF4-FFF2-40B4-BE49-F238E27FC236}">
                <a16:creationId xmlns:a16="http://schemas.microsoft.com/office/drawing/2014/main" id="{6020D65A-DE4C-4121-B082-54D64F26A174}"/>
              </a:ext>
            </a:extLst>
          </p:cNvPr>
          <p:cNvSpPr>
            <a:spLocks noGrp="1"/>
          </p:cNvSpPr>
          <p:nvPr>
            <p:ph type="pic" sz="quarter" idx="17"/>
          </p:nvPr>
        </p:nvSpPr>
        <p:spPr>
          <a:xfrm>
            <a:off x="609600" y="685800"/>
            <a:ext cx="10972800" cy="3200399"/>
          </a:xfrm>
          <a:blipFill>
            <a:blip r:embed="rId3">
              <a:alphaModFix amt="60000"/>
            </a:blip>
            <a:stretch>
              <a:fillRect l="-1" t="-88" r="-1" b="2"/>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00600" y="4572000"/>
            <a:ext cx="6812280" cy="13716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7FAAE681-00C5-8CA0-3F95-23D0E0617FB2}"/>
              </a:ext>
            </a:extLst>
          </p:cNvPr>
          <p:cNvSpPr>
            <a:spLocks noGrp="1"/>
          </p:cNvSpPr>
          <p:nvPr>
            <p:ph type="ftr" sz="quarter" idx="19"/>
          </p:nvPr>
        </p:nvSpPr>
        <p:spPr/>
        <p:txBody>
          <a:bodyPr/>
          <a:lstStyle/>
          <a:p>
            <a:r>
              <a:rPr lang="en-US"/>
              <a:t>Footer</a:t>
            </a:r>
            <a:endParaRPr lang="en-US" dirty="0"/>
          </a:p>
        </p:txBody>
      </p:sp>
      <p:sp>
        <p:nvSpPr>
          <p:cNvPr id="3" name="Date Placeholder 2">
            <a:extLst>
              <a:ext uri="{FF2B5EF4-FFF2-40B4-BE49-F238E27FC236}">
                <a16:creationId xmlns:a16="http://schemas.microsoft.com/office/drawing/2014/main" id="{0E704CCE-A7DC-A0B6-D258-FB6D639DB86F}"/>
              </a:ext>
            </a:extLst>
          </p:cNvPr>
          <p:cNvSpPr>
            <a:spLocks noGrp="1"/>
          </p:cNvSpPr>
          <p:nvPr>
            <p:ph type="dt" sz="half" idx="18"/>
          </p:nvPr>
        </p:nvSpPr>
        <p:spPr/>
        <p:txBody>
          <a:bodyPr/>
          <a:lstStyle/>
          <a:p>
            <a:fld id="{92CFA9F6-BA43-4CFF-AB0A-1C53DB9495C8}" type="datetime1">
              <a:rPr lang="en-US" smtClean="0"/>
              <a:t>9/1/2026</a:t>
            </a:fld>
            <a:endParaRPr lang="en-US"/>
          </a:p>
        </p:txBody>
      </p:sp>
      <p:sp>
        <p:nvSpPr>
          <p:cNvPr id="6" name="Slide Number Placeholder 5">
            <a:extLst>
              <a:ext uri="{FF2B5EF4-FFF2-40B4-BE49-F238E27FC236}">
                <a16:creationId xmlns:a16="http://schemas.microsoft.com/office/drawing/2014/main" id="{A45904B8-A7FD-CA56-2FAC-04E4A31D9B00}"/>
              </a:ext>
            </a:extLst>
          </p:cNvPr>
          <p:cNvSpPr>
            <a:spLocks noGrp="1"/>
          </p:cNvSpPr>
          <p:nvPr>
            <p:ph type="sldNum" sz="quarter" idx="20"/>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41868430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pic>
        <p:nvPicPr>
          <p:cNvPr id="5" name="Picture 4" descr="A black and grey halftone background&#10;&#10;AI-generated content may be incorrect.">
            <a:extLst>
              <a:ext uri="{FF2B5EF4-FFF2-40B4-BE49-F238E27FC236}">
                <a16:creationId xmlns:a16="http://schemas.microsoft.com/office/drawing/2014/main" id="{FA8173F5-5EAF-C2D3-C777-E2DEAB627D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817069" cy="6858000"/>
          </a:xfrm>
          <a:prstGeom prst="rect">
            <a:avLst/>
          </a:prstGeom>
        </p:spPr>
      </p:pic>
      <p:sp>
        <p:nvSpPr>
          <p:cNvPr id="17" name="Title 1">
            <a:extLst>
              <a:ext uri="{FF2B5EF4-FFF2-40B4-BE49-F238E27FC236}">
                <a16:creationId xmlns:a16="http://schemas.microsoft.com/office/drawing/2014/main" id="{AB5CBBC0-B13B-A26B-740D-57A96E5A4F3D}"/>
              </a:ext>
            </a:extLst>
          </p:cNvPr>
          <p:cNvSpPr>
            <a:spLocks noGrp="1"/>
          </p:cNvSpPr>
          <p:nvPr>
            <p:ph type="title"/>
          </p:nvPr>
        </p:nvSpPr>
        <p:spPr>
          <a:xfrm>
            <a:off x="7930662" y="685800"/>
            <a:ext cx="3656993" cy="1277149"/>
          </a:xfrm>
        </p:spPr>
        <p:txBody>
          <a:bodyPr anchor="b"/>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27D31F2D-1F7A-416A-7793-8EDA294B836F}"/>
              </a:ext>
            </a:extLst>
          </p:cNvPr>
          <p:cNvSpPr>
            <a:spLocks noGrp="1"/>
          </p:cNvSpPr>
          <p:nvPr>
            <p:ph type="pic" sz="quarter" idx="15"/>
          </p:nvPr>
        </p:nvSpPr>
        <p:spPr>
          <a:xfrm>
            <a:off x="609601" y="685800"/>
            <a:ext cx="6400800" cy="5486400"/>
          </a:xfrm>
          <a:blipFill>
            <a:blip r:embed="rId3">
              <a:alphaModFix amt="60000"/>
            </a:blip>
            <a:stretch>
              <a:fillRect l="-1" t="-88" r="-1" b="2"/>
            </a:stretch>
          </a:blipFill>
        </p:spPr>
        <p:txBody>
          <a:bodyPr/>
          <a:lstStyle/>
          <a:p>
            <a:endParaRPr lang="en-US"/>
          </a:p>
        </p:txBody>
      </p:sp>
      <p:sp>
        <p:nvSpPr>
          <p:cNvPr id="13" name="Content Placeholder 7">
            <a:extLst>
              <a:ext uri="{FF2B5EF4-FFF2-40B4-BE49-F238E27FC236}">
                <a16:creationId xmlns:a16="http://schemas.microsoft.com/office/drawing/2014/main" id="{CDF82C00-A8ED-9667-836C-22C395F8CE4B}"/>
              </a:ext>
            </a:extLst>
          </p:cNvPr>
          <p:cNvSpPr>
            <a:spLocks noGrp="1"/>
          </p:cNvSpPr>
          <p:nvPr>
            <p:ph sz="quarter" idx="14"/>
          </p:nvPr>
        </p:nvSpPr>
        <p:spPr>
          <a:xfrm>
            <a:off x="7928584" y="2285999"/>
            <a:ext cx="3656993" cy="3657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35FD3CD7-796D-FAA7-A27D-3EBDBB667ECA}"/>
              </a:ext>
            </a:extLst>
          </p:cNvPr>
          <p:cNvSpPr>
            <a:spLocks noGrp="1"/>
          </p:cNvSpPr>
          <p:nvPr>
            <p:ph type="ftr" sz="quarter" idx="17"/>
          </p:nvPr>
        </p:nvSpPr>
        <p:spPr>
          <a:xfrm>
            <a:off x="4270247" y="6324600"/>
            <a:ext cx="2740154" cy="365760"/>
          </a:xfrm>
        </p:spPr>
        <p:txBody>
          <a:bodyPr/>
          <a:lstStyle/>
          <a:p>
            <a:r>
              <a:rPr lang="en-US" dirty="0"/>
              <a:t>Footer</a:t>
            </a:r>
          </a:p>
        </p:txBody>
      </p:sp>
      <p:sp>
        <p:nvSpPr>
          <p:cNvPr id="2" name="Date Placeholder 1">
            <a:extLst>
              <a:ext uri="{FF2B5EF4-FFF2-40B4-BE49-F238E27FC236}">
                <a16:creationId xmlns:a16="http://schemas.microsoft.com/office/drawing/2014/main" id="{04C3C3DD-63D1-F7EF-C72E-C105CB5FD942}"/>
              </a:ext>
            </a:extLst>
          </p:cNvPr>
          <p:cNvSpPr>
            <a:spLocks noGrp="1"/>
          </p:cNvSpPr>
          <p:nvPr>
            <p:ph type="dt" sz="half" idx="16"/>
          </p:nvPr>
        </p:nvSpPr>
        <p:spPr>
          <a:xfrm>
            <a:off x="10287000" y="6324600"/>
            <a:ext cx="868680" cy="365760"/>
          </a:xfrm>
        </p:spPr>
        <p:txBody>
          <a:bodyPr/>
          <a:lstStyle/>
          <a:p>
            <a:fld id="{9AE58E15-D35A-43C1-9904-432255598287}" type="datetime1">
              <a:rPr lang="en-US" smtClean="0"/>
              <a:t>9/1/2026</a:t>
            </a:fld>
            <a:endParaRPr lang="en-US"/>
          </a:p>
        </p:txBody>
      </p:sp>
      <p:sp>
        <p:nvSpPr>
          <p:cNvPr id="4" name="Slide Number Placeholder 3">
            <a:extLst>
              <a:ext uri="{FF2B5EF4-FFF2-40B4-BE49-F238E27FC236}">
                <a16:creationId xmlns:a16="http://schemas.microsoft.com/office/drawing/2014/main" id="{166CBCD0-DB0D-2AB4-1F68-E62BC7F43A23}"/>
              </a:ext>
            </a:extLst>
          </p:cNvPr>
          <p:cNvSpPr>
            <a:spLocks noGrp="1"/>
          </p:cNvSpPr>
          <p:nvPr>
            <p:ph type="sldNum" sz="quarter" idx="18"/>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32424967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B7AAFD9-C794-94EC-20BC-EEFC711BD8BE}"/>
              </a:ext>
            </a:extLst>
          </p:cNvPr>
          <p:cNvSpPr>
            <a:spLocks noGrp="1"/>
          </p:cNvSpPr>
          <p:nvPr>
            <p:ph type="title"/>
          </p:nvPr>
        </p:nvSpPr>
        <p:spPr>
          <a:xfrm>
            <a:off x="638058" y="685800"/>
            <a:ext cx="3656993" cy="1277149"/>
          </a:xfrm>
        </p:spPr>
        <p:txBody>
          <a:bodyPr anchor="b"/>
          <a:lstStyle/>
          <a:p>
            <a:r>
              <a:rPr lang="en-US"/>
              <a:t>Click to edit Master title style</a:t>
            </a:r>
            <a:endParaRPr lang="en-US" dirty="0"/>
          </a:p>
        </p:txBody>
      </p:sp>
      <p:sp>
        <p:nvSpPr>
          <p:cNvPr id="4" name="Content Placeholder 7">
            <a:extLst>
              <a:ext uri="{FF2B5EF4-FFF2-40B4-BE49-F238E27FC236}">
                <a16:creationId xmlns:a16="http://schemas.microsoft.com/office/drawing/2014/main" id="{8FFB81BB-850F-FDD9-E643-42FD2E97007B}"/>
              </a:ext>
            </a:extLst>
          </p:cNvPr>
          <p:cNvSpPr>
            <a:spLocks noGrp="1"/>
          </p:cNvSpPr>
          <p:nvPr>
            <p:ph sz="quarter" idx="14"/>
          </p:nvPr>
        </p:nvSpPr>
        <p:spPr>
          <a:xfrm>
            <a:off x="635980" y="2285999"/>
            <a:ext cx="3656993" cy="3657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5">
            <a:extLst>
              <a:ext uri="{FF2B5EF4-FFF2-40B4-BE49-F238E27FC236}">
                <a16:creationId xmlns:a16="http://schemas.microsoft.com/office/drawing/2014/main" id="{B48AFE06-3C52-FE99-D697-6D14958FFDBE}"/>
              </a:ext>
            </a:extLst>
          </p:cNvPr>
          <p:cNvSpPr>
            <a:spLocks noGrp="1"/>
          </p:cNvSpPr>
          <p:nvPr>
            <p:ph type="pic" sz="quarter" idx="15"/>
          </p:nvPr>
        </p:nvSpPr>
        <p:spPr>
          <a:xfrm>
            <a:off x="5181600" y="685800"/>
            <a:ext cx="6400800" cy="5486400"/>
          </a:xfrm>
          <a:blipFill>
            <a:blip r:embed="rId2">
              <a:alphaModFix amt="60000"/>
            </a:blip>
            <a:stretch>
              <a:fillRect l="-1" t="-88" r="-1" b="2"/>
            </a:stretch>
          </a:blipFill>
        </p:spPr>
        <p:txBody>
          <a:bodyPr/>
          <a:lstStyle/>
          <a:p>
            <a:endParaRPr lang="en-US"/>
          </a:p>
        </p:txBody>
      </p:sp>
      <p:sp>
        <p:nvSpPr>
          <p:cNvPr id="6" name="Footer Placeholder 5">
            <a:extLst>
              <a:ext uri="{FF2B5EF4-FFF2-40B4-BE49-F238E27FC236}">
                <a16:creationId xmlns:a16="http://schemas.microsoft.com/office/drawing/2014/main" id="{F212FCEE-AC5C-7CF2-F0E7-DB783914AE20}"/>
              </a:ext>
            </a:extLst>
          </p:cNvPr>
          <p:cNvSpPr>
            <a:spLocks noGrp="1"/>
          </p:cNvSpPr>
          <p:nvPr>
            <p:ph type="ftr" sz="quarter" idx="17"/>
          </p:nvPr>
        </p:nvSpPr>
        <p:spPr/>
        <p:txBody>
          <a:bodyPr/>
          <a:lstStyle/>
          <a:p>
            <a:r>
              <a:rPr lang="en-US"/>
              <a:t>Footer</a:t>
            </a:r>
            <a:endParaRPr lang="en-US" dirty="0"/>
          </a:p>
        </p:txBody>
      </p:sp>
      <p:sp>
        <p:nvSpPr>
          <p:cNvPr id="2" name="Date Placeholder 1">
            <a:extLst>
              <a:ext uri="{FF2B5EF4-FFF2-40B4-BE49-F238E27FC236}">
                <a16:creationId xmlns:a16="http://schemas.microsoft.com/office/drawing/2014/main" id="{3786C07B-42C3-EEEB-AC90-89A9FBBC1CE1}"/>
              </a:ext>
            </a:extLst>
          </p:cNvPr>
          <p:cNvSpPr>
            <a:spLocks noGrp="1"/>
          </p:cNvSpPr>
          <p:nvPr>
            <p:ph type="dt" sz="half" idx="16"/>
          </p:nvPr>
        </p:nvSpPr>
        <p:spPr>
          <a:xfrm>
            <a:off x="6099048" y="6324600"/>
            <a:ext cx="1399032" cy="365760"/>
          </a:xfrm>
        </p:spPr>
        <p:txBody>
          <a:bodyPr/>
          <a:lstStyle/>
          <a:p>
            <a:fld id="{E9F32DDE-417B-42FE-AD58-E7DBF5A916B3}" type="datetime1">
              <a:rPr lang="en-US" smtClean="0"/>
              <a:t>9/1/2026</a:t>
            </a:fld>
            <a:endParaRPr lang="en-US" dirty="0"/>
          </a:p>
        </p:txBody>
      </p:sp>
      <p:pic>
        <p:nvPicPr>
          <p:cNvPr id="3" name="Picture 2" descr="A black and grey halftone background&#10;&#10;AI-generated content may be incorrect.">
            <a:extLst>
              <a:ext uri="{FF2B5EF4-FFF2-40B4-BE49-F238E27FC236}">
                <a16:creationId xmlns:a16="http://schemas.microsoft.com/office/drawing/2014/main" id="{A646000B-8E75-6971-2F46-ACD4BC5686A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8374931" y="0"/>
            <a:ext cx="3817069" cy="6858000"/>
          </a:xfrm>
          <a:prstGeom prst="rect">
            <a:avLst/>
          </a:prstGeom>
        </p:spPr>
      </p:pic>
      <p:sp>
        <p:nvSpPr>
          <p:cNvPr id="7" name="Slide Number Placeholder 12">
            <a:extLst>
              <a:ext uri="{FF2B5EF4-FFF2-40B4-BE49-F238E27FC236}">
                <a16:creationId xmlns:a16="http://schemas.microsoft.com/office/drawing/2014/main" id="{C9418218-FDB3-4638-5CCA-C3DB03FEC7E8}"/>
              </a:ext>
            </a:extLst>
          </p:cNvPr>
          <p:cNvSpPr>
            <a:spLocks noGrp="1"/>
          </p:cNvSpPr>
          <p:nvPr>
            <p:ph type="sldNum" sz="quarter" idx="18"/>
          </p:nvPr>
        </p:nvSpPr>
        <p:spPr>
          <a:xfrm>
            <a:off x="7488936" y="6324600"/>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16555744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pic>
        <p:nvPicPr>
          <p:cNvPr id="7" name="Picture 6" descr="A black and grey background&#10;&#10;AI-generated content may be incorrect.">
            <a:extLst>
              <a:ext uri="{FF2B5EF4-FFF2-40B4-BE49-F238E27FC236}">
                <a16:creationId xmlns:a16="http://schemas.microsoft.com/office/drawing/2014/main" id="{DDE9E34D-50A6-CE00-9652-359564A626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352800" cy="6858000"/>
          </a:xfrm>
          <a:prstGeom prst="rect">
            <a:avLst/>
          </a:prstGeom>
        </p:spPr>
      </p:pic>
      <p:sp>
        <p:nvSpPr>
          <p:cNvPr id="13" name="Title 1">
            <a:extLst>
              <a:ext uri="{FF2B5EF4-FFF2-40B4-BE49-F238E27FC236}">
                <a16:creationId xmlns:a16="http://schemas.microsoft.com/office/drawing/2014/main" id="{4562EEE9-969A-A0EC-6C87-80C9EE3131C6}"/>
              </a:ext>
            </a:extLst>
          </p:cNvPr>
          <p:cNvSpPr>
            <a:spLocks noGrp="1"/>
          </p:cNvSpPr>
          <p:nvPr>
            <p:ph type="title"/>
          </p:nvPr>
        </p:nvSpPr>
        <p:spPr>
          <a:xfrm>
            <a:off x="7005837" y="683319"/>
            <a:ext cx="4568953" cy="916881"/>
          </a:xfrm>
        </p:spPr>
        <p:txBody>
          <a:bodyPr anchor="b"/>
          <a:lstStyle/>
          <a:p>
            <a:r>
              <a:rPr lang="en-US"/>
              <a:t>Click to edit Master title style</a:t>
            </a:r>
            <a:endParaRPr lang="en-US" dirty="0"/>
          </a:p>
        </p:txBody>
      </p:sp>
      <p:sp>
        <p:nvSpPr>
          <p:cNvPr id="5" name="Picture Placeholder 14">
            <a:extLst>
              <a:ext uri="{FF2B5EF4-FFF2-40B4-BE49-F238E27FC236}">
                <a16:creationId xmlns:a16="http://schemas.microsoft.com/office/drawing/2014/main" id="{38D5AE62-55F1-D3B7-8908-691D15F28FE2}"/>
              </a:ext>
            </a:extLst>
          </p:cNvPr>
          <p:cNvSpPr>
            <a:spLocks noGrp="1"/>
          </p:cNvSpPr>
          <p:nvPr>
            <p:ph type="pic" sz="quarter" idx="18"/>
          </p:nvPr>
        </p:nvSpPr>
        <p:spPr>
          <a:xfrm>
            <a:off x="609600" y="685801"/>
            <a:ext cx="5486400" cy="5486399"/>
          </a:xfrm>
          <a:blipFill>
            <a:blip r:embed="rId3">
              <a:alphaModFix amt="60000"/>
            </a:blip>
            <a:stretch>
              <a:fillRect l="-1" t="-88" r="-1" b="2"/>
            </a:stretch>
          </a:blipFill>
        </p:spPr>
        <p:txBody>
          <a:bodyPr/>
          <a:lstStyle/>
          <a:p>
            <a:endParaRPr lang="en-US"/>
          </a:p>
        </p:txBody>
      </p:sp>
      <p:sp>
        <p:nvSpPr>
          <p:cNvPr id="4" name="Content Placeholder 7">
            <a:extLst>
              <a:ext uri="{FF2B5EF4-FFF2-40B4-BE49-F238E27FC236}">
                <a16:creationId xmlns:a16="http://schemas.microsoft.com/office/drawing/2014/main" id="{728C8A1F-EC23-083F-1F3B-1DA06A5423D6}"/>
              </a:ext>
            </a:extLst>
          </p:cNvPr>
          <p:cNvSpPr>
            <a:spLocks noGrp="1"/>
          </p:cNvSpPr>
          <p:nvPr>
            <p:ph sz="quarter" idx="14"/>
          </p:nvPr>
        </p:nvSpPr>
        <p:spPr>
          <a:xfrm>
            <a:off x="7002790" y="1828800"/>
            <a:ext cx="4568953"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6966C3B-889B-5654-D6F7-CCA56018D94E}"/>
              </a:ext>
            </a:extLst>
          </p:cNvPr>
          <p:cNvSpPr>
            <a:spLocks noGrp="1"/>
          </p:cNvSpPr>
          <p:nvPr>
            <p:ph type="ftr" sz="quarter" idx="20"/>
          </p:nvPr>
        </p:nvSpPr>
        <p:spPr>
          <a:xfrm>
            <a:off x="3355846" y="6324600"/>
            <a:ext cx="2740154" cy="365760"/>
          </a:xfrm>
        </p:spPr>
        <p:txBody>
          <a:bodyPr/>
          <a:lstStyle/>
          <a:p>
            <a:r>
              <a:rPr lang="en-US"/>
              <a:t>Footer</a:t>
            </a:r>
            <a:endParaRPr lang="en-US" dirty="0"/>
          </a:p>
        </p:txBody>
      </p:sp>
      <p:sp>
        <p:nvSpPr>
          <p:cNvPr id="2" name="Date Placeholder 1">
            <a:extLst>
              <a:ext uri="{FF2B5EF4-FFF2-40B4-BE49-F238E27FC236}">
                <a16:creationId xmlns:a16="http://schemas.microsoft.com/office/drawing/2014/main" id="{00DF0485-FE43-CD1A-3650-E0077A452E37}"/>
              </a:ext>
            </a:extLst>
          </p:cNvPr>
          <p:cNvSpPr>
            <a:spLocks noGrp="1"/>
          </p:cNvSpPr>
          <p:nvPr>
            <p:ph type="dt" sz="half" idx="19"/>
          </p:nvPr>
        </p:nvSpPr>
        <p:spPr>
          <a:xfrm>
            <a:off x="9902952" y="6324600"/>
            <a:ext cx="1252728" cy="365760"/>
          </a:xfrm>
        </p:spPr>
        <p:txBody>
          <a:bodyPr/>
          <a:lstStyle/>
          <a:p>
            <a:fld id="{C68F57C5-D852-4ED1-86E3-8CF6B629E828}" type="datetime1">
              <a:rPr lang="en-US" smtClean="0"/>
              <a:t>9/1/2026</a:t>
            </a:fld>
            <a:endParaRPr lang="en-US"/>
          </a:p>
        </p:txBody>
      </p:sp>
      <p:sp>
        <p:nvSpPr>
          <p:cNvPr id="6" name="Slide Number Placeholder 5">
            <a:extLst>
              <a:ext uri="{FF2B5EF4-FFF2-40B4-BE49-F238E27FC236}">
                <a16:creationId xmlns:a16="http://schemas.microsoft.com/office/drawing/2014/main" id="{5616D184-E46F-129D-ED99-6225A6ABAEAB}"/>
              </a:ext>
            </a:extLst>
          </p:cNvPr>
          <p:cNvSpPr>
            <a:spLocks noGrp="1"/>
          </p:cNvSpPr>
          <p:nvPr>
            <p:ph type="sldNum" sz="quarter" idx="21"/>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38975195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pic>
        <p:nvPicPr>
          <p:cNvPr id="8" name="Picture 7" descr="A black and grey background&#10;&#10;AI-generated content may be incorrect.">
            <a:extLst>
              <a:ext uri="{FF2B5EF4-FFF2-40B4-BE49-F238E27FC236}">
                <a16:creationId xmlns:a16="http://schemas.microsoft.com/office/drawing/2014/main" id="{AF813955-2B6F-8A10-B4EB-A637D1977A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8839200" y="0"/>
            <a:ext cx="3352800" cy="6858000"/>
          </a:xfrm>
          <a:prstGeom prst="rect">
            <a:avLst/>
          </a:prstGeom>
        </p:spPr>
      </p:pic>
      <p:sp>
        <p:nvSpPr>
          <p:cNvPr id="6" name="Title 1">
            <a:extLst>
              <a:ext uri="{FF2B5EF4-FFF2-40B4-BE49-F238E27FC236}">
                <a16:creationId xmlns:a16="http://schemas.microsoft.com/office/drawing/2014/main" id="{497E7565-95E5-9A16-5C1A-D3B377C72B65}"/>
              </a:ext>
            </a:extLst>
          </p:cNvPr>
          <p:cNvSpPr>
            <a:spLocks noGrp="1"/>
          </p:cNvSpPr>
          <p:nvPr>
            <p:ph type="title"/>
          </p:nvPr>
        </p:nvSpPr>
        <p:spPr>
          <a:xfrm>
            <a:off x="609600" y="683319"/>
            <a:ext cx="4568953" cy="916881"/>
          </a:xfrm>
        </p:spPr>
        <p:txBody>
          <a:bodyPr anchor="b"/>
          <a:lstStyle/>
          <a:p>
            <a:r>
              <a:rPr lang="en-US"/>
              <a:t>Click to edit Master title style</a:t>
            </a:r>
            <a:endParaRPr lang="en-US" dirty="0"/>
          </a:p>
        </p:txBody>
      </p:sp>
      <p:sp>
        <p:nvSpPr>
          <p:cNvPr id="5" name="Content Placeholder 7">
            <a:extLst>
              <a:ext uri="{FF2B5EF4-FFF2-40B4-BE49-F238E27FC236}">
                <a16:creationId xmlns:a16="http://schemas.microsoft.com/office/drawing/2014/main" id="{CF5EC69F-A862-5F4D-6B42-567E7C95135D}"/>
              </a:ext>
            </a:extLst>
          </p:cNvPr>
          <p:cNvSpPr>
            <a:spLocks noGrp="1"/>
          </p:cNvSpPr>
          <p:nvPr>
            <p:ph sz="quarter" idx="14"/>
          </p:nvPr>
        </p:nvSpPr>
        <p:spPr>
          <a:xfrm>
            <a:off x="606553" y="1828800"/>
            <a:ext cx="4568953"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4">
            <a:extLst>
              <a:ext uri="{FF2B5EF4-FFF2-40B4-BE49-F238E27FC236}">
                <a16:creationId xmlns:a16="http://schemas.microsoft.com/office/drawing/2014/main" id="{3DBD2EC0-0526-9606-18B6-89412399FF56}"/>
              </a:ext>
            </a:extLst>
          </p:cNvPr>
          <p:cNvSpPr>
            <a:spLocks noGrp="1"/>
          </p:cNvSpPr>
          <p:nvPr>
            <p:ph type="pic" sz="quarter" idx="18"/>
          </p:nvPr>
        </p:nvSpPr>
        <p:spPr>
          <a:xfrm>
            <a:off x="6096000" y="685801"/>
            <a:ext cx="5486400" cy="5486399"/>
          </a:xfrm>
          <a:blipFill>
            <a:blip r:embed="rId3">
              <a:alphaModFix amt="60000"/>
            </a:blip>
            <a:stretch>
              <a:fillRect l="-1" t="-88" r="-1" b="2"/>
            </a:stretch>
          </a:blipFill>
        </p:spPr>
        <p:txBody>
          <a:bodyPr/>
          <a:lstStyle/>
          <a:p>
            <a:endParaRPr lang="en-US"/>
          </a:p>
        </p:txBody>
      </p:sp>
      <p:sp>
        <p:nvSpPr>
          <p:cNvPr id="3" name="Footer Placeholder 2">
            <a:extLst>
              <a:ext uri="{FF2B5EF4-FFF2-40B4-BE49-F238E27FC236}">
                <a16:creationId xmlns:a16="http://schemas.microsoft.com/office/drawing/2014/main" id="{750B999C-6116-031F-F06C-97B45B4137A8}"/>
              </a:ext>
            </a:extLst>
          </p:cNvPr>
          <p:cNvSpPr>
            <a:spLocks noGrp="1"/>
          </p:cNvSpPr>
          <p:nvPr>
            <p:ph type="ftr" sz="quarter" idx="20"/>
          </p:nvPr>
        </p:nvSpPr>
        <p:spPr/>
        <p:txBody>
          <a:bodyPr/>
          <a:lstStyle/>
          <a:p>
            <a:r>
              <a:rPr lang="en-US"/>
              <a:t>Footer</a:t>
            </a:r>
            <a:endParaRPr lang="en-US" dirty="0"/>
          </a:p>
        </p:txBody>
      </p:sp>
      <p:sp>
        <p:nvSpPr>
          <p:cNvPr id="2" name="Date Placeholder 1">
            <a:extLst>
              <a:ext uri="{FF2B5EF4-FFF2-40B4-BE49-F238E27FC236}">
                <a16:creationId xmlns:a16="http://schemas.microsoft.com/office/drawing/2014/main" id="{FA523893-C9FB-C4E4-4FA9-CBD22C8CB8AA}"/>
              </a:ext>
            </a:extLst>
          </p:cNvPr>
          <p:cNvSpPr>
            <a:spLocks noGrp="1"/>
          </p:cNvSpPr>
          <p:nvPr>
            <p:ph type="dt" sz="half" idx="19"/>
          </p:nvPr>
        </p:nvSpPr>
        <p:spPr>
          <a:xfrm>
            <a:off x="6675120" y="6324600"/>
            <a:ext cx="1252728" cy="365760"/>
          </a:xfrm>
        </p:spPr>
        <p:txBody>
          <a:bodyPr/>
          <a:lstStyle/>
          <a:p>
            <a:fld id="{8FE65FC7-2A8E-4A9F-BC2E-77BBAD344779}" type="datetime1">
              <a:rPr lang="en-US" smtClean="0"/>
              <a:t>9/1/2026</a:t>
            </a:fld>
            <a:endParaRPr lang="en-US"/>
          </a:p>
        </p:txBody>
      </p:sp>
      <p:sp>
        <p:nvSpPr>
          <p:cNvPr id="4" name="Slide Number Placeholder 12">
            <a:extLst>
              <a:ext uri="{FF2B5EF4-FFF2-40B4-BE49-F238E27FC236}">
                <a16:creationId xmlns:a16="http://schemas.microsoft.com/office/drawing/2014/main" id="{88A078EC-066F-83B8-C049-5426BC1E0015}"/>
              </a:ext>
            </a:extLst>
          </p:cNvPr>
          <p:cNvSpPr>
            <a:spLocks noGrp="1"/>
          </p:cNvSpPr>
          <p:nvPr>
            <p:ph type="sldNum" sz="quarter" idx="16"/>
          </p:nvPr>
        </p:nvSpPr>
        <p:spPr>
          <a:xfrm>
            <a:off x="7918704" y="6324600"/>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25339946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pic>
        <p:nvPicPr>
          <p:cNvPr id="5" name="Picture 4" descr="A black and white photo&#10;&#10;AI-generated content may be incorrect.">
            <a:extLst>
              <a:ext uri="{FF2B5EF4-FFF2-40B4-BE49-F238E27FC236}">
                <a16:creationId xmlns:a16="http://schemas.microsoft.com/office/drawing/2014/main" id="{5DA27ABB-5583-7944-E2DF-F52E8B673E1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1943100"/>
          </a:xfrm>
          <a:prstGeom prst="rect">
            <a:avLst/>
          </a:prstGeom>
        </p:spPr>
      </p:pic>
      <p:sp>
        <p:nvSpPr>
          <p:cNvPr id="9" name="Title 1">
            <a:extLst>
              <a:ext uri="{FF2B5EF4-FFF2-40B4-BE49-F238E27FC236}">
                <a16:creationId xmlns:a16="http://schemas.microsoft.com/office/drawing/2014/main" id="{775975E9-6F65-5C6B-FD76-7197CC67AEB0}"/>
              </a:ext>
            </a:extLst>
          </p:cNvPr>
          <p:cNvSpPr>
            <a:spLocks noGrp="1"/>
          </p:cNvSpPr>
          <p:nvPr>
            <p:ph type="title"/>
          </p:nvPr>
        </p:nvSpPr>
        <p:spPr>
          <a:xfrm>
            <a:off x="609600" y="3886199"/>
            <a:ext cx="3200400" cy="1828799"/>
          </a:xfrm>
        </p:spPr>
        <p:txBody>
          <a:bodyPr anchor="t">
            <a:normAutofit/>
          </a:bodyPr>
          <a:lstStyle>
            <a:lvl1pPr>
              <a:defRPr sz="3200"/>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83724CEC-E918-214D-DAE8-0A153EB2333F}"/>
              </a:ext>
            </a:extLst>
          </p:cNvPr>
          <p:cNvSpPr>
            <a:spLocks noGrp="1"/>
          </p:cNvSpPr>
          <p:nvPr>
            <p:ph type="pic" sz="quarter" idx="18"/>
          </p:nvPr>
        </p:nvSpPr>
        <p:spPr>
          <a:xfrm>
            <a:off x="609601" y="685799"/>
            <a:ext cx="10972799" cy="2514601"/>
          </a:xfrm>
          <a:blipFill>
            <a:blip r:embed="rId3">
              <a:alphaModFix amt="60000"/>
            </a:blip>
            <a:stretch>
              <a:fillRect l="-1" t="-88" r="-1" b="2"/>
            </a:stretch>
          </a:blipFill>
        </p:spPr>
        <p:txBody>
          <a:bodyPr/>
          <a:lstStyle/>
          <a:p>
            <a:endParaRPr lang="en-US"/>
          </a:p>
        </p:txBody>
      </p:sp>
      <p:sp>
        <p:nvSpPr>
          <p:cNvPr id="10" name="Content Placeholder 7">
            <a:extLst>
              <a:ext uri="{FF2B5EF4-FFF2-40B4-BE49-F238E27FC236}">
                <a16:creationId xmlns:a16="http://schemas.microsoft.com/office/drawing/2014/main" id="{6C18058A-7AA8-535D-E4FC-D8E74D4B933C}"/>
              </a:ext>
            </a:extLst>
          </p:cNvPr>
          <p:cNvSpPr>
            <a:spLocks noGrp="1"/>
          </p:cNvSpPr>
          <p:nvPr>
            <p:ph sz="quarter" idx="14"/>
          </p:nvPr>
        </p:nvSpPr>
        <p:spPr>
          <a:xfrm>
            <a:off x="4267200" y="3886200"/>
            <a:ext cx="7315199" cy="22860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14">
            <a:extLst>
              <a:ext uri="{FF2B5EF4-FFF2-40B4-BE49-F238E27FC236}">
                <a16:creationId xmlns:a16="http://schemas.microsoft.com/office/drawing/2014/main" id="{92A20A12-E19E-15F7-7860-3EFA276C3041}"/>
              </a:ext>
            </a:extLst>
          </p:cNvPr>
          <p:cNvSpPr>
            <a:spLocks noGrp="1"/>
          </p:cNvSpPr>
          <p:nvPr>
            <p:ph type="ftr" sz="quarter" idx="16"/>
          </p:nvPr>
        </p:nvSpPr>
        <p:spPr/>
        <p:txBody>
          <a:bodyPr/>
          <a:lstStyle/>
          <a:p>
            <a:r>
              <a:rPr lang="en-US"/>
              <a:t>Footer</a:t>
            </a:r>
            <a:endParaRPr lang="en-US" dirty="0"/>
          </a:p>
        </p:txBody>
      </p:sp>
      <p:sp>
        <p:nvSpPr>
          <p:cNvPr id="14" name="Date Placeholder 13">
            <a:extLst>
              <a:ext uri="{FF2B5EF4-FFF2-40B4-BE49-F238E27FC236}">
                <a16:creationId xmlns:a16="http://schemas.microsoft.com/office/drawing/2014/main" id="{16A69234-6AB3-29D7-C26F-6C877D5FF483}"/>
              </a:ext>
            </a:extLst>
          </p:cNvPr>
          <p:cNvSpPr>
            <a:spLocks noGrp="1"/>
          </p:cNvSpPr>
          <p:nvPr>
            <p:ph type="dt" sz="half" idx="15"/>
          </p:nvPr>
        </p:nvSpPr>
        <p:spPr/>
        <p:txBody>
          <a:bodyPr/>
          <a:lstStyle/>
          <a:p>
            <a:fld id="{09B82780-C85F-4B5B-A9F2-ED4C5E378CB8}" type="datetime1">
              <a:rPr lang="en-US" smtClean="0"/>
              <a:t>9/1/2026</a:t>
            </a:fld>
            <a:endParaRPr lang="en-US"/>
          </a:p>
        </p:txBody>
      </p:sp>
      <p:sp>
        <p:nvSpPr>
          <p:cNvPr id="16" name="Slide Number Placeholder 15">
            <a:extLst>
              <a:ext uri="{FF2B5EF4-FFF2-40B4-BE49-F238E27FC236}">
                <a16:creationId xmlns:a16="http://schemas.microsoft.com/office/drawing/2014/main" id="{BF4D5C1B-25AC-A762-295E-A42F8267D126}"/>
              </a:ext>
            </a:extLst>
          </p:cNvPr>
          <p:cNvSpPr>
            <a:spLocks noGrp="1"/>
          </p:cNvSpPr>
          <p:nvPr>
            <p:ph type="sldNum" sz="quarter" idx="17"/>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31352251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pic>
        <p:nvPicPr>
          <p:cNvPr id="5" name="Picture 4" descr="A black and white photo&#10;&#10;AI-generated content may be incorrect.">
            <a:extLst>
              <a:ext uri="{FF2B5EF4-FFF2-40B4-BE49-F238E27FC236}">
                <a16:creationId xmlns:a16="http://schemas.microsoft.com/office/drawing/2014/main" id="{202BE50F-E998-ED23-7599-BAA0D450DA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V="1">
            <a:off x="0" y="4914900"/>
            <a:ext cx="12192000" cy="1943100"/>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8727"/>
            <a:ext cx="3200400" cy="1828799"/>
          </a:xfrm>
        </p:spPr>
        <p:txBody>
          <a:bodyPr anchor="t">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708727"/>
            <a:ext cx="7315199" cy="22860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769E3556-DC93-9D90-D6F8-5962E3CD3DB5}"/>
              </a:ext>
            </a:extLst>
          </p:cNvPr>
          <p:cNvSpPr>
            <a:spLocks noGrp="1"/>
          </p:cNvSpPr>
          <p:nvPr>
            <p:ph type="ftr" sz="quarter" idx="16"/>
          </p:nvPr>
        </p:nvSpPr>
        <p:spPr>
          <a:xfrm>
            <a:off x="612648" y="3063240"/>
            <a:ext cx="2740154" cy="365760"/>
          </a:xfrm>
        </p:spPr>
        <p:txBody>
          <a:bodyPr/>
          <a:lstStyle/>
          <a:p>
            <a:r>
              <a:rPr lang="en-US"/>
              <a:t>Footer</a:t>
            </a:r>
            <a:endParaRPr lang="en-US" dirty="0"/>
          </a:p>
        </p:txBody>
      </p:sp>
      <p:sp>
        <p:nvSpPr>
          <p:cNvPr id="9" name="Date Placeholder 8">
            <a:extLst>
              <a:ext uri="{FF2B5EF4-FFF2-40B4-BE49-F238E27FC236}">
                <a16:creationId xmlns:a16="http://schemas.microsoft.com/office/drawing/2014/main" id="{08663820-09F4-9DB6-C911-A71078D740B1}"/>
              </a:ext>
            </a:extLst>
          </p:cNvPr>
          <p:cNvSpPr>
            <a:spLocks noGrp="1"/>
          </p:cNvSpPr>
          <p:nvPr>
            <p:ph type="dt" sz="half" idx="15"/>
          </p:nvPr>
        </p:nvSpPr>
        <p:spPr>
          <a:xfrm>
            <a:off x="8839200" y="3063240"/>
            <a:ext cx="2316052" cy="365760"/>
          </a:xfrm>
        </p:spPr>
        <p:txBody>
          <a:bodyPr/>
          <a:lstStyle/>
          <a:p>
            <a:fld id="{BDB1DEDC-E425-4B59-B655-76DF7083DAD8}" type="datetime1">
              <a:rPr lang="en-US" smtClean="0"/>
              <a:t>9/1/2026</a:t>
            </a:fld>
            <a:endParaRPr lang="en-US"/>
          </a:p>
        </p:txBody>
      </p:sp>
      <p:sp>
        <p:nvSpPr>
          <p:cNvPr id="11" name="Slide Number Placeholder 10">
            <a:extLst>
              <a:ext uri="{FF2B5EF4-FFF2-40B4-BE49-F238E27FC236}">
                <a16:creationId xmlns:a16="http://schemas.microsoft.com/office/drawing/2014/main" id="{5863E640-A5C0-2FA3-E7AB-12F96CA63B91}"/>
              </a:ext>
            </a:extLst>
          </p:cNvPr>
          <p:cNvSpPr>
            <a:spLocks noGrp="1"/>
          </p:cNvSpPr>
          <p:nvPr>
            <p:ph type="sldNum" sz="quarter" idx="17"/>
          </p:nvPr>
        </p:nvSpPr>
        <p:spPr>
          <a:xfrm>
            <a:off x="11155252" y="3063240"/>
            <a:ext cx="427148" cy="365760"/>
          </a:xfrm>
        </p:spPr>
        <p:txBody>
          <a:bodyPr/>
          <a:lstStyle/>
          <a:p>
            <a:fld id="{FD550D4C-7310-48EB-AB4A-11C1BDEC928F}" type="slidenum">
              <a:rPr lang="en-US" smtClean="0"/>
              <a:pPr/>
              <a:t>‹#›</a:t>
            </a:fld>
            <a:endParaRPr lang="en-US"/>
          </a:p>
        </p:txBody>
      </p:sp>
      <p:sp>
        <p:nvSpPr>
          <p:cNvPr id="13" name="Picture Placeholder 5">
            <a:extLst>
              <a:ext uri="{FF2B5EF4-FFF2-40B4-BE49-F238E27FC236}">
                <a16:creationId xmlns:a16="http://schemas.microsoft.com/office/drawing/2014/main" id="{AA55C41E-AD54-6448-5A29-955F15AE6CDF}"/>
              </a:ext>
            </a:extLst>
          </p:cNvPr>
          <p:cNvSpPr>
            <a:spLocks noGrp="1"/>
          </p:cNvSpPr>
          <p:nvPr>
            <p:ph type="pic" sz="quarter" idx="18"/>
          </p:nvPr>
        </p:nvSpPr>
        <p:spPr>
          <a:xfrm>
            <a:off x="609601" y="3663234"/>
            <a:ext cx="10972799" cy="2514601"/>
          </a:xfrm>
          <a:blipFill>
            <a:blip r:embed="rId3">
              <a:alphaModFix amt="60000"/>
            </a:blip>
            <a:stretch>
              <a:fillRect l="-1" t="-88" r="-1" b="2"/>
            </a:stretch>
          </a:blipFill>
        </p:spPr>
        <p:txBody>
          <a:bodyPr/>
          <a:lstStyle/>
          <a:p>
            <a:endParaRPr lang="en-US"/>
          </a:p>
        </p:txBody>
      </p:sp>
    </p:spTree>
    <p:extLst>
      <p:ext uri="{BB962C8B-B14F-4D97-AF65-F5344CB8AC3E}">
        <p14:creationId xmlns:p14="http://schemas.microsoft.com/office/powerpoint/2010/main" val="38867788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pic>
        <p:nvPicPr>
          <p:cNvPr id="7" name="Picture 6" descr="A black and grey dotted background&#10;&#10;AI-generated content may be incorrect.">
            <a:extLst>
              <a:ext uri="{FF2B5EF4-FFF2-40B4-BE49-F238E27FC236}">
                <a16:creationId xmlns:a16="http://schemas.microsoft.com/office/drawing/2014/main" id="{5AAAD85C-125C-358E-E296-321428CCD3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2442924" cy="6858000"/>
          </a:xfrm>
          <a:prstGeom prst="rect">
            <a:avLst/>
          </a:prstGeom>
        </p:spPr>
      </p:pic>
      <p:sp>
        <p:nvSpPr>
          <p:cNvPr id="5" name="Title 1">
            <a:extLst>
              <a:ext uri="{FF2B5EF4-FFF2-40B4-BE49-F238E27FC236}">
                <a16:creationId xmlns:a16="http://schemas.microsoft.com/office/drawing/2014/main" id="{1DF5CE76-E60C-5545-9B6F-E8723D4AB005}"/>
              </a:ext>
            </a:extLst>
          </p:cNvPr>
          <p:cNvSpPr>
            <a:spLocks noGrp="1"/>
          </p:cNvSpPr>
          <p:nvPr>
            <p:ph type="title"/>
          </p:nvPr>
        </p:nvSpPr>
        <p:spPr>
          <a:xfrm>
            <a:off x="5176626" y="683319"/>
            <a:ext cx="6397626" cy="1143000"/>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0B0B2BBF-0612-E805-0E23-D2CC860F2DD3}"/>
              </a:ext>
            </a:extLst>
          </p:cNvPr>
          <p:cNvSpPr>
            <a:spLocks noGrp="1"/>
          </p:cNvSpPr>
          <p:nvPr>
            <p:ph type="pic" sz="quarter" idx="15"/>
          </p:nvPr>
        </p:nvSpPr>
        <p:spPr>
          <a:xfrm>
            <a:off x="599331" y="685801"/>
            <a:ext cx="3657600" cy="5486399"/>
          </a:xfrm>
          <a:blipFill>
            <a:blip r:embed="rId3">
              <a:alphaModFix amt="60000"/>
            </a:blip>
            <a:stretch>
              <a:fillRect l="-1" t="-88" r="-1" b="2"/>
            </a:stretch>
          </a:blipFill>
        </p:spPr>
        <p:txBody>
          <a:bodyPr/>
          <a:lstStyle/>
          <a:p>
            <a:endParaRPr lang="en-US"/>
          </a:p>
        </p:txBody>
      </p:sp>
      <p:sp>
        <p:nvSpPr>
          <p:cNvPr id="6" name="Content Placeholder 7">
            <a:extLst>
              <a:ext uri="{FF2B5EF4-FFF2-40B4-BE49-F238E27FC236}">
                <a16:creationId xmlns:a16="http://schemas.microsoft.com/office/drawing/2014/main" id="{587143F9-5C01-9E3E-EAD3-1E25E8B90110}"/>
              </a:ext>
            </a:extLst>
          </p:cNvPr>
          <p:cNvSpPr>
            <a:spLocks noGrp="1"/>
          </p:cNvSpPr>
          <p:nvPr>
            <p:ph sz="quarter" idx="14"/>
          </p:nvPr>
        </p:nvSpPr>
        <p:spPr>
          <a:xfrm>
            <a:off x="5176753" y="2066826"/>
            <a:ext cx="6397626" cy="4114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BBC482C5-395E-3310-CC2B-122F5BCB0F50}"/>
              </a:ext>
            </a:extLst>
          </p:cNvPr>
          <p:cNvSpPr>
            <a:spLocks noGrp="1"/>
          </p:cNvSpPr>
          <p:nvPr>
            <p:ph type="ftr" sz="quarter" idx="17"/>
          </p:nvPr>
        </p:nvSpPr>
        <p:spPr>
          <a:xfrm>
            <a:off x="2886854" y="6324600"/>
            <a:ext cx="2740154" cy="365760"/>
          </a:xfrm>
        </p:spPr>
        <p:txBody>
          <a:bodyPr/>
          <a:lstStyle/>
          <a:p>
            <a:r>
              <a:rPr lang="en-US"/>
              <a:t>Footer</a:t>
            </a:r>
            <a:endParaRPr lang="en-US" dirty="0"/>
          </a:p>
        </p:txBody>
      </p:sp>
      <p:sp>
        <p:nvSpPr>
          <p:cNvPr id="2" name="Date Placeholder 1">
            <a:extLst>
              <a:ext uri="{FF2B5EF4-FFF2-40B4-BE49-F238E27FC236}">
                <a16:creationId xmlns:a16="http://schemas.microsoft.com/office/drawing/2014/main" id="{A39AA256-5FA9-B5FA-8FA6-9841FA5301F6}"/>
              </a:ext>
            </a:extLst>
          </p:cNvPr>
          <p:cNvSpPr>
            <a:spLocks noGrp="1"/>
          </p:cNvSpPr>
          <p:nvPr>
            <p:ph type="dt" sz="half" idx="16"/>
          </p:nvPr>
        </p:nvSpPr>
        <p:spPr/>
        <p:txBody>
          <a:bodyPr/>
          <a:lstStyle/>
          <a:p>
            <a:fld id="{DE10DD78-060C-4A79-A917-C0BAAEEE4139}" type="datetime1">
              <a:rPr lang="en-US" smtClean="0"/>
              <a:t>9/1/2026</a:t>
            </a:fld>
            <a:endParaRPr lang="en-US"/>
          </a:p>
        </p:txBody>
      </p:sp>
      <p:sp>
        <p:nvSpPr>
          <p:cNvPr id="4" name="Slide Number Placeholder 3">
            <a:extLst>
              <a:ext uri="{FF2B5EF4-FFF2-40B4-BE49-F238E27FC236}">
                <a16:creationId xmlns:a16="http://schemas.microsoft.com/office/drawing/2014/main" id="{E645DAAD-D1F5-BECE-CDF2-CC756F6D620D}"/>
              </a:ext>
            </a:extLst>
          </p:cNvPr>
          <p:cNvSpPr>
            <a:spLocks noGrp="1"/>
          </p:cNvSpPr>
          <p:nvPr>
            <p:ph type="sldNum" sz="quarter" idx="18"/>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23277493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pic>
        <p:nvPicPr>
          <p:cNvPr id="11" name="Picture 10" descr="A black and grey dotted background&#10;&#10;AI-generated content may be incorrect.">
            <a:extLst>
              <a:ext uri="{FF2B5EF4-FFF2-40B4-BE49-F238E27FC236}">
                <a16:creationId xmlns:a16="http://schemas.microsoft.com/office/drawing/2014/main" id="{546AF1F7-73B9-6175-7F40-61F4A47145F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9749076" y="0"/>
            <a:ext cx="2442924" cy="6858000"/>
          </a:xfrm>
          <a:prstGeom prst="rect">
            <a:avLst/>
          </a:prstGeom>
        </p:spPr>
      </p:pic>
      <p:sp>
        <p:nvSpPr>
          <p:cNvPr id="10" name="Title 1">
            <a:extLst>
              <a:ext uri="{FF2B5EF4-FFF2-40B4-BE49-F238E27FC236}">
                <a16:creationId xmlns:a16="http://schemas.microsoft.com/office/drawing/2014/main" id="{24B7382F-E67B-D3B7-C96F-0C6B09E14653}"/>
              </a:ext>
            </a:extLst>
          </p:cNvPr>
          <p:cNvSpPr>
            <a:spLocks noGrp="1"/>
          </p:cNvSpPr>
          <p:nvPr>
            <p:ph type="title"/>
          </p:nvPr>
        </p:nvSpPr>
        <p:spPr>
          <a:xfrm>
            <a:off x="617478" y="683319"/>
            <a:ext cx="6397626" cy="1143000"/>
          </a:xfrm>
        </p:spPr>
        <p:txBody>
          <a:bodyPr anchor="b"/>
          <a:lstStyle/>
          <a:p>
            <a:r>
              <a:rPr lang="en-US"/>
              <a:t>Click to edit Master title style</a:t>
            </a:r>
            <a:endParaRPr lang="en-US" dirty="0"/>
          </a:p>
        </p:txBody>
      </p:sp>
      <p:sp>
        <p:nvSpPr>
          <p:cNvPr id="12" name="Content Placeholder 7">
            <a:extLst>
              <a:ext uri="{FF2B5EF4-FFF2-40B4-BE49-F238E27FC236}">
                <a16:creationId xmlns:a16="http://schemas.microsoft.com/office/drawing/2014/main" id="{4B6BD3BD-6D5F-6615-DA6E-D2DA45D5AA67}"/>
              </a:ext>
            </a:extLst>
          </p:cNvPr>
          <p:cNvSpPr>
            <a:spLocks noGrp="1"/>
          </p:cNvSpPr>
          <p:nvPr>
            <p:ph sz="quarter" idx="14"/>
          </p:nvPr>
        </p:nvSpPr>
        <p:spPr>
          <a:xfrm>
            <a:off x="617605" y="2066826"/>
            <a:ext cx="6397626" cy="4114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9">
            <a:extLst>
              <a:ext uri="{FF2B5EF4-FFF2-40B4-BE49-F238E27FC236}">
                <a16:creationId xmlns:a16="http://schemas.microsoft.com/office/drawing/2014/main" id="{1E586CCD-B9D0-D7B5-E48B-16BB167E700E}"/>
              </a:ext>
            </a:extLst>
          </p:cNvPr>
          <p:cNvSpPr>
            <a:spLocks noGrp="1"/>
          </p:cNvSpPr>
          <p:nvPr>
            <p:ph type="pic" sz="quarter" idx="15"/>
          </p:nvPr>
        </p:nvSpPr>
        <p:spPr>
          <a:xfrm>
            <a:off x="7938187" y="685801"/>
            <a:ext cx="3657600" cy="5486399"/>
          </a:xfrm>
          <a:blipFill>
            <a:blip r:embed="rId3">
              <a:alphaModFix amt="60000"/>
            </a:blip>
            <a:stretch>
              <a:fillRect l="-1" t="-88" r="-1" b="2"/>
            </a:stretch>
          </a:blipFill>
        </p:spPr>
        <p:txBody>
          <a:bodyPr/>
          <a:lstStyle/>
          <a:p>
            <a:endParaRPr lang="en-US"/>
          </a:p>
        </p:txBody>
      </p:sp>
      <p:sp>
        <p:nvSpPr>
          <p:cNvPr id="6" name="Footer Placeholder 5">
            <a:extLst>
              <a:ext uri="{FF2B5EF4-FFF2-40B4-BE49-F238E27FC236}">
                <a16:creationId xmlns:a16="http://schemas.microsoft.com/office/drawing/2014/main" id="{CE9E6BF0-982D-B0CF-5519-0955658AAA8B}"/>
              </a:ext>
            </a:extLst>
          </p:cNvPr>
          <p:cNvSpPr>
            <a:spLocks noGrp="1"/>
          </p:cNvSpPr>
          <p:nvPr>
            <p:ph type="ftr" sz="quarter" idx="17"/>
          </p:nvPr>
        </p:nvSpPr>
        <p:spPr/>
        <p:txBody>
          <a:bodyPr/>
          <a:lstStyle/>
          <a:p>
            <a:r>
              <a:rPr lang="en-US"/>
              <a:t>Footer</a:t>
            </a:r>
            <a:endParaRPr lang="en-US" dirty="0"/>
          </a:p>
        </p:txBody>
      </p:sp>
      <p:sp>
        <p:nvSpPr>
          <p:cNvPr id="2" name="Date Placeholder 1">
            <a:extLst>
              <a:ext uri="{FF2B5EF4-FFF2-40B4-BE49-F238E27FC236}">
                <a16:creationId xmlns:a16="http://schemas.microsoft.com/office/drawing/2014/main" id="{E72F6EED-357E-DDEB-26C6-8E99D7B4843F}"/>
              </a:ext>
            </a:extLst>
          </p:cNvPr>
          <p:cNvSpPr>
            <a:spLocks noGrp="1"/>
          </p:cNvSpPr>
          <p:nvPr>
            <p:ph type="dt" sz="half" idx="16"/>
          </p:nvPr>
        </p:nvSpPr>
        <p:spPr>
          <a:xfrm>
            <a:off x="7938187" y="6324600"/>
            <a:ext cx="840053" cy="365760"/>
          </a:xfrm>
        </p:spPr>
        <p:txBody>
          <a:bodyPr/>
          <a:lstStyle/>
          <a:p>
            <a:fld id="{B623B10A-ED93-4B4B-8FF2-98D1DF16C450}" type="datetime1">
              <a:rPr lang="en-US" smtClean="0"/>
              <a:t>9/1/2026</a:t>
            </a:fld>
            <a:endParaRPr lang="en-US"/>
          </a:p>
        </p:txBody>
      </p:sp>
      <p:sp>
        <p:nvSpPr>
          <p:cNvPr id="3" name="Slide Number Placeholder 12">
            <a:extLst>
              <a:ext uri="{FF2B5EF4-FFF2-40B4-BE49-F238E27FC236}">
                <a16:creationId xmlns:a16="http://schemas.microsoft.com/office/drawing/2014/main" id="{66B048BC-B17C-5A12-F41E-52C9F5B4737A}"/>
              </a:ext>
            </a:extLst>
          </p:cNvPr>
          <p:cNvSpPr>
            <a:spLocks noGrp="1"/>
          </p:cNvSpPr>
          <p:nvPr>
            <p:ph type="sldNum" sz="quarter" idx="18"/>
          </p:nvPr>
        </p:nvSpPr>
        <p:spPr>
          <a:xfrm>
            <a:off x="8814816" y="6324600"/>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16092637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pic>
        <p:nvPicPr>
          <p:cNvPr id="9" name="Picture 8" descr="A black and grey dotted background&#10;&#10;AI-generated content may be incorrect.">
            <a:extLst>
              <a:ext uri="{FF2B5EF4-FFF2-40B4-BE49-F238E27FC236}">
                <a16:creationId xmlns:a16="http://schemas.microsoft.com/office/drawing/2014/main" id="{241F8B33-4613-022F-02A1-8F9DA25396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0" y="1828800"/>
            <a:ext cx="6096000" cy="5029200"/>
          </a:xfrm>
          <a:prstGeom prst="rect">
            <a:avLst/>
          </a:prstGeom>
        </p:spPr>
      </p:pic>
      <p:sp>
        <p:nvSpPr>
          <p:cNvPr id="3" name="Title 1">
            <a:extLst>
              <a:ext uri="{FF2B5EF4-FFF2-40B4-BE49-F238E27FC236}">
                <a16:creationId xmlns:a16="http://schemas.microsoft.com/office/drawing/2014/main" id="{281F3DB7-A141-A301-46DA-F955095D7065}"/>
              </a:ext>
            </a:extLst>
          </p:cNvPr>
          <p:cNvSpPr>
            <a:spLocks noGrp="1"/>
          </p:cNvSpPr>
          <p:nvPr>
            <p:ph type="title"/>
          </p:nvPr>
        </p:nvSpPr>
        <p:spPr>
          <a:xfrm>
            <a:off x="612646" y="685800"/>
            <a:ext cx="10969753" cy="91440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822451"/>
            <a:ext cx="48006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F97508CB-45FA-7ADF-D81B-3E358D2B1C0D}"/>
              </a:ext>
            </a:extLst>
          </p:cNvPr>
          <p:cNvSpPr>
            <a:spLocks noGrp="1"/>
          </p:cNvSpPr>
          <p:nvPr>
            <p:ph type="ftr" sz="quarter" idx="17"/>
          </p:nvPr>
        </p:nvSpPr>
        <p:spPr/>
        <p:txBody>
          <a:bodyPr/>
          <a:lstStyle/>
          <a:p>
            <a:r>
              <a:rPr lang="en-US"/>
              <a:t>Footer</a:t>
            </a:r>
            <a:endParaRPr lang="en-US" dirty="0"/>
          </a:p>
        </p:txBody>
      </p:sp>
      <p:sp>
        <p:nvSpPr>
          <p:cNvPr id="4" name="Date Placeholder 3">
            <a:extLst>
              <a:ext uri="{FF2B5EF4-FFF2-40B4-BE49-F238E27FC236}">
                <a16:creationId xmlns:a16="http://schemas.microsoft.com/office/drawing/2014/main" id="{296A8DA5-4386-3337-449C-E2D334769A35}"/>
              </a:ext>
            </a:extLst>
          </p:cNvPr>
          <p:cNvSpPr>
            <a:spLocks noGrp="1"/>
          </p:cNvSpPr>
          <p:nvPr>
            <p:ph type="dt" sz="half" idx="16"/>
          </p:nvPr>
        </p:nvSpPr>
        <p:spPr>
          <a:xfrm>
            <a:off x="3429000" y="6324600"/>
            <a:ext cx="1473200" cy="365760"/>
          </a:xfrm>
        </p:spPr>
        <p:txBody>
          <a:bodyPr/>
          <a:lstStyle/>
          <a:p>
            <a:fld id="{871B8028-B84A-4AB1-A179-7B76CD5B07E0}" type="datetime1">
              <a:rPr lang="en-US" smtClean="0"/>
              <a:t>9/1/2026</a:t>
            </a:fld>
            <a:endParaRPr lang="en-US" dirty="0"/>
          </a:p>
        </p:txBody>
      </p:sp>
      <p:sp>
        <p:nvSpPr>
          <p:cNvPr id="2" name="Picture Placeholder 9">
            <a:extLst>
              <a:ext uri="{FF2B5EF4-FFF2-40B4-BE49-F238E27FC236}">
                <a16:creationId xmlns:a16="http://schemas.microsoft.com/office/drawing/2014/main" id="{D6DFDDAA-FFBB-FE1C-40B3-1394E2B7B732}"/>
              </a:ext>
            </a:extLst>
          </p:cNvPr>
          <p:cNvSpPr>
            <a:spLocks noGrp="1"/>
          </p:cNvSpPr>
          <p:nvPr>
            <p:ph type="pic" sz="quarter" idx="15"/>
          </p:nvPr>
        </p:nvSpPr>
        <p:spPr>
          <a:xfrm>
            <a:off x="6777729" y="2514600"/>
            <a:ext cx="5414271" cy="4343400"/>
          </a:xfrm>
          <a:blipFill>
            <a:blip r:embed="rId3">
              <a:alphaModFix amt="60000"/>
            </a:blip>
            <a:stretch>
              <a:fillRect l="-1461" t="-1593" r="-3" b="5"/>
            </a:stretch>
          </a:blipFill>
        </p:spPr>
        <p:txBody>
          <a:bodyPr/>
          <a:lstStyle/>
          <a:p>
            <a:endParaRPr lang="en-US" dirty="0"/>
          </a:p>
        </p:txBody>
      </p:sp>
      <p:sp>
        <p:nvSpPr>
          <p:cNvPr id="6" name="Slide Number Placeholder 12">
            <a:extLst>
              <a:ext uri="{FF2B5EF4-FFF2-40B4-BE49-F238E27FC236}">
                <a16:creationId xmlns:a16="http://schemas.microsoft.com/office/drawing/2014/main" id="{42AB93C0-0C2D-8D7B-36AB-877A1285A9AE}"/>
              </a:ext>
            </a:extLst>
          </p:cNvPr>
          <p:cNvSpPr>
            <a:spLocks noGrp="1"/>
          </p:cNvSpPr>
          <p:nvPr>
            <p:ph type="sldNum" sz="quarter" idx="18"/>
          </p:nvPr>
        </p:nvSpPr>
        <p:spPr>
          <a:xfrm>
            <a:off x="4986100" y="6324600"/>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62444741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pic>
        <p:nvPicPr>
          <p:cNvPr id="5" name="Picture 4" descr="A black and grey doted rectangle&#10;&#10;AI-generated content may be incorrect.">
            <a:extLst>
              <a:ext uri="{FF2B5EF4-FFF2-40B4-BE49-F238E27FC236}">
                <a16:creationId xmlns:a16="http://schemas.microsoft.com/office/drawing/2014/main" id="{6902E0D5-0CA1-0C53-4F3D-7827C31C19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2953" y="1826078"/>
            <a:ext cx="5486400" cy="4343400"/>
          </a:xfrm>
          <a:prstGeom prst="rect">
            <a:avLst/>
          </a:prstGeom>
        </p:spPr>
      </p:pic>
      <p:sp>
        <p:nvSpPr>
          <p:cNvPr id="11" name="Title 1">
            <a:extLst>
              <a:ext uri="{FF2B5EF4-FFF2-40B4-BE49-F238E27FC236}">
                <a16:creationId xmlns:a16="http://schemas.microsoft.com/office/drawing/2014/main" id="{AD71F098-A124-116E-8482-19FFD0E161D4}"/>
              </a:ext>
            </a:extLst>
          </p:cNvPr>
          <p:cNvSpPr>
            <a:spLocks noGrp="1"/>
          </p:cNvSpPr>
          <p:nvPr>
            <p:ph type="title"/>
          </p:nvPr>
        </p:nvSpPr>
        <p:spPr>
          <a:xfrm>
            <a:off x="612646" y="685800"/>
            <a:ext cx="10969753" cy="91440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6" y="1828800"/>
            <a:ext cx="48006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9">
            <a:extLst>
              <a:ext uri="{FF2B5EF4-FFF2-40B4-BE49-F238E27FC236}">
                <a16:creationId xmlns:a16="http://schemas.microsoft.com/office/drawing/2014/main" id="{929E87D2-D3BB-44CF-FE5C-FB5B05205312}"/>
              </a:ext>
            </a:extLst>
          </p:cNvPr>
          <p:cNvSpPr>
            <a:spLocks noGrp="1"/>
          </p:cNvSpPr>
          <p:nvPr>
            <p:ph type="pic" sz="quarter" idx="18"/>
          </p:nvPr>
        </p:nvSpPr>
        <p:spPr>
          <a:xfrm>
            <a:off x="6781800" y="2511878"/>
            <a:ext cx="4114800" cy="2971800"/>
          </a:xfrm>
          <a:blipFill>
            <a:blip r:embed="rId3">
              <a:alphaModFix amt="60000"/>
            </a:blip>
            <a:stretch>
              <a:fillRect l="-1" t="-88" r="-1" b="2"/>
            </a:stretch>
          </a:blipFill>
        </p:spPr>
        <p:txBody>
          <a:bodyPr/>
          <a:lstStyle/>
          <a:p>
            <a:endParaRPr lang="en-US"/>
          </a:p>
        </p:txBody>
      </p:sp>
      <p:sp>
        <p:nvSpPr>
          <p:cNvPr id="13" name="Footer Placeholder 12">
            <a:extLst>
              <a:ext uri="{FF2B5EF4-FFF2-40B4-BE49-F238E27FC236}">
                <a16:creationId xmlns:a16="http://schemas.microsoft.com/office/drawing/2014/main" id="{391C34E7-4FF7-FEF1-180A-49563C0399AD}"/>
              </a:ext>
            </a:extLst>
          </p:cNvPr>
          <p:cNvSpPr>
            <a:spLocks noGrp="1"/>
          </p:cNvSpPr>
          <p:nvPr>
            <p:ph type="ftr" sz="quarter" idx="16"/>
          </p:nvPr>
        </p:nvSpPr>
        <p:spPr/>
        <p:txBody>
          <a:bodyPr/>
          <a:lstStyle/>
          <a:p>
            <a:r>
              <a:rPr lang="en-US"/>
              <a:t>Footer</a:t>
            </a:r>
            <a:endParaRPr lang="en-US" dirty="0"/>
          </a:p>
        </p:txBody>
      </p:sp>
      <p:sp>
        <p:nvSpPr>
          <p:cNvPr id="12" name="Date Placeholder 11">
            <a:extLst>
              <a:ext uri="{FF2B5EF4-FFF2-40B4-BE49-F238E27FC236}">
                <a16:creationId xmlns:a16="http://schemas.microsoft.com/office/drawing/2014/main" id="{E009C87F-02E3-833E-DE4B-18954A568175}"/>
              </a:ext>
            </a:extLst>
          </p:cNvPr>
          <p:cNvSpPr>
            <a:spLocks noGrp="1"/>
          </p:cNvSpPr>
          <p:nvPr>
            <p:ph type="dt" sz="half" idx="15"/>
          </p:nvPr>
        </p:nvSpPr>
        <p:spPr/>
        <p:txBody>
          <a:bodyPr/>
          <a:lstStyle/>
          <a:p>
            <a:fld id="{6A7F3A24-2893-4C44-AB6A-BC60C5585D86}" type="datetime1">
              <a:rPr lang="en-US" smtClean="0"/>
              <a:t>9/1/2026</a:t>
            </a:fld>
            <a:endParaRPr lang="en-US"/>
          </a:p>
        </p:txBody>
      </p:sp>
      <p:sp>
        <p:nvSpPr>
          <p:cNvPr id="14" name="Slide Number Placeholder 13">
            <a:extLst>
              <a:ext uri="{FF2B5EF4-FFF2-40B4-BE49-F238E27FC236}">
                <a16:creationId xmlns:a16="http://schemas.microsoft.com/office/drawing/2014/main" id="{4F40D52F-7842-67C5-0A6E-CA35EFCC23CB}"/>
              </a:ext>
            </a:extLst>
          </p:cNvPr>
          <p:cNvSpPr>
            <a:spLocks noGrp="1"/>
          </p:cNvSpPr>
          <p:nvPr>
            <p:ph type="sldNum" sz="quarter" idx="17"/>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32822427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pic>
        <p:nvPicPr>
          <p:cNvPr id="3" name="Picture 2" descr="A black and grey dotted background&#10;&#10;AI-generated content may be incorrect.">
            <a:extLst>
              <a:ext uri="{FF2B5EF4-FFF2-40B4-BE49-F238E27FC236}">
                <a16:creationId xmlns:a16="http://schemas.microsoft.com/office/drawing/2014/main" id="{7657814E-78C8-0696-74A0-DB1A364087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1828800"/>
            <a:ext cx="6096000" cy="5029200"/>
          </a:xfrm>
          <a:prstGeom prst="rect">
            <a:avLst/>
          </a:prstGeom>
        </p:spPr>
      </p:pic>
      <p:sp>
        <p:nvSpPr>
          <p:cNvPr id="4" name="Title 1">
            <a:extLst>
              <a:ext uri="{FF2B5EF4-FFF2-40B4-BE49-F238E27FC236}">
                <a16:creationId xmlns:a16="http://schemas.microsoft.com/office/drawing/2014/main" id="{26C33899-0996-4D83-78E7-499D62E7EE18}"/>
              </a:ext>
            </a:extLst>
          </p:cNvPr>
          <p:cNvSpPr>
            <a:spLocks noGrp="1"/>
          </p:cNvSpPr>
          <p:nvPr>
            <p:ph type="title"/>
          </p:nvPr>
        </p:nvSpPr>
        <p:spPr>
          <a:xfrm>
            <a:off x="612646" y="685800"/>
            <a:ext cx="10969753" cy="914400"/>
          </a:xfrm>
        </p:spPr>
        <p:txBody>
          <a:bodyPr anchor="t"/>
          <a:lstStyle/>
          <a:p>
            <a:r>
              <a:rPr lang="en-US"/>
              <a:t>Click to edit Master title style</a:t>
            </a:r>
            <a:endParaRPr lang="en-US" dirty="0"/>
          </a:p>
        </p:txBody>
      </p:sp>
      <p:sp>
        <p:nvSpPr>
          <p:cNvPr id="16" name="Picture Placeholder 9">
            <a:extLst>
              <a:ext uri="{FF2B5EF4-FFF2-40B4-BE49-F238E27FC236}">
                <a16:creationId xmlns:a16="http://schemas.microsoft.com/office/drawing/2014/main" id="{FE0F3FEB-D102-A8BC-EA04-D63E8FC72F1B}"/>
              </a:ext>
            </a:extLst>
          </p:cNvPr>
          <p:cNvSpPr>
            <a:spLocks noGrp="1"/>
          </p:cNvSpPr>
          <p:nvPr>
            <p:ph type="pic" sz="quarter" idx="15"/>
          </p:nvPr>
        </p:nvSpPr>
        <p:spPr>
          <a:xfrm>
            <a:off x="0" y="2514600"/>
            <a:ext cx="5414271" cy="4343400"/>
          </a:xfrm>
          <a:blipFill>
            <a:blip r:embed="rId3">
              <a:alphaModFix amt="60000"/>
            </a:blip>
            <a:stretch>
              <a:fillRect l="-1461" t="-1593" r="-3" b="5"/>
            </a:stretch>
          </a:blipFill>
        </p:spPr>
        <p:txBody>
          <a:bodyPr/>
          <a:lstStyle/>
          <a:p>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781801" y="1828800"/>
            <a:ext cx="4800600" cy="4343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D1A5645-648D-797A-0DEC-486CE6E1D812}"/>
              </a:ext>
            </a:extLst>
          </p:cNvPr>
          <p:cNvSpPr>
            <a:spLocks noGrp="1"/>
          </p:cNvSpPr>
          <p:nvPr>
            <p:ph type="ftr" sz="quarter" idx="17"/>
          </p:nvPr>
        </p:nvSpPr>
        <p:spPr>
          <a:xfrm>
            <a:off x="6781801" y="6324600"/>
            <a:ext cx="2740154" cy="365760"/>
          </a:xfrm>
        </p:spPr>
        <p:txBody>
          <a:bodyPr/>
          <a:lstStyle/>
          <a:p>
            <a:r>
              <a:rPr lang="en-US" dirty="0"/>
              <a:t>Footer</a:t>
            </a:r>
          </a:p>
        </p:txBody>
      </p:sp>
      <p:sp>
        <p:nvSpPr>
          <p:cNvPr id="2" name="Date Placeholder 1">
            <a:extLst>
              <a:ext uri="{FF2B5EF4-FFF2-40B4-BE49-F238E27FC236}">
                <a16:creationId xmlns:a16="http://schemas.microsoft.com/office/drawing/2014/main" id="{7707D96C-82A8-67BE-703F-26DA5449E923}"/>
              </a:ext>
            </a:extLst>
          </p:cNvPr>
          <p:cNvSpPr>
            <a:spLocks noGrp="1"/>
          </p:cNvSpPr>
          <p:nvPr>
            <p:ph type="dt" sz="half" idx="16"/>
          </p:nvPr>
        </p:nvSpPr>
        <p:spPr>
          <a:xfrm>
            <a:off x="9928860" y="6324600"/>
            <a:ext cx="1226392" cy="365760"/>
          </a:xfrm>
        </p:spPr>
        <p:txBody>
          <a:bodyPr/>
          <a:lstStyle/>
          <a:p>
            <a:fld id="{4B851480-9C3E-4904-838F-0F4DBBC2276C}" type="datetime1">
              <a:rPr lang="en-US" smtClean="0"/>
              <a:t>9/1/2026</a:t>
            </a:fld>
            <a:endParaRPr lang="en-US"/>
          </a:p>
        </p:txBody>
      </p:sp>
      <p:sp>
        <p:nvSpPr>
          <p:cNvPr id="6" name="Slide Number Placeholder 5">
            <a:extLst>
              <a:ext uri="{FF2B5EF4-FFF2-40B4-BE49-F238E27FC236}">
                <a16:creationId xmlns:a16="http://schemas.microsoft.com/office/drawing/2014/main" id="{F955A0B3-4996-A9BB-4451-E475B7B35AEB}"/>
              </a:ext>
            </a:extLst>
          </p:cNvPr>
          <p:cNvSpPr>
            <a:spLocks noGrp="1"/>
          </p:cNvSpPr>
          <p:nvPr>
            <p:ph type="sldNum" sz="quarter" idx="18"/>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2202014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pic>
        <p:nvPicPr>
          <p:cNvPr id="8" name="Picture 7" descr="A black and grey background&#10;&#10;AI-generated content may be incorrect.">
            <a:extLst>
              <a:ext uri="{FF2B5EF4-FFF2-40B4-BE49-F238E27FC236}">
                <a16:creationId xmlns:a16="http://schemas.microsoft.com/office/drawing/2014/main" id="{A3314ABC-2465-D9D0-3E92-86AF59C846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905000" cy="6858000"/>
          </a:xfrm>
          <a:prstGeom prst="rect">
            <a:avLst/>
          </a:prstGeom>
        </p:spPr>
      </p:pic>
      <p:sp>
        <p:nvSpPr>
          <p:cNvPr id="2" name="Title 1">
            <a:extLst>
              <a:ext uri="{FF2B5EF4-FFF2-40B4-BE49-F238E27FC236}">
                <a16:creationId xmlns:a16="http://schemas.microsoft.com/office/drawing/2014/main" id="{E0ED84B0-726E-F866-3613-ACCF9B32C55C}"/>
              </a:ext>
            </a:extLst>
          </p:cNvPr>
          <p:cNvSpPr>
            <a:spLocks noGrp="1"/>
          </p:cNvSpPr>
          <p:nvPr>
            <p:ph type="title"/>
          </p:nvPr>
        </p:nvSpPr>
        <p:spPr>
          <a:xfrm>
            <a:off x="4724400" y="685800"/>
            <a:ext cx="6858000" cy="685800"/>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CD6F296C-FE02-3A61-1A92-8ADE7393D687}"/>
              </a:ext>
            </a:extLst>
          </p:cNvPr>
          <p:cNvSpPr>
            <a:spLocks noGrp="1"/>
          </p:cNvSpPr>
          <p:nvPr>
            <p:ph type="pic" sz="quarter" idx="18"/>
          </p:nvPr>
        </p:nvSpPr>
        <p:spPr>
          <a:xfrm>
            <a:off x="609599" y="685800"/>
            <a:ext cx="3198125" cy="5486400"/>
          </a:xfrm>
          <a:blipFill>
            <a:blip r:embed="rId3">
              <a:alphaModFix amt="60000"/>
            </a:blip>
            <a:stretch>
              <a:fillRect l="-1" t="-88" r="-1" b="2"/>
            </a:stretch>
          </a:blipFill>
        </p:spPr>
        <p:txBody>
          <a:bodyPr/>
          <a:lstStyle/>
          <a:p>
            <a:endParaRPr lang="en-US"/>
          </a:p>
        </p:txBody>
      </p:sp>
      <p:sp>
        <p:nvSpPr>
          <p:cNvPr id="7" name="Content Placeholder 7">
            <a:extLst>
              <a:ext uri="{FF2B5EF4-FFF2-40B4-BE49-F238E27FC236}">
                <a16:creationId xmlns:a16="http://schemas.microsoft.com/office/drawing/2014/main" id="{D6B314B4-5EDC-FD2F-8A7F-FC82FE1D5B53}"/>
              </a:ext>
            </a:extLst>
          </p:cNvPr>
          <p:cNvSpPr>
            <a:spLocks noGrp="1"/>
          </p:cNvSpPr>
          <p:nvPr>
            <p:ph sz="quarter" idx="14"/>
          </p:nvPr>
        </p:nvSpPr>
        <p:spPr>
          <a:xfrm>
            <a:off x="4724400" y="1600200"/>
            <a:ext cx="6858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Footer Placeholder 19">
            <a:extLst>
              <a:ext uri="{FF2B5EF4-FFF2-40B4-BE49-F238E27FC236}">
                <a16:creationId xmlns:a16="http://schemas.microsoft.com/office/drawing/2014/main" id="{C8BED085-BAE4-6B9C-3154-13EC34E4DF50}"/>
              </a:ext>
            </a:extLst>
          </p:cNvPr>
          <p:cNvSpPr>
            <a:spLocks noGrp="1"/>
          </p:cNvSpPr>
          <p:nvPr>
            <p:ph type="ftr" sz="quarter" idx="16"/>
          </p:nvPr>
        </p:nvSpPr>
        <p:spPr>
          <a:xfrm>
            <a:off x="2362961" y="6324600"/>
            <a:ext cx="1905001" cy="365760"/>
          </a:xfrm>
        </p:spPr>
        <p:txBody>
          <a:bodyPr/>
          <a:lstStyle/>
          <a:p>
            <a:r>
              <a:rPr lang="en-US"/>
              <a:t>Footer</a:t>
            </a:r>
            <a:endParaRPr lang="en-US" dirty="0"/>
          </a:p>
        </p:txBody>
      </p:sp>
      <p:sp>
        <p:nvSpPr>
          <p:cNvPr id="19" name="Date Placeholder 18">
            <a:extLst>
              <a:ext uri="{FF2B5EF4-FFF2-40B4-BE49-F238E27FC236}">
                <a16:creationId xmlns:a16="http://schemas.microsoft.com/office/drawing/2014/main" id="{C42A8F41-BCA3-C41D-0446-EB35DE41B66F}"/>
              </a:ext>
            </a:extLst>
          </p:cNvPr>
          <p:cNvSpPr>
            <a:spLocks noGrp="1"/>
          </p:cNvSpPr>
          <p:nvPr>
            <p:ph type="dt" sz="half" idx="15"/>
          </p:nvPr>
        </p:nvSpPr>
        <p:spPr/>
        <p:txBody>
          <a:bodyPr/>
          <a:lstStyle/>
          <a:p>
            <a:fld id="{145F542D-7892-4F8D-8652-8CC278D8D75D}" type="datetime1">
              <a:rPr lang="en-US" smtClean="0"/>
              <a:t>9/1/2026</a:t>
            </a:fld>
            <a:endParaRPr lang="en-US"/>
          </a:p>
        </p:txBody>
      </p:sp>
      <p:sp>
        <p:nvSpPr>
          <p:cNvPr id="21" name="Slide Number Placeholder 20">
            <a:extLst>
              <a:ext uri="{FF2B5EF4-FFF2-40B4-BE49-F238E27FC236}">
                <a16:creationId xmlns:a16="http://schemas.microsoft.com/office/drawing/2014/main" id="{3B59FCF2-BB9C-F302-4481-EC15FFAFA400}"/>
              </a:ext>
            </a:extLst>
          </p:cNvPr>
          <p:cNvSpPr>
            <a:spLocks noGrp="1"/>
          </p:cNvSpPr>
          <p:nvPr>
            <p:ph type="sldNum" sz="quarter" idx="17"/>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315027953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pic>
        <p:nvPicPr>
          <p:cNvPr id="12" name="Picture 11" descr="A black and grey background&#10;&#10;AI-generated content may be incorrect.">
            <a:extLst>
              <a:ext uri="{FF2B5EF4-FFF2-40B4-BE49-F238E27FC236}">
                <a16:creationId xmlns:a16="http://schemas.microsoft.com/office/drawing/2014/main" id="{C3B56AC0-7196-7F0D-4DCE-46BE26306B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0287000" y="0"/>
            <a:ext cx="1905000" cy="6858000"/>
          </a:xfrm>
          <a:prstGeom prst="rect">
            <a:avLst/>
          </a:prstGeom>
        </p:spPr>
      </p:pic>
      <p:sp>
        <p:nvSpPr>
          <p:cNvPr id="7" name="Title 1">
            <a:extLst>
              <a:ext uri="{FF2B5EF4-FFF2-40B4-BE49-F238E27FC236}">
                <a16:creationId xmlns:a16="http://schemas.microsoft.com/office/drawing/2014/main" id="{AEE08438-70B6-6613-D1B7-9A664A3C4786}"/>
              </a:ext>
            </a:extLst>
          </p:cNvPr>
          <p:cNvSpPr>
            <a:spLocks noGrp="1"/>
          </p:cNvSpPr>
          <p:nvPr>
            <p:ph type="title"/>
          </p:nvPr>
        </p:nvSpPr>
        <p:spPr>
          <a:xfrm>
            <a:off x="612647" y="685800"/>
            <a:ext cx="6858000" cy="685800"/>
          </a:xfrm>
        </p:spPr>
        <p:txBody>
          <a:bodyPr anchor="t"/>
          <a:lstStyle/>
          <a:p>
            <a:r>
              <a:rPr lang="en-US"/>
              <a:t>Click to edit Master title style</a:t>
            </a:r>
            <a:endParaRPr lang="en-US" dirty="0"/>
          </a:p>
        </p:txBody>
      </p:sp>
      <p:sp>
        <p:nvSpPr>
          <p:cNvPr id="4" name="Content Placeholder 7">
            <a:extLst>
              <a:ext uri="{FF2B5EF4-FFF2-40B4-BE49-F238E27FC236}">
                <a16:creationId xmlns:a16="http://schemas.microsoft.com/office/drawing/2014/main" id="{E9452CDE-5780-B6A2-D77B-39B210EBFF2F}"/>
              </a:ext>
            </a:extLst>
          </p:cNvPr>
          <p:cNvSpPr>
            <a:spLocks noGrp="1"/>
          </p:cNvSpPr>
          <p:nvPr>
            <p:ph sz="quarter" idx="14"/>
          </p:nvPr>
        </p:nvSpPr>
        <p:spPr>
          <a:xfrm>
            <a:off x="612647" y="1600200"/>
            <a:ext cx="6858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13">
            <a:extLst>
              <a:ext uri="{FF2B5EF4-FFF2-40B4-BE49-F238E27FC236}">
                <a16:creationId xmlns:a16="http://schemas.microsoft.com/office/drawing/2014/main" id="{53497ECA-068F-5436-4779-DA1F8D63638C}"/>
              </a:ext>
            </a:extLst>
          </p:cNvPr>
          <p:cNvSpPr>
            <a:spLocks noGrp="1"/>
          </p:cNvSpPr>
          <p:nvPr>
            <p:ph type="pic" sz="quarter" idx="18"/>
          </p:nvPr>
        </p:nvSpPr>
        <p:spPr>
          <a:xfrm>
            <a:off x="8393057" y="685800"/>
            <a:ext cx="3198125" cy="5486400"/>
          </a:xfrm>
          <a:blipFill>
            <a:blip r:embed="rId3">
              <a:alphaModFix amt="60000"/>
            </a:blip>
            <a:stretch>
              <a:fillRect l="-1" t="-88" r="-1" b="2"/>
            </a:stretch>
          </a:blipFill>
        </p:spPr>
        <p:txBody>
          <a:bodyPr/>
          <a:lstStyle/>
          <a:p>
            <a:endParaRPr lang="en-US"/>
          </a:p>
        </p:txBody>
      </p:sp>
      <p:sp>
        <p:nvSpPr>
          <p:cNvPr id="5" name="Footer Placeholder 19">
            <a:extLst>
              <a:ext uri="{FF2B5EF4-FFF2-40B4-BE49-F238E27FC236}">
                <a16:creationId xmlns:a16="http://schemas.microsoft.com/office/drawing/2014/main" id="{826B4B55-5548-712F-DF35-2D8550EC0EBC}"/>
              </a:ext>
            </a:extLst>
          </p:cNvPr>
          <p:cNvSpPr>
            <a:spLocks noGrp="1"/>
          </p:cNvSpPr>
          <p:nvPr>
            <p:ph type="ftr" sz="quarter" idx="16"/>
          </p:nvPr>
        </p:nvSpPr>
        <p:spPr>
          <a:xfrm>
            <a:off x="612647" y="6324600"/>
            <a:ext cx="2740154" cy="365760"/>
          </a:xfrm>
        </p:spPr>
        <p:txBody>
          <a:bodyPr/>
          <a:lstStyle/>
          <a:p>
            <a:r>
              <a:rPr lang="en-US"/>
              <a:t>Footer</a:t>
            </a:r>
            <a:endParaRPr lang="en-US" dirty="0"/>
          </a:p>
        </p:txBody>
      </p:sp>
      <p:sp>
        <p:nvSpPr>
          <p:cNvPr id="3" name="Date Placeholder 18">
            <a:extLst>
              <a:ext uri="{FF2B5EF4-FFF2-40B4-BE49-F238E27FC236}">
                <a16:creationId xmlns:a16="http://schemas.microsoft.com/office/drawing/2014/main" id="{A21D7F09-E7BE-3BD6-0A1F-B9C54CA9E500}"/>
              </a:ext>
            </a:extLst>
          </p:cNvPr>
          <p:cNvSpPr>
            <a:spLocks noGrp="1"/>
          </p:cNvSpPr>
          <p:nvPr>
            <p:ph type="dt" sz="half" idx="15"/>
          </p:nvPr>
        </p:nvSpPr>
        <p:spPr>
          <a:xfrm>
            <a:off x="7933386" y="6324600"/>
            <a:ext cx="1466220" cy="365760"/>
          </a:xfrm>
        </p:spPr>
        <p:txBody>
          <a:bodyPr/>
          <a:lstStyle/>
          <a:p>
            <a:fld id="{E66380BD-4707-4A44-AF39-A93F7AB449AA}" type="datetime1">
              <a:rPr lang="en-US" smtClean="0"/>
              <a:t>9/1/2026</a:t>
            </a:fld>
            <a:endParaRPr lang="en-US"/>
          </a:p>
        </p:txBody>
      </p:sp>
      <p:sp>
        <p:nvSpPr>
          <p:cNvPr id="6" name="Slide Number Placeholder 20">
            <a:extLst>
              <a:ext uri="{FF2B5EF4-FFF2-40B4-BE49-F238E27FC236}">
                <a16:creationId xmlns:a16="http://schemas.microsoft.com/office/drawing/2014/main" id="{C255E501-3927-486A-3C59-DEC3CD574130}"/>
              </a:ext>
            </a:extLst>
          </p:cNvPr>
          <p:cNvSpPr>
            <a:spLocks noGrp="1"/>
          </p:cNvSpPr>
          <p:nvPr>
            <p:ph type="sldNum" sz="quarter" idx="17"/>
          </p:nvPr>
        </p:nvSpPr>
        <p:spPr>
          <a:xfrm>
            <a:off x="9399606" y="6324600"/>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8174970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pic>
        <p:nvPicPr>
          <p:cNvPr id="7" name="Picture 6" descr="A black and grey square with a black border&#10;&#10;AI-generated content may be incorrect.">
            <a:extLst>
              <a:ext uri="{FF2B5EF4-FFF2-40B4-BE49-F238E27FC236}">
                <a16:creationId xmlns:a16="http://schemas.microsoft.com/office/drawing/2014/main" id="{256C6C39-3DCA-6335-6A08-870476742FDA}"/>
              </a:ext>
            </a:extLst>
          </p:cNvPr>
          <p:cNvPicPr>
            <a:picLocks noChangeAspect="1"/>
          </p:cNvPicPr>
          <p:nvPr userDrawn="1"/>
        </p:nvPicPr>
        <p:blipFill>
          <a:blip r:embed="rId2">
            <a:extLst>
              <a:ext uri="{28A0092B-C50C-407E-A947-70E740481C1C}">
                <a14:useLocalDpi xmlns:a14="http://schemas.microsoft.com/office/drawing/2010/main" val="0"/>
              </a:ext>
            </a:extLst>
          </a:blip>
          <a:srcRect l="11765"/>
          <a:stretch>
            <a:fillRect/>
          </a:stretch>
        </p:blipFill>
        <p:spPr>
          <a:xfrm>
            <a:off x="609599" y="2057399"/>
            <a:ext cx="4572000" cy="4114800"/>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0" cy="1280160"/>
          </a:xfrm>
        </p:spPr>
        <p:txBody>
          <a:bodyPr anchor="t">
            <a:normAutofit/>
          </a:bodyPr>
          <a:lstStyle>
            <a:lvl1pPr>
              <a:defRPr sz="28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7F99A795-B87A-3D37-4CDD-90B1EBF8C375}"/>
              </a:ext>
            </a:extLst>
          </p:cNvPr>
          <p:cNvSpPr>
            <a:spLocks noGrp="1"/>
          </p:cNvSpPr>
          <p:nvPr>
            <p:ph type="pic" sz="quarter" idx="18"/>
          </p:nvPr>
        </p:nvSpPr>
        <p:spPr>
          <a:xfrm>
            <a:off x="1295399" y="2744804"/>
            <a:ext cx="3200400" cy="2739991"/>
          </a:xfrm>
          <a:blipFill>
            <a:blip r:embed="rId3">
              <a:alphaModFix amt="60000"/>
            </a:blip>
            <a:stretch>
              <a:fillRect l="-2482" t="-3428" r="-2386" b="-1654"/>
            </a:stretch>
          </a:blipFill>
        </p:spPr>
        <p:txBody>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5999" y="685800"/>
            <a:ext cx="5486401" cy="5486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A14183C-F6B4-75E5-6B5B-AC47845EA976}"/>
              </a:ext>
            </a:extLst>
          </p:cNvPr>
          <p:cNvSpPr>
            <a:spLocks noGrp="1"/>
          </p:cNvSpPr>
          <p:nvPr>
            <p:ph type="ftr" sz="quarter" idx="16"/>
          </p:nvPr>
        </p:nvSpPr>
        <p:spPr/>
        <p:txBody>
          <a:bodyPr/>
          <a:lstStyle/>
          <a:p>
            <a:r>
              <a:rPr lang="en-US"/>
              <a:t>Footer</a:t>
            </a:r>
            <a:endParaRPr lang="en-US" dirty="0"/>
          </a:p>
        </p:txBody>
      </p:sp>
      <p:sp>
        <p:nvSpPr>
          <p:cNvPr id="3" name="Date Placeholder 2">
            <a:extLst>
              <a:ext uri="{FF2B5EF4-FFF2-40B4-BE49-F238E27FC236}">
                <a16:creationId xmlns:a16="http://schemas.microsoft.com/office/drawing/2014/main" id="{396B91FE-883B-1DB8-33FB-0EB542DE73FE}"/>
              </a:ext>
            </a:extLst>
          </p:cNvPr>
          <p:cNvSpPr>
            <a:spLocks noGrp="1"/>
          </p:cNvSpPr>
          <p:nvPr>
            <p:ph type="dt" sz="half" idx="15"/>
          </p:nvPr>
        </p:nvSpPr>
        <p:spPr/>
        <p:txBody>
          <a:bodyPr/>
          <a:lstStyle/>
          <a:p>
            <a:fld id="{BA175CAC-E352-4561-8E28-B6ED8CF2914A}" type="datetime1">
              <a:rPr lang="en-US" smtClean="0"/>
              <a:t>9/1/2026</a:t>
            </a:fld>
            <a:endParaRPr lang="en-US"/>
          </a:p>
        </p:txBody>
      </p:sp>
      <p:sp>
        <p:nvSpPr>
          <p:cNvPr id="9" name="Slide Number Placeholder 8">
            <a:extLst>
              <a:ext uri="{FF2B5EF4-FFF2-40B4-BE49-F238E27FC236}">
                <a16:creationId xmlns:a16="http://schemas.microsoft.com/office/drawing/2014/main" id="{0DB633B6-C5C4-787D-1C56-5BA0FF00A9B3}"/>
              </a:ext>
            </a:extLst>
          </p:cNvPr>
          <p:cNvSpPr>
            <a:spLocks noGrp="1"/>
          </p:cNvSpPr>
          <p:nvPr>
            <p:ph type="sldNum" sz="quarter" idx="17"/>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23640652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pic>
        <p:nvPicPr>
          <p:cNvPr id="7" name="Picture 6" descr="A black and grey dot pattern&#10;&#10;AI-generated content may be incorrect.">
            <a:extLst>
              <a:ext uri="{FF2B5EF4-FFF2-40B4-BE49-F238E27FC236}">
                <a16:creationId xmlns:a16="http://schemas.microsoft.com/office/drawing/2014/main" id="{B8580631-B354-1FBF-E780-7E1EE53BEF20}"/>
              </a:ext>
            </a:extLst>
          </p:cNvPr>
          <p:cNvPicPr>
            <a:picLocks noChangeAspect="1"/>
          </p:cNvPicPr>
          <p:nvPr userDrawn="1"/>
        </p:nvPicPr>
        <p:blipFill>
          <a:blip r:embed="rId2">
            <a:extLst>
              <a:ext uri="{28A0092B-C50C-407E-A947-70E740481C1C}">
                <a14:useLocalDpi xmlns:a14="http://schemas.microsoft.com/office/drawing/2010/main" val="0"/>
              </a:ext>
            </a:extLst>
          </a:blip>
          <a:srcRect l="14397"/>
          <a:stretch>
            <a:fillRect/>
          </a:stretch>
        </p:blipFill>
        <p:spPr>
          <a:xfrm>
            <a:off x="609600" y="2057400"/>
            <a:ext cx="3652838" cy="4114800"/>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685800"/>
            <a:ext cx="3659634" cy="1280160"/>
          </a:xfrm>
        </p:spPr>
        <p:txBody>
          <a:bodyPr anchor="t">
            <a:normAutofit/>
          </a:bodyPr>
          <a:lstStyle>
            <a:lvl1pPr>
              <a:defRPr sz="28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43D797A2-34EB-87A5-15BF-E89B5B1B6124}"/>
              </a:ext>
            </a:extLst>
          </p:cNvPr>
          <p:cNvSpPr>
            <a:spLocks noGrp="1" noChangeAspect="1"/>
          </p:cNvSpPr>
          <p:nvPr>
            <p:ph type="pic" sz="quarter" idx="18"/>
          </p:nvPr>
        </p:nvSpPr>
        <p:spPr>
          <a:xfrm>
            <a:off x="1294210" y="2743292"/>
            <a:ext cx="2283619" cy="2743016"/>
          </a:xfrm>
          <a:blipFill>
            <a:blip r:embed="rId3">
              <a:alphaModFix amt="60000"/>
            </a:blip>
            <a:stretch>
              <a:fillRect l="-1" t="-1764" r="-1774" b="2"/>
            </a:stretch>
          </a:blipFill>
        </p:spPr>
        <p:txBody>
          <a:body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685800"/>
            <a:ext cx="6396038"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89C4563C-AA84-555C-F763-7885A7F3A15A}"/>
              </a:ext>
            </a:extLst>
          </p:cNvPr>
          <p:cNvSpPr>
            <a:spLocks noGrp="1"/>
          </p:cNvSpPr>
          <p:nvPr>
            <p:ph type="ftr" sz="quarter" idx="16"/>
          </p:nvPr>
        </p:nvSpPr>
        <p:spPr/>
        <p:txBody>
          <a:bodyPr/>
          <a:lstStyle/>
          <a:p>
            <a:r>
              <a:rPr lang="en-US"/>
              <a:t>Footer</a:t>
            </a:r>
            <a:endParaRPr lang="en-US" dirty="0"/>
          </a:p>
        </p:txBody>
      </p:sp>
      <p:sp>
        <p:nvSpPr>
          <p:cNvPr id="3" name="Date Placeholder 2">
            <a:extLst>
              <a:ext uri="{FF2B5EF4-FFF2-40B4-BE49-F238E27FC236}">
                <a16:creationId xmlns:a16="http://schemas.microsoft.com/office/drawing/2014/main" id="{95B67F93-7603-B7DC-9BE8-3FF476AB2785}"/>
              </a:ext>
            </a:extLst>
          </p:cNvPr>
          <p:cNvSpPr>
            <a:spLocks noGrp="1"/>
          </p:cNvSpPr>
          <p:nvPr>
            <p:ph type="dt" sz="half" idx="15"/>
          </p:nvPr>
        </p:nvSpPr>
        <p:spPr/>
        <p:txBody>
          <a:bodyPr/>
          <a:lstStyle/>
          <a:p>
            <a:fld id="{D14C67D6-C857-4EAC-8862-FF45A98D92CE}" type="datetime1">
              <a:rPr lang="en-US" smtClean="0"/>
              <a:t>9/1/2026</a:t>
            </a:fld>
            <a:endParaRPr lang="en-US"/>
          </a:p>
        </p:txBody>
      </p:sp>
      <p:sp>
        <p:nvSpPr>
          <p:cNvPr id="9" name="Slide Number Placeholder 8">
            <a:extLst>
              <a:ext uri="{FF2B5EF4-FFF2-40B4-BE49-F238E27FC236}">
                <a16:creationId xmlns:a16="http://schemas.microsoft.com/office/drawing/2014/main" id="{FAEBAB14-9FBA-8CC1-EF02-5958060AB4BE}"/>
              </a:ext>
            </a:extLst>
          </p:cNvPr>
          <p:cNvSpPr>
            <a:spLocks noGrp="1"/>
          </p:cNvSpPr>
          <p:nvPr>
            <p:ph type="sldNum" sz="quarter" idx="17"/>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252785568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pic>
        <p:nvPicPr>
          <p:cNvPr id="2" name="Picture 1" descr="A black and orange border&#10;&#10;AI-generated content may be incorrect.">
            <a:extLst>
              <a:ext uri="{FF2B5EF4-FFF2-40B4-BE49-F238E27FC236}">
                <a16:creationId xmlns:a16="http://schemas.microsoft.com/office/drawing/2014/main" id="{DB8837A2-C8E0-29A4-3EBA-144B9D517DE3}"/>
              </a:ext>
            </a:extLst>
          </p:cNvPr>
          <p:cNvPicPr>
            <a:picLocks noChangeAspect="1"/>
          </p:cNvPicPr>
          <p:nvPr userDrawn="1"/>
        </p:nvPicPr>
        <p:blipFill>
          <a:blip r:embed="rId2">
            <a:extLst>
              <a:ext uri="{28A0092B-C50C-407E-A947-70E740481C1C}">
                <a14:useLocalDpi xmlns:a14="http://schemas.microsoft.com/office/drawing/2010/main" val="0"/>
              </a:ext>
            </a:extLst>
          </a:blip>
          <a:srcRect l="92" r="92"/>
          <a:stretch>
            <a:fillRect/>
          </a:stretch>
        </p:blipFill>
        <p:spPr>
          <a:xfrm flipH="1">
            <a:off x="0" y="0"/>
            <a:ext cx="12192000" cy="6858000"/>
          </a:xfrm>
          <a:prstGeom prst="rect">
            <a:avLst/>
          </a:prstGeom>
        </p:spPr>
      </p:pic>
      <p:sp>
        <p:nvSpPr>
          <p:cNvPr id="7" name="Title 6">
            <a:extLst>
              <a:ext uri="{FF2B5EF4-FFF2-40B4-BE49-F238E27FC236}">
                <a16:creationId xmlns:a16="http://schemas.microsoft.com/office/drawing/2014/main" id="{F798556F-AB18-7279-8D01-14AE73E421BB}"/>
              </a:ext>
            </a:extLst>
          </p:cNvPr>
          <p:cNvSpPr>
            <a:spLocks noGrp="1"/>
          </p:cNvSpPr>
          <p:nvPr>
            <p:ph type="title"/>
          </p:nvPr>
        </p:nvSpPr>
        <p:spPr>
          <a:xfrm>
            <a:off x="1063752" y="4419601"/>
            <a:ext cx="6861048" cy="914400"/>
          </a:xfrm>
        </p:spPr>
        <p:txBody>
          <a:bodyPr/>
          <a:lstStyle>
            <a:lvl1pPr>
              <a:lnSpc>
                <a:spcPct val="110000"/>
              </a:lnSpc>
              <a:defRPr sz="2000">
                <a:latin typeface="+mn-lt"/>
              </a:defRPr>
            </a:lvl1pPr>
          </a:lstStyle>
          <a:p>
            <a:r>
              <a:rPr lang="en-US" dirty="0"/>
              <a:t>Click to edit Master title style</a:t>
            </a:r>
          </a:p>
        </p:txBody>
      </p:sp>
      <p:sp>
        <p:nvSpPr>
          <p:cNvPr id="6" name="Content Placeholder 11">
            <a:extLst>
              <a:ext uri="{FF2B5EF4-FFF2-40B4-BE49-F238E27FC236}">
                <a16:creationId xmlns:a16="http://schemas.microsoft.com/office/drawing/2014/main" id="{526D549F-846A-4500-196F-F9951E2EB2E2}"/>
              </a:ext>
            </a:extLst>
          </p:cNvPr>
          <p:cNvSpPr>
            <a:spLocks noGrp="1"/>
          </p:cNvSpPr>
          <p:nvPr>
            <p:ph sz="quarter" idx="17" hasCustomPrompt="1"/>
          </p:nvPr>
        </p:nvSpPr>
        <p:spPr>
          <a:xfrm>
            <a:off x="1066800" y="1143001"/>
            <a:ext cx="10058400" cy="3505200"/>
          </a:xfrm>
        </p:spPr>
        <p:txBody>
          <a:bodyPr anchor="b"/>
          <a:lstStyle>
            <a:lvl1pPr>
              <a:defRPr sz="24000">
                <a:latin typeface="+mj-lt"/>
              </a:defRPr>
            </a:lvl1pPr>
            <a:lvl5pPr>
              <a:defRPr/>
            </a:lvl5pPr>
          </a:lstStyle>
          <a:p>
            <a:pPr lvl="0"/>
            <a:r>
              <a:rPr lang="en-US" dirty="0"/>
              <a:t>##%</a:t>
            </a:r>
          </a:p>
        </p:txBody>
      </p:sp>
      <p:sp>
        <p:nvSpPr>
          <p:cNvPr id="11" name="Footer Placeholder 10">
            <a:extLst>
              <a:ext uri="{FF2B5EF4-FFF2-40B4-BE49-F238E27FC236}">
                <a16:creationId xmlns:a16="http://schemas.microsoft.com/office/drawing/2014/main" id="{9E75B5C3-B0F0-987D-370B-EC33B96C1269}"/>
              </a:ext>
            </a:extLst>
          </p:cNvPr>
          <p:cNvSpPr>
            <a:spLocks noGrp="1"/>
          </p:cNvSpPr>
          <p:nvPr>
            <p:ph type="ftr" sz="quarter" idx="15"/>
          </p:nvPr>
        </p:nvSpPr>
        <p:spPr>
          <a:xfrm>
            <a:off x="1066800" y="5638800"/>
            <a:ext cx="2740154" cy="365760"/>
          </a:xfrm>
        </p:spPr>
        <p:txBody>
          <a:bodyPr/>
          <a:lstStyle/>
          <a:p>
            <a:r>
              <a:rPr lang="en-US" dirty="0"/>
              <a:t>Footer</a:t>
            </a:r>
          </a:p>
        </p:txBody>
      </p:sp>
      <p:sp>
        <p:nvSpPr>
          <p:cNvPr id="10" name="Date Placeholder 9">
            <a:extLst>
              <a:ext uri="{FF2B5EF4-FFF2-40B4-BE49-F238E27FC236}">
                <a16:creationId xmlns:a16="http://schemas.microsoft.com/office/drawing/2014/main" id="{1A937ADF-F85F-459F-E91C-22BE8810757F}"/>
              </a:ext>
            </a:extLst>
          </p:cNvPr>
          <p:cNvSpPr>
            <a:spLocks noGrp="1"/>
          </p:cNvSpPr>
          <p:nvPr>
            <p:ph type="dt" sz="half" idx="14"/>
          </p:nvPr>
        </p:nvSpPr>
        <p:spPr>
          <a:xfrm>
            <a:off x="8385048" y="5638800"/>
            <a:ext cx="2316052" cy="365760"/>
          </a:xfrm>
        </p:spPr>
        <p:txBody>
          <a:bodyPr/>
          <a:lstStyle/>
          <a:p>
            <a:fld id="{066E0BC0-D3CC-4F3E-ABC9-BBC25B85B570}" type="datetime1">
              <a:rPr lang="en-US" smtClean="0"/>
              <a:t>9/1/2026</a:t>
            </a:fld>
            <a:endParaRPr lang="en-US" dirty="0"/>
          </a:p>
        </p:txBody>
      </p:sp>
      <p:sp>
        <p:nvSpPr>
          <p:cNvPr id="12" name="Slide Number Placeholder 11">
            <a:extLst>
              <a:ext uri="{FF2B5EF4-FFF2-40B4-BE49-F238E27FC236}">
                <a16:creationId xmlns:a16="http://schemas.microsoft.com/office/drawing/2014/main" id="{DF830850-56B2-972A-2040-2D9339E91163}"/>
              </a:ext>
            </a:extLst>
          </p:cNvPr>
          <p:cNvSpPr>
            <a:spLocks noGrp="1"/>
          </p:cNvSpPr>
          <p:nvPr>
            <p:ph type="sldNum" sz="quarter" idx="16"/>
          </p:nvPr>
        </p:nvSpPr>
        <p:spPr>
          <a:xfrm>
            <a:off x="10701100" y="5638800"/>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1579339338"/>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pic>
        <p:nvPicPr>
          <p:cNvPr id="14" name="Picture 13" descr="A close up of a person's face&#10;&#10;AI-generated content may be incorrect.">
            <a:extLst>
              <a:ext uri="{FF2B5EF4-FFF2-40B4-BE49-F238E27FC236}">
                <a16:creationId xmlns:a16="http://schemas.microsoft.com/office/drawing/2014/main" id="{058188CF-61CE-4F9F-364A-7159BBC8D1C0}"/>
              </a:ext>
            </a:extLst>
          </p:cNvPr>
          <p:cNvPicPr>
            <a:picLocks noChangeAspect="1"/>
          </p:cNvPicPr>
          <p:nvPr userDrawn="1"/>
        </p:nvPicPr>
        <p:blipFill>
          <a:blip r:embed="rId2">
            <a:extLst>
              <a:ext uri="{28A0092B-C50C-407E-A947-70E740481C1C}">
                <a14:useLocalDpi xmlns:a14="http://schemas.microsoft.com/office/drawing/2010/main" val="0"/>
              </a:ext>
            </a:extLst>
          </a:blip>
          <a:srcRect l="92" r="92"/>
          <a:stretch>
            <a:fillRect/>
          </a:stretch>
        </p:blipFill>
        <p:spPr>
          <a:xfrm flipH="1">
            <a:off x="0" y="0"/>
            <a:ext cx="12192000" cy="6858000"/>
          </a:xfrm>
          <a:prstGeom prst="rect">
            <a:avLst/>
          </a:prstGeom>
        </p:spPr>
      </p:pic>
      <p:sp>
        <p:nvSpPr>
          <p:cNvPr id="7" name="Title 1">
            <a:extLst>
              <a:ext uri="{FF2B5EF4-FFF2-40B4-BE49-F238E27FC236}">
                <a16:creationId xmlns:a16="http://schemas.microsoft.com/office/drawing/2014/main" id="{2550DD43-5842-35C5-48F7-F1BBA9D05C87}"/>
              </a:ext>
            </a:extLst>
          </p:cNvPr>
          <p:cNvSpPr>
            <a:spLocks noGrp="1"/>
          </p:cNvSpPr>
          <p:nvPr>
            <p:ph type="title"/>
          </p:nvPr>
        </p:nvSpPr>
        <p:spPr>
          <a:xfrm>
            <a:off x="2665476" y="4501080"/>
            <a:ext cx="6861048" cy="914400"/>
          </a:xfrm>
        </p:spPr>
        <p:txBody>
          <a:bodyPr>
            <a:normAutofit/>
          </a:bodyPr>
          <a:lstStyle>
            <a:lvl1pPr algn="ctr">
              <a:lnSpc>
                <a:spcPct val="110000"/>
              </a:lnSpc>
              <a:defRPr sz="2400" b="0" i="0">
                <a:solidFill>
                  <a:schemeClr val="tx1"/>
                </a:solidFill>
                <a:latin typeface="+mn-lt"/>
              </a:defRPr>
            </a:lvl1pPr>
          </a:lstStyle>
          <a:p>
            <a:r>
              <a:rPr lang="en-US" dirty="0"/>
              <a:t>Click to edit Master title style</a:t>
            </a:r>
          </a:p>
        </p:txBody>
      </p:sp>
      <p:sp>
        <p:nvSpPr>
          <p:cNvPr id="2" name="Content Placeholder 6">
            <a:extLst>
              <a:ext uri="{FF2B5EF4-FFF2-40B4-BE49-F238E27FC236}">
                <a16:creationId xmlns:a16="http://schemas.microsoft.com/office/drawing/2014/main" id="{8540DC96-3F2C-3CC4-960D-19C9DAC0B3DB}"/>
              </a:ext>
            </a:extLst>
          </p:cNvPr>
          <p:cNvSpPr>
            <a:spLocks noGrp="1"/>
          </p:cNvSpPr>
          <p:nvPr>
            <p:ph sz="quarter" idx="13" hasCustomPrompt="1"/>
          </p:nvPr>
        </p:nvSpPr>
        <p:spPr>
          <a:xfrm>
            <a:off x="1065276" y="1567338"/>
            <a:ext cx="10061448" cy="3505200"/>
          </a:xfrm>
        </p:spPr>
        <p:txBody>
          <a:bodyPr anchor="b">
            <a:normAutofit/>
          </a:bodyPr>
          <a:lstStyle>
            <a:lvl1pPr marL="0" indent="0" algn="ctr">
              <a:lnSpc>
                <a:spcPct val="90000"/>
              </a:lnSpc>
              <a:buNone/>
              <a:defRPr sz="29000" b="0" i="0">
                <a:solidFill>
                  <a:schemeClr val="tx1"/>
                </a:solidFill>
                <a:latin typeface="+mj-lt"/>
              </a:defRPr>
            </a:lvl1pPr>
          </a:lstStyle>
          <a:p>
            <a:pPr lvl="0"/>
            <a:r>
              <a:rPr lang="en-US" dirty="0"/>
              <a:t>##%</a:t>
            </a:r>
          </a:p>
        </p:txBody>
      </p:sp>
      <p:sp>
        <p:nvSpPr>
          <p:cNvPr id="8" name="Footer Placeholder 7">
            <a:extLst>
              <a:ext uri="{FF2B5EF4-FFF2-40B4-BE49-F238E27FC236}">
                <a16:creationId xmlns:a16="http://schemas.microsoft.com/office/drawing/2014/main" id="{39630980-B18C-8908-620F-92115D408AC1}"/>
              </a:ext>
            </a:extLst>
          </p:cNvPr>
          <p:cNvSpPr>
            <a:spLocks noGrp="1"/>
          </p:cNvSpPr>
          <p:nvPr>
            <p:ph type="ftr" sz="quarter" idx="15"/>
          </p:nvPr>
        </p:nvSpPr>
        <p:spPr/>
        <p:txBody>
          <a:bodyPr/>
          <a:lstStyle/>
          <a:p>
            <a:r>
              <a:rPr lang="en-US"/>
              <a:t>Footer</a:t>
            </a:r>
            <a:endParaRPr lang="en-US" dirty="0"/>
          </a:p>
        </p:txBody>
      </p:sp>
      <p:sp>
        <p:nvSpPr>
          <p:cNvPr id="6" name="Date Placeholder 5">
            <a:extLst>
              <a:ext uri="{FF2B5EF4-FFF2-40B4-BE49-F238E27FC236}">
                <a16:creationId xmlns:a16="http://schemas.microsoft.com/office/drawing/2014/main" id="{63AC3F74-8C16-E904-899B-62DB4A46475C}"/>
              </a:ext>
            </a:extLst>
          </p:cNvPr>
          <p:cNvSpPr>
            <a:spLocks noGrp="1"/>
          </p:cNvSpPr>
          <p:nvPr>
            <p:ph type="dt" sz="half" idx="14"/>
          </p:nvPr>
        </p:nvSpPr>
        <p:spPr/>
        <p:txBody>
          <a:bodyPr/>
          <a:lstStyle/>
          <a:p>
            <a:fld id="{E413DCCC-E395-496A-8D92-6ADF450A4F6E}" type="datetime1">
              <a:rPr lang="en-US" smtClean="0"/>
              <a:t>9/1/2026</a:t>
            </a:fld>
            <a:endParaRPr lang="en-US"/>
          </a:p>
        </p:txBody>
      </p:sp>
      <p:sp>
        <p:nvSpPr>
          <p:cNvPr id="9" name="Slide Number Placeholder 8">
            <a:extLst>
              <a:ext uri="{FF2B5EF4-FFF2-40B4-BE49-F238E27FC236}">
                <a16:creationId xmlns:a16="http://schemas.microsoft.com/office/drawing/2014/main" id="{8C80692E-1664-8065-BF0B-1593F6B2BDCD}"/>
              </a:ext>
            </a:extLst>
          </p:cNvPr>
          <p:cNvSpPr>
            <a:spLocks noGrp="1"/>
          </p:cNvSpPr>
          <p:nvPr>
            <p:ph type="sldNum" sz="quarter" idx="16"/>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35334333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DF59D4-84C1-9F4C-76D0-EEA83BAA55E1}"/>
              </a:ext>
            </a:extLst>
          </p:cNvPr>
          <p:cNvSpPr>
            <a:spLocks noGrp="1"/>
          </p:cNvSpPr>
          <p:nvPr>
            <p:ph type="title"/>
          </p:nvPr>
        </p:nvSpPr>
        <p:spPr>
          <a:xfrm>
            <a:off x="4267199" y="4419601"/>
            <a:ext cx="7318247" cy="914400"/>
          </a:xfrm>
        </p:spPr>
        <p:txBody>
          <a:bodyPr/>
          <a:lstStyle>
            <a:lvl1pPr>
              <a:lnSpc>
                <a:spcPct val="110000"/>
              </a:lnSpc>
              <a:defRPr sz="2000">
                <a:latin typeface="+mn-lt"/>
              </a:defRPr>
            </a:lvl1pPr>
          </a:lstStyle>
          <a:p>
            <a:r>
              <a:rPr lang="en-US"/>
              <a:t>Click to edit Master title style</a:t>
            </a:r>
          </a:p>
        </p:txBody>
      </p:sp>
      <p:sp>
        <p:nvSpPr>
          <p:cNvPr id="12" name="Content Placeholder 11">
            <a:extLst>
              <a:ext uri="{FF2B5EF4-FFF2-40B4-BE49-F238E27FC236}">
                <a16:creationId xmlns:a16="http://schemas.microsoft.com/office/drawing/2014/main" id="{1C2566DE-6880-3A9B-18AA-092EE69AEDB1}"/>
              </a:ext>
            </a:extLst>
          </p:cNvPr>
          <p:cNvSpPr>
            <a:spLocks noGrp="1"/>
          </p:cNvSpPr>
          <p:nvPr>
            <p:ph sz="quarter" idx="17" hasCustomPrompt="1"/>
          </p:nvPr>
        </p:nvSpPr>
        <p:spPr>
          <a:xfrm>
            <a:off x="4267200" y="1143001"/>
            <a:ext cx="7315200" cy="3505200"/>
          </a:xfrm>
        </p:spPr>
        <p:txBody>
          <a:bodyPr anchor="b"/>
          <a:lstStyle>
            <a:lvl1pPr>
              <a:defRPr sz="24000">
                <a:latin typeface="+mj-lt"/>
              </a:defRPr>
            </a:lvl1pPr>
            <a:lvl5pPr>
              <a:defRPr/>
            </a:lvl5pPr>
          </a:lstStyle>
          <a:p>
            <a:pPr lvl="0"/>
            <a:r>
              <a:rPr lang="en-US" dirty="0"/>
              <a:t>##%</a:t>
            </a:r>
          </a:p>
        </p:txBody>
      </p:sp>
      <p:sp>
        <p:nvSpPr>
          <p:cNvPr id="8" name="Footer Placeholder 7">
            <a:extLst>
              <a:ext uri="{FF2B5EF4-FFF2-40B4-BE49-F238E27FC236}">
                <a16:creationId xmlns:a16="http://schemas.microsoft.com/office/drawing/2014/main" id="{86383D10-FF1B-01E8-CB62-C819178C6FEC}"/>
              </a:ext>
            </a:extLst>
          </p:cNvPr>
          <p:cNvSpPr>
            <a:spLocks noGrp="1"/>
          </p:cNvSpPr>
          <p:nvPr>
            <p:ph type="ftr" sz="quarter" idx="15"/>
          </p:nvPr>
        </p:nvSpPr>
        <p:spPr>
          <a:xfrm>
            <a:off x="4267200" y="6324600"/>
            <a:ext cx="2740154" cy="365760"/>
          </a:xfrm>
        </p:spPr>
        <p:txBody>
          <a:bodyPr/>
          <a:lstStyle/>
          <a:p>
            <a:r>
              <a:rPr lang="en-US"/>
              <a:t>Footer</a:t>
            </a:r>
            <a:endParaRPr lang="en-US" dirty="0"/>
          </a:p>
        </p:txBody>
      </p:sp>
      <p:sp>
        <p:nvSpPr>
          <p:cNvPr id="6" name="Date Placeholder 5">
            <a:extLst>
              <a:ext uri="{FF2B5EF4-FFF2-40B4-BE49-F238E27FC236}">
                <a16:creationId xmlns:a16="http://schemas.microsoft.com/office/drawing/2014/main" id="{A1263B64-CA6B-7799-881A-3AA5BFF6E468}"/>
              </a:ext>
            </a:extLst>
          </p:cNvPr>
          <p:cNvSpPr>
            <a:spLocks noGrp="1"/>
          </p:cNvSpPr>
          <p:nvPr>
            <p:ph type="dt" sz="half" idx="14"/>
          </p:nvPr>
        </p:nvSpPr>
        <p:spPr/>
        <p:txBody>
          <a:bodyPr/>
          <a:lstStyle/>
          <a:p>
            <a:fld id="{F012BE28-C0F9-4EE7-9030-B3651B014486}" type="datetime1">
              <a:rPr lang="en-US" smtClean="0"/>
              <a:t>9/1/2026</a:t>
            </a:fld>
            <a:endParaRPr lang="en-US"/>
          </a:p>
        </p:txBody>
      </p:sp>
      <p:sp>
        <p:nvSpPr>
          <p:cNvPr id="9" name="Slide Number Placeholder 8">
            <a:extLst>
              <a:ext uri="{FF2B5EF4-FFF2-40B4-BE49-F238E27FC236}">
                <a16:creationId xmlns:a16="http://schemas.microsoft.com/office/drawing/2014/main" id="{747A9DF9-0453-76C5-B4E9-75082D6A7137}"/>
              </a:ext>
            </a:extLst>
          </p:cNvPr>
          <p:cNvSpPr>
            <a:spLocks noGrp="1"/>
          </p:cNvSpPr>
          <p:nvPr>
            <p:ph type="sldNum" sz="quarter" idx="16"/>
          </p:nvPr>
        </p:nvSpPr>
        <p:spPr/>
        <p:txBody>
          <a:bodyPr/>
          <a:lstStyle/>
          <a:p>
            <a:fld id="{FD550D4C-7310-48EB-AB4A-11C1BDEC928F}" type="slidenum">
              <a:rPr lang="en-US" smtClean="0"/>
              <a:pPr/>
              <a:t>‹#›</a:t>
            </a:fld>
            <a:endParaRPr lang="en-US"/>
          </a:p>
        </p:txBody>
      </p:sp>
      <p:pic>
        <p:nvPicPr>
          <p:cNvPr id="10" name="Picture 9" descr="A black and grey dot pattern&#10;&#10;AI-generated content may be incorrect.">
            <a:extLst>
              <a:ext uri="{FF2B5EF4-FFF2-40B4-BE49-F238E27FC236}">
                <a16:creationId xmlns:a16="http://schemas.microsoft.com/office/drawing/2014/main" id="{7BC865C6-B341-1AC4-4143-1126E3EE04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365264" cy="6858000"/>
          </a:xfrm>
          <a:prstGeom prst="rect">
            <a:avLst/>
          </a:prstGeom>
        </p:spPr>
      </p:pic>
    </p:spTree>
    <p:extLst>
      <p:ext uri="{BB962C8B-B14F-4D97-AF65-F5344CB8AC3E}">
        <p14:creationId xmlns:p14="http://schemas.microsoft.com/office/powerpoint/2010/main" val="338936306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tatement">
    <p:bg>
      <p:bgPr>
        <a:solidFill>
          <a:schemeClr val="bg2"/>
        </a:solidFill>
        <a:effectLst/>
      </p:bgPr>
    </p:bg>
    <p:spTree>
      <p:nvGrpSpPr>
        <p:cNvPr id="1" name=""/>
        <p:cNvGrpSpPr/>
        <p:nvPr/>
      </p:nvGrpSpPr>
      <p:grpSpPr>
        <a:xfrm>
          <a:off x="0" y="0"/>
          <a:ext cx="0" cy="0"/>
          <a:chOff x="0" y="0"/>
          <a:chExt cx="0" cy="0"/>
        </a:xfrm>
      </p:grpSpPr>
      <p:pic>
        <p:nvPicPr>
          <p:cNvPr id="2" name="Picture 1" descr="A black and white dotted background&#10;&#10;AI-generated content may be incorrect.">
            <a:extLst>
              <a:ext uri="{FF2B5EF4-FFF2-40B4-BE49-F238E27FC236}">
                <a16:creationId xmlns:a16="http://schemas.microsoft.com/office/drawing/2014/main" id="{83CA53B7-A9F5-8454-77D4-7CEBA0CC1649}"/>
              </a:ext>
            </a:extLst>
          </p:cNvPr>
          <p:cNvPicPr>
            <a:picLocks noChangeAspect="1"/>
          </p:cNvPicPr>
          <p:nvPr userDrawn="1"/>
        </p:nvPicPr>
        <p:blipFill>
          <a:blip r:embed="rId2">
            <a:extLst>
              <a:ext uri="{28A0092B-C50C-407E-A947-70E740481C1C}">
                <a14:useLocalDpi xmlns:a14="http://schemas.microsoft.com/office/drawing/2010/main" val="0"/>
              </a:ext>
            </a:extLst>
          </a:blip>
          <a:srcRect l="92" r="92"/>
          <a:stretch>
            <a:fillRect/>
          </a:stretch>
        </p:blipFill>
        <p:spPr>
          <a:xfrm flipH="1">
            <a:off x="1" y="0"/>
            <a:ext cx="12192000" cy="6858000"/>
          </a:xfrm>
          <a:prstGeom prst="rect">
            <a:avLst/>
          </a:prstGeom>
        </p:spPr>
      </p:pic>
      <p:sp>
        <p:nvSpPr>
          <p:cNvPr id="5" name="Title 1">
            <a:extLst>
              <a:ext uri="{FF2B5EF4-FFF2-40B4-BE49-F238E27FC236}">
                <a16:creationId xmlns:a16="http://schemas.microsoft.com/office/drawing/2014/main" id="{7947A4DD-A2C6-1C09-87A4-EF6CE17FE587}"/>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19" name="Content Placeholder 6">
            <a:extLst>
              <a:ext uri="{FF2B5EF4-FFF2-40B4-BE49-F238E27FC236}">
                <a16:creationId xmlns:a16="http://schemas.microsoft.com/office/drawing/2014/main" id="{F1A2FF02-E01C-DC03-AE4A-BBB5D63E71BD}"/>
              </a:ext>
            </a:extLst>
          </p:cNvPr>
          <p:cNvSpPr>
            <a:spLocks noGrp="1"/>
          </p:cNvSpPr>
          <p:nvPr>
            <p:ph sz="quarter" idx="17" hasCustomPrompt="1"/>
          </p:nvPr>
        </p:nvSpPr>
        <p:spPr>
          <a:xfrm>
            <a:off x="1524000" y="708102"/>
            <a:ext cx="9144000" cy="5486400"/>
          </a:xfrm>
        </p:spPr>
        <p:txBody>
          <a:bodyPr anchor="ctr">
            <a:normAutofit/>
          </a:bodyPr>
          <a:lstStyle>
            <a:lvl1pPr marL="0" indent="0" algn="ctr">
              <a:lnSpc>
                <a:spcPct val="90000"/>
              </a:lnSpc>
              <a:buNone/>
              <a:defRPr sz="6600" b="0" i="0">
                <a:latin typeface="+mj-lt"/>
                <a:ea typeface="Roboto Light" panose="02000000000000000000" pitchFamily="2" charset="0"/>
              </a:defRPr>
            </a:lvl1pPr>
            <a:lvl2pPr marL="228600" indent="0" algn="ctr">
              <a:lnSpc>
                <a:spcPct val="90000"/>
              </a:lnSpc>
              <a:buNone/>
              <a:defRPr sz="6600" b="0" i="0">
                <a:latin typeface="+mj-lt"/>
                <a:ea typeface="Roboto Light" panose="02000000000000000000" pitchFamily="2" charset="0"/>
              </a:defRPr>
            </a:lvl2pPr>
            <a:lvl3pPr marL="457200" indent="0" algn="ctr">
              <a:lnSpc>
                <a:spcPct val="90000"/>
              </a:lnSpc>
              <a:buNone/>
              <a:defRPr sz="6600" b="0" i="0">
                <a:latin typeface="+mj-lt"/>
                <a:ea typeface="Roboto Light" panose="02000000000000000000" pitchFamily="2" charset="0"/>
              </a:defRPr>
            </a:lvl3pPr>
            <a:lvl4pPr marL="685800" indent="0" algn="ctr">
              <a:lnSpc>
                <a:spcPct val="90000"/>
              </a:lnSpc>
              <a:buNone/>
              <a:defRPr sz="6600" b="0" i="0">
                <a:latin typeface="+mj-lt"/>
                <a:ea typeface="Roboto Light" panose="02000000000000000000" pitchFamily="2" charset="0"/>
              </a:defRPr>
            </a:lvl4pPr>
            <a:lvl5pPr marL="914400" indent="0" algn="ctr">
              <a:lnSpc>
                <a:spcPct val="90000"/>
              </a:lnSpc>
              <a:buNone/>
              <a:defRPr sz="6600" b="0" i="0">
                <a:latin typeface="+mj-lt"/>
                <a:ea typeface="Roboto Light" panose="02000000000000000000" pitchFamily="2"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14">
            <a:extLst>
              <a:ext uri="{FF2B5EF4-FFF2-40B4-BE49-F238E27FC236}">
                <a16:creationId xmlns:a16="http://schemas.microsoft.com/office/drawing/2014/main" id="{F9CD8591-97F0-B6D9-529B-D7B28DB39C9F}"/>
              </a:ext>
            </a:extLst>
          </p:cNvPr>
          <p:cNvSpPr>
            <a:spLocks noGrp="1"/>
          </p:cNvSpPr>
          <p:nvPr>
            <p:ph type="ftr" sz="quarter" idx="15"/>
          </p:nvPr>
        </p:nvSpPr>
        <p:spPr/>
        <p:txBody>
          <a:bodyPr/>
          <a:lstStyle/>
          <a:p>
            <a:r>
              <a:rPr lang="en-US"/>
              <a:t>Footer</a:t>
            </a:r>
            <a:endParaRPr lang="en-US" spc="50" dirty="0"/>
          </a:p>
        </p:txBody>
      </p:sp>
      <p:sp>
        <p:nvSpPr>
          <p:cNvPr id="14" name="Date Placeholder 13">
            <a:extLst>
              <a:ext uri="{FF2B5EF4-FFF2-40B4-BE49-F238E27FC236}">
                <a16:creationId xmlns:a16="http://schemas.microsoft.com/office/drawing/2014/main" id="{BA9F3EC3-64D7-6BC1-D266-7FA548864E41}"/>
              </a:ext>
            </a:extLst>
          </p:cNvPr>
          <p:cNvSpPr>
            <a:spLocks noGrp="1"/>
          </p:cNvSpPr>
          <p:nvPr>
            <p:ph type="dt" sz="half" idx="14"/>
          </p:nvPr>
        </p:nvSpPr>
        <p:spPr/>
        <p:txBody>
          <a:bodyPr/>
          <a:lstStyle/>
          <a:p>
            <a:fld id="{58C261DC-9392-4A26-9CD5-3BF117989A1A}" type="datetime1">
              <a:rPr lang="en-US" smtClean="0"/>
              <a:t>9/1/2026</a:t>
            </a:fld>
            <a:endParaRPr lang="en-US" spc="50"/>
          </a:p>
        </p:txBody>
      </p:sp>
      <p:sp>
        <p:nvSpPr>
          <p:cNvPr id="16" name="Slide Number Placeholder 15">
            <a:extLst>
              <a:ext uri="{FF2B5EF4-FFF2-40B4-BE49-F238E27FC236}">
                <a16:creationId xmlns:a16="http://schemas.microsoft.com/office/drawing/2014/main" id="{BC604E0B-2890-F436-EE3A-7E81D2A89583}"/>
              </a:ext>
            </a:extLst>
          </p:cNvPr>
          <p:cNvSpPr>
            <a:spLocks noGrp="1"/>
          </p:cNvSpPr>
          <p:nvPr>
            <p:ph type="sldNum" sz="quarter" idx="16"/>
          </p:nvPr>
        </p:nvSpPr>
        <p:spPr/>
        <p:txBody>
          <a:bodyPr/>
          <a:lstStyle/>
          <a:p>
            <a:fld id="{FD550D4C-7310-48EB-AB4A-11C1BDEC928F}" type="slidenum">
              <a:rPr lang="en-US" smtClean="0"/>
              <a:pPr/>
              <a:t>‹#›</a:t>
            </a:fld>
            <a:endParaRPr lang="en-US" spc="50"/>
          </a:p>
        </p:txBody>
      </p:sp>
    </p:spTree>
    <p:extLst>
      <p:ext uri="{BB962C8B-B14F-4D97-AF65-F5344CB8AC3E}">
        <p14:creationId xmlns:p14="http://schemas.microsoft.com/office/powerpoint/2010/main" val="2581157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tatement 2">
    <p:bg>
      <p:bgRef idx="1001">
        <a:schemeClr val="bg2"/>
      </p:bgRef>
    </p:bg>
    <p:spTree>
      <p:nvGrpSpPr>
        <p:cNvPr id="1" name=""/>
        <p:cNvGrpSpPr/>
        <p:nvPr/>
      </p:nvGrpSpPr>
      <p:grpSpPr>
        <a:xfrm>
          <a:off x="0" y="0"/>
          <a:ext cx="0" cy="0"/>
          <a:chOff x="0" y="0"/>
          <a:chExt cx="0" cy="0"/>
        </a:xfrm>
      </p:grpSpPr>
      <p:pic>
        <p:nvPicPr>
          <p:cNvPr id="3" name="Picture 2" descr="A black and grey dot pattern&#10;&#10;AI-generated content may be incorrect.">
            <a:extLst>
              <a:ext uri="{FF2B5EF4-FFF2-40B4-BE49-F238E27FC236}">
                <a16:creationId xmlns:a16="http://schemas.microsoft.com/office/drawing/2014/main" id="{05193777-B9B8-6387-2562-1062ECFB48AC}"/>
              </a:ext>
            </a:extLst>
          </p:cNvPr>
          <p:cNvPicPr>
            <a:picLocks noChangeAspect="1"/>
          </p:cNvPicPr>
          <p:nvPr userDrawn="1"/>
        </p:nvPicPr>
        <p:blipFill>
          <a:blip r:embed="rId2">
            <a:extLst>
              <a:ext uri="{28A0092B-C50C-407E-A947-70E740481C1C}">
                <a14:useLocalDpi xmlns:a14="http://schemas.microsoft.com/office/drawing/2010/main" val="0"/>
              </a:ext>
            </a:extLst>
          </a:blip>
          <a:srcRect l="12739" r="13624"/>
          <a:stretch>
            <a:fillRect/>
          </a:stretch>
        </p:blipFill>
        <p:spPr>
          <a:xfrm flipH="1">
            <a:off x="9713942" y="0"/>
            <a:ext cx="2478058"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B4326C21-7638-7C77-12C8-3612E6953802}"/>
              </a:ext>
            </a:extLst>
          </p:cNvPr>
          <p:cNvSpPr>
            <a:spLocks noGrp="1"/>
          </p:cNvSpPr>
          <p:nvPr>
            <p:ph sz="quarter" idx="21" hasCustomPrompt="1"/>
          </p:nvPr>
        </p:nvSpPr>
        <p:spPr>
          <a:xfrm>
            <a:off x="612649" y="685798"/>
            <a:ext cx="7772400" cy="5029199"/>
          </a:xfrm>
        </p:spPr>
        <p:txBody>
          <a:bodyPr anchor="t"/>
          <a:lstStyle>
            <a:lvl1pPr>
              <a:lnSpc>
                <a:spcPct val="90000"/>
              </a:lnSpc>
              <a:defRPr sz="5800">
                <a:latin typeface="+mj-lt"/>
              </a:defRPr>
            </a:lvl1pPr>
            <a:lvl2pPr>
              <a:lnSpc>
                <a:spcPct val="90000"/>
              </a:lnSpc>
              <a:defRPr sz="5800">
                <a:latin typeface="+mj-lt"/>
              </a:defRPr>
            </a:lvl2pPr>
            <a:lvl3pPr>
              <a:lnSpc>
                <a:spcPct val="90000"/>
              </a:lnSpc>
              <a:defRPr sz="5800">
                <a:latin typeface="+mj-lt"/>
              </a:defRPr>
            </a:lvl3pPr>
            <a:lvl4pPr>
              <a:lnSpc>
                <a:spcPct val="90000"/>
              </a:lnSpc>
              <a:defRPr sz="5800">
                <a:latin typeface="+mj-lt"/>
              </a:defRPr>
            </a:lvl4pPr>
            <a:lvl5pPr>
              <a:lnSpc>
                <a:spcPct val="90000"/>
              </a:lnSpc>
              <a:defRPr sz="580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4A03485E-C416-9DF3-107A-ABCB7740E197}"/>
              </a:ext>
            </a:extLst>
          </p:cNvPr>
          <p:cNvSpPr>
            <a:spLocks noGrp="1"/>
          </p:cNvSpPr>
          <p:nvPr>
            <p:ph type="ftr" sz="quarter" idx="19"/>
          </p:nvPr>
        </p:nvSpPr>
        <p:spPr/>
        <p:txBody>
          <a:bodyPr/>
          <a:lstStyle/>
          <a:p>
            <a:r>
              <a:rPr lang="en-US"/>
              <a:t>Footer</a:t>
            </a:r>
            <a:endParaRPr lang="en-US" dirty="0">
              <a:latin typeface="Bierstadt" panose="020B0004020202020204" pitchFamily="34" charset="0"/>
            </a:endParaRPr>
          </a:p>
        </p:txBody>
      </p:sp>
      <p:sp>
        <p:nvSpPr>
          <p:cNvPr id="8" name="Date Placeholder 7">
            <a:extLst>
              <a:ext uri="{FF2B5EF4-FFF2-40B4-BE49-F238E27FC236}">
                <a16:creationId xmlns:a16="http://schemas.microsoft.com/office/drawing/2014/main" id="{DF9225FA-835C-ECA1-6B03-C2B3072FB7A7}"/>
              </a:ext>
            </a:extLst>
          </p:cNvPr>
          <p:cNvSpPr>
            <a:spLocks noGrp="1"/>
          </p:cNvSpPr>
          <p:nvPr>
            <p:ph type="dt" sz="half" idx="18"/>
          </p:nvPr>
        </p:nvSpPr>
        <p:spPr>
          <a:xfrm>
            <a:off x="6096000" y="6324600"/>
            <a:ext cx="2316052" cy="365760"/>
          </a:xfrm>
        </p:spPr>
        <p:txBody>
          <a:bodyPr/>
          <a:lstStyle/>
          <a:p>
            <a:fld id="{1826C0E7-372D-46C1-9317-57A6920A372C}" type="datetime1">
              <a:rPr lang="en-US" smtClean="0"/>
              <a:t>9/1/2026</a:t>
            </a:fld>
            <a:endParaRPr lang="en-US" dirty="0">
              <a:latin typeface="Bierstadt" panose="020B0004020202020204" pitchFamily="34" charset="0"/>
            </a:endParaRPr>
          </a:p>
        </p:txBody>
      </p:sp>
      <p:sp>
        <p:nvSpPr>
          <p:cNvPr id="12" name="Slide Number Placeholder 11">
            <a:extLst>
              <a:ext uri="{FF2B5EF4-FFF2-40B4-BE49-F238E27FC236}">
                <a16:creationId xmlns:a16="http://schemas.microsoft.com/office/drawing/2014/main" id="{6EE2E308-6A98-3632-ADDB-FF0EA656D942}"/>
              </a:ext>
            </a:extLst>
          </p:cNvPr>
          <p:cNvSpPr>
            <a:spLocks noGrp="1"/>
          </p:cNvSpPr>
          <p:nvPr>
            <p:ph type="sldNum" sz="quarter" idx="20"/>
          </p:nvPr>
        </p:nvSpPr>
        <p:spPr>
          <a:xfrm>
            <a:off x="8412052" y="6324600"/>
            <a:ext cx="427148" cy="365760"/>
          </a:xfrm>
        </p:spPr>
        <p:txBody>
          <a:bodyPr/>
          <a:lstStyle/>
          <a:p>
            <a:fld id="{FD550D4C-7310-48EB-AB4A-11C1BDEC928F}" type="slidenum">
              <a:rPr lang="en-US" smtClean="0"/>
              <a:pPr/>
              <a:t>‹#›</a:t>
            </a:fld>
            <a:endParaRPr lang="en-US">
              <a:latin typeface="Bierstadt" panose="020B0004020202020204" pitchFamily="34" charset="0"/>
            </a:endParaRPr>
          </a:p>
        </p:txBody>
      </p:sp>
    </p:spTree>
    <p:extLst>
      <p:ext uri="{BB962C8B-B14F-4D97-AF65-F5344CB8AC3E}">
        <p14:creationId xmlns:p14="http://schemas.microsoft.com/office/powerpoint/2010/main" val="2462388226"/>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tatement 3">
    <p:bg>
      <p:bgRef idx="1001">
        <a:schemeClr val="bg2"/>
      </p:bgRef>
    </p:bg>
    <p:spTree>
      <p:nvGrpSpPr>
        <p:cNvPr id="1" name=""/>
        <p:cNvGrpSpPr/>
        <p:nvPr/>
      </p:nvGrpSpPr>
      <p:grpSpPr>
        <a:xfrm>
          <a:off x="0" y="0"/>
          <a:ext cx="0" cy="0"/>
          <a:chOff x="0" y="0"/>
          <a:chExt cx="0" cy="0"/>
        </a:xfrm>
      </p:grpSpPr>
      <p:pic>
        <p:nvPicPr>
          <p:cNvPr id="5" name="Picture 4" descr="A black and orange border&#10;&#10;AI-generated content may be incorrect.">
            <a:extLst>
              <a:ext uri="{FF2B5EF4-FFF2-40B4-BE49-F238E27FC236}">
                <a16:creationId xmlns:a16="http://schemas.microsoft.com/office/drawing/2014/main" id="{9D582707-A7B8-AAE2-0851-F3938D7FA1A6}"/>
              </a:ext>
            </a:extLst>
          </p:cNvPr>
          <p:cNvPicPr>
            <a:picLocks noChangeAspect="1"/>
          </p:cNvPicPr>
          <p:nvPr userDrawn="1"/>
        </p:nvPicPr>
        <p:blipFill>
          <a:blip r:embed="rId2">
            <a:extLst>
              <a:ext uri="{28A0092B-C50C-407E-A947-70E740481C1C}">
                <a14:useLocalDpi xmlns:a14="http://schemas.microsoft.com/office/drawing/2010/main" val="0"/>
              </a:ext>
            </a:extLst>
          </a:blip>
          <a:srcRect l="92" r="92"/>
          <a:stretch>
            <a:fillRect/>
          </a:stretch>
        </p:blipFill>
        <p:spPr>
          <a:xfrm flipH="1">
            <a:off x="0" y="0"/>
            <a:ext cx="12192000" cy="6858000"/>
          </a:xfrm>
          <a:prstGeom prst="rect">
            <a:avLst/>
          </a:prstGeom>
        </p:spPr>
      </p:pic>
      <p:sp>
        <p:nvSpPr>
          <p:cNvPr id="3" name="Title 1">
            <a:extLst>
              <a:ext uri="{FF2B5EF4-FFF2-40B4-BE49-F238E27FC236}">
                <a16:creationId xmlns:a16="http://schemas.microsoft.com/office/drawing/2014/main" id="{F2B277D4-AD29-FCC6-61F0-1CD012208600}"/>
              </a:ext>
            </a:extLst>
          </p:cNvPr>
          <p:cNvSpPr>
            <a:spLocks noGrp="1"/>
          </p:cNvSpPr>
          <p:nvPr>
            <p:ph type="title"/>
          </p:nvPr>
        </p:nvSpPr>
        <p:spPr>
          <a:xfrm>
            <a:off x="612648" y="-1133856"/>
            <a:ext cx="10652760" cy="914400"/>
          </a:xfrm>
        </p:spPr>
        <p:txBody>
          <a:bodyPr/>
          <a:lstStyle>
            <a:lvl1pPr>
              <a:defRPr>
                <a:solidFill>
                  <a:schemeClr val="tx2"/>
                </a:solidFill>
                <a:latin typeface="+mj-lt"/>
              </a:defRPr>
            </a:lvl1pPr>
          </a:lstStyle>
          <a:p>
            <a:r>
              <a:rPr lang="en-US"/>
              <a:t>Click to edit Master title style</a:t>
            </a:r>
            <a:endParaRPr lang="en-US" dirty="0"/>
          </a:p>
        </p:txBody>
      </p:sp>
      <p:sp>
        <p:nvSpPr>
          <p:cNvPr id="4" name="Content Placeholder 4">
            <a:extLst>
              <a:ext uri="{FF2B5EF4-FFF2-40B4-BE49-F238E27FC236}">
                <a16:creationId xmlns:a16="http://schemas.microsoft.com/office/drawing/2014/main" id="{8704B99C-8DCC-0A86-0D3A-C2B415984BD1}"/>
              </a:ext>
            </a:extLst>
          </p:cNvPr>
          <p:cNvSpPr>
            <a:spLocks noGrp="1"/>
          </p:cNvSpPr>
          <p:nvPr>
            <p:ph sz="quarter" idx="17" hasCustomPrompt="1"/>
          </p:nvPr>
        </p:nvSpPr>
        <p:spPr>
          <a:xfrm>
            <a:off x="1066801" y="1295400"/>
            <a:ext cx="8686800" cy="4114800"/>
          </a:xfrm>
        </p:spPr>
        <p:txBody>
          <a:bodyPr anchor="ctr"/>
          <a:lstStyle>
            <a:lvl1pPr>
              <a:lnSpc>
                <a:spcPct val="90000"/>
              </a:lnSpc>
              <a:defRPr sz="5600">
                <a:latin typeface="+mj-lt"/>
              </a:defRPr>
            </a:lvl1pPr>
            <a:lvl2pPr>
              <a:lnSpc>
                <a:spcPct val="90000"/>
              </a:lnSpc>
              <a:defRPr sz="5600">
                <a:latin typeface="+mj-lt"/>
              </a:defRPr>
            </a:lvl2pPr>
            <a:lvl3pPr>
              <a:lnSpc>
                <a:spcPct val="90000"/>
              </a:lnSpc>
              <a:defRPr sz="5600">
                <a:latin typeface="+mj-lt"/>
              </a:defRPr>
            </a:lvl3pPr>
            <a:lvl4pPr>
              <a:lnSpc>
                <a:spcPct val="90000"/>
              </a:lnSpc>
              <a:defRPr sz="5600">
                <a:latin typeface="+mj-lt"/>
              </a:defRPr>
            </a:lvl4pPr>
            <a:lvl5pPr>
              <a:lnSpc>
                <a:spcPct val="90000"/>
              </a:lnSpc>
              <a:defRPr sz="560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10">
            <a:extLst>
              <a:ext uri="{FF2B5EF4-FFF2-40B4-BE49-F238E27FC236}">
                <a16:creationId xmlns:a16="http://schemas.microsoft.com/office/drawing/2014/main" id="{5E1BEAE8-8E45-E594-E346-0E6C21EAD5F7}"/>
              </a:ext>
            </a:extLst>
          </p:cNvPr>
          <p:cNvSpPr>
            <a:spLocks noGrp="1"/>
          </p:cNvSpPr>
          <p:nvPr>
            <p:ph type="ftr" sz="quarter" idx="15"/>
          </p:nvPr>
        </p:nvSpPr>
        <p:spPr>
          <a:xfrm>
            <a:off x="1066800" y="5638800"/>
            <a:ext cx="2740154" cy="365760"/>
          </a:xfrm>
        </p:spPr>
        <p:txBody>
          <a:bodyPr/>
          <a:lstStyle/>
          <a:p>
            <a:r>
              <a:rPr lang="en-US"/>
              <a:t>Footer</a:t>
            </a:r>
            <a:endParaRPr lang="en-US" dirty="0"/>
          </a:p>
        </p:txBody>
      </p:sp>
      <p:sp>
        <p:nvSpPr>
          <p:cNvPr id="18" name="Date Placeholder 9">
            <a:extLst>
              <a:ext uri="{FF2B5EF4-FFF2-40B4-BE49-F238E27FC236}">
                <a16:creationId xmlns:a16="http://schemas.microsoft.com/office/drawing/2014/main" id="{1F2568F0-248D-B4BF-6F65-82D5B6E544EF}"/>
              </a:ext>
            </a:extLst>
          </p:cNvPr>
          <p:cNvSpPr>
            <a:spLocks noGrp="1"/>
          </p:cNvSpPr>
          <p:nvPr>
            <p:ph type="dt" sz="half" idx="14"/>
          </p:nvPr>
        </p:nvSpPr>
        <p:spPr>
          <a:xfrm>
            <a:off x="8385048" y="5638800"/>
            <a:ext cx="2316052" cy="365760"/>
          </a:xfrm>
        </p:spPr>
        <p:txBody>
          <a:bodyPr/>
          <a:lstStyle/>
          <a:p>
            <a:fld id="{4983C6A8-54CB-41D1-A089-3AFED481F6EC}" type="datetime1">
              <a:rPr lang="en-US" smtClean="0"/>
              <a:t>9/1/2026</a:t>
            </a:fld>
            <a:endParaRPr lang="en-US" dirty="0"/>
          </a:p>
        </p:txBody>
      </p:sp>
      <p:sp>
        <p:nvSpPr>
          <p:cNvPr id="20" name="Slide Number Placeholder 11">
            <a:extLst>
              <a:ext uri="{FF2B5EF4-FFF2-40B4-BE49-F238E27FC236}">
                <a16:creationId xmlns:a16="http://schemas.microsoft.com/office/drawing/2014/main" id="{4F996A72-EDA1-7529-29B1-D56C43314148}"/>
              </a:ext>
            </a:extLst>
          </p:cNvPr>
          <p:cNvSpPr>
            <a:spLocks noGrp="1"/>
          </p:cNvSpPr>
          <p:nvPr>
            <p:ph type="sldNum" sz="quarter" idx="16"/>
          </p:nvPr>
        </p:nvSpPr>
        <p:spPr>
          <a:xfrm>
            <a:off x="10701100" y="5638800"/>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58217122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tatement 4">
    <p:spTree>
      <p:nvGrpSpPr>
        <p:cNvPr id="1" name=""/>
        <p:cNvGrpSpPr/>
        <p:nvPr/>
      </p:nvGrpSpPr>
      <p:grpSpPr>
        <a:xfrm>
          <a:off x="0" y="0"/>
          <a:ext cx="0" cy="0"/>
          <a:chOff x="0" y="0"/>
          <a:chExt cx="0" cy="0"/>
        </a:xfrm>
      </p:grpSpPr>
      <p:pic>
        <p:nvPicPr>
          <p:cNvPr id="7" name="Picture 6" descr="A black rectangular frame with a black border&#10;&#10;AI-generated content may be incorrect.">
            <a:extLst>
              <a:ext uri="{FF2B5EF4-FFF2-40B4-BE49-F238E27FC236}">
                <a16:creationId xmlns:a16="http://schemas.microsoft.com/office/drawing/2014/main" id="{E4EEFA0C-6B33-D1E1-AD8F-5427BA2D23B7}"/>
              </a:ext>
            </a:extLst>
          </p:cNvPr>
          <p:cNvPicPr>
            <a:picLocks noChangeAspect="1"/>
          </p:cNvPicPr>
          <p:nvPr userDrawn="1"/>
        </p:nvPicPr>
        <p:blipFill>
          <a:blip r:embed="rId2">
            <a:extLst>
              <a:ext uri="{28A0092B-C50C-407E-A947-70E740481C1C}">
                <a14:useLocalDpi xmlns:a14="http://schemas.microsoft.com/office/drawing/2010/main" val="0"/>
              </a:ext>
            </a:extLst>
          </a:blip>
          <a:srcRect l="92" r="92"/>
          <a:stretch>
            <a:fillRect/>
          </a:stretch>
        </p:blipFill>
        <p:spPr>
          <a:xfrm>
            <a:off x="-1" y="0"/>
            <a:ext cx="12192001" cy="6858000"/>
          </a:xfrm>
          <a:prstGeom prst="rect">
            <a:avLst/>
          </a:prstGeom>
        </p:spPr>
      </p:pic>
      <p:sp>
        <p:nvSpPr>
          <p:cNvPr id="3" name="Title 1">
            <a:extLst>
              <a:ext uri="{FF2B5EF4-FFF2-40B4-BE49-F238E27FC236}">
                <a16:creationId xmlns:a16="http://schemas.microsoft.com/office/drawing/2014/main" id="{2A67C19E-DAE7-BA43-46B0-3F466F5B5974}"/>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14" name="Content Placeholder 6">
            <a:extLst>
              <a:ext uri="{FF2B5EF4-FFF2-40B4-BE49-F238E27FC236}">
                <a16:creationId xmlns:a16="http://schemas.microsoft.com/office/drawing/2014/main" id="{58C50C6E-9FBE-8648-0105-7AF171E3E8E0}"/>
              </a:ext>
            </a:extLst>
          </p:cNvPr>
          <p:cNvSpPr>
            <a:spLocks noGrp="1"/>
          </p:cNvSpPr>
          <p:nvPr>
            <p:ph sz="quarter" idx="17" hasCustomPrompt="1"/>
          </p:nvPr>
        </p:nvSpPr>
        <p:spPr>
          <a:xfrm>
            <a:off x="2095500" y="1117600"/>
            <a:ext cx="8001000" cy="4526280"/>
          </a:xfrm>
        </p:spPr>
        <p:txBody>
          <a:bodyPr anchor="ctr">
            <a:normAutofit/>
          </a:bodyPr>
          <a:lstStyle>
            <a:lvl1pPr marL="0" indent="0" algn="ctr">
              <a:lnSpc>
                <a:spcPct val="90000"/>
              </a:lnSpc>
              <a:buNone/>
              <a:defRPr sz="5800" b="0" i="0">
                <a:latin typeface="+mj-lt"/>
                <a:ea typeface="Roboto Light" panose="02000000000000000000" pitchFamily="2" charset="0"/>
              </a:defRPr>
            </a:lvl1pPr>
            <a:lvl2pPr marL="228600" indent="0" algn="ctr">
              <a:lnSpc>
                <a:spcPct val="90000"/>
              </a:lnSpc>
              <a:buNone/>
              <a:defRPr sz="5800" b="0" i="0">
                <a:latin typeface="+mj-lt"/>
                <a:ea typeface="Roboto Light" panose="02000000000000000000" pitchFamily="2" charset="0"/>
              </a:defRPr>
            </a:lvl2pPr>
            <a:lvl3pPr marL="457200" indent="0" algn="ctr">
              <a:lnSpc>
                <a:spcPct val="90000"/>
              </a:lnSpc>
              <a:buNone/>
              <a:defRPr sz="5800" b="0" i="0">
                <a:latin typeface="+mj-lt"/>
                <a:ea typeface="Roboto Light" panose="02000000000000000000" pitchFamily="2" charset="0"/>
              </a:defRPr>
            </a:lvl3pPr>
            <a:lvl4pPr marL="685800" indent="0" algn="ctr">
              <a:lnSpc>
                <a:spcPct val="90000"/>
              </a:lnSpc>
              <a:buNone/>
              <a:defRPr sz="5800" b="0" i="0">
                <a:latin typeface="+mj-lt"/>
                <a:ea typeface="Roboto Light" panose="02000000000000000000" pitchFamily="2" charset="0"/>
              </a:defRPr>
            </a:lvl4pPr>
            <a:lvl5pPr marL="914400" indent="0" algn="ctr">
              <a:lnSpc>
                <a:spcPct val="90000"/>
              </a:lnSpc>
              <a:buNone/>
              <a:defRPr sz="5800" b="0" i="0">
                <a:latin typeface="+mj-lt"/>
                <a:ea typeface="Roboto Light" panose="02000000000000000000" pitchFamily="2"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Footer Placeholder 10">
            <a:extLst>
              <a:ext uri="{FF2B5EF4-FFF2-40B4-BE49-F238E27FC236}">
                <a16:creationId xmlns:a16="http://schemas.microsoft.com/office/drawing/2014/main" id="{AEEC59E6-F6D6-0D4C-E1B6-6A85ED15A83E}"/>
              </a:ext>
            </a:extLst>
          </p:cNvPr>
          <p:cNvSpPr>
            <a:spLocks noGrp="1"/>
          </p:cNvSpPr>
          <p:nvPr>
            <p:ph type="ftr" sz="quarter" idx="15"/>
          </p:nvPr>
        </p:nvSpPr>
        <p:spPr>
          <a:xfrm>
            <a:off x="1066800" y="5638800"/>
            <a:ext cx="2740154" cy="365760"/>
          </a:xfrm>
        </p:spPr>
        <p:txBody>
          <a:bodyPr/>
          <a:lstStyle/>
          <a:p>
            <a:r>
              <a:rPr lang="en-US" dirty="0"/>
              <a:t>Footer</a:t>
            </a:r>
          </a:p>
        </p:txBody>
      </p:sp>
      <p:sp>
        <p:nvSpPr>
          <p:cNvPr id="19" name="Date Placeholder 9">
            <a:extLst>
              <a:ext uri="{FF2B5EF4-FFF2-40B4-BE49-F238E27FC236}">
                <a16:creationId xmlns:a16="http://schemas.microsoft.com/office/drawing/2014/main" id="{2FAD2233-9A0E-21C0-12D2-49BB21605BF8}"/>
              </a:ext>
            </a:extLst>
          </p:cNvPr>
          <p:cNvSpPr>
            <a:spLocks noGrp="1"/>
          </p:cNvSpPr>
          <p:nvPr>
            <p:ph type="dt" sz="half" idx="14"/>
          </p:nvPr>
        </p:nvSpPr>
        <p:spPr>
          <a:xfrm>
            <a:off x="8385048" y="5638800"/>
            <a:ext cx="2316052" cy="365760"/>
          </a:xfrm>
        </p:spPr>
        <p:txBody>
          <a:bodyPr/>
          <a:lstStyle/>
          <a:p>
            <a:fld id="{FBAD4BDD-5338-427B-97DB-ACD8F44C83B4}" type="datetime1">
              <a:rPr lang="en-US" smtClean="0"/>
              <a:t>9/1/2026</a:t>
            </a:fld>
            <a:endParaRPr lang="en-US" dirty="0"/>
          </a:p>
        </p:txBody>
      </p:sp>
      <p:sp>
        <p:nvSpPr>
          <p:cNvPr id="21" name="Slide Number Placeholder 11">
            <a:extLst>
              <a:ext uri="{FF2B5EF4-FFF2-40B4-BE49-F238E27FC236}">
                <a16:creationId xmlns:a16="http://schemas.microsoft.com/office/drawing/2014/main" id="{608AA2A0-9EF1-E88A-5EB3-976C107A2E74}"/>
              </a:ext>
            </a:extLst>
          </p:cNvPr>
          <p:cNvSpPr>
            <a:spLocks noGrp="1"/>
          </p:cNvSpPr>
          <p:nvPr>
            <p:ph type="sldNum" sz="quarter" idx="16"/>
          </p:nvPr>
        </p:nvSpPr>
        <p:spPr>
          <a:xfrm>
            <a:off x="10701100" y="5638800"/>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182566265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tatement 5">
    <p:bg>
      <p:bgRef idx="1001">
        <a:schemeClr val="bg2"/>
      </p:bgRef>
    </p:bg>
    <p:spTree>
      <p:nvGrpSpPr>
        <p:cNvPr id="1" name=""/>
        <p:cNvGrpSpPr/>
        <p:nvPr/>
      </p:nvGrpSpPr>
      <p:grpSpPr>
        <a:xfrm>
          <a:off x="0" y="0"/>
          <a:ext cx="0" cy="0"/>
          <a:chOff x="0" y="0"/>
          <a:chExt cx="0" cy="0"/>
        </a:xfrm>
      </p:grpSpPr>
      <p:pic>
        <p:nvPicPr>
          <p:cNvPr id="7" name="Picture 6" descr="A black and tan dotted frame&#10;&#10;AI-generated content may be incorrect.">
            <a:extLst>
              <a:ext uri="{FF2B5EF4-FFF2-40B4-BE49-F238E27FC236}">
                <a16:creationId xmlns:a16="http://schemas.microsoft.com/office/drawing/2014/main" id="{0B84AD61-8B20-7000-457C-4421BACE099A}"/>
              </a:ext>
            </a:extLst>
          </p:cNvPr>
          <p:cNvPicPr>
            <a:picLocks noChangeAspect="1"/>
          </p:cNvPicPr>
          <p:nvPr userDrawn="1"/>
        </p:nvPicPr>
        <p:blipFill>
          <a:blip r:embed="rId2">
            <a:extLst>
              <a:ext uri="{28A0092B-C50C-407E-A947-70E740481C1C}">
                <a14:useLocalDpi xmlns:a14="http://schemas.microsoft.com/office/drawing/2010/main" val="0"/>
              </a:ext>
            </a:extLst>
          </a:blip>
          <a:srcRect l="92" r="92"/>
          <a:stretch>
            <a:fillRect/>
          </a:stretch>
        </p:blipFill>
        <p:spPr>
          <a:xfrm>
            <a:off x="-1" y="0"/>
            <a:ext cx="12192001" cy="6858000"/>
          </a:xfrm>
          <a:prstGeom prst="rect">
            <a:avLst/>
          </a:prstGeom>
        </p:spPr>
      </p:pic>
      <p:sp>
        <p:nvSpPr>
          <p:cNvPr id="3" name="Title 1">
            <a:extLst>
              <a:ext uri="{FF2B5EF4-FFF2-40B4-BE49-F238E27FC236}">
                <a16:creationId xmlns:a16="http://schemas.microsoft.com/office/drawing/2014/main" id="{6B460CB2-7D1F-2D81-6F8C-130E3B539F0D}"/>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21" name="Footer Placeholder 10">
            <a:extLst>
              <a:ext uri="{FF2B5EF4-FFF2-40B4-BE49-F238E27FC236}">
                <a16:creationId xmlns:a16="http://schemas.microsoft.com/office/drawing/2014/main" id="{2683E67C-65C7-2F7D-C539-3D63F7135D5D}"/>
              </a:ext>
            </a:extLst>
          </p:cNvPr>
          <p:cNvSpPr>
            <a:spLocks noGrp="1"/>
          </p:cNvSpPr>
          <p:nvPr>
            <p:ph type="ftr" sz="quarter" idx="15"/>
          </p:nvPr>
        </p:nvSpPr>
        <p:spPr>
          <a:xfrm>
            <a:off x="1066800" y="853440"/>
            <a:ext cx="2740154" cy="365760"/>
          </a:xfrm>
        </p:spPr>
        <p:txBody>
          <a:bodyPr/>
          <a:lstStyle>
            <a:lvl1pPr>
              <a:defRPr cap="all" baseline="0"/>
            </a:lvl1pPr>
          </a:lstStyle>
          <a:p>
            <a:r>
              <a:rPr lang="en-US"/>
              <a:t>Footer</a:t>
            </a:r>
            <a:endParaRPr lang="en-US" dirty="0"/>
          </a:p>
        </p:txBody>
      </p:sp>
      <p:sp>
        <p:nvSpPr>
          <p:cNvPr id="22" name="Date Placeholder 9">
            <a:extLst>
              <a:ext uri="{FF2B5EF4-FFF2-40B4-BE49-F238E27FC236}">
                <a16:creationId xmlns:a16="http://schemas.microsoft.com/office/drawing/2014/main" id="{82BC600C-0724-301D-7230-7FCC90413231}"/>
              </a:ext>
            </a:extLst>
          </p:cNvPr>
          <p:cNvSpPr>
            <a:spLocks noGrp="1"/>
          </p:cNvSpPr>
          <p:nvPr>
            <p:ph type="dt" sz="half" idx="14"/>
          </p:nvPr>
        </p:nvSpPr>
        <p:spPr>
          <a:xfrm>
            <a:off x="8385048" y="854264"/>
            <a:ext cx="2316052" cy="365760"/>
          </a:xfrm>
        </p:spPr>
        <p:txBody>
          <a:bodyPr/>
          <a:lstStyle/>
          <a:p>
            <a:fld id="{ABFC51A3-7B90-4B7F-912A-702046934642}" type="datetime1">
              <a:rPr lang="en-US" smtClean="0"/>
              <a:t>9/1/2026</a:t>
            </a:fld>
            <a:endParaRPr lang="en-US" dirty="0"/>
          </a:p>
        </p:txBody>
      </p:sp>
      <p:sp>
        <p:nvSpPr>
          <p:cNvPr id="23" name="Slide Number Placeholder 11">
            <a:extLst>
              <a:ext uri="{FF2B5EF4-FFF2-40B4-BE49-F238E27FC236}">
                <a16:creationId xmlns:a16="http://schemas.microsoft.com/office/drawing/2014/main" id="{365494A3-80B6-3658-79A7-20E3D6F2F2C1}"/>
              </a:ext>
            </a:extLst>
          </p:cNvPr>
          <p:cNvSpPr>
            <a:spLocks noGrp="1"/>
          </p:cNvSpPr>
          <p:nvPr>
            <p:ph type="sldNum" sz="quarter" idx="16"/>
          </p:nvPr>
        </p:nvSpPr>
        <p:spPr>
          <a:xfrm>
            <a:off x="10701100" y="854264"/>
            <a:ext cx="427148" cy="365760"/>
          </a:xfrm>
        </p:spPr>
        <p:txBody>
          <a:bodyPr/>
          <a:lstStyle/>
          <a:p>
            <a:fld id="{FD550D4C-7310-48EB-AB4A-11C1BDEC928F}" type="slidenum">
              <a:rPr lang="en-US" smtClean="0"/>
              <a:pPr/>
              <a:t>‹#›</a:t>
            </a:fld>
            <a:endParaRPr lang="en-US"/>
          </a:p>
        </p:txBody>
      </p:sp>
      <p:sp>
        <p:nvSpPr>
          <p:cNvPr id="5" name="Content Placeholder 4">
            <a:extLst>
              <a:ext uri="{FF2B5EF4-FFF2-40B4-BE49-F238E27FC236}">
                <a16:creationId xmlns:a16="http://schemas.microsoft.com/office/drawing/2014/main" id="{EB4E87F2-865B-B5FF-A579-ED3E818EA3C7}"/>
              </a:ext>
            </a:extLst>
          </p:cNvPr>
          <p:cNvSpPr>
            <a:spLocks noGrp="1"/>
          </p:cNvSpPr>
          <p:nvPr>
            <p:ph sz="quarter" idx="17" hasCustomPrompt="1"/>
          </p:nvPr>
        </p:nvSpPr>
        <p:spPr>
          <a:xfrm>
            <a:off x="1066800" y="1600200"/>
            <a:ext cx="8233317" cy="4114800"/>
          </a:xfrm>
        </p:spPr>
        <p:txBody>
          <a:bodyPr anchor="b"/>
          <a:lstStyle>
            <a:lvl1pPr>
              <a:lnSpc>
                <a:spcPct val="90000"/>
              </a:lnSpc>
              <a:defRPr sz="5800">
                <a:latin typeface="+mj-lt"/>
              </a:defRPr>
            </a:lvl1pPr>
            <a:lvl2pPr>
              <a:lnSpc>
                <a:spcPct val="90000"/>
              </a:lnSpc>
              <a:defRPr sz="5800">
                <a:latin typeface="+mj-lt"/>
              </a:defRPr>
            </a:lvl2pPr>
            <a:lvl3pPr>
              <a:lnSpc>
                <a:spcPct val="90000"/>
              </a:lnSpc>
              <a:defRPr sz="5800">
                <a:latin typeface="+mj-lt"/>
              </a:defRPr>
            </a:lvl3pPr>
            <a:lvl4pPr>
              <a:lnSpc>
                <a:spcPct val="90000"/>
              </a:lnSpc>
              <a:defRPr sz="5800">
                <a:latin typeface="+mj-lt"/>
              </a:defRPr>
            </a:lvl4pPr>
            <a:lvl5pPr>
              <a:lnSpc>
                <a:spcPct val="90000"/>
              </a:lnSpc>
              <a:defRPr sz="580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28474795"/>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Picture 2" descr="A black and white dotted background&#10;&#10;AI-generated content may be incorrect.">
            <a:extLst>
              <a:ext uri="{FF2B5EF4-FFF2-40B4-BE49-F238E27FC236}">
                <a16:creationId xmlns:a16="http://schemas.microsoft.com/office/drawing/2014/main" id="{920CAEDF-C09D-E128-EB40-18996143EA81}"/>
              </a:ext>
            </a:extLst>
          </p:cNvPr>
          <p:cNvPicPr>
            <a:picLocks noChangeAspect="1"/>
          </p:cNvPicPr>
          <p:nvPr userDrawn="1"/>
        </p:nvPicPr>
        <p:blipFill>
          <a:blip r:embed="rId2">
            <a:extLst>
              <a:ext uri="{28A0092B-C50C-407E-A947-70E740481C1C}">
                <a14:useLocalDpi xmlns:a14="http://schemas.microsoft.com/office/drawing/2010/main" val="0"/>
              </a:ext>
            </a:extLst>
          </a:blip>
          <a:srcRect l="92" r="92"/>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0577" y="4770120"/>
            <a:ext cx="9144000" cy="640080"/>
          </a:xfrm>
        </p:spPr>
        <p:txBody>
          <a:bodyPr anchor="t">
            <a:normAutofit/>
          </a:bodyPr>
          <a:lstStyle>
            <a:lvl1pPr>
              <a:lnSpc>
                <a:spcPct val="120000"/>
              </a:lnSpc>
              <a:defRPr sz="2000" b="0" i="0" cap="all" spc="50" baseline="0">
                <a:solidFill>
                  <a:schemeClr val="tx2"/>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0577" y="1661160"/>
            <a:ext cx="9144000" cy="3063240"/>
          </a:xfrm>
        </p:spPr>
        <p:txBody>
          <a:bodyPr anchor="ctr">
            <a:normAutofit/>
          </a:bodyPr>
          <a:lstStyle>
            <a:lvl1pPr marL="164592" indent="-164592">
              <a:lnSpc>
                <a:spcPct val="90000"/>
              </a:lnSpc>
              <a:spcBef>
                <a:spcPts val="0"/>
              </a:spcBef>
              <a:buNone/>
              <a:defRPr sz="5000" b="0" i="0">
                <a:solidFill>
                  <a:schemeClr val="tx2"/>
                </a:solidFill>
                <a:latin typeface="+mj-lt"/>
              </a:defRPr>
            </a:lvl1pPr>
          </a:lstStyle>
          <a:p>
            <a:pPr lvl="0"/>
            <a:r>
              <a:rPr lang="en-US" dirty="0"/>
              <a:t>Click to add Quote</a:t>
            </a:r>
          </a:p>
        </p:txBody>
      </p:sp>
      <p:sp>
        <p:nvSpPr>
          <p:cNvPr id="5" name="Footer Placeholder 4">
            <a:extLst>
              <a:ext uri="{FF2B5EF4-FFF2-40B4-BE49-F238E27FC236}">
                <a16:creationId xmlns:a16="http://schemas.microsoft.com/office/drawing/2014/main" id="{0BE6C4D4-1A9F-BDB4-C923-1E7F95AC9826}"/>
              </a:ext>
            </a:extLst>
          </p:cNvPr>
          <p:cNvSpPr>
            <a:spLocks noGrp="1"/>
          </p:cNvSpPr>
          <p:nvPr>
            <p:ph type="ftr" sz="quarter" idx="15"/>
          </p:nvPr>
        </p:nvSpPr>
        <p:spPr/>
        <p:txBody>
          <a:bodyPr/>
          <a:lstStyle/>
          <a:p>
            <a:r>
              <a:rPr lang="en-US"/>
              <a:t>Footer</a:t>
            </a:r>
            <a:endParaRPr lang="en-US" spc="50" dirty="0"/>
          </a:p>
        </p:txBody>
      </p:sp>
      <p:sp>
        <p:nvSpPr>
          <p:cNvPr id="4" name="Date Placeholder 3">
            <a:extLst>
              <a:ext uri="{FF2B5EF4-FFF2-40B4-BE49-F238E27FC236}">
                <a16:creationId xmlns:a16="http://schemas.microsoft.com/office/drawing/2014/main" id="{FFDEF07D-9D79-6E70-CC05-6A468977F788}"/>
              </a:ext>
            </a:extLst>
          </p:cNvPr>
          <p:cNvSpPr>
            <a:spLocks noGrp="1"/>
          </p:cNvSpPr>
          <p:nvPr>
            <p:ph type="dt" sz="half" idx="14"/>
          </p:nvPr>
        </p:nvSpPr>
        <p:spPr/>
        <p:txBody>
          <a:bodyPr/>
          <a:lstStyle/>
          <a:p>
            <a:fld id="{CBB61C43-8B24-41D3-A745-4CC8C756699F}" type="datetime1">
              <a:rPr lang="en-US" smtClean="0"/>
              <a:t>9/1/2026</a:t>
            </a:fld>
            <a:endParaRPr lang="en-US" spc="50"/>
          </a:p>
        </p:txBody>
      </p:sp>
      <p:sp>
        <p:nvSpPr>
          <p:cNvPr id="10" name="Slide Number Placeholder 9">
            <a:extLst>
              <a:ext uri="{FF2B5EF4-FFF2-40B4-BE49-F238E27FC236}">
                <a16:creationId xmlns:a16="http://schemas.microsoft.com/office/drawing/2014/main" id="{7724F4E3-0FA5-8E5C-22A4-EBDFA7916A65}"/>
              </a:ext>
            </a:extLst>
          </p:cNvPr>
          <p:cNvSpPr>
            <a:spLocks noGrp="1"/>
          </p:cNvSpPr>
          <p:nvPr>
            <p:ph type="sldNum" sz="quarter" idx="16"/>
          </p:nvPr>
        </p:nvSpPr>
        <p:spPr/>
        <p:txBody>
          <a:bodyPr/>
          <a:lstStyle/>
          <a:p>
            <a:fld id="{FD550D4C-7310-48EB-AB4A-11C1BDEC928F}" type="slidenum">
              <a:rPr lang="en-US" smtClean="0"/>
              <a:pPr/>
              <a:t>‹#›</a:t>
            </a:fld>
            <a:endParaRPr lang="en-US" spc="50"/>
          </a:p>
        </p:txBody>
      </p:sp>
    </p:spTree>
    <p:extLst>
      <p:ext uri="{BB962C8B-B14F-4D97-AF65-F5344CB8AC3E}">
        <p14:creationId xmlns:p14="http://schemas.microsoft.com/office/powerpoint/2010/main" val="32000512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9F18B8E-3A5B-8BAD-F947-71AF6E28F255}"/>
              </a:ext>
            </a:extLst>
          </p:cNvPr>
          <p:cNvSpPr>
            <a:spLocks noGrp="1"/>
          </p:cNvSpPr>
          <p:nvPr>
            <p:ph type="title" hasCustomPrompt="1"/>
          </p:nvPr>
        </p:nvSpPr>
        <p:spPr>
          <a:xfrm>
            <a:off x="1524000" y="4227576"/>
            <a:ext cx="9144000" cy="640080"/>
          </a:xfrm>
        </p:spPr>
        <p:txBody>
          <a:bodyPr anchor="t">
            <a:normAutofit/>
          </a:bodyPr>
          <a:lstStyle>
            <a:lvl1pPr algn="ctr">
              <a:lnSpc>
                <a:spcPct val="120000"/>
              </a:lnSpc>
              <a:defRPr sz="2000" b="0" i="0" cap="all" spc="50" baseline="0">
                <a:solidFill>
                  <a:schemeClr val="tx2"/>
                </a:solidFill>
                <a:latin typeface="+mn-lt"/>
              </a:defRPr>
            </a:lvl1pPr>
          </a:lstStyle>
          <a:p>
            <a:r>
              <a:rPr lang="en-US" dirty="0"/>
              <a:t>Quote Author</a:t>
            </a:r>
          </a:p>
        </p:txBody>
      </p:sp>
      <p:sp>
        <p:nvSpPr>
          <p:cNvPr id="12" name="Content Placeholder 6">
            <a:extLst>
              <a:ext uri="{FF2B5EF4-FFF2-40B4-BE49-F238E27FC236}">
                <a16:creationId xmlns:a16="http://schemas.microsoft.com/office/drawing/2014/main" id="{C545B30A-72BC-FAD2-4853-E96D67BED9ED}"/>
              </a:ext>
            </a:extLst>
          </p:cNvPr>
          <p:cNvSpPr>
            <a:spLocks noGrp="1"/>
          </p:cNvSpPr>
          <p:nvPr>
            <p:ph sz="quarter" idx="13" hasCustomPrompt="1"/>
          </p:nvPr>
        </p:nvSpPr>
        <p:spPr>
          <a:xfrm>
            <a:off x="1524000" y="1789176"/>
            <a:ext cx="9144000" cy="2423160"/>
          </a:xfrm>
        </p:spPr>
        <p:txBody>
          <a:bodyPr anchor="ctr">
            <a:normAutofit/>
          </a:bodyPr>
          <a:lstStyle>
            <a:lvl1pPr marL="164592" indent="-164592" algn="ctr">
              <a:lnSpc>
                <a:spcPct val="90000"/>
              </a:lnSpc>
              <a:spcBef>
                <a:spcPts val="0"/>
              </a:spcBef>
              <a:buNone/>
              <a:defRPr sz="5000" b="0" i="0">
                <a:solidFill>
                  <a:schemeClr val="tx2"/>
                </a:solidFill>
                <a:latin typeface="+mj-lt"/>
              </a:defRPr>
            </a:lvl1pPr>
          </a:lstStyle>
          <a:p>
            <a:pPr lvl="0"/>
            <a:r>
              <a:rPr lang="en-US" dirty="0"/>
              <a:t>Click to add Quote</a:t>
            </a:r>
          </a:p>
        </p:txBody>
      </p:sp>
      <p:sp>
        <p:nvSpPr>
          <p:cNvPr id="5" name="Footer Placeholder 10">
            <a:extLst>
              <a:ext uri="{FF2B5EF4-FFF2-40B4-BE49-F238E27FC236}">
                <a16:creationId xmlns:a16="http://schemas.microsoft.com/office/drawing/2014/main" id="{F4FD33B7-7446-3117-D472-830141E2B480}"/>
              </a:ext>
            </a:extLst>
          </p:cNvPr>
          <p:cNvSpPr>
            <a:spLocks noGrp="1"/>
          </p:cNvSpPr>
          <p:nvPr>
            <p:ph type="ftr" sz="quarter" idx="15"/>
          </p:nvPr>
        </p:nvSpPr>
        <p:spPr>
          <a:xfrm>
            <a:off x="1066800" y="5638800"/>
            <a:ext cx="2740154" cy="365760"/>
          </a:xfrm>
        </p:spPr>
        <p:txBody>
          <a:bodyPr/>
          <a:lstStyle/>
          <a:p>
            <a:r>
              <a:rPr lang="en-US" dirty="0"/>
              <a:t>Footer</a:t>
            </a:r>
          </a:p>
        </p:txBody>
      </p:sp>
      <p:sp>
        <p:nvSpPr>
          <p:cNvPr id="4" name="Date Placeholder 9">
            <a:extLst>
              <a:ext uri="{FF2B5EF4-FFF2-40B4-BE49-F238E27FC236}">
                <a16:creationId xmlns:a16="http://schemas.microsoft.com/office/drawing/2014/main" id="{2230D830-5904-6134-FE94-D476221700B6}"/>
              </a:ext>
            </a:extLst>
          </p:cNvPr>
          <p:cNvSpPr>
            <a:spLocks noGrp="1"/>
          </p:cNvSpPr>
          <p:nvPr>
            <p:ph type="dt" sz="half" idx="14"/>
          </p:nvPr>
        </p:nvSpPr>
        <p:spPr>
          <a:xfrm>
            <a:off x="8385048" y="5638800"/>
            <a:ext cx="2316052" cy="365760"/>
          </a:xfrm>
        </p:spPr>
        <p:txBody>
          <a:bodyPr/>
          <a:lstStyle/>
          <a:p>
            <a:fld id="{88856AA3-9224-42C9-9F25-69DCB906684A}" type="datetime1">
              <a:rPr lang="en-US" smtClean="0"/>
              <a:t>9/1/2026</a:t>
            </a:fld>
            <a:endParaRPr lang="en-US" dirty="0"/>
          </a:p>
        </p:txBody>
      </p:sp>
      <p:sp>
        <p:nvSpPr>
          <p:cNvPr id="10" name="Slide Number Placeholder 11">
            <a:extLst>
              <a:ext uri="{FF2B5EF4-FFF2-40B4-BE49-F238E27FC236}">
                <a16:creationId xmlns:a16="http://schemas.microsoft.com/office/drawing/2014/main" id="{FF40DCCD-8CFF-2D67-B103-11F0D135805A}"/>
              </a:ext>
            </a:extLst>
          </p:cNvPr>
          <p:cNvSpPr>
            <a:spLocks noGrp="1"/>
          </p:cNvSpPr>
          <p:nvPr>
            <p:ph type="sldNum" sz="quarter" idx="16"/>
          </p:nvPr>
        </p:nvSpPr>
        <p:spPr>
          <a:xfrm>
            <a:off x="10701100" y="5638800"/>
            <a:ext cx="427148" cy="365760"/>
          </a:xfrm>
        </p:spPr>
        <p:txBody>
          <a:bodyPr/>
          <a:lstStyle/>
          <a:p>
            <a:fld id="{FD550D4C-7310-48EB-AB4A-11C1BDEC928F}" type="slidenum">
              <a:rPr lang="en-US" smtClean="0"/>
              <a:pPr/>
              <a:t>‹#›</a:t>
            </a:fld>
            <a:endParaRPr lang="en-US"/>
          </a:p>
        </p:txBody>
      </p:sp>
      <p:pic>
        <p:nvPicPr>
          <p:cNvPr id="2" name="Picture 1" descr="A black rectangular frame with a black border&#10;&#10;AI-generated content may be incorrect.">
            <a:extLst>
              <a:ext uri="{FF2B5EF4-FFF2-40B4-BE49-F238E27FC236}">
                <a16:creationId xmlns:a16="http://schemas.microsoft.com/office/drawing/2014/main" id="{9CAD3044-2905-530A-2514-848F3A27EA17}"/>
              </a:ext>
            </a:extLst>
          </p:cNvPr>
          <p:cNvPicPr>
            <a:picLocks noChangeAspect="1"/>
          </p:cNvPicPr>
          <p:nvPr userDrawn="1"/>
        </p:nvPicPr>
        <p:blipFill>
          <a:blip r:embed="rId2">
            <a:extLst>
              <a:ext uri="{28A0092B-C50C-407E-A947-70E740481C1C}">
                <a14:useLocalDpi xmlns:a14="http://schemas.microsoft.com/office/drawing/2010/main" val="0"/>
              </a:ext>
            </a:extLst>
          </a:blip>
          <a:srcRect l="92" r="92"/>
          <a:stretch>
            <a:fillRect/>
          </a:stretch>
        </p:blipFill>
        <p:spPr>
          <a:xfrm flipH="1">
            <a:off x="-1" y="0"/>
            <a:ext cx="12192001" cy="6858000"/>
          </a:xfrm>
          <a:prstGeom prst="rect">
            <a:avLst/>
          </a:prstGeom>
        </p:spPr>
      </p:pic>
    </p:spTree>
    <p:extLst>
      <p:ext uri="{BB962C8B-B14F-4D97-AF65-F5344CB8AC3E}">
        <p14:creationId xmlns:p14="http://schemas.microsoft.com/office/powerpoint/2010/main" val="3480883323"/>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bg2"/>
        </a:solidFill>
        <a:effectLst/>
      </p:bgPr>
    </p:bg>
    <p:spTree>
      <p:nvGrpSpPr>
        <p:cNvPr id="1" name=""/>
        <p:cNvGrpSpPr/>
        <p:nvPr/>
      </p:nvGrpSpPr>
      <p:grpSpPr>
        <a:xfrm>
          <a:off x="0" y="0"/>
          <a:ext cx="0" cy="0"/>
          <a:chOff x="0" y="0"/>
          <a:chExt cx="0" cy="0"/>
        </a:xfrm>
      </p:grpSpPr>
      <p:pic>
        <p:nvPicPr>
          <p:cNvPr id="4" name="Picture 3" descr="A black and orange dotted border&#10;&#10;AI-generated content may be incorrect.">
            <a:extLst>
              <a:ext uri="{FF2B5EF4-FFF2-40B4-BE49-F238E27FC236}">
                <a16:creationId xmlns:a16="http://schemas.microsoft.com/office/drawing/2014/main" id="{D6E3D123-6108-6F2D-0799-F4FBD06D2BD2}"/>
              </a:ext>
            </a:extLst>
          </p:cNvPr>
          <p:cNvPicPr>
            <a:picLocks noChangeAspect="1"/>
          </p:cNvPicPr>
          <p:nvPr userDrawn="1"/>
        </p:nvPicPr>
        <p:blipFill>
          <a:blip r:embed="rId2">
            <a:extLst>
              <a:ext uri="{28A0092B-C50C-407E-A947-70E740481C1C}">
                <a14:useLocalDpi xmlns:a14="http://schemas.microsoft.com/office/drawing/2010/main" val="0"/>
              </a:ext>
            </a:extLst>
          </a:blip>
          <a:srcRect l="92" r="92"/>
          <a:stretch>
            <a:fillRect/>
          </a:stretch>
        </p:blipFill>
        <p:spPr>
          <a:xfrm flipH="1">
            <a:off x="0" y="0"/>
            <a:ext cx="12192000" cy="6858000"/>
          </a:xfrm>
          <a:prstGeom prst="rect">
            <a:avLst/>
          </a:prstGeom>
        </p:spPr>
      </p:pic>
      <p:sp>
        <p:nvSpPr>
          <p:cNvPr id="17" name="Title 1">
            <a:extLst>
              <a:ext uri="{FF2B5EF4-FFF2-40B4-BE49-F238E27FC236}">
                <a16:creationId xmlns:a16="http://schemas.microsoft.com/office/drawing/2014/main" id="{0BB41CFD-415E-E8E1-6ED3-E137738F9C98}"/>
              </a:ext>
            </a:extLst>
          </p:cNvPr>
          <p:cNvSpPr>
            <a:spLocks noGrp="1"/>
          </p:cNvSpPr>
          <p:nvPr>
            <p:ph type="title" hasCustomPrompt="1"/>
          </p:nvPr>
        </p:nvSpPr>
        <p:spPr>
          <a:xfrm>
            <a:off x="1524000" y="4191000"/>
            <a:ext cx="9144000" cy="640080"/>
          </a:xfrm>
        </p:spPr>
        <p:txBody>
          <a:bodyPr anchor="t">
            <a:normAutofit/>
          </a:bodyPr>
          <a:lstStyle>
            <a:lvl1pPr algn="r">
              <a:lnSpc>
                <a:spcPct val="120000"/>
              </a:lnSpc>
              <a:defRPr sz="2000" b="0" i="0" cap="all" spc="50" baseline="0">
                <a:solidFill>
                  <a:schemeClr val="tx2"/>
                </a:solidFill>
                <a:latin typeface="+mn-lt"/>
              </a:defRPr>
            </a:lvl1pPr>
          </a:lstStyle>
          <a:p>
            <a:r>
              <a:rPr lang="en-US" dirty="0"/>
              <a:t>Quote Author</a:t>
            </a:r>
          </a:p>
        </p:txBody>
      </p:sp>
      <p:sp>
        <p:nvSpPr>
          <p:cNvPr id="5" name="Content Placeholder 4">
            <a:extLst>
              <a:ext uri="{FF2B5EF4-FFF2-40B4-BE49-F238E27FC236}">
                <a16:creationId xmlns:a16="http://schemas.microsoft.com/office/drawing/2014/main" id="{58FD559C-7EAD-F427-03EC-AF7389640EE7}"/>
              </a:ext>
            </a:extLst>
          </p:cNvPr>
          <p:cNvSpPr>
            <a:spLocks noGrp="1"/>
          </p:cNvSpPr>
          <p:nvPr>
            <p:ph sz="quarter" idx="17" hasCustomPrompt="1"/>
          </p:nvPr>
        </p:nvSpPr>
        <p:spPr>
          <a:xfrm>
            <a:off x="1524000" y="1752600"/>
            <a:ext cx="9144000" cy="2422525"/>
          </a:xfrm>
        </p:spPr>
        <p:txBody>
          <a:bodyPr anchor="ctr"/>
          <a:lstStyle>
            <a:lvl1pPr>
              <a:lnSpc>
                <a:spcPct val="90000"/>
              </a:lnSpc>
              <a:defRPr sz="4400">
                <a:latin typeface="+mj-lt"/>
              </a:defRPr>
            </a:lvl1pPr>
            <a:lvl5pPr>
              <a:defRPr/>
            </a:lvl5pPr>
          </a:lstStyle>
          <a:p>
            <a:pPr lvl="0"/>
            <a:r>
              <a:rPr lang="en-US" dirty="0"/>
              <a:t>Click to add Quote</a:t>
            </a:r>
          </a:p>
        </p:txBody>
      </p:sp>
      <p:sp>
        <p:nvSpPr>
          <p:cNvPr id="13" name="Footer Placeholder 10">
            <a:extLst>
              <a:ext uri="{FF2B5EF4-FFF2-40B4-BE49-F238E27FC236}">
                <a16:creationId xmlns:a16="http://schemas.microsoft.com/office/drawing/2014/main" id="{4C2C9E91-0F3A-820E-FC06-C9056AE00C67}"/>
              </a:ext>
            </a:extLst>
          </p:cNvPr>
          <p:cNvSpPr>
            <a:spLocks noGrp="1"/>
          </p:cNvSpPr>
          <p:nvPr>
            <p:ph type="ftr" sz="quarter" idx="15"/>
          </p:nvPr>
        </p:nvSpPr>
        <p:spPr>
          <a:xfrm>
            <a:off x="1066800" y="5189813"/>
            <a:ext cx="2740154" cy="365760"/>
          </a:xfrm>
        </p:spPr>
        <p:txBody>
          <a:bodyPr/>
          <a:lstStyle/>
          <a:p>
            <a:r>
              <a:rPr lang="en-US" dirty="0"/>
              <a:t>Footer</a:t>
            </a:r>
          </a:p>
        </p:txBody>
      </p:sp>
      <p:sp>
        <p:nvSpPr>
          <p:cNvPr id="12" name="Date Placeholder 9">
            <a:extLst>
              <a:ext uri="{FF2B5EF4-FFF2-40B4-BE49-F238E27FC236}">
                <a16:creationId xmlns:a16="http://schemas.microsoft.com/office/drawing/2014/main" id="{80397A70-DC90-46D3-DB8E-97B539561590}"/>
              </a:ext>
            </a:extLst>
          </p:cNvPr>
          <p:cNvSpPr>
            <a:spLocks noGrp="1"/>
          </p:cNvSpPr>
          <p:nvPr>
            <p:ph type="dt" sz="half" idx="14"/>
          </p:nvPr>
        </p:nvSpPr>
        <p:spPr>
          <a:xfrm>
            <a:off x="8385048" y="5189813"/>
            <a:ext cx="2316052" cy="365760"/>
          </a:xfrm>
        </p:spPr>
        <p:txBody>
          <a:bodyPr/>
          <a:lstStyle/>
          <a:p>
            <a:fld id="{CD8DFF46-A164-47B9-AF80-46919F296486}" type="datetime1">
              <a:rPr lang="en-US" smtClean="0"/>
              <a:t>9/1/2026</a:t>
            </a:fld>
            <a:endParaRPr lang="en-US" dirty="0"/>
          </a:p>
        </p:txBody>
      </p:sp>
      <p:sp>
        <p:nvSpPr>
          <p:cNvPr id="14" name="Slide Number Placeholder 11">
            <a:extLst>
              <a:ext uri="{FF2B5EF4-FFF2-40B4-BE49-F238E27FC236}">
                <a16:creationId xmlns:a16="http://schemas.microsoft.com/office/drawing/2014/main" id="{E2112489-C00A-818A-7990-2DED390C7929}"/>
              </a:ext>
            </a:extLst>
          </p:cNvPr>
          <p:cNvSpPr>
            <a:spLocks noGrp="1"/>
          </p:cNvSpPr>
          <p:nvPr>
            <p:ph type="sldNum" sz="quarter" idx="16"/>
          </p:nvPr>
        </p:nvSpPr>
        <p:spPr>
          <a:xfrm>
            <a:off x="10701100" y="5189813"/>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255714055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070BC-EEB8-F6E6-93B1-7E5D7398273F}"/>
              </a:ext>
            </a:extLst>
          </p:cNvPr>
          <p:cNvSpPr>
            <a:spLocks noGrp="1"/>
          </p:cNvSpPr>
          <p:nvPr>
            <p:ph type="title"/>
          </p:nvPr>
        </p:nvSpPr>
        <p:spPr>
          <a:xfrm>
            <a:off x="609600" y="685800"/>
            <a:ext cx="10972800" cy="914399"/>
          </a:xfrm>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8800"/>
            <a:ext cx="5074920"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7480" y="1828800"/>
            <a:ext cx="5074920"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12161FE4-5FAE-7EB7-B546-615D8AE875DB}"/>
              </a:ext>
            </a:extLst>
          </p:cNvPr>
          <p:cNvSpPr>
            <a:spLocks noGrp="1"/>
          </p:cNvSpPr>
          <p:nvPr>
            <p:ph type="ftr" sz="quarter" idx="18"/>
          </p:nvPr>
        </p:nvSpPr>
        <p:spPr/>
        <p:txBody>
          <a:bodyPr/>
          <a:lstStyle/>
          <a:p>
            <a:r>
              <a:rPr lang="en-US"/>
              <a:t>Footer</a:t>
            </a:r>
            <a:endParaRPr lang="en-US" dirty="0"/>
          </a:p>
        </p:txBody>
      </p:sp>
      <p:sp>
        <p:nvSpPr>
          <p:cNvPr id="8" name="Date Placeholder 7">
            <a:extLst>
              <a:ext uri="{FF2B5EF4-FFF2-40B4-BE49-F238E27FC236}">
                <a16:creationId xmlns:a16="http://schemas.microsoft.com/office/drawing/2014/main" id="{BCC79E51-2C61-1391-B6C2-701DB705B070}"/>
              </a:ext>
            </a:extLst>
          </p:cNvPr>
          <p:cNvSpPr>
            <a:spLocks noGrp="1"/>
          </p:cNvSpPr>
          <p:nvPr>
            <p:ph type="dt" sz="half" idx="17"/>
          </p:nvPr>
        </p:nvSpPr>
        <p:spPr/>
        <p:txBody>
          <a:bodyPr/>
          <a:lstStyle/>
          <a:p>
            <a:fld id="{BA98DA06-2BA9-4DF1-B428-AE8057CEB808}" type="datetime1">
              <a:rPr lang="en-US" smtClean="0"/>
              <a:t>9/1/2026</a:t>
            </a:fld>
            <a:endParaRPr lang="en-US"/>
          </a:p>
        </p:txBody>
      </p:sp>
      <p:sp>
        <p:nvSpPr>
          <p:cNvPr id="11" name="Slide Number Placeholder 10">
            <a:extLst>
              <a:ext uri="{FF2B5EF4-FFF2-40B4-BE49-F238E27FC236}">
                <a16:creationId xmlns:a16="http://schemas.microsoft.com/office/drawing/2014/main" id="{3D79E352-1412-1A30-6EB6-4A0B5337FDB2}"/>
              </a:ext>
            </a:extLst>
          </p:cNvPr>
          <p:cNvSpPr>
            <a:spLocks noGrp="1"/>
          </p:cNvSpPr>
          <p:nvPr>
            <p:ph type="sldNum" sz="quarter" idx="19"/>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376216034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31CAB-469B-DE5B-5236-48C08972E866}"/>
              </a:ext>
            </a:extLst>
          </p:cNvPr>
          <p:cNvSpPr>
            <a:spLocks noGrp="1"/>
          </p:cNvSpPr>
          <p:nvPr>
            <p:ph type="title"/>
          </p:nvPr>
        </p:nvSpPr>
        <p:spPr>
          <a:xfrm>
            <a:off x="609600" y="685800"/>
            <a:ext cx="10972800" cy="914399"/>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61160"/>
            <a:ext cx="5074920" cy="548640"/>
          </a:xfrm>
        </p:spPr>
        <p:txBody>
          <a:bodyPr anchor="b">
            <a:normAutofit/>
          </a:bodyPr>
          <a:lstStyle>
            <a:lvl1pPr marL="0" indent="0">
              <a:lnSpc>
                <a:spcPct val="90000"/>
              </a:lnSpc>
              <a:buNone/>
              <a:defRPr sz="1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286000"/>
            <a:ext cx="5074920" cy="3886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0AE8382B-40FE-0ED9-FB9B-B2BAB46403F5}"/>
              </a:ext>
            </a:extLst>
          </p:cNvPr>
          <p:cNvSpPr>
            <a:spLocks noGrp="1"/>
          </p:cNvSpPr>
          <p:nvPr>
            <p:ph type="body" idx="20"/>
          </p:nvPr>
        </p:nvSpPr>
        <p:spPr>
          <a:xfrm>
            <a:off x="6507482" y="1661160"/>
            <a:ext cx="5074920" cy="548640"/>
          </a:xfrm>
        </p:spPr>
        <p:txBody>
          <a:bodyPr anchor="b">
            <a:normAutofit/>
          </a:bodyPr>
          <a:lstStyle>
            <a:lvl1pPr marL="0" indent="0">
              <a:lnSpc>
                <a:spcPct val="90000"/>
              </a:lnSpc>
              <a:buNone/>
              <a:defRPr sz="1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Content Placeholder 5">
            <a:extLst>
              <a:ext uri="{FF2B5EF4-FFF2-40B4-BE49-F238E27FC236}">
                <a16:creationId xmlns:a16="http://schemas.microsoft.com/office/drawing/2014/main" id="{E289F959-7E36-DF82-959F-A8F7B80ADE91}"/>
              </a:ext>
            </a:extLst>
          </p:cNvPr>
          <p:cNvSpPr>
            <a:spLocks noGrp="1"/>
          </p:cNvSpPr>
          <p:nvPr>
            <p:ph sz="quarter" idx="21"/>
          </p:nvPr>
        </p:nvSpPr>
        <p:spPr>
          <a:xfrm>
            <a:off x="6507482" y="2286000"/>
            <a:ext cx="5074920" cy="3886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14">
            <a:extLst>
              <a:ext uri="{FF2B5EF4-FFF2-40B4-BE49-F238E27FC236}">
                <a16:creationId xmlns:a16="http://schemas.microsoft.com/office/drawing/2014/main" id="{DF538691-934A-5A9D-4676-BB79AD5A458F}"/>
              </a:ext>
            </a:extLst>
          </p:cNvPr>
          <p:cNvSpPr>
            <a:spLocks noGrp="1"/>
          </p:cNvSpPr>
          <p:nvPr>
            <p:ph type="ftr" sz="quarter" idx="18"/>
          </p:nvPr>
        </p:nvSpPr>
        <p:spPr/>
        <p:txBody>
          <a:bodyPr/>
          <a:lstStyle/>
          <a:p>
            <a:r>
              <a:rPr lang="en-US"/>
              <a:t>Footer</a:t>
            </a:r>
            <a:endParaRPr lang="en-US" dirty="0"/>
          </a:p>
        </p:txBody>
      </p:sp>
      <p:sp>
        <p:nvSpPr>
          <p:cNvPr id="14" name="Date Placeholder 13">
            <a:extLst>
              <a:ext uri="{FF2B5EF4-FFF2-40B4-BE49-F238E27FC236}">
                <a16:creationId xmlns:a16="http://schemas.microsoft.com/office/drawing/2014/main" id="{0F68E1D6-A564-105B-E511-D8F5700282B1}"/>
              </a:ext>
            </a:extLst>
          </p:cNvPr>
          <p:cNvSpPr>
            <a:spLocks noGrp="1"/>
          </p:cNvSpPr>
          <p:nvPr>
            <p:ph type="dt" sz="half" idx="17"/>
          </p:nvPr>
        </p:nvSpPr>
        <p:spPr/>
        <p:txBody>
          <a:bodyPr/>
          <a:lstStyle/>
          <a:p>
            <a:fld id="{0D4A7F41-819A-4AD4-B204-5B8D92C7953F}" type="datetime1">
              <a:rPr lang="en-US" smtClean="0"/>
              <a:t>9/1/2026</a:t>
            </a:fld>
            <a:endParaRPr lang="en-US"/>
          </a:p>
        </p:txBody>
      </p:sp>
      <p:sp>
        <p:nvSpPr>
          <p:cNvPr id="16" name="Slide Number Placeholder 15">
            <a:extLst>
              <a:ext uri="{FF2B5EF4-FFF2-40B4-BE49-F238E27FC236}">
                <a16:creationId xmlns:a16="http://schemas.microsoft.com/office/drawing/2014/main" id="{E894B6BE-43E5-C325-631B-761CED9C329B}"/>
              </a:ext>
            </a:extLst>
          </p:cNvPr>
          <p:cNvSpPr>
            <a:spLocks noGrp="1"/>
          </p:cNvSpPr>
          <p:nvPr>
            <p:ph type="sldNum" sz="quarter" idx="19"/>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102473635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78FD6E1-417D-F405-FAD4-C2A778B9B0B7}"/>
              </a:ext>
            </a:extLst>
          </p:cNvPr>
          <p:cNvSpPr>
            <a:spLocks noGrp="1"/>
          </p:cNvSpPr>
          <p:nvPr>
            <p:ph type="title"/>
          </p:nvPr>
        </p:nvSpPr>
        <p:spPr>
          <a:xfrm>
            <a:off x="609600" y="685800"/>
            <a:ext cx="10972800" cy="914399"/>
          </a:xfrm>
        </p:spPr>
        <p:txBody>
          <a:bodyPr anchor="t"/>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1335013D-3992-6CD2-D5DF-AE95ADC3912B}"/>
              </a:ext>
            </a:extLst>
          </p:cNvPr>
          <p:cNvSpPr>
            <a:spLocks noGrp="1"/>
          </p:cNvSpPr>
          <p:nvPr>
            <p:ph type="ftr" sz="quarter" idx="11"/>
          </p:nvPr>
        </p:nvSpPr>
        <p:spPr/>
        <p:txBody>
          <a:bodyPr/>
          <a:lstStyle/>
          <a:p>
            <a:r>
              <a:rPr lang="en-US"/>
              <a:t>Footer</a:t>
            </a:r>
            <a:endParaRPr lang="en-US" dirty="0"/>
          </a:p>
        </p:txBody>
      </p:sp>
      <p:sp>
        <p:nvSpPr>
          <p:cNvPr id="6" name="Date Placeholder 5">
            <a:extLst>
              <a:ext uri="{FF2B5EF4-FFF2-40B4-BE49-F238E27FC236}">
                <a16:creationId xmlns:a16="http://schemas.microsoft.com/office/drawing/2014/main" id="{BFA572D8-F605-3D95-ECDF-42C6DEBBA51A}"/>
              </a:ext>
            </a:extLst>
          </p:cNvPr>
          <p:cNvSpPr>
            <a:spLocks noGrp="1"/>
          </p:cNvSpPr>
          <p:nvPr>
            <p:ph type="dt" sz="half" idx="10"/>
          </p:nvPr>
        </p:nvSpPr>
        <p:spPr/>
        <p:txBody>
          <a:bodyPr/>
          <a:lstStyle/>
          <a:p>
            <a:fld id="{F9E2692B-25CA-46DF-AC21-C6C1BF784178}" type="datetime1">
              <a:rPr lang="en-US" smtClean="0"/>
              <a:t>9/1/2026</a:t>
            </a:fld>
            <a:endParaRPr lang="en-US"/>
          </a:p>
        </p:txBody>
      </p:sp>
      <p:sp>
        <p:nvSpPr>
          <p:cNvPr id="8" name="Slide Number Placeholder 7">
            <a:extLst>
              <a:ext uri="{FF2B5EF4-FFF2-40B4-BE49-F238E27FC236}">
                <a16:creationId xmlns:a16="http://schemas.microsoft.com/office/drawing/2014/main" id="{B46507EE-DC4E-94B5-F4C6-FD00B4C4B4C6}"/>
              </a:ext>
            </a:extLst>
          </p:cNvPr>
          <p:cNvSpPr>
            <a:spLocks noGrp="1"/>
          </p:cNvSpPr>
          <p:nvPr>
            <p:ph type="sldNum" sz="quarter" idx="12"/>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252511696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CFCC0A5B-0B5C-5097-1957-035D2A159EB8}"/>
              </a:ext>
            </a:extLst>
          </p:cNvPr>
          <p:cNvSpPr>
            <a:spLocks noGrp="1"/>
          </p:cNvSpPr>
          <p:nvPr>
            <p:ph type="ftr" sz="quarter" idx="11"/>
          </p:nvPr>
        </p:nvSpPr>
        <p:spPr/>
        <p:txBody>
          <a:bodyPr/>
          <a:lstStyle/>
          <a:p>
            <a:r>
              <a:rPr lang="en-US"/>
              <a:t>Footer</a:t>
            </a:r>
            <a:endParaRPr lang="en-US" dirty="0"/>
          </a:p>
        </p:txBody>
      </p:sp>
      <p:sp>
        <p:nvSpPr>
          <p:cNvPr id="5" name="Date Placeholder 4">
            <a:extLst>
              <a:ext uri="{FF2B5EF4-FFF2-40B4-BE49-F238E27FC236}">
                <a16:creationId xmlns:a16="http://schemas.microsoft.com/office/drawing/2014/main" id="{9FC9391B-BDA0-68FB-1AC8-CB006341330E}"/>
              </a:ext>
            </a:extLst>
          </p:cNvPr>
          <p:cNvSpPr>
            <a:spLocks noGrp="1"/>
          </p:cNvSpPr>
          <p:nvPr>
            <p:ph type="dt" sz="half" idx="10"/>
          </p:nvPr>
        </p:nvSpPr>
        <p:spPr/>
        <p:txBody>
          <a:bodyPr/>
          <a:lstStyle/>
          <a:p>
            <a:fld id="{C82445D1-B28E-4849-A1DE-A51058A3E62D}" type="datetime1">
              <a:rPr lang="en-US" smtClean="0"/>
              <a:t>9/1/2026</a:t>
            </a:fld>
            <a:endParaRPr lang="en-US"/>
          </a:p>
        </p:txBody>
      </p:sp>
      <p:sp>
        <p:nvSpPr>
          <p:cNvPr id="7" name="Slide Number Placeholder 6">
            <a:extLst>
              <a:ext uri="{FF2B5EF4-FFF2-40B4-BE49-F238E27FC236}">
                <a16:creationId xmlns:a16="http://schemas.microsoft.com/office/drawing/2014/main" id="{8948AA31-A846-F589-2169-9C7179D05628}"/>
              </a:ext>
            </a:extLst>
          </p:cNvPr>
          <p:cNvSpPr>
            <a:spLocks noGrp="1"/>
          </p:cNvSpPr>
          <p:nvPr>
            <p:ph type="sldNum" sz="quarter" idx="12"/>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160026846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09600" y="699943"/>
            <a:ext cx="3654552" cy="1371600"/>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14600"/>
            <a:ext cx="3654552" cy="3657600"/>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99943"/>
            <a:ext cx="6400800" cy="54864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FDA4506B-713E-220B-068F-B0B25AE6C78D}"/>
              </a:ext>
            </a:extLst>
          </p:cNvPr>
          <p:cNvSpPr>
            <a:spLocks noGrp="1"/>
          </p:cNvSpPr>
          <p:nvPr>
            <p:ph type="ftr" sz="quarter" idx="11"/>
          </p:nvPr>
        </p:nvSpPr>
        <p:spPr/>
        <p:txBody>
          <a:bodyPr/>
          <a:lstStyle/>
          <a:p>
            <a:r>
              <a:rPr lang="en-US"/>
              <a:t>Footer</a:t>
            </a:r>
            <a:endParaRPr lang="en-US" dirty="0"/>
          </a:p>
        </p:txBody>
      </p:sp>
      <p:sp>
        <p:nvSpPr>
          <p:cNvPr id="8" name="Date Placeholder 7">
            <a:extLst>
              <a:ext uri="{FF2B5EF4-FFF2-40B4-BE49-F238E27FC236}">
                <a16:creationId xmlns:a16="http://schemas.microsoft.com/office/drawing/2014/main" id="{1B14A082-D843-C646-C2A6-F08EB6B265C3}"/>
              </a:ext>
            </a:extLst>
          </p:cNvPr>
          <p:cNvSpPr>
            <a:spLocks noGrp="1"/>
          </p:cNvSpPr>
          <p:nvPr>
            <p:ph type="dt" sz="half" idx="10"/>
          </p:nvPr>
        </p:nvSpPr>
        <p:spPr/>
        <p:txBody>
          <a:bodyPr/>
          <a:lstStyle/>
          <a:p>
            <a:fld id="{456E3541-43EB-4949-95D0-F2EA40ED5098}" type="datetime1">
              <a:rPr lang="en-US" smtClean="0"/>
              <a:t>9/1/2026</a:t>
            </a:fld>
            <a:endParaRPr lang="en-US"/>
          </a:p>
        </p:txBody>
      </p:sp>
      <p:sp>
        <p:nvSpPr>
          <p:cNvPr id="10" name="Slide Number Placeholder 9">
            <a:extLst>
              <a:ext uri="{FF2B5EF4-FFF2-40B4-BE49-F238E27FC236}">
                <a16:creationId xmlns:a16="http://schemas.microsoft.com/office/drawing/2014/main" id="{1A77A6F1-8FBB-A309-5CAA-0DBB5696813E}"/>
              </a:ext>
            </a:extLst>
          </p:cNvPr>
          <p:cNvSpPr>
            <a:spLocks noGrp="1"/>
          </p:cNvSpPr>
          <p:nvPr>
            <p:ph type="sldNum" sz="quarter" idx="12"/>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42226454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5" name="Picture 4" descr="A black and grey halftone background&#10;&#10;AI-generated content may be incorrect.">
            <a:extLst>
              <a:ext uri="{FF2B5EF4-FFF2-40B4-BE49-F238E27FC236}">
                <a16:creationId xmlns:a16="http://schemas.microsoft.com/office/drawing/2014/main" id="{7F7A679A-FA1D-622E-F231-A4E4A1AE1BD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8374931" y="0"/>
            <a:ext cx="3817069" cy="6858000"/>
          </a:xfrm>
          <a:prstGeom prst="rect">
            <a:avLst/>
          </a:prstGeom>
        </p:spPr>
      </p:pic>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685800"/>
            <a:ext cx="3654552" cy="1600200"/>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514600"/>
            <a:ext cx="3654552" cy="3657600"/>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Picture Placeholder 5">
            <a:extLst>
              <a:ext uri="{FF2B5EF4-FFF2-40B4-BE49-F238E27FC236}">
                <a16:creationId xmlns:a16="http://schemas.microsoft.com/office/drawing/2014/main" id="{99DA875B-BECF-933F-3568-FE94A114D6BE}"/>
              </a:ext>
            </a:extLst>
          </p:cNvPr>
          <p:cNvSpPr>
            <a:spLocks noGrp="1"/>
          </p:cNvSpPr>
          <p:nvPr>
            <p:ph type="pic" sz="quarter" idx="15"/>
          </p:nvPr>
        </p:nvSpPr>
        <p:spPr>
          <a:xfrm>
            <a:off x="5181600" y="685800"/>
            <a:ext cx="6400800" cy="5486400"/>
          </a:xfrm>
          <a:blipFill>
            <a:blip r:embed="rId3">
              <a:alphaModFix amt="60000"/>
            </a:blip>
            <a:stretch>
              <a:fillRect l="-1" t="-88" r="-1" b="2"/>
            </a:stretch>
          </a:blipFill>
        </p:spPr>
        <p:txBody>
          <a:bodyPr/>
          <a:lstStyle/>
          <a:p>
            <a:endParaRPr lang="en-US"/>
          </a:p>
        </p:txBody>
      </p:sp>
      <p:sp>
        <p:nvSpPr>
          <p:cNvPr id="9" name="Footer Placeholder 8">
            <a:extLst>
              <a:ext uri="{FF2B5EF4-FFF2-40B4-BE49-F238E27FC236}">
                <a16:creationId xmlns:a16="http://schemas.microsoft.com/office/drawing/2014/main" id="{06031E3C-B23B-81FF-6740-AC10A222CBD9}"/>
              </a:ext>
            </a:extLst>
          </p:cNvPr>
          <p:cNvSpPr>
            <a:spLocks noGrp="1"/>
          </p:cNvSpPr>
          <p:nvPr>
            <p:ph type="ftr" sz="quarter" idx="11"/>
          </p:nvPr>
        </p:nvSpPr>
        <p:spPr/>
        <p:txBody>
          <a:bodyPr/>
          <a:lstStyle/>
          <a:p>
            <a:r>
              <a:rPr lang="en-US"/>
              <a:t>Footer</a:t>
            </a:r>
            <a:endParaRPr lang="en-US" dirty="0"/>
          </a:p>
        </p:txBody>
      </p:sp>
      <p:sp>
        <p:nvSpPr>
          <p:cNvPr id="3" name="Date Placeholder 2">
            <a:extLst>
              <a:ext uri="{FF2B5EF4-FFF2-40B4-BE49-F238E27FC236}">
                <a16:creationId xmlns:a16="http://schemas.microsoft.com/office/drawing/2014/main" id="{8EF14A63-F7E8-1698-A680-4928B2366E60}"/>
              </a:ext>
            </a:extLst>
          </p:cNvPr>
          <p:cNvSpPr>
            <a:spLocks noGrp="1"/>
          </p:cNvSpPr>
          <p:nvPr>
            <p:ph type="dt" sz="half" idx="16"/>
          </p:nvPr>
        </p:nvSpPr>
        <p:spPr>
          <a:xfrm>
            <a:off x="6099048" y="6324600"/>
            <a:ext cx="1361485" cy="365760"/>
          </a:xfrm>
        </p:spPr>
        <p:txBody>
          <a:bodyPr/>
          <a:lstStyle/>
          <a:p>
            <a:fld id="{1E2AB0FF-6ABC-4F2E-B25A-69D7515FD30D}" type="datetime1">
              <a:rPr lang="en-US" smtClean="0"/>
              <a:t>9/1/2026</a:t>
            </a:fld>
            <a:endParaRPr lang="en-US" dirty="0"/>
          </a:p>
        </p:txBody>
      </p:sp>
      <p:sp>
        <p:nvSpPr>
          <p:cNvPr id="6" name="Slide Number Placeholder 12">
            <a:extLst>
              <a:ext uri="{FF2B5EF4-FFF2-40B4-BE49-F238E27FC236}">
                <a16:creationId xmlns:a16="http://schemas.microsoft.com/office/drawing/2014/main" id="{4239E083-1F7C-5916-506B-52AA860FF184}"/>
              </a:ext>
            </a:extLst>
          </p:cNvPr>
          <p:cNvSpPr>
            <a:spLocks noGrp="1"/>
          </p:cNvSpPr>
          <p:nvPr>
            <p:ph type="sldNum" sz="quarter" idx="17"/>
          </p:nvPr>
        </p:nvSpPr>
        <p:spPr>
          <a:xfrm>
            <a:off x="7488936" y="6324600"/>
            <a:ext cx="427148" cy="365760"/>
          </a:xfrm>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90832294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6336A66-331F-E055-6C07-2BC87574ADB0}"/>
              </a:ext>
            </a:extLst>
          </p:cNvPr>
          <p:cNvSpPr>
            <a:spLocks noGrp="1"/>
          </p:cNvSpPr>
          <p:nvPr>
            <p:ph type="title"/>
          </p:nvPr>
        </p:nvSpPr>
        <p:spPr>
          <a:xfrm>
            <a:off x="3352800" y="457200"/>
            <a:ext cx="8229600" cy="2286000"/>
          </a:xfrm>
        </p:spPr>
        <p:txBody>
          <a:bodyPr anchor="b">
            <a:noAutofit/>
          </a:bodyPr>
          <a:lstStyle>
            <a:lvl1pPr>
              <a:defRPr sz="6000"/>
            </a:lvl1pPr>
          </a:lstStyle>
          <a:p>
            <a:r>
              <a:rPr lang="en-US" dirty="0"/>
              <a:t>Click to edit Master title style</a:t>
            </a:r>
          </a:p>
        </p:txBody>
      </p:sp>
      <p:sp>
        <p:nvSpPr>
          <p:cNvPr id="6" name="Content Placeholder 6">
            <a:extLst>
              <a:ext uri="{FF2B5EF4-FFF2-40B4-BE49-F238E27FC236}">
                <a16:creationId xmlns:a16="http://schemas.microsoft.com/office/drawing/2014/main" id="{7C865E8F-9A7B-532D-49F3-081B38023422}"/>
              </a:ext>
            </a:extLst>
          </p:cNvPr>
          <p:cNvSpPr>
            <a:spLocks noGrp="1"/>
          </p:cNvSpPr>
          <p:nvPr>
            <p:ph sz="quarter" idx="17"/>
          </p:nvPr>
        </p:nvSpPr>
        <p:spPr>
          <a:xfrm>
            <a:off x="3352800" y="3169920"/>
            <a:ext cx="8229600" cy="228600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760948E3-467F-66AA-0061-059AB8A4AFE1}"/>
              </a:ext>
            </a:extLst>
          </p:cNvPr>
          <p:cNvSpPr>
            <a:spLocks noGrp="1"/>
          </p:cNvSpPr>
          <p:nvPr>
            <p:ph type="ftr" sz="quarter" idx="15"/>
          </p:nvPr>
        </p:nvSpPr>
        <p:spPr>
          <a:xfrm>
            <a:off x="3352800" y="6324600"/>
            <a:ext cx="2740154" cy="365760"/>
          </a:xfrm>
        </p:spPr>
        <p:txBody>
          <a:bodyPr/>
          <a:lstStyle/>
          <a:p>
            <a:r>
              <a:rPr lang="en-US"/>
              <a:t>Footer</a:t>
            </a:r>
            <a:endParaRPr lang="en-US" dirty="0"/>
          </a:p>
        </p:txBody>
      </p:sp>
      <p:sp>
        <p:nvSpPr>
          <p:cNvPr id="3" name="Date Placeholder 2">
            <a:extLst>
              <a:ext uri="{FF2B5EF4-FFF2-40B4-BE49-F238E27FC236}">
                <a16:creationId xmlns:a16="http://schemas.microsoft.com/office/drawing/2014/main" id="{E977AEEE-B87A-7B65-6B0F-E4C052FF5926}"/>
              </a:ext>
            </a:extLst>
          </p:cNvPr>
          <p:cNvSpPr>
            <a:spLocks noGrp="1"/>
          </p:cNvSpPr>
          <p:nvPr>
            <p:ph type="dt" sz="half" idx="14"/>
          </p:nvPr>
        </p:nvSpPr>
        <p:spPr/>
        <p:txBody>
          <a:bodyPr/>
          <a:lstStyle/>
          <a:p>
            <a:fld id="{3171308D-700A-44EC-9CF9-EFE77F6197F4}" type="datetime1">
              <a:rPr lang="en-US" smtClean="0"/>
              <a:t>9/1/2026</a:t>
            </a:fld>
            <a:endParaRPr lang="en-US"/>
          </a:p>
        </p:txBody>
      </p:sp>
      <p:sp>
        <p:nvSpPr>
          <p:cNvPr id="9" name="Slide Number Placeholder 8">
            <a:extLst>
              <a:ext uri="{FF2B5EF4-FFF2-40B4-BE49-F238E27FC236}">
                <a16:creationId xmlns:a16="http://schemas.microsoft.com/office/drawing/2014/main" id="{6607AED4-8F03-40E5-C8B1-83E389EA0D6E}"/>
              </a:ext>
            </a:extLst>
          </p:cNvPr>
          <p:cNvSpPr>
            <a:spLocks noGrp="1"/>
          </p:cNvSpPr>
          <p:nvPr>
            <p:ph type="sldNum" sz="quarter" idx="16"/>
          </p:nvPr>
        </p:nvSpPr>
        <p:spPr/>
        <p:txBody>
          <a:bodyPr/>
          <a:lstStyle/>
          <a:p>
            <a:fld id="{FD550D4C-7310-48EB-AB4A-11C1BDEC928F}" type="slidenum">
              <a:rPr lang="en-US" smtClean="0"/>
              <a:pPr/>
              <a:t>‹#›</a:t>
            </a:fld>
            <a:endParaRPr lang="en-US"/>
          </a:p>
        </p:txBody>
      </p:sp>
      <p:pic>
        <p:nvPicPr>
          <p:cNvPr id="12" name="Picture 11" descr="A black and grey dot pattern&#10;&#10;AI-generated content may be incorrect.">
            <a:extLst>
              <a:ext uri="{FF2B5EF4-FFF2-40B4-BE49-F238E27FC236}">
                <a16:creationId xmlns:a16="http://schemas.microsoft.com/office/drawing/2014/main" id="{0B5C9B92-6304-7A7A-43B8-4134EE805003}"/>
              </a:ext>
            </a:extLst>
          </p:cNvPr>
          <p:cNvPicPr>
            <a:picLocks noChangeAspect="1"/>
          </p:cNvPicPr>
          <p:nvPr userDrawn="1"/>
        </p:nvPicPr>
        <p:blipFill>
          <a:blip r:embed="rId2">
            <a:extLst>
              <a:ext uri="{28A0092B-C50C-407E-A947-70E740481C1C}">
                <a14:useLocalDpi xmlns:a14="http://schemas.microsoft.com/office/drawing/2010/main" val="0"/>
              </a:ext>
            </a:extLst>
          </a:blip>
          <a:srcRect l="12739" r="13624"/>
          <a:stretch>
            <a:fillRect/>
          </a:stretch>
        </p:blipFill>
        <p:spPr>
          <a:xfrm>
            <a:off x="0" y="0"/>
            <a:ext cx="2478058" cy="6858000"/>
          </a:xfrm>
          <a:prstGeom prst="rect">
            <a:avLst/>
          </a:prstGeom>
        </p:spPr>
      </p:pic>
    </p:spTree>
    <p:extLst>
      <p:ext uri="{BB962C8B-B14F-4D97-AF65-F5344CB8AC3E}">
        <p14:creationId xmlns:p14="http://schemas.microsoft.com/office/powerpoint/2010/main" val="215924971"/>
      </p:ext>
    </p:extLst>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pic>
        <p:nvPicPr>
          <p:cNvPr id="5" name="Picture 4" descr="A black and white dotted background&#10;&#10;AI-generated content may be incorrect.">
            <a:extLst>
              <a:ext uri="{FF2B5EF4-FFF2-40B4-BE49-F238E27FC236}">
                <a16:creationId xmlns:a16="http://schemas.microsoft.com/office/drawing/2014/main" id="{93851CB0-A70B-3ABF-19E2-53819D901983}"/>
              </a:ext>
            </a:extLst>
          </p:cNvPr>
          <p:cNvPicPr>
            <a:picLocks noChangeAspect="1"/>
          </p:cNvPicPr>
          <p:nvPr userDrawn="1"/>
        </p:nvPicPr>
        <p:blipFill>
          <a:blip r:embed="rId2">
            <a:extLst>
              <a:ext uri="{28A0092B-C50C-407E-A947-70E740481C1C}">
                <a14:useLocalDpi xmlns:a14="http://schemas.microsoft.com/office/drawing/2010/main" val="0"/>
              </a:ext>
            </a:extLst>
          </a:blip>
          <a:srcRect l="92" r="92"/>
          <a:stretch>
            <a:fillRect/>
          </a:stretch>
        </p:blipFill>
        <p:spPr>
          <a:xfrm>
            <a:off x="1" y="0"/>
            <a:ext cx="12192000"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905000"/>
            <a:ext cx="8226553" cy="1828800"/>
          </a:xfrm>
        </p:spPr>
        <p:txBody>
          <a:bodyPr anchor="b">
            <a:noAutofit/>
          </a:bodyPr>
          <a:lstStyle>
            <a:lvl1pPr>
              <a:defRPr sz="72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886200"/>
            <a:ext cx="7312025" cy="2057400"/>
          </a:xfrm>
        </p:spPr>
        <p:txBody>
          <a:bodyPr>
            <a:norm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2E112F38-96E6-6235-EAFF-37CE475E378C}"/>
              </a:ext>
            </a:extLst>
          </p:cNvPr>
          <p:cNvSpPr>
            <a:spLocks noGrp="1"/>
          </p:cNvSpPr>
          <p:nvPr>
            <p:ph type="ftr" sz="quarter" idx="16"/>
          </p:nvPr>
        </p:nvSpPr>
        <p:spPr/>
        <p:txBody>
          <a:bodyPr/>
          <a:lstStyle/>
          <a:p>
            <a:r>
              <a:rPr lang="en-US"/>
              <a:t>Footer</a:t>
            </a:r>
            <a:endParaRPr lang="en-US" dirty="0"/>
          </a:p>
        </p:txBody>
      </p:sp>
      <p:sp>
        <p:nvSpPr>
          <p:cNvPr id="3" name="Date Placeholder 2">
            <a:extLst>
              <a:ext uri="{FF2B5EF4-FFF2-40B4-BE49-F238E27FC236}">
                <a16:creationId xmlns:a16="http://schemas.microsoft.com/office/drawing/2014/main" id="{367088C7-924D-CBD6-8E07-48926EA81D84}"/>
              </a:ext>
            </a:extLst>
          </p:cNvPr>
          <p:cNvSpPr>
            <a:spLocks noGrp="1"/>
          </p:cNvSpPr>
          <p:nvPr>
            <p:ph type="dt" sz="half" idx="15"/>
          </p:nvPr>
        </p:nvSpPr>
        <p:spPr/>
        <p:txBody>
          <a:bodyPr/>
          <a:lstStyle/>
          <a:p>
            <a:fld id="{8F6C2322-8D25-4C67-AD7E-90FC16B3022C}" type="datetime1">
              <a:rPr lang="en-US" smtClean="0"/>
              <a:t>9/1/2026</a:t>
            </a:fld>
            <a:endParaRPr lang="en-US"/>
          </a:p>
        </p:txBody>
      </p:sp>
      <p:sp>
        <p:nvSpPr>
          <p:cNvPr id="9" name="Slide Number Placeholder 8">
            <a:extLst>
              <a:ext uri="{FF2B5EF4-FFF2-40B4-BE49-F238E27FC236}">
                <a16:creationId xmlns:a16="http://schemas.microsoft.com/office/drawing/2014/main" id="{C0D8941E-F9EB-1A56-B764-78CFEDAE608A}"/>
              </a:ext>
            </a:extLst>
          </p:cNvPr>
          <p:cNvSpPr>
            <a:spLocks noGrp="1"/>
          </p:cNvSpPr>
          <p:nvPr>
            <p:ph type="sldNum" sz="quarter" idx="17"/>
          </p:nvPr>
        </p:nvSpPr>
        <p:spPr/>
        <p:txBody>
          <a:bodyPr/>
          <a:lstStyle/>
          <a:p>
            <a:fld id="{FD550D4C-7310-48EB-AB4A-11C1BDEC928F}" type="slidenum">
              <a:rPr lang="en-US" smtClean="0"/>
              <a:pPr/>
              <a:t>‹#›</a:t>
            </a:fld>
            <a:endParaRPr lang="en-US"/>
          </a:p>
        </p:txBody>
      </p:sp>
    </p:spTree>
    <p:extLst>
      <p:ext uri="{BB962C8B-B14F-4D97-AF65-F5344CB8AC3E}">
        <p14:creationId xmlns:p14="http://schemas.microsoft.com/office/powerpoint/2010/main" val="12870755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C1182-77A3-268C-42EA-5815421AA992}"/>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BC8F0EBE-68DE-746F-2237-1C76B05301B6}"/>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6E68617B-FB64-B5F2-430E-29E8FCF0DBDE}"/>
              </a:ext>
            </a:extLst>
          </p:cNvPr>
          <p:cNvSpPr>
            <a:spLocks noGrp="1"/>
          </p:cNvSpPr>
          <p:nvPr>
            <p:ph type="dt" sz="half" idx="10"/>
          </p:nvPr>
        </p:nvSpPr>
        <p:spPr/>
        <p:txBody>
          <a:bodyPr/>
          <a:lstStyle/>
          <a:p>
            <a:fld id="{BCD60B40-9DA5-46DF-83C8-816115071631}" type="datetimeFigureOut">
              <a:rPr lang="en-US" smtClean="0"/>
              <a:pPr/>
              <a:t>9/1/2026</a:t>
            </a:fld>
            <a:endParaRPr lang="en-US"/>
          </a:p>
        </p:txBody>
      </p:sp>
      <p:sp>
        <p:nvSpPr>
          <p:cNvPr id="5" name="Footer Placeholder 4">
            <a:extLst>
              <a:ext uri="{FF2B5EF4-FFF2-40B4-BE49-F238E27FC236}">
                <a16:creationId xmlns:a16="http://schemas.microsoft.com/office/drawing/2014/main" id="{FD14AE3E-CE37-C27F-87BD-7F90E36DFE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4FD360-68D8-EC68-0D7F-49F6378ABE48}"/>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365083228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91E22-973C-D607-BD26-5418702C9C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D91A9-D7B6-D088-1C5E-FC5D9612F9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10D66D-0E64-F54F-ED7D-67C0706A0FF3}"/>
              </a:ext>
            </a:extLst>
          </p:cNvPr>
          <p:cNvSpPr>
            <a:spLocks noGrp="1"/>
          </p:cNvSpPr>
          <p:nvPr>
            <p:ph type="dt" sz="half" idx="10"/>
          </p:nvPr>
        </p:nvSpPr>
        <p:spPr/>
        <p:txBody>
          <a:bodyPr/>
          <a:lstStyle/>
          <a:p>
            <a:fld id="{BCD60B40-9DA5-46DF-83C8-816115071631}" type="datetimeFigureOut">
              <a:rPr lang="en-US" smtClean="0"/>
              <a:pPr/>
              <a:t>9/1/2026</a:t>
            </a:fld>
            <a:endParaRPr lang="en-US"/>
          </a:p>
        </p:txBody>
      </p:sp>
      <p:sp>
        <p:nvSpPr>
          <p:cNvPr id="5" name="Footer Placeholder 4">
            <a:extLst>
              <a:ext uri="{FF2B5EF4-FFF2-40B4-BE49-F238E27FC236}">
                <a16:creationId xmlns:a16="http://schemas.microsoft.com/office/drawing/2014/main" id="{7B9737AB-A046-863F-9C5E-6EA6BB5E60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007400-CAB6-8EC1-BDAA-B11287F759E1}"/>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58671399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CF844-A49E-67BD-E96A-8F69EE83F908}"/>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40EA6D6E-352A-C5A3-03CF-103C303B27E8}"/>
              </a:ext>
            </a:extLst>
          </p:cNvPr>
          <p:cNvSpPr>
            <a:spLocks noGrp="1"/>
          </p:cNvSpPr>
          <p:nvPr>
            <p:ph type="body" idx="1"/>
          </p:nvPr>
        </p:nvSpPr>
        <p:spPr>
          <a:xfrm>
            <a:off x="831851" y="4589465"/>
            <a:ext cx="105156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90184C-A932-31D1-3B01-10D463019A68}"/>
              </a:ext>
            </a:extLst>
          </p:cNvPr>
          <p:cNvSpPr>
            <a:spLocks noGrp="1"/>
          </p:cNvSpPr>
          <p:nvPr>
            <p:ph type="dt" sz="half" idx="10"/>
          </p:nvPr>
        </p:nvSpPr>
        <p:spPr/>
        <p:txBody>
          <a:bodyPr/>
          <a:lstStyle/>
          <a:p>
            <a:fld id="{BCD60B40-9DA5-46DF-83C8-816115071631}" type="datetimeFigureOut">
              <a:rPr lang="en-US" smtClean="0"/>
              <a:pPr/>
              <a:t>9/1/2026</a:t>
            </a:fld>
            <a:endParaRPr lang="en-US"/>
          </a:p>
        </p:txBody>
      </p:sp>
      <p:sp>
        <p:nvSpPr>
          <p:cNvPr id="5" name="Footer Placeholder 4">
            <a:extLst>
              <a:ext uri="{FF2B5EF4-FFF2-40B4-BE49-F238E27FC236}">
                <a16:creationId xmlns:a16="http://schemas.microsoft.com/office/drawing/2014/main" id="{D31A4E22-B53F-B837-2D3F-66EC5D201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89C4FF-51EE-4EA2-641A-B22162B127EE}"/>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191062519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4FC51-45DB-CC87-6BA9-7B86AC6A33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7A73F2-813A-2078-3F67-84EB5EE55D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B3019B9-25DF-E302-F19B-B2AB0F11D5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E7FB4C-CEBB-3FAB-3942-2972E2178C01}"/>
              </a:ext>
            </a:extLst>
          </p:cNvPr>
          <p:cNvSpPr>
            <a:spLocks noGrp="1"/>
          </p:cNvSpPr>
          <p:nvPr>
            <p:ph type="dt" sz="half" idx="10"/>
          </p:nvPr>
        </p:nvSpPr>
        <p:spPr/>
        <p:txBody>
          <a:bodyPr/>
          <a:lstStyle/>
          <a:p>
            <a:fld id="{BCD60B40-9DA5-46DF-83C8-816115071631}" type="datetimeFigureOut">
              <a:rPr lang="en-US" smtClean="0"/>
              <a:pPr/>
              <a:t>9/1/2026</a:t>
            </a:fld>
            <a:endParaRPr lang="en-US"/>
          </a:p>
        </p:txBody>
      </p:sp>
      <p:sp>
        <p:nvSpPr>
          <p:cNvPr id="6" name="Footer Placeholder 5">
            <a:extLst>
              <a:ext uri="{FF2B5EF4-FFF2-40B4-BE49-F238E27FC236}">
                <a16:creationId xmlns:a16="http://schemas.microsoft.com/office/drawing/2014/main" id="{704F83C9-E2F2-4C48-FD96-8D27FC905F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EC6352-BD8B-F219-ABCB-E966A5A8C7F0}"/>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354144913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103-81E5-D747-20C1-C4D80DD1A518}"/>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C380446-E030-035B-5810-8368E5B9BD3C}"/>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E4429F2-0FE2-DFF0-6BDD-21ECD974C15C}"/>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637F83-326C-746C-F7C5-D276126FC92F}"/>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B14C460-9262-5D30-C14B-61236FB4942F}"/>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F6F178-E1D2-7364-F956-D205FA4471B6}"/>
              </a:ext>
            </a:extLst>
          </p:cNvPr>
          <p:cNvSpPr>
            <a:spLocks noGrp="1"/>
          </p:cNvSpPr>
          <p:nvPr>
            <p:ph type="dt" sz="half" idx="10"/>
          </p:nvPr>
        </p:nvSpPr>
        <p:spPr/>
        <p:txBody>
          <a:bodyPr/>
          <a:lstStyle/>
          <a:p>
            <a:fld id="{BCD60B40-9DA5-46DF-83C8-816115071631}" type="datetimeFigureOut">
              <a:rPr lang="en-US" smtClean="0"/>
              <a:pPr/>
              <a:t>9/1/2026</a:t>
            </a:fld>
            <a:endParaRPr lang="en-US"/>
          </a:p>
        </p:txBody>
      </p:sp>
      <p:sp>
        <p:nvSpPr>
          <p:cNvPr id="8" name="Footer Placeholder 7">
            <a:extLst>
              <a:ext uri="{FF2B5EF4-FFF2-40B4-BE49-F238E27FC236}">
                <a16:creationId xmlns:a16="http://schemas.microsoft.com/office/drawing/2014/main" id="{F3F0509D-99C4-43AD-C33A-B6C06731E6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44894B-FE0D-4DEE-8720-DA93507E439D}"/>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13734894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3D88-3A7C-2575-4387-4E251068D0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0FAF2F-25D8-8BF5-EDFD-8947397C90A5}"/>
              </a:ext>
            </a:extLst>
          </p:cNvPr>
          <p:cNvSpPr>
            <a:spLocks noGrp="1"/>
          </p:cNvSpPr>
          <p:nvPr>
            <p:ph type="dt" sz="half" idx="10"/>
          </p:nvPr>
        </p:nvSpPr>
        <p:spPr/>
        <p:txBody>
          <a:bodyPr/>
          <a:lstStyle/>
          <a:p>
            <a:fld id="{BCD60B40-9DA5-46DF-83C8-816115071631}" type="datetimeFigureOut">
              <a:rPr lang="en-US" smtClean="0"/>
              <a:pPr/>
              <a:t>9/1/2026</a:t>
            </a:fld>
            <a:endParaRPr lang="en-US"/>
          </a:p>
        </p:txBody>
      </p:sp>
      <p:sp>
        <p:nvSpPr>
          <p:cNvPr id="4" name="Footer Placeholder 3">
            <a:extLst>
              <a:ext uri="{FF2B5EF4-FFF2-40B4-BE49-F238E27FC236}">
                <a16:creationId xmlns:a16="http://schemas.microsoft.com/office/drawing/2014/main" id="{527DEBCF-05D0-75B8-29A2-73AAF022C6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507E5F-64E4-3386-BF55-668991BADE8D}"/>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233059565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C84EDE-3E0D-3051-40CE-80DD753083C2}"/>
              </a:ext>
            </a:extLst>
          </p:cNvPr>
          <p:cNvSpPr>
            <a:spLocks noGrp="1"/>
          </p:cNvSpPr>
          <p:nvPr>
            <p:ph type="dt" sz="half" idx="10"/>
          </p:nvPr>
        </p:nvSpPr>
        <p:spPr/>
        <p:txBody>
          <a:bodyPr/>
          <a:lstStyle/>
          <a:p>
            <a:fld id="{BCD60B40-9DA5-46DF-83C8-816115071631}" type="datetimeFigureOut">
              <a:rPr lang="en-US" smtClean="0"/>
              <a:pPr/>
              <a:t>9/1/2026</a:t>
            </a:fld>
            <a:endParaRPr lang="en-US"/>
          </a:p>
        </p:txBody>
      </p:sp>
      <p:sp>
        <p:nvSpPr>
          <p:cNvPr id="3" name="Footer Placeholder 2">
            <a:extLst>
              <a:ext uri="{FF2B5EF4-FFF2-40B4-BE49-F238E27FC236}">
                <a16:creationId xmlns:a16="http://schemas.microsoft.com/office/drawing/2014/main" id="{64D00D91-C51E-163B-EAEA-3DF5500CBF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B25458-28F1-7E8E-CB12-47D6235051FA}"/>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187277043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5628B-9930-561A-F409-5E8A7FD240E4}"/>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D319842-161C-614C-7027-3B7606B2DAE6}"/>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A718FF-E65C-3F25-1AC4-660B0752E9F8}"/>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218C0A1-B371-0AD2-0D8A-517883C750AD}"/>
              </a:ext>
            </a:extLst>
          </p:cNvPr>
          <p:cNvSpPr>
            <a:spLocks noGrp="1"/>
          </p:cNvSpPr>
          <p:nvPr>
            <p:ph type="dt" sz="half" idx="10"/>
          </p:nvPr>
        </p:nvSpPr>
        <p:spPr/>
        <p:txBody>
          <a:bodyPr/>
          <a:lstStyle/>
          <a:p>
            <a:fld id="{BCD60B40-9DA5-46DF-83C8-816115071631}" type="datetimeFigureOut">
              <a:rPr lang="en-US" smtClean="0"/>
              <a:pPr/>
              <a:t>9/1/2026</a:t>
            </a:fld>
            <a:endParaRPr lang="en-US"/>
          </a:p>
        </p:txBody>
      </p:sp>
      <p:sp>
        <p:nvSpPr>
          <p:cNvPr id="6" name="Footer Placeholder 5">
            <a:extLst>
              <a:ext uri="{FF2B5EF4-FFF2-40B4-BE49-F238E27FC236}">
                <a16:creationId xmlns:a16="http://schemas.microsoft.com/office/drawing/2014/main" id="{C0D82FB7-7304-A219-87CD-4CD6B4E25F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3F7068-AC25-037A-124E-C015A4B28EE3}"/>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45781571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3206B-BCE6-CEF9-9058-DEBAE2FFC27B}"/>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142A602C-231F-4C64-90AB-6643E96A13DA}"/>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A36EC96-0CE9-9E30-72D5-494525227F3F}"/>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1E743C0-A858-2501-65E0-7173F970DA1C}"/>
              </a:ext>
            </a:extLst>
          </p:cNvPr>
          <p:cNvSpPr>
            <a:spLocks noGrp="1"/>
          </p:cNvSpPr>
          <p:nvPr>
            <p:ph type="dt" sz="half" idx="10"/>
          </p:nvPr>
        </p:nvSpPr>
        <p:spPr/>
        <p:txBody>
          <a:bodyPr/>
          <a:lstStyle/>
          <a:p>
            <a:fld id="{BCD60B40-9DA5-46DF-83C8-816115071631}" type="datetimeFigureOut">
              <a:rPr lang="en-US" smtClean="0"/>
              <a:pPr/>
              <a:t>9/1/2026</a:t>
            </a:fld>
            <a:endParaRPr lang="en-US"/>
          </a:p>
        </p:txBody>
      </p:sp>
      <p:sp>
        <p:nvSpPr>
          <p:cNvPr id="6" name="Footer Placeholder 5">
            <a:extLst>
              <a:ext uri="{FF2B5EF4-FFF2-40B4-BE49-F238E27FC236}">
                <a16:creationId xmlns:a16="http://schemas.microsoft.com/office/drawing/2014/main" id="{94EDB91C-F9A4-9FBA-B7B4-0EA3CB4D5F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6C84FB-8565-BF05-BE81-34BD783CC378}"/>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339547077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61E71-8A4E-06A2-D12B-4E9B67EE717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AF6F12-0192-4219-67FB-1C9EC6AC43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757C71-043E-1EF9-445A-CE742DBECF23}"/>
              </a:ext>
            </a:extLst>
          </p:cNvPr>
          <p:cNvSpPr>
            <a:spLocks noGrp="1"/>
          </p:cNvSpPr>
          <p:nvPr>
            <p:ph type="dt" sz="half" idx="10"/>
          </p:nvPr>
        </p:nvSpPr>
        <p:spPr/>
        <p:txBody>
          <a:bodyPr/>
          <a:lstStyle/>
          <a:p>
            <a:fld id="{BCD60B40-9DA5-46DF-83C8-816115071631}" type="datetimeFigureOut">
              <a:rPr lang="en-US" smtClean="0"/>
              <a:pPr/>
              <a:t>9/1/2026</a:t>
            </a:fld>
            <a:endParaRPr lang="en-US"/>
          </a:p>
        </p:txBody>
      </p:sp>
      <p:sp>
        <p:nvSpPr>
          <p:cNvPr id="5" name="Footer Placeholder 4">
            <a:extLst>
              <a:ext uri="{FF2B5EF4-FFF2-40B4-BE49-F238E27FC236}">
                <a16:creationId xmlns:a16="http://schemas.microsoft.com/office/drawing/2014/main" id="{32C5A13B-8499-0266-0293-821B4ACCD4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55F7CE-657A-6373-93CC-A05B65C600E0}"/>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229800194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3E3FE1-AA9A-14D7-46B2-7F7CC882D93C}"/>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53C8B0-10B6-F742-558E-22FD6F13057D}"/>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ED5EFA-9731-5D3A-1F50-955CE02725F6}"/>
              </a:ext>
            </a:extLst>
          </p:cNvPr>
          <p:cNvSpPr>
            <a:spLocks noGrp="1"/>
          </p:cNvSpPr>
          <p:nvPr>
            <p:ph type="dt" sz="half" idx="10"/>
          </p:nvPr>
        </p:nvSpPr>
        <p:spPr/>
        <p:txBody>
          <a:bodyPr/>
          <a:lstStyle/>
          <a:p>
            <a:fld id="{BCD60B40-9DA5-46DF-83C8-816115071631}" type="datetimeFigureOut">
              <a:rPr lang="en-US" smtClean="0"/>
              <a:pPr/>
              <a:t>9/1/2026</a:t>
            </a:fld>
            <a:endParaRPr lang="en-US"/>
          </a:p>
        </p:txBody>
      </p:sp>
      <p:sp>
        <p:nvSpPr>
          <p:cNvPr id="5" name="Footer Placeholder 4">
            <a:extLst>
              <a:ext uri="{FF2B5EF4-FFF2-40B4-BE49-F238E27FC236}">
                <a16:creationId xmlns:a16="http://schemas.microsoft.com/office/drawing/2014/main" id="{C6AEBADC-6E34-1032-F62D-87ADD25969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6AFE74-7181-EECE-8BAD-45E0C4EB9EB4}"/>
              </a:ext>
            </a:extLst>
          </p:cNvPr>
          <p:cNvSpPr>
            <a:spLocks noGrp="1"/>
          </p:cNvSpPr>
          <p:nvPr>
            <p:ph type="sldNum" sz="quarter" idx="12"/>
          </p:nvPr>
        </p:nvSpPr>
        <p:spPr/>
        <p:txBody>
          <a:bodyPr/>
          <a:lstStyle/>
          <a:p>
            <a:fld id="{4038051C-9957-4DAB-B5E7-E9CEFA41961B}" type="slidenum">
              <a:rPr lang="en-US" smtClean="0"/>
              <a:pPr/>
              <a:t>‹#›</a:t>
            </a:fld>
            <a:endParaRPr lang="en-US"/>
          </a:p>
        </p:txBody>
      </p:sp>
    </p:spTree>
    <p:extLst>
      <p:ext uri="{BB962C8B-B14F-4D97-AF65-F5344CB8AC3E}">
        <p14:creationId xmlns:p14="http://schemas.microsoft.com/office/powerpoint/2010/main" val="158914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88" name="Shape 88"/>
          <p:cNvSpPr>
            <a:spLocks noGrp="1"/>
          </p:cNvSpPr>
          <p:nvPr>
            <p:ph type="title"/>
          </p:nvPr>
        </p:nvSpPr>
        <p:spPr>
          <a:xfrm>
            <a:off x="976314" y="187523"/>
            <a:ext cx="10239375" cy="1714500"/>
          </a:xfrm>
          <a:prstGeom prst="rect">
            <a:avLst/>
          </a:prstGeom>
        </p:spPr>
        <p:txBody>
          <a:bodyPr/>
          <a:lstStyle>
            <a:lvl1pPr>
              <a:defRPr>
                <a:solidFill>
                  <a:srgbClr val="558AAB"/>
                </a:solidFill>
              </a:defRPr>
            </a:lvl1pPr>
          </a:lstStyle>
          <a:p>
            <a:r>
              <a:t>Title Text</a:t>
            </a:r>
          </a:p>
        </p:txBody>
      </p:sp>
      <p:sp>
        <p:nvSpPr>
          <p:cNvPr id="89" name="Shape 89"/>
          <p:cNvSpPr>
            <a:spLocks noGrp="1"/>
          </p:cNvSpPr>
          <p:nvPr>
            <p:ph type="body" idx="1"/>
          </p:nvPr>
        </p:nvSpPr>
        <p:spPr>
          <a:xfrm>
            <a:off x="976314" y="1946673"/>
            <a:ext cx="10239375" cy="4018359"/>
          </a:xfrm>
          <a:prstGeom prst="rect">
            <a:avLst/>
          </a:prstGeom>
        </p:spPr>
        <p:txBody>
          <a:bodyPr anchor="t"/>
          <a:lstStyle>
            <a:lvl1pPr marL="312528" indent="-312528">
              <a:buBlip>
                <a:blip r:embed="rId2"/>
              </a:buBlip>
            </a:lvl1pPr>
            <a:lvl2pPr marL="625056" indent="-312528">
              <a:buBlip>
                <a:blip r:embed="rId2"/>
              </a:buBlip>
            </a:lvl2pPr>
            <a:lvl3pPr marL="937584" indent="-312528">
              <a:buBlip>
                <a:blip r:embed="rId2"/>
              </a:buBlip>
            </a:lvl3pPr>
            <a:lvl4pPr marL="1250112" indent="-312528">
              <a:buBlip>
                <a:blip r:embed="rId2"/>
              </a:buBlip>
            </a:lvl4pPr>
            <a:lvl5pPr marL="1562640" indent="-312528">
              <a:buBlip>
                <a:blip r:embed="rId2"/>
              </a:buBlip>
            </a:lvl5pPr>
          </a:lstStyle>
          <a:p>
            <a:r>
              <a:t>Body Level One</a:t>
            </a:r>
          </a:p>
          <a:p>
            <a:pPr lvl="1"/>
            <a:r>
              <a:t>Body Level Two</a:t>
            </a:r>
          </a:p>
          <a:p>
            <a:pPr lvl="2"/>
            <a:r>
              <a:t>Body Level Three</a:t>
            </a:r>
          </a:p>
          <a:p>
            <a:pPr lvl="3"/>
            <a:r>
              <a:t>Body Level Four</a:t>
            </a:r>
          </a:p>
          <a:p>
            <a:pPr lvl="4"/>
            <a:r>
              <a:t>Body Level Five</a:t>
            </a:r>
          </a:p>
        </p:txBody>
      </p:sp>
      <p:sp>
        <p:nvSpPr>
          <p:cNvPr id="90" name="Shape 90"/>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89637097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slideLayout" Target="../slideLayouts/slideLayout55.xml"/><Relationship Id="rId47" Type="http://schemas.openxmlformats.org/officeDocument/2006/relationships/slideLayout" Target="../slideLayouts/slideLayout60.xml"/><Relationship Id="rId50" Type="http://schemas.openxmlformats.org/officeDocument/2006/relationships/slideLayout" Target="../slideLayouts/slideLayout63.xml"/><Relationship Id="rId55" Type="http://schemas.openxmlformats.org/officeDocument/2006/relationships/theme" Target="../theme/theme3.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9" Type="http://schemas.openxmlformats.org/officeDocument/2006/relationships/slideLayout" Target="../slideLayouts/slideLayout42.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45" Type="http://schemas.openxmlformats.org/officeDocument/2006/relationships/slideLayout" Target="../slideLayouts/slideLayout58.xml"/><Relationship Id="rId53" Type="http://schemas.openxmlformats.org/officeDocument/2006/relationships/slideLayout" Target="../slideLayouts/slideLayout66.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4" Type="http://schemas.openxmlformats.org/officeDocument/2006/relationships/slideLayout" Target="../slideLayouts/slideLayout57.xml"/><Relationship Id="rId52" Type="http://schemas.openxmlformats.org/officeDocument/2006/relationships/slideLayout" Target="../slideLayouts/slideLayout65.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43" Type="http://schemas.openxmlformats.org/officeDocument/2006/relationships/slideLayout" Target="../slideLayouts/slideLayout56.xml"/><Relationship Id="rId48" Type="http://schemas.openxmlformats.org/officeDocument/2006/relationships/slideLayout" Target="../slideLayouts/slideLayout61.xml"/><Relationship Id="rId8" Type="http://schemas.openxmlformats.org/officeDocument/2006/relationships/slideLayout" Target="../slideLayouts/slideLayout21.xml"/><Relationship Id="rId51" Type="http://schemas.openxmlformats.org/officeDocument/2006/relationships/slideLayout" Target="../slideLayouts/slideLayout64.xml"/><Relationship Id="rId3" Type="http://schemas.openxmlformats.org/officeDocument/2006/relationships/slideLayout" Target="../slideLayouts/slideLayout16.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 Id="rId46" Type="http://schemas.openxmlformats.org/officeDocument/2006/relationships/slideLayout" Target="../slideLayouts/slideLayout59.xml"/><Relationship Id="rId20" Type="http://schemas.openxmlformats.org/officeDocument/2006/relationships/slideLayout" Target="../slideLayouts/slideLayout33.xml"/><Relationship Id="rId41" Type="http://schemas.openxmlformats.org/officeDocument/2006/relationships/slideLayout" Target="../slideLayouts/slideLayout54.xml"/><Relationship Id="rId54" Type="http://schemas.openxmlformats.org/officeDocument/2006/relationships/slideLayout" Target="../slideLayouts/slideLayout67.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49" Type="http://schemas.openxmlformats.org/officeDocument/2006/relationships/slideLayout" Target="../slideLayouts/slideLayout6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theme" Target="../theme/theme4.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FCB4FA-5B26-2181-8655-894CAEC095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3914999-8981-5A56-0F3E-B047E617A5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DAC3DF-0588-5988-BA11-450525DC7B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A81D6B-CE9E-474B-BCAC-C874B1E56BCE}" type="datetimeFigureOut">
              <a:rPr lang="en-US" smtClean="0"/>
              <a:pPr/>
              <a:t>9/1/2026</a:t>
            </a:fld>
            <a:endParaRPr lang="en-US"/>
          </a:p>
        </p:txBody>
      </p:sp>
      <p:sp>
        <p:nvSpPr>
          <p:cNvPr id="5" name="Footer Placeholder 4">
            <a:extLst>
              <a:ext uri="{FF2B5EF4-FFF2-40B4-BE49-F238E27FC236}">
                <a16:creationId xmlns:a16="http://schemas.microsoft.com/office/drawing/2014/main" id="{E9C8BD0B-2E13-911B-E998-922A89D05D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18E549F-4631-3AB5-35FD-7CB24295FD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7147FC-8BD7-4351-9235-1311C7CD144E}" type="slidenum">
              <a:rPr lang="en-US" smtClean="0"/>
              <a:pPr/>
              <a:t>‹#›</a:t>
            </a:fld>
            <a:endParaRPr lang="en-US"/>
          </a:p>
        </p:txBody>
      </p:sp>
    </p:spTree>
    <p:extLst>
      <p:ext uri="{BB962C8B-B14F-4D97-AF65-F5344CB8AC3E}">
        <p14:creationId xmlns:p14="http://schemas.microsoft.com/office/powerpoint/2010/main" val="54915898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3010581"/>
      </p:ext>
    </p:extLst>
  </p:cSld>
  <p:clrMap bg1="lt1" tx1="dk1" bg2="lt2" tx2="dk2" accent1="accent1" accent2="accent2" accent3="accent3" accent4="accent4" accent5="accent5" accent6="accent6" hlink="hlink" folHlink="folHlink"/>
  <p:sldLayoutIdLst>
    <p:sldLayoutId id="2147483692" r:id="rId1"/>
    <p:sldLayoutId id="2147483693"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685799"/>
            <a:ext cx="10972800" cy="822961"/>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72800"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4">
            <a:extLst>
              <a:ext uri="{FF2B5EF4-FFF2-40B4-BE49-F238E27FC236}">
                <a16:creationId xmlns:a16="http://schemas.microsoft.com/office/drawing/2014/main" id="{936CB326-6DAC-2725-2EB6-36B42440A06A}"/>
              </a:ext>
            </a:extLst>
          </p:cNvPr>
          <p:cNvSpPr>
            <a:spLocks noGrp="1"/>
          </p:cNvSpPr>
          <p:nvPr>
            <p:ph type="ftr" sz="quarter" idx="3"/>
          </p:nvPr>
        </p:nvSpPr>
        <p:spPr>
          <a:xfrm>
            <a:off x="612648" y="6324600"/>
            <a:ext cx="2740154" cy="365760"/>
          </a:xfrm>
          <a:prstGeom prst="rect">
            <a:avLst/>
          </a:prstGeom>
        </p:spPr>
        <p:txBody>
          <a:bodyPr vert="horz" lIns="91440" tIns="45720" rIns="91440" bIns="45720" rtlCol="0" anchor="ctr"/>
          <a:lstStyle>
            <a:lvl1pPr algn="r" rtl="1">
              <a:defRPr sz="800" b="0" i="0" cap="all" spc="50" baseline="0">
                <a:solidFill>
                  <a:schemeClr val="tx2"/>
                </a:solidFill>
                <a:latin typeface="+mj-lt"/>
              </a:defRPr>
            </a:lvl1pPr>
          </a:lstStyle>
          <a:p>
            <a:r>
              <a:rPr lang="en-US"/>
              <a:t>Footer</a:t>
            </a:r>
            <a:endParaRPr lang="en-US" dirty="0"/>
          </a:p>
        </p:txBody>
      </p:sp>
      <p:sp>
        <p:nvSpPr>
          <p:cNvPr id="14" name="Date Placeholder 3">
            <a:extLst>
              <a:ext uri="{FF2B5EF4-FFF2-40B4-BE49-F238E27FC236}">
                <a16:creationId xmlns:a16="http://schemas.microsoft.com/office/drawing/2014/main" id="{4C296CF0-CE73-63F2-D79D-60F24B92B81B}"/>
              </a:ext>
            </a:extLst>
          </p:cNvPr>
          <p:cNvSpPr>
            <a:spLocks noGrp="1"/>
          </p:cNvSpPr>
          <p:nvPr>
            <p:ph type="dt" sz="half" idx="2"/>
          </p:nvPr>
        </p:nvSpPr>
        <p:spPr>
          <a:xfrm>
            <a:off x="8839200" y="6324600"/>
            <a:ext cx="2316052" cy="365760"/>
          </a:xfrm>
          <a:prstGeom prst="rect">
            <a:avLst/>
          </a:prstGeom>
        </p:spPr>
        <p:txBody>
          <a:bodyPr vert="horz" lIns="91440" tIns="45720" rIns="91440" bIns="45720" rtlCol="0" anchor="ctr"/>
          <a:lstStyle>
            <a:lvl1pPr algn="l" rtl="1">
              <a:defRPr sz="800" b="0" i="0" cap="all" spc="50" baseline="0">
                <a:solidFill>
                  <a:schemeClr val="tx2"/>
                </a:solidFill>
                <a:latin typeface="+mj-lt"/>
              </a:defRPr>
            </a:lvl1pPr>
          </a:lstStyle>
          <a:p>
            <a:fld id="{4C1107AE-1579-40FB-9BBE-CB09C3B3704E}" type="datetime1">
              <a:rPr lang="en-US" smtClean="0"/>
              <a:t>9/1/2026</a:t>
            </a:fld>
            <a:endParaRPr lang="en-US"/>
          </a:p>
        </p:txBody>
      </p:sp>
      <p:sp>
        <p:nvSpPr>
          <p:cNvPr id="15" name="Slide Number Placeholder 5">
            <a:extLst>
              <a:ext uri="{FF2B5EF4-FFF2-40B4-BE49-F238E27FC236}">
                <a16:creationId xmlns:a16="http://schemas.microsoft.com/office/drawing/2014/main" id="{71369C0B-9017-143A-7802-EF4A1822C080}"/>
              </a:ext>
            </a:extLst>
          </p:cNvPr>
          <p:cNvSpPr>
            <a:spLocks noGrp="1"/>
          </p:cNvSpPr>
          <p:nvPr>
            <p:ph type="sldNum" sz="quarter" idx="4"/>
          </p:nvPr>
        </p:nvSpPr>
        <p:spPr>
          <a:xfrm>
            <a:off x="11155252" y="6324600"/>
            <a:ext cx="427148" cy="365760"/>
          </a:xfrm>
          <a:prstGeom prst="rect">
            <a:avLst/>
          </a:prstGeom>
        </p:spPr>
        <p:txBody>
          <a:bodyPr vert="horz" lIns="91440" tIns="45720" rIns="91440" bIns="45720" rtlCol="0" anchor="ctr"/>
          <a:lstStyle>
            <a:lvl1pPr algn="l" rtl="1">
              <a:defRPr sz="800" b="0" i="0" cap="all" spc="50" baseline="0">
                <a:solidFill>
                  <a:schemeClr val="tx2"/>
                </a:solidFill>
                <a:latin typeface="+mj-lt"/>
              </a:defRPr>
            </a:lvl1pPr>
          </a:lstStyle>
          <a:p>
            <a:fld id="{FD550D4C-7310-48EB-AB4A-11C1BDEC928F}" type="slidenum">
              <a:rPr lang="en-US" smtClean="0"/>
              <a:pPr/>
              <a:t>‹#›</a:t>
            </a:fld>
            <a:endParaRPr lang="en-US"/>
          </a:p>
        </p:txBody>
      </p:sp>
    </p:spTree>
    <p:extLst>
      <p:ext uri="{BB962C8B-B14F-4D97-AF65-F5344CB8AC3E}">
        <p14:creationId xmlns:p14="http://schemas.microsoft.com/office/powerpoint/2010/main" val="308484376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 id="2147483730" r:id="rId35"/>
    <p:sldLayoutId id="2147483731" r:id="rId36"/>
    <p:sldLayoutId id="2147483732" r:id="rId37"/>
    <p:sldLayoutId id="2147483733" r:id="rId38"/>
    <p:sldLayoutId id="2147483734" r:id="rId39"/>
    <p:sldLayoutId id="2147483735" r:id="rId40"/>
    <p:sldLayoutId id="2147483736" r:id="rId41"/>
    <p:sldLayoutId id="2147483737" r:id="rId42"/>
    <p:sldLayoutId id="2147483738" r:id="rId43"/>
    <p:sldLayoutId id="2147483739" r:id="rId44"/>
    <p:sldLayoutId id="2147483740" r:id="rId45"/>
    <p:sldLayoutId id="2147483741" r:id="rId46"/>
    <p:sldLayoutId id="2147483742" r:id="rId47"/>
    <p:sldLayoutId id="2147483743" r:id="rId48"/>
    <p:sldLayoutId id="2147483744" r:id="rId49"/>
    <p:sldLayoutId id="2147483745" r:id="rId50"/>
    <p:sldLayoutId id="2147483746" r:id="rId51"/>
    <p:sldLayoutId id="2147483747" r:id="rId52"/>
    <p:sldLayoutId id="2147483748" r:id="rId53"/>
    <p:sldLayoutId id="2147483749" r:id="rId54"/>
  </p:sldLayoutIdLst>
  <p:hf hdr="0" dt="0"/>
  <p:txStyles>
    <p:titleStyle>
      <a:lvl1pPr algn="r" defTabSz="914400" rtl="1" eaLnBrk="1" latinLnBrk="0" hangingPunct="1">
        <a:lnSpc>
          <a:spcPct val="80000"/>
        </a:lnSpc>
        <a:spcBef>
          <a:spcPct val="0"/>
        </a:spcBef>
        <a:buNone/>
        <a:defRPr sz="3200" b="0" i="0" kern="1200" spc="0" baseline="0">
          <a:solidFill>
            <a:schemeClr val="tx2"/>
          </a:solidFill>
          <a:latin typeface="+mj-lt"/>
          <a:ea typeface="+mj-ea"/>
          <a:cs typeface="+mj-cs"/>
        </a:defRPr>
      </a:lvl1pPr>
    </p:titleStyle>
    <p:bodyStyle>
      <a:lvl1pPr marL="0" indent="0" algn="r" defTabSz="914400" rtl="1" eaLnBrk="1" latinLnBrk="0" hangingPunct="1">
        <a:lnSpc>
          <a:spcPct val="120000"/>
        </a:lnSpc>
        <a:spcBef>
          <a:spcPts val="1000"/>
        </a:spcBef>
        <a:buFont typeface="Arial" panose="020B0604020202020204" pitchFamily="34" charset="0"/>
        <a:buNone/>
        <a:defRPr sz="1400" b="0" i="0" kern="1200">
          <a:solidFill>
            <a:schemeClr val="tx2"/>
          </a:solidFill>
          <a:latin typeface="+mn-lt"/>
          <a:ea typeface="+mn-ea"/>
          <a:cs typeface="+mn-cs"/>
        </a:defRPr>
      </a:lvl1pPr>
      <a:lvl2pPr marL="228600" indent="0" algn="r" defTabSz="914400" rtl="1"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mn-ea"/>
          <a:cs typeface="+mn-cs"/>
        </a:defRPr>
      </a:lvl2pPr>
      <a:lvl3pPr marL="457200" indent="0" algn="r" defTabSz="914400" rtl="1"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r" defTabSz="914400" rtl="1"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r" defTabSz="914400" rtl="1"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9" orient="horz" pos="4032">
          <p15:clr>
            <a:srgbClr val="F26B43"/>
          </p15:clr>
        </p15:guide>
        <p15:guide id="20" pos="3840">
          <p15:clr>
            <a:srgbClr val="F26B43"/>
          </p15:clr>
        </p15:guide>
        <p15:guide id="21" pos="7296">
          <p15:clr>
            <a:srgbClr val="F26B43"/>
          </p15:clr>
        </p15:guide>
        <p15:guide id="22" pos="384">
          <p15:clr>
            <a:srgbClr val="F26B43"/>
          </p15:clr>
        </p15:guide>
        <p15:guide id="23" pos="7440">
          <p15:clr>
            <a:srgbClr val="F26B43"/>
          </p15:clr>
        </p15:guide>
        <p15:guide id="24" pos="240">
          <p15:clr>
            <a:srgbClr val="F26B43"/>
          </p15:clr>
        </p15:guide>
        <p15:guide id="25" pos="96">
          <p15:clr>
            <a:srgbClr val="F26B43"/>
          </p15:clr>
        </p15:guide>
        <p15:guide id="26" pos="7584">
          <p15:clr>
            <a:srgbClr val="F26B43"/>
          </p15:clr>
        </p15:guide>
        <p15:guide id="27" orient="horz" pos="144">
          <p15:clr>
            <a:srgbClr val="F26B43"/>
          </p15:clr>
        </p15:guide>
        <p15:guide id="28" orient="horz" pos="4176">
          <p15:clr>
            <a:srgbClr val="F26B43"/>
          </p15:clr>
        </p15:guide>
        <p15:guide id="29" orient="horz" pos="432">
          <p15:clr>
            <a:srgbClr val="F26B43"/>
          </p15:clr>
        </p15:guide>
        <p15:guide id="30" orient="horz" pos="3888">
          <p15:clr>
            <a:srgbClr val="F26B43"/>
          </p15:clr>
        </p15:guide>
        <p15:guide id="31" orient="horz" pos="288">
          <p15:clr>
            <a:srgbClr val="F26B43"/>
          </p15:clr>
        </p15:guide>
        <p15:guide id="32"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F2BCE3-716E-514A-4031-D15475347F97}"/>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5C478D-856C-0626-059F-EE46B6152D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EAA332-9780-499C-3726-3C25B131FFAB}"/>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BCD60B40-9DA5-46DF-83C8-816115071631}" type="datetimeFigureOut">
              <a:rPr lang="en-US" smtClean="0"/>
              <a:pPr/>
              <a:t>9/1/2026</a:t>
            </a:fld>
            <a:endParaRPr lang="en-US"/>
          </a:p>
        </p:txBody>
      </p:sp>
      <p:sp>
        <p:nvSpPr>
          <p:cNvPr id="5" name="Footer Placeholder 4">
            <a:extLst>
              <a:ext uri="{FF2B5EF4-FFF2-40B4-BE49-F238E27FC236}">
                <a16:creationId xmlns:a16="http://schemas.microsoft.com/office/drawing/2014/main" id="{2D1DDB09-54DC-9D85-3D73-DCA3E3B10E50}"/>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706FCB4-FE9F-0184-9950-2EA9160D3875}"/>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4038051C-9957-4DAB-B5E7-E9CEFA41961B}" type="slidenum">
              <a:rPr lang="en-US" smtClean="0"/>
              <a:pPr/>
              <a:t>‹#›</a:t>
            </a:fld>
            <a:endParaRPr lang="en-US"/>
          </a:p>
        </p:txBody>
      </p:sp>
    </p:spTree>
    <p:extLst>
      <p:ext uri="{BB962C8B-B14F-4D97-AF65-F5344CB8AC3E}">
        <p14:creationId xmlns:p14="http://schemas.microsoft.com/office/powerpoint/2010/main" val="3085477887"/>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Pen placed on top of a signature line">
            <a:extLst>
              <a:ext uri="{FF2B5EF4-FFF2-40B4-BE49-F238E27FC236}">
                <a16:creationId xmlns:a16="http://schemas.microsoft.com/office/drawing/2014/main" id="{09066BEA-7B54-F8CA-0E81-9DD2785447C8}"/>
              </a:ext>
            </a:extLst>
          </p:cNvPr>
          <p:cNvPicPr>
            <a:picLocks noChangeAspect="1"/>
          </p:cNvPicPr>
          <p:nvPr/>
        </p:nvPicPr>
        <p:blipFill>
          <a:blip r:embed="rId2">
            <a:alphaModFix amt="40000"/>
          </a:blip>
          <a:srcRect b="1573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AAF5ADF6-DE5E-E74F-A9BC-CB284F4D3830}"/>
              </a:ext>
            </a:extLst>
          </p:cNvPr>
          <p:cNvSpPr>
            <a:spLocks noGrp="1"/>
          </p:cNvSpPr>
          <p:nvPr>
            <p:ph type="ctrTitle"/>
          </p:nvPr>
        </p:nvSpPr>
        <p:spPr>
          <a:xfrm>
            <a:off x="965200" y="965200"/>
            <a:ext cx="10261600" cy="3564869"/>
          </a:xfrm>
        </p:spPr>
        <p:txBody>
          <a:bodyPr>
            <a:normAutofit/>
          </a:bodyPr>
          <a:lstStyle/>
          <a:p>
            <a:pPr algn="l"/>
            <a:r>
              <a:rPr lang="en-US" sz="8100" dirty="0">
                <a:ln w="22225">
                  <a:solidFill>
                    <a:schemeClr val="tx1"/>
                  </a:solidFill>
                  <a:miter lim="800000"/>
                </a:ln>
                <a:noFill/>
              </a:rPr>
              <a:t>Legal Analysis cont. &amp; Introduction to Bluebook Citation</a:t>
            </a:r>
          </a:p>
        </p:txBody>
      </p:sp>
    </p:spTree>
    <p:extLst>
      <p:ext uri="{BB962C8B-B14F-4D97-AF65-F5344CB8AC3E}">
        <p14:creationId xmlns:p14="http://schemas.microsoft.com/office/powerpoint/2010/main" val="145267746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C8E7D28D-93A7-563A-B7C9-43EED8D474D6}"/>
              </a:ext>
            </a:extLst>
          </p:cNvPr>
          <p:cNvSpPr>
            <a:spLocks noGrp="1"/>
          </p:cNvSpPr>
          <p:nvPr>
            <p:ph type="title"/>
          </p:nvPr>
        </p:nvSpPr>
        <p:spPr>
          <a:xfrm>
            <a:off x="479394" y="1070800"/>
            <a:ext cx="3939688" cy="5583126"/>
          </a:xfrm>
        </p:spPr>
        <p:txBody>
          <a:bodyPr>
            <a:normAutofit/>
          </a:bodyPr>
          <a:lstStyle/>
          <a:p>
            <a:pPr algn="r"/>
            <a:r>
              <a:rPr lang="en-US" sz="8000"/>
              <a:t>Today in LSS</a:t>
            </a:r>
          </a:p>
        </p:txBody>
      </p:sp>
      <p:cxnSp>
        <p:nvCxnSpPr>
          <p:cNvPr id="18" name="Straight Connector 17">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1247F2AE-899A-C0B1-07EF-C601B7A147E4}"/>
              </a:ext>
            </a:extLst>
          </p:cNvPr>
          <p:cNvGraphicFramePr>
            <a:graphicFrameLocks noGrp="1"/>
          </p:cNvGraphicFramePr>
          <p:nvPr>
            <p:ph idx="1"/>
            <p:extLst>
              <p:ext uri="{D42A27DB-BD31-4B8C-83A1-F6EECF244321}">
                <p14:modId xmlns:p14="http://schemas.microsoft.com/office/powerpoint/2010/main" val="3455200970"/>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4928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E1076-AAAF-063D-2A4C-E77D7E9F67EB}"/>
              </a:ext>
            </a:extLst>
          </p:cNvPr>
          <p:cNvSpPr>
            <a:spLocks noGrp="1"/>
          </p:cNvSpPr>
          <p:nvPr>
            <p:ph type="title"/>
          </p:nvPr>
        </p:nvSpPr>
        <p:spPr>
          <a:xfrm>
            <a:off x="1001684" y="170412"/>
            <a:ext cx="10178934" cy="1328730"/>
          </a:xfrm>
        </p:spPr>
        <p:txBody>
          <a:bodyPr vert="horz" lIns="91440" tIns="45720" rIns="91440" bIns="45720" rtlCol="0" anchor="b">
            <a:normAutofit/>
          </a:bodyPr>
          <a:lstStyle/>
          <a:p>
            <a:r>
              <a:rPr lang="en-US" sz="5200" dirty="0"/>
              <a:t>Trey Gaw</a:t>
            </a:r>
            <a:endParaRPr lang="en-US" sz="5200" kern="1200" dirty="0">
              <a:solidFill>
                <a:schemeClr val="tx1"/>
              </a:solidFill>
              <a:latin typeface="+mj-lt"/>
            </a:endParaRPr>
          </a:p>
        </p:txBody>
      </p:sp>
      <p:pic>
        <p:nvPicPr>
          <p:cNvPr id="6" name="Picture 5">
            <a:extLst>
              <a:ext uri="{FF2B5EF4-FFF2-40B4-BE49-F238E27FC236}">
                <a16:creationId xmlns:a16="http://schemas.microsoft.com/office/drawing/2014/main" id="{583616D4-49CF-4C9D-5630-A022D219D772}"/>
              </a:ext>
            </a:extLst>
          </p:cNvPr>
          <p:cNvPicPr>
            <a:picLocks noChangeAspect="1"/>
          </p:cNvPicPr>
          <p:nvPr/>
        </p:nvPicPr>
        <p:blipFill>
          <a:blip r:embed="rId2"/>
          <a:srcRect t="32558" r="1" b="27388"/>
          <a:stretch>
            <a:fillRect/>
          </a:stretch>
        </p:blipFill>
        <p:spPr>
          <a:xfrm>
            <a:off x="198741" y="2410448"/>
            <a:ext cx="5803323" cy="3890357"/>
          </a:xfrm>
          <a:prstGeom prst="rect">
            <a:avLst/>
          </a:prstGeom>
        </p:spPr>
      </p:pic>
      <p:pic>
        <p:nvPicPr>
          <p:cNvPr id="4" name="Content Placeholder 3">
            <a:extLst>
              <a:ext uri="{FF2B5EF4-FFF2-40B4-BE49-F238E27FC236}">
                <a16:creationId xmlns:a16="http://schemas.microsoft.com/office/drawing/2014/main" id="{7A3A2C2A-29C7-3073-0407-23AFCA45F4FC}"/>
              </a:ext>
            </a:extLst>
          </p:cNvPr>
          <p:cNvPicPr>
            <a:picLocks noGrp="1" noChangeAspect="1"/>
          </p:cNvPicPr>
          <p:nvPr>
            <p:ph idx="1"/>
          </p:nvPr>
        </p:nvPicPr>
        <p:blipFill>
          <a:blip r:embed="rId3"/>
          <a:srcRect l="601" r="15488" b="-3"/>
          <a:stretch>
            <a:fillRect/>
          </a:stretch>
        </p:blipFill>
        <p:spPr>
          <a:xfrm>
            <a:off x="6189934" y="2410448"/>
            <a:ext cx="5803323" cy="3890357"/>
          </a:xfrm>
          <a:prstGeom prst="rect">
            <a:avLst/>
          </a:prstGeom>
        </p:spPr>
      </p:pic>
    </p:spTree>
    <p:extLst>
      <p:ext uri="{BB962C8B-B14F-4D97-AF65-F5344CB8AC3E}">
        <p14:creationId xmlns:p14="http://schemas.microsoft.com/office/powerpoint/2010/main" val="3525088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mke/milwaukee_real.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5989320"/>
            <a:ext cx="4206240" cy="868680"/>
          </a:xfrm>
          <a:prstGeom prst="rect">
            <a:avLst/>
          </a:prstGeom>
          <a:solidFill>
            <a:srgbClr val="0A0F1E">
              <a:alpha val="75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1"/>
          <p:cNvSpPr txBox="1"/>
          <p:nvPr/>
        </p:nvSpPr>
        <p:spPr>
          <a:xfrm>
            <a:off x="411480" y="6108192"/>
            <a:ext cx="384048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Milwaukee, WI –Promise Maduka</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1BD59-4ADA-20CE-CC9F-A05189D814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3134EBD-AABF-45AE-DF02-BEE71151B646}"/>
              </a:ext>
            </a:extLst>
          </p:cNvPr>
          <p:cNvSpPr>
            <a:spLocks noGrp="1"/>
          </p:cNvSpPr>
          <p:nvPr>
            <p:ph type="title"/>
          </p:nvPr>
        </p:nvSpPr>
        <p:spPr>
          <a:xfrm>
            <a:off x="7930662" y="685800"/>
            <a:ext cx="3656993" cy="1277149"/>
          </a:xfrm>
        </p:spPr>
        <p:txBody>
          <a:bodyPr vert="horz" lIns="91440" tIns="45720" rIns="91440" bIns="45720" rtlCol="0" anchor="b">
            <a:normAutofit/>
          </a:bodyPr>
          <a:lstStyle/>
          <a:p>
            <a:r>
              <a:rPr lang="en-US" b="0" i="0" kern="1200" spc="0" baseline="0">
                <a:latin typeface="+mj-lt"/>
                <a:ea typeface="+mj-ea"/>
                <a:cs typeface="+mj-cs"/>
              </a:rPr>
              <a:t>Joyclin Ranjith</a:t>
            </a:r>
            <a:br>
              <a:rPr lang="en-US" b="0" i="0" kern="1200" spc="0" baseline="0">
                <a:latin typeface="+mj-lt"/>
                <a:ea typeface="+mj-ea"/>
                <a:cs typeface="+mj-cs"/>
              </a:rPr>
            </a:br>
            <a:br>
              <a:rPr lang="en-US" b="0" i="0" kern="1200" spc="0" baseline="0">
                <a:latin typeface="+mj-lt"/>
                <a:ea typeface="+mj-ea"/>
                <a:cs typeface="+mj-cs"/>
              </a:rPr>
            </a:br>
            <a:endParaRPr lang="en-US" b="0" i="0" kern="1200" spc="0" baseline="0">
              <a:latin typeface="+mj-lt"/>
              <a:ea typeface="+mj-ea"/>
              <a:cs typeface="+mj-cs"/>
            </a:endParaRPr>
          </a:p>
        </p:txBody>
      </p:sp>
      <p:pic>
        <p:nvPicPr>
          <p:cNvPr id="2" name="Picture Placeholder 1">
            <a:extLst>
              <a:ext uri="{FF2B5EF4-FFF2-40B4-BE49-F238E27FC236}">
                <a16:creationId xmlns:a16="http://schemas.microsoft.com/office/drawing/2014/main" id="{C7F72517-3C14-B176-237A-E57330F15E69}"/>
              </a:ext>
            </a:extLst>
          </p:cNvPr>
          <p:cNvPicPr>
            <a:picLocks noGrp="1" noChangeAspect="1"/>
          </p:cNvPicPr>
          <p:nvPr>
            <p:ph type="pic" sz="quarter" idx="15"/>
          </p:nvPr>
        </p:nvPicPr>
        <p:blipFill>
          <a:blip r:embed="rId2"/>
          <a:srcRect r="2" b="31430"/>
          <a:stretch>
            <a:fillRect/>
          </a:stretch>
        </p:blipFill>
        <p:spPr>
          <a:xfrm>
            <a:off x="609601" y="685800"/>
            <a:ext cx="5564554" cy="5486400"/>
          </a:xfrm>
          <a:prstGeom prst="rect">
            <a:avLst/>
          </a:prstGeom>
          <a:noFill/>
        </p:spPr>
      </p:pic>
      <p:sp>
        <p:nvSpPr>
          <p:cNvPr id="8" name="TextBox 7">
            <a:extLst>
              <a:ext uri="{FF2B5EF4-FFF2-40B4-BE49-F238E27FC236}">
                <a16:creationId xmlns:a16="http://schemas.microsoft.com/office/drawing/2014/main" id="{7E3B12BF-B24B-E61F-6F28-1458BC0FBEA3}"/>
              </a:ext>
            </a:extLst>
          </p:cNvPr>
          <p:cNvSpPr txBox="1"/>
          <p:nvPr/>
        </p:nvSpPr>
        <p:spPr>
          <a:xfrm>
            <a:off x="7924676" y="1715476"/>
            <a:ext cx="3656993" cy="365760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0" marR="0" lvl="0" indent="0" algn="r" defTabSz="914400" rtl="1" eaLnBrk="1" fontAlgn="auto" latinLnBrk="0" hangingPunct="1">
              <a:lnSpc>
                <a:spcPct val="20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2C2C2C"/>
                </a:solidFill>
                <a:effectLst/>
                <a:uLnTx/>
                <a:uFillTx/>
                <a:latin typeface="Aptos"/>
                <a:ea typeface="+mn-ea"/>
                <a:cs typeface="+mn-cs"/>
              </a:rPr>
              <a:t>Creating: Turning ideas into art</a:t>
            </a:r>
            <a:endParaRPr kumimoji="0" lang="en-US" sz="1800" b="0" i="0" u="none" strike="noStrike" kern="1200" cap="none" spc="0" normalizeH="0" baseline="0" noProof="0">
              <a:ln>
                <a:noFill/>
              </a:ln>
              <a:solidFill>
                <a:srgbClr val="2C2C2C"/>
              </a:solidFill>
              <a:effectLst/>
              <a:uLnTx/>
              <a:uFillTx/>
              <a:latin typeface="Aptos"/>
              <a:ea typeface="+mn-ea"/>
              <a:cs typeface="+mn-cs"/>
            </a:endParaRPr>
          </a:p>
          <a:p>
            <a:pPr marL="0" marR="0" lvl="0" indent="0" algn="r" defTabSz="914400" rtl="1" eaLnBrk="1" fontAlgn="auto" latinLnBrk="0" hangingPunct="1">
              <a:lnSpc>
                <a:spcPct val="20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2C2C2C"/>
                </a:solidFill>
                <a:effectLst/>
                <a:uLnTx/>
                <a:uFillTx/>
                <a:latin typeface="Aptos"/>
                <a:ea typeface="+mn-ea"/>
                <a:cs typeface="+mn-cs"/>
              </a:rPr>
              <a:t>Competitive: Challenging myself</a:t>
            </a:r>
          </a:p>
          <a:p>
            <a:pPr marL="0" marR="0" lvl="0" indent="0" algn="r" defTabSz="914400" rtl="1" eaLnBrk="1" fontAlgn="auto" latinLnBrk="0" hangingPunct="1">
              <a:lnSpc>
                <a:spcPct val="20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2C2C2C"/>
                </a:solidFill>
                <a:effectLst/>
                <a:uLnTx/>
                <a:uFillTx/>
                <a:latin typeface="Aptos"/>
                <a:ea typeface="+mn-ea"/>
                <a:cs typeface="+mn-cs"/>
              </a:rPr>
              <a:t>Flow: Fully immersed</a:t>
            </a:r>
          </a:p>
          <a:p>
            <a:pPr marL="0" marR="0" lvl="0" indent="0" algn="r" defTabSz="914400" rtl="1" eaLnBrk="1" fontAlgn="auto" latinLnBrk="0" hangingPunct="1">
              <a:lnSpc>
                <a:spcPct val="20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2C2C2C"/>
                </a:solidFill>
                <a:effectLst/>
                <a:uLnTx/>
                <a:uFillTx/>
                <a:latin typeface="Aptos"/>
                <a:ea typeface="+mn-ea"/>
                <a:cs typeface="+mn-cs"/>
              </a:rPr>
              <a:t>Passionate: Persevering through limits</a:t>
            </a:r>
          </a:p>
          <a:p>
            <a:pPr marL="0" marR="0" lvl="0" indent="0" algn="r" defTabSz="914400" rtl="1" eaLnBrk="1" fontAlgn="auto" latinLnBrk="0" hangingPunct="1">
              <a:lnSpc>
                <a:spcPct val="200000"/>
              </a:lnSpc>
              <a:spcBef>
                <a:spcPts val="1000"/>
              </a:spcBef>
              <a:spcAft>
                <a:spcPts val="0"/>
              </a:spcAft>
              <a:buClrTx/>
              <a:buSzTx/>
              <a:buFontTx/>
              <a:buNone/>
              <a:tabLst/>
              <a:defRPr/>
            </a:pPr>
            <a:r>
              <a:rPr kumimoji="0" lang="en-US" sz="1400" b="0" i="0" u="none" strike="noStrike" kern="1200" cap="none" spc="0" normalizeH="0" baseline="0" noProof="0">
                <a:ln>
                  <a:noFill/>
                </a:ln>
                <a:solidFill>
                  <a:srgbClr val="2C2C2C"/>
                </a:solidFill>
                <a:effectLst/>
                <a:uLnTx/>
                <a:uFillTx/>
                <a:latin typeface="Aptos"/>
                <a:ea typeface="+mn-ea"/>
                <a:cs typeface="+mn-cs"/>
              </a:rPr>
              <a:t>Faith: Creating with purpose</a:t>
            </a:r>
          </a:p>
        </p:txBody>
      </p:sp>
      <p:sp>
        <p:nvSpPr>
          <p:cNvPr id="6" name="Slide Number Placeholder 5">
            <a:extLst>
              <a:ext uri="{FF2B5EF4-FFF2-40B4-BE49-F238E27FC236}">
                <a16:creationId xmlns:a16="http://schemas.microsoft.com/office/drawing/2014/main" id="{AA096A34-6E88-DCDC-1A26-71EF23334986}"/>
              </a:ext>
            </a:extLst>
          </p:cNvPr>
          <p:cNvSpPr>
            <a:spLocks noGrp="1"/>
          </p:cNvSpPr>
          <p:nvPr>
            <p:ph type="sldNum" sz="quarter" idx="18"/>
          </p:nvPr>
        </p:nvSpPr>
        <p:spPr>
          <a:xfrm>
            <a:off x="11155252" y="6324600"/>
            <a:ext cx="427148" cy="365760"/>
          </a:xfrm>
        </p:spPr>
        <p:txBody>
          <a:bodyPr vert="horz" lIns="91440" tIns="45720" rIns="91440" bIns="45720" rtlCol="0" anchor="ctr">
            <a:normAutofit/>
          </a:bodyPr>
          <a:lstStyle/>
          <a:p>
            <a:pPr marL="0" marR="0" lvl="0" indent="0" algn="l" defTabSz="914400" rtl="1" eaLnBrk="1" fontAlgn="auto" latinLnBrk="0" hangingPunct="1">
              <a:lnSpc>
                <a:spcPct val="100000"/>
              </a:lnSpc>
              <a:spcBef>
                <a:spcPts val="0"/>
              </a:spcBef>
              <a:spcAft>
                <a:spcPts val="600"/>
              </a:spcAft>
              <a:buClrTx/>
              <a:buSzTx/>
              <a:buFontTx/>
              <a:buNone/>
              <a:tabLst/>
              <a:defRPr/>
            </a:pPr>
            <a:fld id="{FD550D4C-7310-48EB-AB4A-11C1BDEC928F}" type="slidenum">
              <a:rPr kumimoji="0" lang="en-US" sz="800" b="0" i="0" u="none" strike="noStrike" kern="1200" cap="all" spc="50" normalizeH="0" baseline="0" noProof="0" smtClean="0">
                <a:ln>
                  <a:noFill/>
                </a:ln>
                <a:solidFill>
                  <a:srgbClr val="2C2C2C"/>
                </a:solidFill>
                <a:effectLst/>
                <a:uLnTx/>
                <a:uFillTx/>
                <a:latin typeface="Bierstadt"/>
                <a:ea typeface="+mn-ea"/>
                <a:cs typeface="+mn-cs"/>
              </a:rPr>
              <a:pPr marL="0" marR="0" lvl="0" indent="0" algn="l" defTabSz="914400" rtl="1" eaLnBrk="1" fontAlgn="auto" latinLnBrk="0" hangingPunct="1">
                <a:lnSpc>
                  <a:spcPct val="100000"/>
                </a:lnSpc>
                <a:spcBef>
                  <a:spcPts val="0"/>
                </a:spcBef>
                <a:spcAft>
                  <a:spcPts val="600"/>
                </a:spcAft>
                <a:buClrTx/>
                <a:buSzTx/>
                <a:buFontTx/>
                <a:buNone/>
                <a:tabLst/>
                <a:defRPr/>
              </a:pPr>
              <a:t>5</a:t>
            </a:fld>
            <a:endParaRPr kumimoji="0" lang="en-US" sz="800" b="0" i="0" u="none" strike="noStrike" kern="1200" cap="all" spc="50" normalizeH="0" baseline="0" noProof="0">
              <a:ln>
                <a:noFill/>
              </a:ln>
              <a:solidFill>
                <a:srgbClr val="2C2C2C"/>
              </a:solidFill>
              <a:effectLst/>
              <a:uLnTx/>
              <a:uFillTx/>
              <a:latin typeface="Bierstadt"/>
              <a:ea typeface="+mn-ea"/>
              <a:cs typeface="+mn-cs"/>
            </a:endParaRPr>
          </a:p>
        </p:txBody>
      </p:sp>
    </p:spTree>
    <p:extLst>
      <p:ext uri="{BB962C8B-B14F-4D97-AF65-F5344CB8AC3E}">
        <p14:creationId xmlns:p14="http://schemas.microsoft.com/office/powerpoint/2010/main" val="2852302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rtlCol="0">
            <a:normAutofit/>
          </a:bodyPr>
          <a:lstStyle/>
          <a:p>
            <a:pPr>
              <a:defRPr/>
            </a:pPr>
            <a:r>
              <a:rPr lang="en-US" altLang="en-US" b="1">
                <a:solidFill>
                  <a:srgbClr val="FD6666"/>
                </a:solidFill>
                <a:ea typeface="ＭＳ Ｐゴシック" pitchFamily="34" charset="-128"/>
                <a:cs typeface="+mj-cs"/>
              </a:rPr>
              <a:t>Legal Analysis: IRAC</a:t>
            </a:r>
          </a:p>
        </p:txBody>
      </p:sp>
      <p:sp>
        <p:nvSpPr>
          <p:cNvPr id="3" name="Content Placeholder 2"/>
          <p:cNvSpPr>
            <a:spLocks noGrp="1"/>
          </p:cNvSpPr>
          <p:nvPr>
            <p:ph idx="1"/>
          </p:nvPr>
        </p:nvSpPr>
        <p:spPr/>
        <p:txBody>
          <a:bodyPr rtlCol="0">
            <a:normAutofit/>
          </a:bodyPr>
          <a:lstStyle/>
          <a:p>
            <a:pPr>
              <a:defRPr/>
            </a:pPr>
            <a:r>
              <a:rPr lang="en-US" sz="4000" dirty="0"/>
              <a:t>Issue</a:t>
            </a:r>
          </a:p>
          <a:p>
            <a:pPr marL="0" indent="0">
              <a:buNone/>
              <a:defRPr/>
            </a:pPr>
            <a:endParaRPr lang="en-US" sz="1125" dirty="0"/>
          </a:p>
          <a:p>
            <a:pPr>
              <a:defRPr/>
            </a:pPr>
            <a:r>
              <a:rPr lang="en-US" sz="4000" dirty="0">
                <a:highlight>
                  <a:srgbClr val="FFFF00"/>
                </a:highlight>
              </a:rPr>
              <a:t>Rule</a:t>
            </a:r>
            <a:r>
              <a:rPr lang="en-US" sz="4000" dirty="0"/>
              <a:t> </a:t>
            </a:r>
          </a:p>
          <a:p>
            <a:pPr marL="0" indent="0">
              <a:buNone/>
              <a:defRPr/>
            </a:pPr>
            <a:endParaRPr lang="en-US" sz="738" dirty="0"/>
          </a:p>
          <a:p>
            <a:pPr>
              <a:defRPr/>
            </a:pPr>
            <a:r>
              <a:rPr lang="en-US" sz="4000" dirty="0">
                <a:highlight>
                  <a:srgbClr val="FFFF00"/>
                </a:highlight>
              </a:rPr>
              <a:t>Application</a:t>
            </a:r>
          </a:p>
          <a:p>
            <a:pPr marL="0" indent="0">
              <a:buNone/>
              <a:defRPr/>
            </a:pPr>
            <a:endParaRPr lang="en-US" sz="2812" dirty="0"/>
          </a:p>
          <a:p>
            <a:pPr>
              <a:defRPr/>
            </a:pPr>
            <a:r>
              <a:rPr lang="en-US" sz="4000" dirty="0"/>
              <a:t>Conclusion</a:t>
            </a:r>
          </a:p>
        </p:txBody>
      </p:sp>
      <p:sp>
        <p:nvSpPr>
          <p:cNvPr id="4" name="TextBox 3"/>
          <p:cNvSpPr txBox="1">
            <a:spLocks noChangeArrowheads="1"/>
          </p:cNvSpPr>
          <p:nvPr/>
        </p:nvSpPr>
        <p:spPr bwMode="auto">
          <a:xfrm>
            <a:off x="4038600" y="1825627"/>
            <a:ext cx="6172200" cy="830997"/>
          </a:xfrm>
          <a:prstGeom prst="rect">
            <a:avLst/>
          </a:prstGeom>
          <a:solidFill>
            <a:schemeClr val="accent1"/>
          </a:solidFill>
          <a:ln w="9525">
            <a:solidFill>
              <a:srgbClr val="BE4B48"/>
            </a:solidFill>
            <a:miter lim="800000"/>
            <a:headEnd/>
            <a:tailEnd/>
          </a:ln>
          <a:effectLst>
            <a:outerShdw blurRad="40000" dist="20000" dir="5400000" rotWithShape="0">
              <a:srgbClr val="808080">
                <a:alpha val="37999"/>
              </a:srgbClr>
            </a:outerShdw>
          </a:effectLst>
        </p:spPr>
        <p:txBody>
          <a:bodyPr wrap="square">
            <a:spAutoFit/>
          </a:bodyPr>
          <a:lstStyle/>
          <a:p>
            <a:pPr lvl="2" defTabSz="914353">
              <a:defRPr/>
            </a:pPr>
            <a:r>
              <a:rPr lang="en-US" sz="2400">
                <a:solidFill>
                  <a:prstClr val="white"/>
                </a:solidFill>
                <a:latin typeface="Corbel"/>
              </a:rPr>
              <a:t>Identify the QUESTION you must answer</a:t>
            </a:r>
          </a:p>
        </p:txBody>
      </p:sp>
      <p:sp>
        <p:nvSpPr>
          <p:cNvPr id="6" name="TextBox 5"/>
          <p:cNvSpPr txBox="1">
            <a:spLocks noChangeArrowheads="1"/>
          </p:cNvSpPr>
          <p:nvPr/>
        </p:nvSpPr>
        <p:spPr bwMode="auto">
          <a:xfrm>
            <a:off x="4838700" y="2825442"/>
            <a:ext cx="5067300" cy="830997"/>
          </a:xfrm>
          <a:prstGeom prst="rect">
            <a:avLst/>
          </a:prstGeom>
          <a:solidFill>
            <a:srgbClr val="FF0000"/>
          </a:solidFill>
          <a:ln w="9525">
            <a:solidFill>
              <a:srgbClr val="98B954"/>
            </a:solidFill>
            <a:miter lim="800000"/>
            <a:headEnd/>
            <a:tailEnd/>
          </a:ln>
          <a:effectLst>
            <a:outerShdw blurRad="40000" dist="20000" dir="5400000" rotWithShape="0">
              <a:srgbClr val="808080">
                <a:alpha val="37999"/>
              </a:srgbClr>
            </a:outerShdw>
          </a:effectLst>
        </p:spPr>
        <p:txBody>
          <a:bodyPr wrap="square">
            <a:spAutoFit/>
          </a:bodyPr>
          <a:lstStyle/>
          <a:p>
            <a:pPr defTabSz="914353">
              <a:defRPr/>
            </a:pPr>
            <a:r>
              <a:rPr lang="en-US" sz="2400">
                <a:solidFill>
                  <a:prstClr val="white"/>
                </a:solidFill>
                <a:latin typeface="Corbel"/>
              </a:rPr>
              <a:t>Find the law that governs HOW you answer the question</a:t>
            </a:r>
          </a:p>
        </p:txBody>
      </p:sp>
      <p:sp>
        <p:nvSpPr>
          <p:cNvPr id="7" name="TextBox 6"/>
          <p:cNvSpPr txBox="1">
            <a:spLocks noChangeArrowheads="1"/>
          </p:cNvSpPr>
          <p:nvPr/>
        </p:nvSpPr>
        <p:spPr bwMode="auto">
          <a:xfrm>
            <a:off x="4838700" y="4381064"/>
            <a:ext cx="5372100" cy="461665"/>
          </a:xfrm>
          <a:prstGeom prst="rect">
            <a:avLst/>
          </a:prstGeom>
          <a:solidFill>
            <a:srgbClr val="FFFF00"/>
          </a:solidFill>
          <a:ln w="9525">
            <a:solidFill>
              <a:srgbClr val="7D60A0"/>
            </a:solidFill>
            <a:miter lim="800000"/>
            <a:headEnd/>
            <a:tailEnd/>
          </a:ln>
          <a:effectLst>
            <a:outerShdw blurRad="40000" dist="20000" dir="5400000" rotWithShape="0">
              <a:srgbClr val="808080">
                <a:alpha val="37999"/>
              </a:srgbClr>
            </a:outerShdw>
          </a:effectLst>
        </p:spPr>
        <p:txBody>
          <a:bodyPr wrap="square">
            <a:spAutoFit/>
          </a:bodyPr>
          <a:lstStyle/>
          <a:p>
            <a:pPr defTabSz="914353">
              <a:defRPr/>
            </a:pPr>
            <a:r>
              <a:rPr lang="en-US" sz="2400">
                <a:solidFill>
                  <a:prstClr val="black"/>
                </a:solidFill>
                <a:latin typeface="Corbel"/>
              </a:rPr>
              <a:t>APPLY that law (the rules) to your facts</a:t>
            </a:r>
          </a:p>
        </p:txBody>
      </p:sp>
      <p:sp>
        <p:nvSpPr>
          <p:cNvPr id="8" name="TextBox 7"/>
          <p:cNvSpPr txBox="1">
            <a:spLocks noChangeArrowheads="1"/>
          </p:cNvSpPr>
          <p:nvPr/>
        </p:nvSpPr>
        <p:spPr bwMode="auto">
          <a:xfrm>
            <a:off x="4953000" y="5516029"/>
            <a:ext cx="5486400" cy="830997"/>
          </a:xfrm>
          <a:prstGeom prst="rect">
            <a:avLst/>
          </a:prstGeom>
          <a:solidFill>
            <a:srgbClr val="00B050"/>
          </a:solidFill>
          <a:ln w="9525">
            <a:solidFill>
              <a:srgbClr val="46AAC5"/>
            </a:solidFill>
            <a:miter lim="800000"/>
            <a:headEnd/>
            <a:tailEnd/>
          </a:ln>
          <a:effectLst>
            <a:outerShdw blurRad="40000" dist="20000" dir="5400000" rotWithShape="0">
              <a:srgbClr val="808080">
                <a:alpha val="37999"/>
              </a:srgbClr>
            </a:outerShdw>
          </a:effectLst>
        </p:spPr>
        <p:txBody>
          <a:bodyPr wrap="square">
            <a:spAutoFit/>
          </a:bodyPr>
          <a:lstStyle/>
          <a:p>
            <a:pPr lvl="2" defTabSz="914353">
              <a:defRPr/>
            </a:pPr>
            <a:r>
              <a:rPr lang="en-US" sz="2400">
                <a:solidFill>
                  <a:prstClr val="white"/>
                </a:solidFill>
                <a:latin typeface="Corbel"/>
              </a:rPr>
              <a:t>Predict the answer to your question</a:t>
            </a:r>
          </a:p>
        </p:txBody>
      </p:sp>
      <p:grpSp>
        <p:nvGrpSpPr>
          <p:cNvPr id="11" name="Group 10">
            <a:extLst>
              <a:ext uri="{FF2B5EF4-FFF2-40B4-BE49-F238E27FC236}">
                <a16:creationId xmlns:a16="http://schemas.microsoft.com/office/drawing/2014/main" id="{C8854246-3F2B-22A3-10A4-C766A8AF15DE}"/>
              </a:ext>
            </a:extLst>
          </p:cNvPr>
          <p:cNvGrpSpPr/>
          <p:nvPr/>
        </p:nvGrpSpPr>
        <p:grpSpPr>
          <a:xfrm>
            <a:off x="6759350" y="317344"/>
            <a:ext cx="3813487" cy="2923596"/>
            <a:chOff x="7445829" y="451334"/>
            <a:chExt cx="5423626" cy="4158002"/>
          </a:xfrm>
        </p:grpSpPr>
        <p:sp>
          <p:nvSpPr>
            <p:cNvPr id="2" name="TextBox 1">
              <a:extLst>
                <a:ext uri="{FF2B5EF4-FFF2-40B4-BE49-F238E27FC236}">
                  <a16:creationId xmlns:a16="http://schemas.microsoft.com/office/drawing/2014/main" id="{A733ECFA-1E8A-A958-FB32-9150CEA33C00}"/>
                </a:ext>
              </a:extLst>
            </p:cNvPr>
            <p:cNvSpPr txBox="1"/>
            <p:nvPr/>
          </p:nvSpPr>
          <p:spPr>
            <a:xfrm>
              <a:off x="7445829" y="451334"/>
              <a:ext cx="5423626" cy="1116202"/>
            </a:xfrm>
            <a:prstGeom prst="rect">
              <a:avLst/>
            </a:prstGeom>
            <a:noFill/>
            <a:ln>
              <a:solidFill>
                <a:srgbClr val="FF0000"/>
              </a:solidFill>
            </a:ln>
          </p:spPr>
          <p:txBody>
            <a:bodyPr wrap="square" rtlCol="0">
              <a:spAutoFit/>
            </a:bodyPr>
            <a:lstStyle/>
            <a:p>
              <a:pPr defTabSz="457200"/>
              <a:r>
                <a:rPr lang="en-US" sz="2250">
                  <a:solidFill>
                    <a:prstClr val="black"/>
                  </a:solidFill>
                  <a:latin typeface="Aptos" panose="02110004020202020204"/>
                </a:rPr>
                <a:t>Either rule-based or based on prior cases</a:t>
              </a:r>
            </a:p>
          </p:txBody>
        </p:sp>
        <p:cxnSp>
          <p:nvCxnSpPr>
            <p:cNvPr id="9" name="Elbow Connector 8">
              <a:extLst>
                <a:ext uri="{FF2B5EF4-FFF2-40B4-BE49-F238E27FC236}">
                  <a16:creationId xmlns:a16="http://schemas.microsoft.com/office/drawing/2014/main" id="{29403D13-58D3-2C69-767F-1727930CF558}"/>
                </a:ext>
              </a:extLst>
            </p:cNvPr>
            <p:cNvCxnSpPr>
              <a:stCxn id="6" idx="3"/>
            </p:cNvCxnSpPr>
            <p:nvPr/>
          </p:nvCxnSpPr>
          <p:spPr>
            <a:xfrm flipV="1">
              <a:off x="11921066" y="1599812"/>
              <a:ext cx="758615" cy="3009524"/>
            </a:xfrm>
            <a:prstGeom prst="bentConnector2">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200133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linds(horizontal)">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06027B-FD79-0B8F-1B7F-9C9DC9B20BE3}"/>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Rule Statement Exercise </a:t>
            </a:r>
          </a:p>
        </p:txBody>
      </p:sp>
      <p:sp>
        <p:nvSpPr>
          <p:cNvPr id="3" name="Content Placeholder 2">
            <a:extLst>
              <a:ext uri="{FF2B5EF4-FFF2-40B4-BE49-F238E27FC236}">
                <a16:creationId xmlns:a16="http://schemas.microsoft.com/office/drawing/2014/main" id="{6CA727E3-F53B-C4DD-87EE-F870C772771B}"/>
              </a:ext>
            </a:extLst>
          </p:cNvPr>
          <p:cNvSpPr>
            <a:spLocks noGrp="1"/>
          </p:cNvSpPr>
          <p:nvPr>
            <p:ph idx="1"/>
          </p:nvPr>
        </p:nvSpPr>
        <p:spPr>
          <a:xfrm>
            <a:off x="1371599" y="1597432"/>
            <a:ext cx="9724031" cy="5260567"/>
          </a:xfrm>
        </p:spPr>
        <p:txBody>
          <a:bodyPr anchor="ctr">
            <a:normAutofit fontScale="92500"/>
          </a:bodyPr>
          <a:lstStyle/>
          <a:p>
            <a:r>
              <a:rPr lang="en-US" sz="1800" dirty="0"/>
              <a:t>Complete the Following Character &amp; Fitness Rule Statement from </a:t>
            </a:r>
            <a:r>
              <a:rPr lang="en-US" sz="1800" i="1" dirty="0"/>
              <a:t>Mustafa</a:t>
            </a:r>
            <a:r>
              <a:rPr lang="en-US" sz="1800" dirty="0"/>
              <a:t> and </a:t>
            </a:r>
            <a:r>
              <a:rPr lang="en-US" sz="1800" i="1" dirty="0"/>
              <a:t>Sobin</a:t>
            </a:r>
            <a:r>
              <a:rPr lang="en-US" sz="1800" dirty="0"/>
              <a:t>:</a:t>
            </a:r>
          </a:p>
          <a:p>
            <a:pPr marL="0" indent="0">
              <a:buNone/>
            </a:pPr>
            <a:r>
              <a:rPr lang="en-US" sz="1800" dirty="0"/>
              <a:t>To gain admission to the D.C. Bar, an applicant must demonstrate by clear and convincing evidence that he possesses good moral character and general fitness to practice law in the District of Columbia at the time of admission._________________________________._____________________________________ </a:t>
            </a:r>
          </a:p>
          <a:p>
            <a:r>
              <a:rPr lang="en-US" sz="1800" dirty="0"/>
              <a:t>Provide the next 2-3 sentences to complete; first on a Word document alone (your own work; No GenAI) (5 mins.); and then get into your law firms and pick the best answer (10 min.) </a:t>
            </a:r>
          </a:p>
          <a:p>
            <a:r>
              <a:rPr lang="en-US" sz="1800" dirty="0"/>
              <a:t>Your sentences should include the test the court (remember the reading quiz) applied to consider and the key factors that the </a:t>
            </a:r>
            <a:r>
              <a:rPr lang="en-US" sz="1800" i="1" dirty="0"/>
              <a:t>Mustafa</a:t>
            </a:r>
            <a:r>
              <a:rPr lang="en-US" sz="1800" dirty="0"/>
              <a:t> and </a:t>
            </a:r>
            <a:r>
              <a:rPr lang="en-US" sz="1800" i="1" dirty="0"/>
              <a:t>Sobin </a:t>
            </a:r>
            <a:r>
              <a:rPr lang="en-US" sz="1800" dirty="0"/>
              <a:t>courts</a:t>
            </a:r>
            <a:r>
              <a:rPr lang="en-US" sz="1800" i="1" dirty="0"/>
              <a:t> </a:t>
            </a:r>
            <a:r>
              <a:rPr lang="en-US" sz="1800" dirty="0"/>
              <a:t>considered important in deciding admission.</a:t>
            </a:r>
            <a:r>
              <a:rPr lang="en-US" sz="1800" i="1" dirty="0"/>
              <a:t> </a:t>
            </a:r>
            <a:endParaRPr lang="en-US" sz="1800" dirty="0"/>
          </a:p>
          <a:p>
            <a:r>
              <a:rPr lang="en-US" sz="1800" dirty="0"/>
              <a:t>Adhere to these Rules Statement principles:</a:t>
            </a:r>
          </a:p>
          <a:p>
            <a:pPr lvl="1"/>
            <a:r>
              <a:rPr lang="en-US" sz="1800" dirty="0"/>
              <a:t>Proceed from general to specific</a:t>
            </a:r>
          </a:p>
          <a:p>
            <a:pPr lvl="1"/>
            <a:r>
              <a:rPr lang="en-US" sz="1800" dirty="0"/>
              <a:t>Write in the present tense</a:t>
            </a:r>
          </a:p>
          <a:p>
            <a:pPr lvl="1"/>
            <a:r>
              <a:rPr lang="en-US" sz="1800" dirty="0"/>
              <a:t>Include a neutral statement of law (do not include facts from Fox, Mustafa, or Sobin). </a:t>
            </a:r>
          </a:p>
          <a:p>
            <a:pPr lvl="1"/>
            <a:r>
              <a:rPr lang="en-US" sz="1800" dirty="0"/>
              <a:t>Do not worry about citation yet. </a:t>
            </a:r>
          </a:p>
          <a:p>
            <a:r>
              <a:rPr lang="en-US" sz="1800" dirty="0"/>
              <a:t>Upload your firm’s answer into the class discussion –Character &amp; Fitness Rule Statement Discussion in the Week 2 Module. I should receive four separate responses. One from each firm. The submission are</a:t>
            </a:r>
          </a:p>
          <a:p>
            <a:r>
              <a:rPr lang="en-US" sz="1800" dirty="0"/>
              <a:t>We will review one or two submissions in class to see how we did. </a:t>
            </a:r>
          </a:p>
          <a:p>
            <a:pPr marL="0" indent="0">
              <a:buNone/>
            </a:pPr>
            <a:r>
              <a:rPr lang="en-US" sz="1600" dirty="0"/>
              <a:t> </a:t>
            </a:r>
          </a:p>
        </p:txBody>
      </p:sp>
    </p:spTree>
    <p:extLst>
      <p:ext uri="{BB962C8B-B14F-4D97-AF65-F5344CB8AC3E}">
        <p14:creationId xmlns:p14="http://schemas.microsoft.com/office/powerpoint/2010/main" val="1507011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D32E9-A9E5-4034-25E3-F73454017865}"/>
              </a:ext>
            </a:extLst>
          </p:cNvPr>
          <p:cNvSpPr>
            <a:spLocks noGrp="1"/>
          </p:cNvSpPr>
          <p:nvPr>
            <p:ph type="title"/>
          </p:nvPr>
        </p:nvSpPr>
        <p:spPr/>
        <p:txBody>
          <a:bodyPr/>
          <a:lstStyle/>
          <a:p>
            <a:r>
              <a:rPr lang="en-US" dirty="0"/>
              <a:t>Sample Rule Statement </a:t>
            </a:r>
          </a:p>
        </p:txBody>
      </p:sp>
      <p:sp>
        <p:nvSpPr>
          <p:cNvPr id="3" name="Content Placeholder 2">
            <a:extLst>
              <a:ext uri="{FF2B5EF4-FFF2-40B4-BE49-F238E27FC236}">
                <a16:creationId xmlns:a16="http://schemas.microsoft.com/office/drawing/2014/main" id="{88D98893-24C8-0C75-4A23-0146C4ED52A7}"/>
              </a:ext>
            </a:extLst>
          </p:cNvPr>
          <p:cNvSpPr>
            <a:spLocks noGrp="1"/>
          </p:cNvSpPr>
          <p:nvPr>
            <p:ph idx="1"/>
          </p:nvPr>
        </p:nvSpPr>
        <p:spPr/>
        <p:txBody>
          <a:bodyPr>
            <a:normAutofit lnSpcReduction="10000"/>
          </a:bodyPr>
          <a:lstStyle/>
          <a:p>
            <a:pPr marL="0" indent="0" algn="just">
              <a:buNone/>
            </a:pPr>
            <a:r>
              <a:rPr lang="en-US" dirty="0"/>
              <a:t>	</a:t>
            </a:r>
            <a:r>
              <a:rPr lang="en-US" dirty="0">
                <a:solidFill>
                  <a:schemeClr val="accent2">
                    <a:lumMod val="75000"/>
                  </a:schemeClr>
                </a:solidFill>
              </a:rPr>
              <a:t>To gain admission to the D.C. Bar, an applicant must demonstrate by clear and convincing evidence that he possesses good moral character and general fitness to practice law in the District of Columbia at the time of admission. </a:t>
            </a:r>
            <a:r>
              <a:rPr lang="en-US" dirty="0"/>
              <a:t>D.C. App. R. 46(e); </a:t>
            </a:r>
            <a:r>
              <a:rPr lang="en-US" i="1" dirty="0"/>
              <a:t>In re Mustafa</a:t>
            </a:r>
            <a:r>
              <a:rPr lang="en-US" dirty="0"/>
              <a:t>, 631 A.2d 45, 47 (D.C. 1993). </a:t>
            </a:r>
            <a:r>
              <a:rPr lang="en-US" dirty="0">
                <a:solidFill>
                  <a:schemeClr val="accent1">
                    <a:lumMod val="75000"/>
                  </a:schemeClr>
                </a:solidFill>
              </a:rPr>
              <a:t>Any one incident is not controlling in the determination of qualification for admission. </a:t>
            </a:r>
            <a:r>
              <a:rPr lang="en-US" i="1" dirty="0"/>
              <a:t>In re Sobin</a:t>
            </a:r>
            <a:r>
              <a:rPr lang="en-US" dirty="0"/>
              <a:t>, 649 A.2d 589, 591 (D.C. 1993). </a:t>
            </a:r>
            <a:r>
              <a:rPr lang="en-US" dirty="0">
                <a:solidFill>
                  <a:schemeClr val="accent1">
                    <a:lumMod val="75000"/>
                  </a:schemeClr>
                </a:solidFill>
              </a:rPr>
              <a:t>Rather, the courts consider the totality of circumstances. </a:t>
            </a:r>
            <a:r>
              <a:rPr lang="en-US" i="1" dirty="0"/>
              <a:t>Id. </a:t>
            </a:r>
            <a:r>
              <a:rPr lang="en-US" dirty="0">
                <a:solidFill>
                  <a:schemeClr val="accent4">
                    <a:lumMod val="50000"/>
                  </a:schemeClr>
                </a:solidFill>
              </a:rPr>
              <a:t>Key factors include the type of misconduct, the length of time since the misconduct, any positive personal achievements or charter references since the misconduct, and whether that misconduct occurred prior to the applicant entering law school. </a:t>
            </a:r>
            <a:r>
              <a:rPr lang="en-US" i="1" dirty="0"/>
              <a:t>In re Mustafa</a:t>
            </a:r>
            <a:r>
              <a:rPr lang="en-US" dirty="0"/>
              <a:t>, 631 A.2d at 47-48; </a:t>
            </a:r>
            <a:r>
              <a:rPr lang="en-US" i="1" dirty="0"/>
              <a:t>In re Sobin</a:t>
            </a:r>
            <a:r>
              <a:rPr lang="en-US" dirty="0"/>
              <a:t>, 649 A.2d at 591-92.</a:t>
            </a:r>
          </a:p>
        </p:txBody>
      </p:sp>
    </p:spTree>
    <p:extLst>
      <p:ext uri="{BB962C8B-B14F-4D97-AF65-F5344CB8AC3E}">
        <p14:creationId xmlns:p14="http://schemas.microsoft.com/office/powerpoint/2010/main" val="2727208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8" name="Arc 17">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5E5853AE-DEAA-19C5-53AD-5A7E7966384A}"/>
              </a:ext>
            </a:extLst>
          </p:cNvPr>
          <p:cNvSpPr>
            <a:spLocks noGrp="1"/>
          </p:cNvSpPr>
          <p:nvPr>
            <p:ph type="ctrTitle"/>
          </p:nvPr>
        </p:nvSpPr>
        <p:spPr>
          <a:xfrm>
            <a:off x="4038600" y="1939159"/>
            <a:ext cx="7644627" cy="2751086"/>
          </a:xfrm>
        </p:spPr>
        <p:txBody>
          <a:bodyPr>
            <a:normAutofit/>
          </a:bodyPr>
          <a:lstStyle/>
          <a:p>
            <a:pPr algn="r"/>
            <a:r>
              <a:rPr lang="en-US" dirty="0"/>
              <a:t>Charting the facts/factors of a Case</a:t>
            </a:r>
            <a:endParaRPr lang="en-US"/>
          </a:p>
        </p:txBody>
      </p:sp>
      <p:sp>
        <p:nvSpPr>
          <p:cNvPr id="5" name="Subtitle 4">
            <a:extLst>
              <a:ext uri="{FF2B5EF4-FFF2-40B4-BE49-F238E27FC236}">
                <a16:creationId xmlns:a16="http://schemas.microsoft.com/office/drawing/2014/main" id="{EC626173-6067-1B45-DD71-9847B0A51C86}"/>
              </a:ext>
            </a:extLst>
          </p:cNvPr>
          <p:cNvSpPr>
            <a:spLocks noGrp="1"/>
          </p:cNvSpPr>
          <p:nvPr>
            <p:ph type="subTitle" idx="1"/>
          </p:nvPr>
        </p:nvSpPr>
        <p:spPr>
          <a:xfrm>
            <a:off x="4038600" y="4782320"/>
            <a:ext cx="7644627" cy="1329443"/>
          </a:xfrm>
        </p:spPr>
        <p:txBody>
          <a:bodyPr>
            <a:normAutofit/>
          </a:bodyPr>
          <a:lstStyle/>
          <a:p>
            <a:pPr algn="r"/>
            <a:r>
              <a:rPr lang="en-US" dirty="0"/>
              <a:t>Jalen Fox Analysis Continued</a:t>
            </a:r>
          </a:p>
        </p:txBody>
      </p:sp>
    </p:spTree>
    <p:extLst>
      <p:ext uri="{BB962C8B-B14F-4D97-AF65-F5344CB8AC3E}">
        <p14:creationId xmlns:p14="http://schemas.microsoft.com/office/powerpoint/2010/main" val="1774894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57D83-97D3-7FCE-F93A-3A8CC9D31E6F}"/>
              </a:ext>
            </a:extLst>
          </p:cNvPr>
          <p:cNvSpPr>
            <a:spLocks noGrp="1"/>
          </p:cNvSpPr>
          <p:nvPr>
            <p:ph type="title"/>
          </p:nvPr>
        </p:nvSpPr>
        <p:spPr/>
        <p:txBody>
          <a:bodyPr/>
          <a:lstStyle/>
          <a:p>
            <a:r>
              <a:rPr lang="en-US" dirty="0"/>
              <a:t>Mustafa and Sobin Case Comparison Chart</a:t>
            </a:r>
          </a:p>
        </p:txBody>
      </p:sp>
      <p:graphicFrame>
        <p:nvGraphicFramePr>
          <p:cNvPr id="7" name="Content Placeholder 6">
            <a:extLst>
              <a:ext uri="{FF2B5EF4-FFF2-40B4-BE49-F238E27FC236}">
                <a16:creationId xmlns:a16="http://schemas.microsoft.com/office/drawing/2014/main" id="{22284ABD-EF3D-24E4-FCCF-A53AF0AA29A8}"/>
              </a:ext>
            </a:extLst>
          </p:cNvPr>
          <p:cNvGraphicFramePr>
            <a:graphicFrameLocks noGrp="1"/>
          </p:cNvGraphicFramePr>
          <p:nvPr>
            <p:ph idx="1"/>
            <p:extLst>
              <p:ext uri="{D42A27DB-BD31-4B8C-83A1-F6EECF244321}">
                <p14:modId xmlns:p14="http://schemas.microsoft.com/office/powerpoint/2010/main" val="2145161575"/>
              </p:ext>
            </p:extLst>
          </p:nvPr>
        </p:nvGraphicFramePr>
        <p:xfrm>
          <a:off x="838200" y="1349829"/>
          <a:ext cx="10689770" cy="5375901"/>
        </p:xfrm>
        <a:graphic>
          <a:graphicData uri="http://schemas.openxmlformats.org/drawingml/2006/table">
            <a:tbl>
              <a:tblPr/>
              <a:tblGrid>
                <a:gridCol w="1354327">
                  <a:extLst>
                    <a:ext uri="{9D8B030D-6E8A-4147-A177-3AD203B41FA5}">
                      <a16:colId xmlns:a16="http://schemas.microsoft.com/office/drawing/2014/main" val="2847991556"/>
                    </a:ext>
                  </a:extLst>
                </a:gridCol>
                <a:gridCol w="2208206">
                  <a:extLst>
                    <a:ext uri="{9D8B030D-6E8A-4147-A177-3AD203B41FA5}">
                      <a16:colId xmlns:a16="http://schemas.microsoft.com/office/drawing/2014/main" val="3903336376"/>
                    </a:ext>
                  </a:extLst>
                </a:gridCol>
                <a:gridCol w="2319738">
                  <a:extLst>
                    <a:ext uri="{9D8B030D-6E8A-4147-A177-3AD203B41FA5}">
                      <a16:colId xmlns:a16="http://schemas.microsoft.com/office/drawing/2014/main" val="3926828912"/>
                    </a:ext>
                  </a:extLst>
                </a:gridCol>
                <a:gridCol w="2195893">
                  <a:extLst>
                    <a:ext uri="{9D8B030D-6E8A-4147-A177-3AD203B41FA5}">
                      <a16:colId xmlns:a16="http://schemas.microsoft.com/office/drawing/2014/main" val="1954793019"/>
                    </a:ext>
                  </a:extLst>
                </a:gridCol>
                <a:gridCol w="1535387">
                  <a:extLst>
                    <a:ext uri="{9D8B030D-6E8A-4147-A177-3AD203B41FA5}">
                      <a16:colId xmlns:a16="http://schemas.microsoft.com/office/drawing/2014/main" val="986161612"/>
                    </a:ext>
                  </a:extLst>
                </a:gridCol>
                <a:gridCol w="1076219">
                  <a:extLst>
                    <a:ext uri="{9D8B030D-6E8A-4147-A177-3AD203B41FA5}">
                      <a16:colId xmlns:a16="http://schemas.microsoft.com/office/drawing/2014/main" val="2908550366"/>
                    </a:ext>
                  </a:extLst>
                </a:gridCol>
              </a:tblGrid>
              <a:tr h="903449">
                <a:tc>
                  <a:txBody>
                    <a:bodyPr/>
                    <a:lstStyle/>
                    <a:p>
                      <a:pPr marL="0" marR="0">
                        <a:buNone/>
                      </a:pPr>
                      <a:r>
                        <a:rPr lang="en-US" sz="900" b="1">
                          <a:solidFill>
                            <a:srgbClr val="FFFFFF"/>
                          </a:solidFill>
                          <a:effectLst/>
                          <a:latin typeface="Times New Roman" panose="02020603050405020304" pitchFamily="18" charset="0"/>
                          <a:ea typeface="Times New Roman" panose="02020603050405020304" pitchFamily="18" charset="0"/>
                        </a:rPr>
                        <a:t>Case &amp; Citation</a:t>
                      </a:r>
                      <a:endParaRPr lang="en-US" sz="1000">
                        <a:effectLst/>
                        <a:latin typeface="Times New Roman" panose="02020603050405020304" pitchFamily="18" charset="0"/>
                        <a:ea typeface="Times New Roman" panose="02020603050405020304" pitchFamily="18" charset="0"/>
                      </a:endParaRPr>
                    </a:p>
                  </a:txBody>
                  <a:tcPr marL="63500" marR="63500" marT="63500" marB="6350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1F3864"/>
                    </a:solidFill>
                  </a:tcPr>
                </a:tc>
                <a:tc>
                  <a:txBody>
                    <a:bodyPr/>
                    <a:lstStyle/>
                    <a:p>
                      <a:pPr marL="0" marR="0">
                        <a:buNone/>
                      </a:pPr>
                      <a:r>
                        <a:rPr lang="en-US" sz="900" b="1">
                          <a:solidFill>
                            <a:srgbClr val="FFFFFF"/>
                          </a:solidFill>
                          <a:effectLst/>
                          <a:latin typeface="Times New Roman" panose="02020603050405020304" pitchFamily="18" charset="0"/>
                          <a:ea typeface="Times New Roman" panose="02020603050405020304" pitchFamily="18" charset="0"/>
                        </a:rPr>
                        <a:t>Type of Misconduct</a:t>
                      </a:r>
                      <a:endParaRPr lang="en-US" sz="1000">
                        <a:effectLst/>
                        <a:latin typeface="Times New Roman" panose="02020603050405020304" pitchFamily="18" charset="0"/>
                        <a:ea typeface="Times New Roman" panose="02020603050405020304" pitchFamily="18" charset="0"/>
                      </a:endParaRPr>
                    </a:p>
                  </a:txBody>
                  <a:tcPr marL="63500" marR="63500" marT="63500" marB="6350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1F3864"/>
                    </a:solidFill>
                  </a:tcPr>
                </a:tc>
                <a:tc>
                  <a:txBody>
                    <a:bodyPr/>
                    <a:lstStyle/>
                    <a:p>
                      <a:pPr marL="0" marR="0">
                        <a:buNone/>
                      </a:pPr>
                      <a:r>
                        <a:rPr lang="en-US" sz="1000" b="1" dirty="0">
                          <a:solidFill>
                            <a:srgbClr val="FFFFFF"/>
                          </a:solidFill>
                          <a:effectLst/>
                          <a:latin typeface="Times New Roman" panose="02020603050405020304" pitchFamily="18" charset="0"/>
                          <a:ea typeface="Times New Roman" panose="02020603050405020304" pitchFamily="18" charset="0"/>
                        </a:rPr>
                        <a:t>Time since Misconduct</a:t>
                      </a:r>
                      <a:endParaRPr lang="en-US" sz="1000" dirty="0">
                        <a:effectLst/>
                        <a:latin typeface="Times New Roman" panose="02020603050405020304" pitchFamily="18" charset="0"/>
                        <a:ea typeface="Times New Roman" panose="02020603050405020304" pitchFamily="18" charset="0"/>
                      </a:endParaRPr>
                    </a:p>
                  </a:txBody>
                  <a:tcPr marL="63500" marR="63500" marT="63500" marB="6350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1F3864"/>
                    </a:solidFill>
                  </a:tcPr>
                </a:tc>
                <a:tc>
                  <a:txBody>
                    <a:bodyPr/>
                    <a:lstStyle/>
                    <a:p>
                      <a:pPr marL="0" marR="0">
                        <a:buNone/>
                      </a:pPr>
                      <a:r>
                        <a:rPr lang="en-US" sz="900" b="1">
                          <a:solidFill>
                            <a:srgbClr val="FFFFFF"/>
                          </a:solidFill>
                          <a:effectLst/>
                          <a:latin typeface="Times New Roman" panose="02020603050405020304" pitchFamily="18" charset="0"/>
                          <a:ea typeface="Times New Roman" panose="02020603050405020304" pitchFamily="18" charset="0"/>
                        </a:rPr>
                        <a:t>Prior to Law School?</a:t>
                      </a:r>
                      <a:endParaRPr lang="en-US" sz="1000">
                        <a:effectLst/>
                        <a:latin typeface="Times New Roman" panose="02020603050405020304" pitchFamily="18" charset="0"/>
                        <a:ea typeface="Times New Roman" panose="02020603050405020304" pitchFamily="18" charset="0"/>
                      </a:endParaRPr>
                    </a:p>
                  </a:txBody>
                  <a:tcPr marL="63500" marR="63500" marT="63500" marB="6350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1F3864"/>
                    </a:solidFill>
                  </a:tcPr>
                </a:tc>
                <a:tc>
                  <a:txBody>
                    <a:bodyPr/>
                    <a:lstStyle/>
                    <a:p>
                      <a:pPr marL="0" marR="0">
                        <a:buNone/>
                      </a:pPr>
                      <a:r>
                        <a:rPr lang="en-US" sz="900" b="1">
                          <a:solidFill>
                            <a:srgbClr val="FFFFFF"/>
                          </a:solidFill>
                          <a:effectLst/>
                          <a:latin typeface="Times New Roman" panose="02020603050405020304" pitchFamily="18" charset="0"/>
                          <a:ea typeface="Times New Roman" panose="02020603050405020304" pitchFamily="18" charset="0"/>
                        </a:rPr>
                        <a:t>Positive Personal Developments/Character References</a:t>
                      </a:r>
                      <a:endParaRPr lang="en-US" sz="1000">
                        <a:effectLst/>
                        <a:latin typeface="Times New Roman" panose="02020603050405020304" pitchFamily="18" charset="0"/>
                        <a:ea typeface="Times New Roman" panose="02020603050405020304" pitchFamily="18" charset="0"/>
                      </a:endParaRPr>
                    </a:p>
                  </a:txBody>
                  <a:tcPr marL="63500" marR="63500" marT="63500" marB="6350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1F3864"/>
                    </a:solidFill>
                  </a:tcPr>
                </a:tc>
                <a:tc>
                  <a:txBody>
                    <a:bodyPr/>
                    <a:lstStyle/>
                    <a:p>
                      <a:pPr marL="0" marR="0">
                        <a:buNone/>
                      </a:pPr>
                      <a:r>
                        <a:rPr lang="en-US" sz="900" b="1">
                          <a:solidFill>
                            <a:srgbClr val="FFFFFF"/>
                          </a:solidFill>
                          <a:effectLst/>
                          <a:latin typeface="Times New Roman" panose="02020603050405020304" pitchFamily="18" charset="0"/>
                          <a:ea typeface="Times New Roman" panose="02020603050405020304" pitchFamily="18" charset="0"/>
                        </a:rPr>
                        <a:t>Admitted?</a:t>
                      </a:r>
                      <a:endParaRPr lang="en-US" sz="1000">
                        <a:effectLst/>
                        <a:latin typeface="Times New Roman" panose="02020603050405020304" pitchFamily="18" charset="0"/>
                        <a:ea typeface="Times New Roman" panose="02020603050405020304" pitchFamily="18" charset="0"/>
                      </a:endParaRPr>
                    </a:p>
                  </a:txBody>
                  <a:tcPr marL="63500" marR="63500" marT="63500" marB="6350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1F3864"/>
                    </a:solidFill>
                  </a:tcPr>
                </a:tc>
                <a:extLst>
                  <a:ext uri="{0D108BD9-81ED-4DB2-BD59-A6C34878D82A}">
                    <a16:rowId xmlns:a16="http://schemas.microsoft.com/office/drawing/2014/main" val="3856107588"/>
                  </a:ext>
                </a:extLst>
              </a:tr>
              <a:tr h="1967871">
                <a:tc>
                  <a:txBody>
                    <a:bodyPr/>
                    <a:lstStyle/>
                    <a:p>
                      <a:pPr marL="0" marR="0">
                        <a:spcAft>
                          <a:spcPts val="300"/>
                        </a:spcAft>
                        <a:buNone/>
                      </a:pPr>
                      <a:r>
                        <a:rPr lang="en-US" sz="1400" i="1" dirty="0">
                          <a:effectLst/>
                          <a:latin typeface="Times New Roman" panose="02020603050405020304" pitchFamily="18" charset="0"/>
                          <a:ea typeface="Times New Roman" panose="02020603050405020304" pitchFamily="18" charset="0"/>
                        </a:rPr>
                        <a:t>In re Mustafa</a:t>
                      </a:r>
                      <a:r>
                        <a:rPr lang="en-US" sz="1400" dirty="0">
                          <a:effectLst/>
                          <a:latin typeface="Times New Roman" panose="02020603050405020304" pitchFamily="18" charset="0"/>
                          <a:ea typeface="Times New Roman" panose="02020603050405020304" pitchFamily="18" charset="0"/>
                        </a:rPr>
                        <a:t>, 631 A.2d 45 (D.C. 1993)</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marL="0" marR="0">
                        <a:spcAft>
                          <a:spcPts val="300"/>
                        </a:spcAft>
                        <a:buNone/>
                      </a:pPr>
                      <a:r>
                        <a:rPr lang="en-US" sz="1400">
                          <a:effectLst/>
                          <a:latin typeface="Times New Roman" panose="02020603050405020304" pitchFamily="18" charset="0"/>
                          <a:ea typeface="Times New Roman" panose="02020603050405020304" pitchFamily="18" charset="0"/>
                        </a:rPr>
                        <a:t>Embezzlement – law school moot court team funds </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marL="457200" marR="0">
                        <a:spcAft>
                          <a:spcPts val="300"/>
                        </a:spcAft>
                        <a:buNone/>
                      </a:pPr>
                      <a:r>
                        <a:rPr lang="en-US" sz="1400" dirty="0">
                          <a:effectLst/>
                          <a:latin typeface="Times New Roman" panose="02020603050405020304" pitchFamily="18" charset="0"/>
                          <a:ea typeface="Times New Roman" panose="02020603050405020304" pitchFamily="18" charset="0"/>
                        </a:rPr>
                        <a:t>2.5 years</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marL="0" marR="0" algn="ctr">
                        <a:spcAft>
                          <a:spcPts val="300"/>
                        </a:spcAft>
                        <a:buNone/>
                      </a:pPr>
                      <a:r>
                        <a:rPr lang="en-US" sz="1400">
                          <a:effectLst/>
                          <a:latin typeface="Times New Roman" panose="02020603050405020304" pitchFamily="18" charset="0"/>
                          <a:ea typeface="Times New Roman" panose="02020603050405020304" pitchFamily="18" charset="0"/>
                        </a:rPr>
                        <a:t>No, in 3L year law school; do not know age. </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marL="0" marR="0">
                        <a:spcAft>
                          <a:spcPts val="300"/>
                        </a:spcAft>
                        <a:buNone/>
                      </a:pPr>
                      <a:r>
                        <a:rPr lang="en-US" sz="1400">
                          <a:effectLst/>
                          <a:latin typeface="Times New Roman" panose="02020603050405020304" pitchFamily="18" charset="0"/>
                          <a:ea typeface="Times New Roman" panose="02020603050405020304" pitchFamily="18" charset="0"/>
                        </a:rPr>
                        <a:t>Full restitution, law professor and law firm references, ooperated with admissions committee, married, volunteered</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marL="0" marR="0">
                        <a:spcAft>
                          <a:spcPts val="300"/>
                        </a:spcAft>
                        <a:buNone/>
                      </a:pPr>
                      <a:r>
                        <a:rPr lang="en-US" sz="1400">
                          <a:effectLst/>
                          <a:latin typeface="Times New Roman" panose="02020603050405020304" pitchFamily="18" charset="0"/>
                          <a:ea typeface="Times New Roman" panose="02020603050405020304" pitchFamily="18" charset="0"/>
                        </a:rPr>
                        <a:t>No</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619211220"/>
                  </a:ext>
                </a:extLst>
              </a:tr>
              <a:tr h="1271377">
                <a:tc>
                  <a:txBody>
                    <a:bodyPr/>
                    <a:lstStyle/>
                    <a:p>
                      <a:pPr marL="0" marR="0">
                        <a:spcAft>
                          <a:spcPts val="300"/>
                        </a:spcAft>
                        <a:buNone/>
                      </a:pPr>
                      <a:r>
                        <a:rPr lang="en-US" sz="1400" i="1">
                          <a:solidFill>
                            <a:srgbClr val="000000"/>
                          </a:solidFill>
                          <a:effectLst/>
                          <a:latin typeface="Times New Roman" panose="02020603050405020304" pitchFamily="18" charset="0"/>
                          <a:ea typeface="Times New Roman" panose="02020603050405020304" pitchFamily="18" charset="0"/>
                        </a:rPr>
                        <a:t>In re Sobin</a:t>
                      </a:r>
                      <a:r>
                        <a:rPr lang="en-US" sz="1400">
                          <a:solidFill>
                            <a:srgbClr val="000000"/>
                          </a:solidFill>
                          <a:effectLst/>
                          <a:latin typeface="Times New Roman" panose="02020603050405020304" pitchFamily="18" charset="0"/>
                          <a:ea typeface="Times New Roman" panose="02020603050405020304" pitchFamily="18" charset="0"/>
                        </a:rPr>
                        <a:t>, 649 A.2d 589 (D.C. 1994</a:t>
                      </a:r>
                      <a:endParaRPr lang="en-US" sz="1400">
                        <a:effectLst/>
                        <a:latin typeface="Times New Roman" panose="02020603050405020304" pitchFamily="18" charset="0"/>
                        <a:ea typeface="Times New Roman" panose="02020603050405020304" pitchFamily="18" charset="0"/>
                      </a:endParaRP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marL="0" marR="0">
                        <a:spcAft>
                          <a:spcPts val="300"/>
                        </a:spcAft>
                        <a:buNone/>
                      </a:pPr>
                      <a:r>
                        <a:rPr lang="en-US" sz="1400">
                          <a:solidFill>
                            <a:srgbClr val="000000"/>
                          </a:solidFill>
                          <a:effectLst/>
                          <a:latin typeface="Times New Roman" panose="02020603050405020304" pitchFamily="18" charset="0"/>
                          <a:ea typeface="Times New Roman" panose="02020603050405020304" pitchFamily="18" charset="0"/>
                        </a:rPr>
                        <a:t>Aiding and abetting prostitution &amp; transportation in the aid of racketeering (illegal drugs)</a:t>
                      </a:r>
                      <a:endParaRPr lang="en-US" sz="1400">
                        <a:effectLst/>
                        <a:latin typeface="Times New Roman" panose="02020603050405020304" pitchFamily="18" charset="0"/>
                        <a:ea typeface="Times New Roman" panose="02020603050405020304" pitchFamily="18" charset="0"/>
                      </a:endParaRP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marL="457200" marR="0">
                        <a:spcAft>
                          <a:spcPts val="300"/>
                        </a:spcAft>
                        <a:buNone/>
                      </a:pPr>
                      <a:r>
                        <a:rPr lang="en-US" sz="1400">
                          <a:solidFill>
                            <a:srgbClr val="000000"/>
                          </a:solidFill>
                          <a:effectLst/>
                          <a:latin typeface="Times New Roman" panose="02020603050405020304" pitchFamily="18" charset="0"/>
                          <a:ea typeface="Times New Roman" panose="02020603050405020304" pitchFamily="18" charset="0"/>
                        </a:rPr>
                        <a:t>9 – 12 years</a:t>
                      </a:r>
                      <a:endParaRPr lang="en-US" sz="1400">
                        <a:effectLst/>
                        <a:latin typeface="Times New Roman" panose="02020603050405020304" pitchFamily="18" charset="0"/>
                        <a:ea typeface="Times New Roman" panose="02020603050405020304" pitchFamily="18" charset="0"/>
                      </a:endParaRP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marL="0" marR="0" algn="ctr">
                        <a:spcAft>
                          <a:spcPts val="300"/>
                        </a:spcAft>
                        <a:buNone/>
                      </a:pPr>
                      <a:r>
                        <a:rPr lang="en-US" sz="1400">
                          <a:solidFill>
                            <a:srgbClr val="000000"/>
                          </a:solidFill>
                          <a:effectLst/>
                          <a:latin typeface="Times New Roman" panose="02020603050405020304" pitchFamily="18" charset="0"/>
                          <a:ea typeface="Times New Roman" panose="02020603050405020304" pitchFamily="18" charset="0"/>
                        </a:rPr>
                        <a:t>Yes, teenage years</a:t>
                      </a:r>
                      <a:endParaRPr lang="en-US" sz="1400">
                        <a:effectLst/>
                        <a:latin typeface="Times New Roman" panose="02020603050405020304" pitchFamily="18" charset="0"/>
                        <a:ea typeface="Times New Roman" panose="02020603050405020304" pitchFamily="18" charset="0"/>
                      </a:endParaRP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marL="0" marR="0">
                        <a:spcAft>
                          <a:spcPts val="300"/>
                        </a:spcAft>
                        <a:buNone/>
                      </a:pPr>
                      <a:r>
                        <a:rPr lang="en-US" sz="1400">
                          <a:solidFill>
                            <a:srgbClr val="000000"/>
                          </a:solidFill>
                          <a:effectLst/>
                          <a:latin typeface="Times New Roman" panose="02020603050405020304" pitchFamily="18" charset="0"/>
                          <a:ea typeface="Times New Roman" panose="02020603050405020304" pitchFamily="18" charset="0"/>
                        </a:rPr>
                        <a:t>Clerked for his convicting judge and the office of bar admission counsel.</a:t>
                      </a:r>
                      <a:endParaRPr lang="en-US" sz="1400">
                        <a:effectLst/>
                        <a:latin typeface="Times New Roman" panose="02020603050405020304" pitchFamily="18" charset="0"/>
                        <a:ea typeface="Times New Roman" panose="02020603050405020304" pitchFamily="18" charset="0"/>
                      </a:endParaRP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marL="0" marR="0">
                        <a:spcAft>
                          <a:spcPts val="300"/>
                        </a:spcAft>
                        <a:buNone/>
                      </a:pPr>
                      <a:r>
                        <a:rPr lang="en-US" sz="1400">
                          <a:solidFill>
                            <a:srgbClr val="000000"/>
                          </a:solidFill>
                          <a:effectLst/>
                          <a:latin typeface="Times New Roman" panose="02020603050405020304" pitchFamily="18" charset="0"/>
                          <a:ea typeface="Times New Roman" panose="02020603050405020304" pitchFamily="18" charset="0"/>
                        </a:rPr>
                        <a:t>Yes</a:t>
                      </a:r>
                      <a:endParaRPr lang="en-US" sz="1400">
                        <a:effectLst/>
                        <a:latin typeface="Times New Roman" panose="02020603050405020304" pitchFamily="18" charset="0"/>
                        <a:ea typeface="Times New Roman" panose="02020603050405020304" pitchFamily="18" charset="0"/>
                      </a:endParaRP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extLst>
                  <a:ext uri="{0D108BD9-81ED-4DB2-BD59-A6C34878D82A}">
                    <a16:rowId xmlns:a16="http://schemas.microsoft.com/office/drawing/2014/main" val="1553643466"/>
                  </a:ext>
                </a:extLst>
              </a:tr>
              <a:tr h="807048">
                <a:tc>
                  <a:txBody>
                    <a:bodyPr/>
                    <a:lstStyle/>
                    <a:p>
                      <a:pPr marL="0" marR="0">
                        <a:spcAft>
                          <a:spcPts val="300"/>
                        </a:spcAft>
                        <a:buNone/>
                      </a:pPr>
                      <a:r>
                        <a:rPr lang="en-US" sz="1400" i="1">
                          <a:effectLst/>
                          <a:latin typeface="Times New Roman" panose="02020603050405020304" pitchFamily="18" charset="0"/>
                          <a:ea typeface="Times New Roman" panose="02020603050405020304" pitchFamily="18" charset="0"/>
                        </a:rPr>
                        <a:t>In re Polin</a:t>
                      </a:r>
                      <a:r>
                        <a:rPr lang="en-US" sz="1400">
                          <a:effectLst/>
                          <a:latin typeface="Times New Roman" panose="02020603050405020304" pitchFamily="18" charset="0"/>
                          <a:ea typeface="Times New Roman" panose="02020603050405020304" pitchFamily="18" charset="0"/>
                        </a:rPr>
                        <a:t>, 630 A.2d 1140 (D.C. 1993)</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marL="0" marR="0">
                        <a:spcAft>
                          <a:spcPts val="300"/>
                        </a:spcAft>
                        <a:buNone/>
                      </a:pPr>
                      <a:r>
                        <a:rPr lang="en-US" sz="1400">
                          <a:effectLst/>
                          <a:latin typeface="Times New Roman" panose="02020603050405020304" pitchFamily="18" charset="0"/>
                          <a:ea typeface="Times New Roman" panose="02020603050405020304" pitchFamily="18" charset="0"/>
                        </a:rPr>
                        <a:t>Cocaine distribution</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marL="457200" marR="0">
                        <a:spcAft>
                          <a:spcPts val="300"/>
                        </a:spcAft>
                        <a:buNone/>
                      </a:pPr>
                      <a:r>
                        <a:rPr lang="en-US" sz="1400">
                          <a:effectLst/>
                          <a:latin typeface="Times New Roman" panose="02020603050405020304" pitchFamily="18" charset="0"/>
                          <a:ea typeface="Times New Roman" panose="02020603050405020304" pitchFamily="18" charset="0"/>
                        </a:rPr>
                        <a:t>6.5 years</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marL="0" marR="0">
                        <a:spcAft>
                          <a:spcPts val="300"/>
                        </a:spcAft>
                        <a:buNone/>
                      </a:pPr>
                      <a:r>
                        <a:rPr lang="en-US" sz="1400">
                          <a:effectLst/>
                          <a:latin typeface="Times New Roman" panose="02020603050405020304" pitchFamily="18" charset="0"/>
                          <a:ea typeface="Times New Roman" panose="02020603050405020304" pitchFamily="18" charset="0"/>
                        </a:rPr>
                        <a:t>?</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marL="0" marR="0">
                        <a:spcAft>
                          <a:spcPts val="300"/>
                        </a:spcAft>
                        <a:buNone/>
                      </a:pPr>
                      <a:r>
                        <a:rPr lang="en-US" sz="1400">
                          <a:effectLst/>
                          <a:latin typeface="Times New Roman" panose="02020603050405020304" pitchFamily="18" charset="0"/>
                          <a:ea typeface="Times New Roman" panose="02020603050405020304" pitchFamily="18" charset="0"/>
                        </a:rPr>
                        <a:t>?</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marL="0" marR="0">
                        <a:spcAft>
                          <a:spcPts val="300"/>
                        </a:spcAft>
                        <a:buNone/>
                      </a:pPr>
                      <a:r>
                        <a:rPr lang="en-US" sz="1400" dirty="0">
                          <a:effectLst/>
                          <a:latin typeface="Times New Roman" panose="02020603050405020304" pitchFamily="18" charset="0"/>
                          <a:ea typeface="Times New Roman" panose="02020603050405020304" pitchFamily="18" charset="0"/>
                        </a:rPr>
                        <a:t>Yes</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1496914495"/>
                  </a:ext>
                </a:extLst>
              </a:tr>
              <a:tr h="426156">
                <a:tc>
                  <a:txBody>
                    <a:bodyPr/>
                    <a:lstStyle/>
                    <a:p>
                      <a:pPr marL="0" marR="0">
                        <a:spcAft>
                          <a:spcPts val="300"/>
                        </a:spcAft>
                        <a:buNone/>
                      </a:pPr>
                      <a:r>
                        <a:rPr lang="en-US" sz="1400" dirty="0">
                          <a:effectLst/>
                          <a:latin typeface="Times New Roman" panose="02020603050405020304" pitchFamily="18" charset="0"/>
                          <a:ea typeface="Times New Roman" panose="02020603050405020304" pitchFamily="18" charset="0"/>
                        </a:rPr>
                        <a:t>Jalen Fox</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marL="0" marR="0">
                        <a:spcAft>
                          <a:spcPts val="300"/>
                        </a:spcAft>
                        <a:buNone/>
                      </a:pPr>
                      <a:r>
                        <a:rPr lang="en-US" sz="1400" dirty="0">
                          <a:effectLst/>
                          <a:latin typeface="Times New Roman" panose="02020603050405020304" pitchFamily="18" charset="0"/>
                          <a:ea typeface="Times New Roman" panose="02020603050405020304" pitchFamily="18" charset="0"/>
                        </a:rPr>
                        <a:t> </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marL="457200" marR="0">
                        <a:spcAft>
                          <a:spcPts val="300"/>
                        </a:spcAft>
                        <a:buNone/>
                      </a:pPr>
                      <a:r>
                        <a:rPr lang="en-US" sz="1400" dirty="0">
                          <a:effectLst/>
                          <a:latin typeface="Times New Roman" panose="02020603050405020304" pitchFamily="18" charset="0"/>
                          <a:ea typeface="Times New Roman" panose="02020603050405020304" pitchFamily="18" charset="0"/>
                        </a:rPr>
                        <a:t> </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marL="0" marR="0">
                        <a:spcAft>
                          <a:spcPts val="300"/>
                        </a:spcAft>
                        <a:buNone/>
                      </a:pPr>
                      <a:r>
                        <a:rPr lang="en-US" sz="1400" dirty="0">
                          <a:effectLst/>
                          <a:latin typeface="Times New Roman" panose="02020603050405020304" pitchFamily="18" charset="0"/>
                          <a:ea typeface="Times New Roman" panose="02020603050405020304" pitchFamily="18" charset="0"/>
                        </a:rPr>
                        <a:t> </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marL="0" marR="0">
                        <a:spcAft>
                          <a:spcPts val="300"/>
                        </a:spcAft>
                        <a:buNone/>
                      </a:pPr>
                      <a:r>
                        <a:rPr lang="en-US" sz="1400" dirty="0">
                          <a:effectLst/>
                          <a:latin typeface="Times New Roman" panose="02020603050405020304" pitchFamily="18" charset="0"/>
                          <a:ea typeface="Times New Roman" panose="02020603050405020304" pitchFamily="18" charset="0"/>
                        </a:rPr>
                        <a:t> </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tc>
                  <a:txBody>
                    <a:bodyPr/>
                    <a:lstStyle/>
                    <a:p>
                      <a:pPr marL="0" marR="0">
                        <a:spcAft>
                          <a:spcPts val="300"/>
                        </a:spcAft>
                        <a:buNone/>
                      </a:pPr>
                      <a:r>
                        <a:rPr lang="en-US" sz="1400" dirty="0">
                          <a:effectLst/>
                          <a:latin typeface="Times New Roman" panose="02020603050405020304" pitchFamily="18" charset="0"/>
                          <a:ea typeface="Times New Roman" panose="02020603050405020304" pitchFamily="18" charset="0"/>
                        </a:rPr>
                        <a:t> </a:t>
                      </a:r>
                    </a:p>
                  </a:txBody>
                  <a:tcPr marL="63500" marR="63500" marT="50800" marB="5080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noFill/>
                  </a:tcPr>
                </a:tc>
                <a:extLst>
                  <a:ext uri="{0D108BD9-81ED-4DB2-BD59-A6C34878D82A}">
                    <a16:rowId xmlns:a16="http://schemas.microsoft.com/office/drawing/2014/main" val="490737260"/>
                  </a:ext>
                </a:extLst>
              </a:tr>
            </a:tbl>
          </a:graphicData>
        </a:graphic>
      </p:graphicFrame>
    </p:spTree>
    <p:extLst>
      <p:ext uri="{BB962C8B-B14F-4D97-AF65-F5344CB8AC3E}">
        <p14:creationId xmlns:p14="http://schemas.microsoft.com/office/powerpoint/2010/main" val="1780607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B1F2A"/>
        </a:solidFill>
        <a:effectLst/>
      </p:bgPr>
    </p:bg>
    <p:spTree>
      <p:nvGrpSpPr>
        <p:cNvPr id="1" name=""/>
        <p:cNvGrpSpPr/>
        <p:nvPr/>
      </p:nvGrpSpPr>
      <p:grpSpPr>
        <a:xfrm>
          <a:off x="0" y="0"/>
          <a:ext cx="0" cy="0"/>
          <a:chOff x="0" y="0"/>
          <a:chExt cx="0" cy="0"/>
        </a:xfrm>
      </p:grpSpPr>
      <p:sp>
        <p:nvSpPr>
          <p:cNvPr id="2" name="Shape 0"/>
          <p:cNvSpPr/>
          <p:nvPr/>
        </p:nvSpPr>
        <p:spPr>
          <a:xfrm>
            <a:off x="8259775" y="0"/>
            <a:ext cx="3931920" cy="6858000"/>
          </a:xfrm>
          <a:prstGeom prst="rect">
            <a:avLst/>
          </a:prstGeom>
          <a:solidFill>
            <a:srgbClr val="4A142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822960" y="914400"/>
            <a:ext cx="868680" cy="868680"/>
          </a:xfrm>
          <a:prstGeom prst="ellipse">
            <a:avLst/>
          </a:prstGeom>
          <a:solidFill>
            <a:srgbClr val="B08D5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Image 0" descr="preencoded.png"/>
          <p:cNvPicPr>
            <a:picLocks noChangeAspect="1"/>
          </p:cNvPicPr>
          <p:nvPr/>
        </p:nvPicPr>
        <p:blipFill>
          <a:blip r:embed="rId3"/>
          <a:stretch>
            <a:fillRect/>
          </a:stretch>
        </p:blipFill>
        <p:spPr>
          <a:xfrm>
            <a:off x="927202" y="1018642"/>
            <a:ext cx="660197" cy="660197"/>
          </a:xfrm>
          <a:prstGeom prst="rect">
            <a:avLst/>
          </a:prstGeom>
        </p:spPr>
      </p:pic>
      <p:sp>
        <p:nvSpPr>
          <p:cNvPr id="5" name="Text 2"/>
          <p:cNvSpPr/>
          <p:nvPr/>
        </p:nvSpPr>
        <p:spPr>
          <a:xfrm>
            <a:off x="822960" y="2148840"/>
            <a:ext cx="82296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300" normalizeH="0" baseline="0" noProof="0" dirty="0">
                <a:ln>
                  <a:noFill/>
                </a:ln>
                <a:solidFill>
                  <a:srgbClr val="D9C39B"/>
                </a:solidFill>
                <a:effectLst/>
                <a:uLnTx/>
                <a:uFillTx/>
                <a:latin typeface="Calibri" pitchFamily="34" charset="0"/>
                <a:ea typeface="Calibri" pitchFamily="34" charset="-122"/>
                <a:cs typeface="Calibri" pitchFamily="34" charset="-120"/>
              </a:rPr>
              <a:t> INTRODUCTION TO</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777240" y="2514600"/>
            <a:ext cx="96012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Legal Citation</a:t>
            </a:r>
            <a:endParaRPr kumimoji="0" lang="en-US" sz="6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927202" y="3931920"/>
            <a:ext cx="6986427" cy="257521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1" u="none" strike="noStrike" kern="1200" cap="none" spc="0" normalizeH="0" baseline="0" noProof="0" dirty="0">
              <a:ln>
                <a:noFill/>
              </a:ln>
              <a:solidFill>
                <a:srgbClr val="F4EFE6"/>
              </a:solidFill>
              <a:effectLst/>
              <a:uLnTx/>
              <a:uFillTx/>
              <a:latin typeface="Cambria" pitchFamily="34" charset="0"/>
              <a:ea typeface="Cambria" pitchFamily="34" charset="-122"/>
              <a:cs typeface="Cambria"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1" u="none" strike="noStrike" kern="1200" cap="none" spc="0" normalizeH="0" baseline="0" noProof="0" dirty="0">
              <a:ln>
                <a:noFill/>
              </a:ln>
              <a:solidFill>
                <a:srgbClr val="F4EFE6"/>
              </a:solidFill>
              <a:effectLst/>
              <a:uLnTx/>
              <a:uFillTx/>
              <a:latin typeface="Cambria" pitchFamily="34" charset="0"/>
              <a:ea typeface="Cambria"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With thanks to Professor Kate Brem for her essay</a:t>
            </a:r>
            <a:r>
              <a:rPr kumimoji="0" lang="en-US" sz="2000" b="0" i="1" u="none" strike="noStrike" kern="1200" cap="none" spc="0" normalizeH="0" baseline="0" noProof="0" dirty="0">
                <a:ln>
                  <a:noFill/>
                </a:ln>
                <a:solidFill>
                  <a:prstClr val="white"/>
                </a:solidFill>
                <a:effectLst/>
                <a:uLnTx/>
                <a:uFillTx/>
                <a:latin typeface="Calibri" panose="020F0502020204030204"/>
                <a:ea typeface="+mn-ea"/>
                <a:cs typeface="+mn-cs"/>
              </a:rPr>
              <a:t>, An Introduction to Legal Citation: A foundational guide to citation literacy</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a:t>
            </a:r>
          </a:p>
        </p:txBody>
      </p:sp>
      <p:sp>
        <p:nvSpPr>
          <p:cNvPr id="8" name="Text 5"/>
          <p:cNvSpPr/>
          <p:nvPr/>
        </p:nvSpPr>
        <p:spPr>
          <a:xfrm>
            <a:off x="822960" y="4709160"/>
            <a:ext cx="7315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822960" y="580644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Sticky notes on a wall">
            <a:extLst>
              <a:ext uri="{FF2B5EF4-FFF2-40B4-BE49-F238E27FC236}">
                <a16:creationId xmlns:a16="http://schemas.microsoft.com/office/drawing/2014/main" id="{6605ACF6-38DE-5265-3338-F1F96C0CFCCD}"/>
              </a:ext>
            </a:extLst>
          </p:cNvPr>
          <p:cNvPicPr>
            <a:picLocks noChangeAspect="1"/>
          </p:cNvPicPr>
          <p:nvPr/>
        </p:nvPicPr>
        <p:blipFill>
          <a:blip r:embed="rId2">
            <a:alphaModFix amt="35000"/>
          </a:blip>
          <a:srcRect t="13629" b="5726"/>
          <a:stretch>
            <a:fillRect/>
          </a:stretch>
        </p:blipFill>
        <p:spPr>
          <a:xfrm>
            <a:off x="20" y="1"/>
            <a:ext cx="12191980" cy="6857999"/>
          </a:xfrm>
          <a:prstGeom prst="rect">
            <a:avLst/>
          </a:prstGeom>
        </p:spPr>
      </p:pic>
      <p:sp>
        <p:nvSpPr>
          <p:cNvPr id="5" name="Title 4">
            <a:extLst>
              <a:ext uri="{FF2B5EF4-FFF2-40B4-BE49-F238E27FC236}">
                <a16:creationId xmlns:a16="http://schemas.microsoft.com/office/drawing/2014/main" id="{541009AA-EBE2-5D38-4942-B33B1B280FCA}"/>
              </a:ext>
            </a:extLst>
          </p:cNvPr>
          <p:cNvSpPr>
            <a:spLocks noGrp="1"/>
          </p:cNvSpPr>
          <p:nvPr>
            <p:ph type="title"/>
          </p:nvPr>
        </p:nvSpPr>
        <p:spPr>
          <a:xfrm>
            <a:off x="838199" y="1065862"/>
            <a:ext cx="6052955" cy="4726276"/>
          </a:xfrm>
        </p:spPr>
        <p:txBody>
          <a:bodyPr>
            <a:normAutofit/>
          </a:bodyPr>
          <a:lstStyle/>
          <a:p>
            <a:pPr algn="r"/>
            <a:r>
              <a:rPr lang="en-US" sz="8000">
                <a:ln w="22225">
                  <a:solidFill>
                    <a:srgbClr val="FFFFFF"/>
                  </a:solidFill>
                </a:ln>
                <a:noFill/>
              </a:rPr>
              <a:t>Interactive Citation Workstation Exercises</a:t>
            </a:r>
          </a:p>
        </p:txBody>
      </p:sp>
      <p:cxnSp>
        <p:nvCxnSpPr>
          <p:cNvPr id="14" name="Straight Connector 13">
            <a:extLst>
              <a:ext uri="{FF2B5EF4-FFF2-40B4-BE49-F238E27FC236}">
                <a16:creationId xmlns:a16="http://schemas.microsoft.com/office/drawing/2014/main" id="{96A8629B-8289-498B-939B-1CA0C10618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1D6FD21B-F026-CB40-B89D-60451CB611B8}"/>
              </a:ext>
            </a:extLst>
          </p:cNvPr>
          <p:cNvSpPr>
            <a:spLocks noGrp="1"/>
          </p:cNvSpPr>
          <p:nvPr>
            <p:ph idx="1"/>
          </p:nvPr>
        </p:nvSpPr>
        <p:spPr>
          <a:xfrm>
            <a:off x="7534641" y="1065862"/>
            <a:ext cx="3860002" cy="4726276"/>
          </a:xfrm>
        </p:spPr>
        <p:txBody>
          <a:bodyPr anchor="ctr">
            <a:normAutofit/>
          </a:bodyPr>
          <a:lstStyle/>
          <a:p>
            <a:r>
              <a:rPr lang="en-US" sz="2000">
                <a:solidFill>
                  <a:srgbClr val="FFFFFF"/>
                </a:solidFill>
              </a:rPr>
              <a:t>Be sure to sign-up for our class on Lexis – Student Guide on Canvas in the Student Resources Module</a:t>
            </a:r>
          </a:p>
          <a:p>
            <a:r>
              <a:rPr lang="en-US" sz="2000">
                <a:solidFill>
                  <a:srgbClr val="FFFFFF"/>
                </a:solidFill>
              </a:rPr>
              <a:t>Exercises 1 &amp; 2 due on this Sunday, 9/6 at 5 PM</a:t>
            </a:r>
          </a:p>
          <a:p>
            <a:pPr lvl="1"/>
            <a:r>
              <a:rPr lang="en-US" sz="2000">
                <a:solidFill>
                  <a:srgbClr val="FFFFFF"/>
                </a:solidFill>
              </a:rPr>
              <a:t>Modified Instructions</a:t>
            </a:r>
          </a:p>
          <a:p>
            <a:r>
              <a:rPr lang="en-US" sz="2000">
                <a:solidFill>
                  <a:srgbClr val="FFFFFF"/>
                </a:solidFill>
              </a:rPr>
              <a:t>Extra office hours for citations on Friday, 2 PM Zoom link to come; practice in groups</a:t>
            </a:r>
          </a:p>
          <a:p>
            <a:endParaRPr lang="en-US" sz="2000">
              <a:solidFill>
                <a:srgbClr val="FFFFFF"/>
              </a:solidFill>
            </a:endParaRPr>
          </a:p>
        </p:txBody>
      </p:sp>
    </p:spTree>
    <p:extLst>
      <p:ext uri="{BB962C8B-B14F-4D97-AF65-F5344CB8AC3E}">
        <p14:creationId xmlns:p14="http://schemas.microsoft.com/office/powerpoint/2010/main" val="2878568228"/>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1277295"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48640" y="658368"/>
            <a:ext cx="96012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What Is a Citation?</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48640" y="1417320"/>
            <a:ext cx="5760720" cy="137160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Legal citation is the system lawyers and judges use to identify and refer to legal authorities. It tells your reader where to find a source — and communicates important information about it along the way.</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6720840" y="1417320"/>
            <a:ext cx="4937760" cy="1234440"/>
          </a:xfrm>
          <a:prstGeom prst="roundRect">
            <a:avLst>
              <a:gd name="adj" fmla="val 7407"/>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6995160" y="1751076"/>
            <a:ext cx="566928" cy="566928"/>
          </a:xfrm>
          <a:prstGeom prst="ellipse">
            <a:avLst/>
          </a:prstGeom>
          <a:solidFill>
            <a:srgbClr val="8C7B6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Image 0" descr="preencoded.png"/>
          <p:cNvPicPr>
            <a:picLocks noChangeAspect="1"/>
          </p:cNvPicPr>
          <p:nvPr/>
        </p:nvPicPr>
        <p:blipFill>
          <a:blip r:embed="rId3"/>
          <a:stretch>
            <a:fillRect/>
          </a:stretch>
        </p:blipFill>
        <p:spPr>
          <a:xfrm>
            <a:off x="7063191" y="1819107"/>
            <a:ext cx="430865" cy="430865"/>
          </a:xfrm>
          <a:prstGeom prst="rect">
            <a:avLst/>
          </a:prstGeom>
        </p:spPr>
      </p:pic>
      <p:sp>
        <p:nvSpPr>
          <p:cNvPr id="10" name="Text 7"/>
          <p:cNvSpPr/>
          <p:nvPr/>
        </p:nvSpPr>
        <p:spPr>
          <a:xfrm>
            <a:off x="7772400" y="1563624"/>
            <a:ext cx="3657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Without an address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7772400" y="1947672"/>
            <a:ext cx="3657600" cy="59436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"Meet me at Jamie's house." Your friend has no way to find it.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6720840" y="2834640"/>
            <a:ext cx="4937760" cy="1234440"/>
          </a:xfrm>
          <a:prstGeom prst="roundRect">
            <a:avLst>
              <a:gd name="adj" fmla="val 7407"/>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6995160" y="3168396"/>
            <a:ext cx="566928" cy="566928"/>
          </a:xfrm>
          <a:prstGeom prst="ellipse">
            <a:avLst/>
          </a:prstGeom>
          <a:solidFill>
            <a:srgbClr val="B08D5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Image 1" descr="preencoded.png"/>
          <p:cNvPicPr>
            <a:picLocks noChangeAspect="1"/>
          </p:cNvPicPr>
          <p:nvPr/>
        </p:nvPicPr>
        <p:blipFill>
          <a:blip r:embed="rId4"/>
          <a:stretch>
            <a:fillRect/>
          </a:stretch>
        </p:blipFill>
        <p:spPr>
          <a:xfrm>
            <a:off x="7063191" y="3236427"/>
            <a:ext cx="430865" cy="430865"/>
          </a:xfrm>
          <a:prstGeom prst="rect">
            <a:avLst/>
          </a:prstGeom>
        </p:spPr>
      </p:pic>
      <p:sp>
        <p:nvSpPr>
          <p:cNvPr id="15" name="Text 11"/>
          <p:cNvSpPr/>
          <p:nvPr/>
        </p:nvSpPr>
        <p:spPr>
          <a:xfrm>
            <a:off x="7772400" y="2980944"/>
            <a:ext cx="3657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With an address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7772400" y="3364992"/>
            <a:ext cx="3657600" cy="59436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"123 Oak Street, Houston, TX." Now they can get there themselves.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3"/>
          <p:cNvSpPr/>
          <p:nvPr/>
        </p:nvSpPr>
        <p:spPr>
          <a:xfrm>
            <a:off x="548640" y="4526280"/>
            <a:ext cx="11064240" cy="1417320"/>
          </a:xfrm>
          <a:prstGeom prst="roundRect">
            <a:avLst>
              <a:gd name="adj" fmla="val 5161"/>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4"/>
          <p:cNvSpPr/>
          <p:nvPr/>
        </p:nvSpPr>
        <p:spPr>
          <a:xfrm>
            <a:off x="868680" y="4828032"/>
            <a:ext cx="822960" cy="822960"/>
          </a:xfrm>
          <a:prstGeom prst="ellipse">
            <a:avLst/>
          </a:prstGeom>
          <a:solidFill>
            <a:srgbClr val="B08D5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9" name="Image 2" descr="preencoded.png"/>
          <p:cNvPicPr>
            <a:picLocks noChangeAspect="1"/>
          </p:cNvPicPr>
          <p:nvPr/>
        </p:nvPicPr>
        <p:blipFill>
          <a:blip r:embed="rId5"/>
          <a:stretch>
            <a:fillRect/>
          </a:stretch>
        </p:blipFill>
        <p:spPr>
          <a:xfrm>
            <a:off x="967435" y="4926787"/>
            <a:ext cx="625450" cy="625450"/>
          </a:xfrm>
          <a:prstGeom prst="rect">
            <a:avLst/>
          </a:prstGeom>
        </p:spPr>
      </p:pic>
      <p:sp>
        <p:nvSpPr>
          <p:cNvPr id="20" name="Text 15"/>
          <p:cNvSpPr/>
          <p:nvPr/>
        </p:nvSpPr>
        <p:spPr>
          <a:xfrm>
            <a:off x="1920240" y="4690872"/>
            <a:ext cx="9418320" cy="114300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 legal citation works the same way. </a:t>
            </a:r>
            <a:r>
              <a:rPr kumimoji="0" lang="en-US" sz="13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It gives your reader the address needed to find the case, statute, or other authority for themselves — and, once you learn to read it, tells you something about the authority before you ever retrieve it.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473952"/>
            <a:ext cx="6400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277295"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48640" y="658368"/>
            <a:ext cx="96012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The Anatomy of a Citation</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548640" y="1417320"/>
            <a:ext cx="11064240" cy="777240"/>
          </a:xfrm>
          <a:prstGeom prst="roundRect">
            <a:avLst>
              <a:gd name="adj" fmla="val 9412"/>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777240" y="1417320"/>
            <a:ext cx="1060704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1" u="none" strike="noStrike" kern="1200" cap="none" spc="0" normalizeH="0" baseline="0" noProof="0" dirty="0">
                <a:ln>
                  <a:noFill/>
                </a:ln>
                <a:solidFill>
                  <a:srgbClr val="6B1F2A"/>
                </a:solidFill>
                <a:effectLst/>
                <a:uLnTx/>
                <a:uFillTx/>
                <a:latin typeface="Cambria" pitchFamily="34" charset="0"/>
                <a:ea typeface="Cambria" pitchFamily="34" charset="-122"/>
                <a:cs typeface="Cambria" pitchFamily="34" charset="-120"/>
              </a:rPr>
              <a:t>Gen. Motors Corp. v. Grizzle</a:t>
            </a:r>
            <a:r>
              <a:rPr kumimoji="0" lang="en-US" sz="165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 </a:t>
            </a:r>
            <a:r>
              <a:rPr kumimoji="0" lang="en-US" sz="1650" b="1" i="0" u="none" strike="noStrike" kern="1200" cap="none" spc="0" normalizeH="0" baseline="0" noProof="0" dirty="0">
                <a:ln>
                  <a:noFill/>
                </a:ln>
                <a:solidFill>
                  <a:srgbClr val="B08D57"/>
                </a:solidFill>
                <a:effectLst/>
                <a:uLnTx/>
                <a:uFillTx/>
                <a:latin typeface="Cambria" pitchFamily="34" charset="0"/>
                <a:ea typeface="Cambria" pitchFamily="34" charset="-122"/>
                <a:cs typeface="Cambria" pitchFamily="34" charset="-120"/>
              </a:rPr>
              <a:t>642</a:t>
            </a:r>
            <a:r>
              <a:rPr kumimoji="0" lang="en-US" sz="165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 </a:t>
            </a:r>
            <a:r>
              <a:rPr kumimoji="0" lang="en-US" sz="1650" b="1" i="0" u="none" strike="noStrike" kern="1200" cap="none" spc="0" normalizeH="0" baseline="0" noProof="0" dirty="0">
                <a:ln>
                  <a:noFill/>
                </a:ln>
                <a:solidFill>
                  <a:srgbClr val="3F6B4A"/>
                </a:solidFill>
                <a:effectLst/>
                <a:uLnTx/>
                <a:uFillTx/>
                <a:latin typeface="Cambria" pitchFamily="34" charset="0"/>
                <a:ea typeface="Cambria" pitchFamily="34" charset="-122"/>
                <a:cs typeface="Cambria" pitchFamily="34" charset="-120"/>
              </a:rPr>
              <a:t>S.W.2d</a:t>
            </a:r>
            <a:r>
              <a:rPr kumimoji="0" lang="en-US" sz="165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 </a:t>
            </a:r>
            <a:r>
              <a:rPr kumimoji="0" lang="en-US" sz="1650" b="1" i="0" u="none" strike="noStrike" kern="1200" cap="none" spc="0" normalizeH="0" baseline="0" noProof="0" dirty="0">
                <a:ln>
                  <a:noFill/>
                </a:ln>
                <a:solidFill>
                  <a:srgbClr val="2F5C8A"/>
                </a:solidFill>
                <a:effectLst/>
                <a:uLnTx/>
                <a:uFillTx/>
                <a:latin typeface="Cambria" pitchFamily="34" charset="0"/>
                <a:ea typeface="Cambria" pitchFamily="34" charset="-122"/>
                <a:cs typeface="Cambria" pitchFamily="34" charset="-120"/>
              </a:rPr>
              <a:t>837</a:t>
            </a:r>
            <a:r>
              <a:rPr kumimoji="0" lang="en-US" sz="165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 </a:t>
            </a:r>
            <a:r>
              <a:rPr kumimoji="0" lang="en-US" sz="1650" b="1" i="0" u="none" strike="noStrike" kern="1200" cap="none" spc="0" normalizeH="0" baseline="0" noProof="0" dirty="0">
                <a:ln>
                  <a:noFill/>
                </a:ln>
                <a:solidFill>
                  <a:srgbClr val="8A2F6D"/>
                </a:solidFill>
                <a:effectLst/>
                <a:uLnTx/>
                <a:uFillTx/>
                <a:latin typeface="Cambria" pitchFamily="34" charset="0"/>
                <a:ea typeface="Cambria" pitchFamily="34" charset="-122"/>
                <a:cs typeface="Cambria" pitchFamily="34" charset="-120"/>
              </a:rPr>
              <a:t>844</a:t>
            </a:r>
            <a:r>
              <a:rPr kumimoji="0" lang="en-US" sz="165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 </a:t>
            </a:r>
            <a:r>
              <a:rPr kumimoji="0" lang="en-US" sz="1650" b="1" i="0" u="none" strike="noStrike" kern="1200" cap="none" spc="0" normalizeH="0" baseline="0" noProof="0" dirty="0">
                <a:ln>
                  <a:noFill/>
                </a:ln>
                <a:solidFill>
                  <a:srgbClr val="8C7B6A"/>
                </a:solidFill>
                <a:effectLst/>
                <a:uLnTx/>
                <a:uFillTx/>
                <a:latin typeface="Cambria" pitchFamily="34" charset="0"/>
                <a:ea typeface="Cambria" pitchFamily="34" charset="-122"/>
                <a:cs typeface="Cambria" pitchFamily="34" charset="-120"/>
              </a:rPr>
              <a:t>(Tex. App. 1982)</a:t>
            </a:r>
            <a:r>
              <a:rPr kumimoji="0" lang="en-US" sz="165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548640" y="2423160"/>
            <a:ext cx="3578352" cy="1600200"/>
          </a:xfrm>
          <a:prstGeom prst="roundRect">
            <a:avLst>
              <a:gd name="adj" fmla="val 4571"/>
            </a:avLst>
          </a:prstGeom>
          <a:solidFill>
            <a:srgbClr val="FFFFFF"/>
          </a:solidFill>
          <a:ln w="12700">
            <a:solidFill>
              <a:srgbClr val="E4DDD2"/>
            </a:solidFill>
            <a:prstDash val="solid"/>
          </a:ln>
          <a:effectLst>
            <a:outerShdw blurRad="76200" dist="25400" dir="54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749808" y="2624328"/>
            <a:ext cx="146304" cy="146304"/>
          </a:xfrm>
          <a:prstGeom prst="roundRect">
            <a:avLst>
              <a:gd name="adj" fmla="val 18750"/>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1005840" y="2532888"/>
            <a:ext cx="293827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6B1F2A"/>
                </a:solidFill>
                <a:effectLst/>
                <a:uLnTx/>
                <a:uFillTx/>
                <a:latin typeface="Calibri" pitchFamily="34" charset="0"/>
                <a:ea typeface="Calibri" pitchFamily="34" charset="-122"/>
                <a:cs typeface="Calibri" pitchFamily="34" charset="-120"/>
              </a:rPr>
              <a:t>Case Name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804672" y="2953512"/>
            <a:ext cx="3166872" cy="96012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Identifies the parties involved in the case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4291584" y="2423160"/>
            <a:ext cx="3578352" cy="1600200"/>
          </a:xfrm>
          <a:prstGeom prst="roundRect">
            <a:avLst>
              <a:gd name="adj" fmla="val 4571"/>
            </a:avLst>
          </a:prstGeom>
          <a:solidFill>
            <a:srgbClr val="FFFFFF"/>
          </a:solidFill>
          <a:ln w="12700">
            <a:solidFill>
              <a:srgbClr val="E4DDD2"/>
            </a:solidFill>
            <a:prstDash val="solid"/>
          </a:ln>
          <a:effectLst>
            <a:outerShdw blurRad="76200" dist="25400" dir="54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4492752" y="2624328"/>
            <a:ext cx="146304" cy="146304"/>
          </a:xfrm>
          <a:prstGeom prst="roundRect">
            <a:avLst>
              <a:gd name="adj" fmla="val 18750"/>
            </a:avLst>
          </a:prstGeom>
          <a:solidFill>
            <a:srgbClr val="B08D5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4748784" y="2532888"/>
            <a:ext cx="293827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B08D57"/>
                </a:solidFill>
                <a:effectLst/>
                <a:uLnTx/>
                <a:uFillTx/>
                <a:latin typeface="Calibri" pitchFamily="34" charset="0"/>
                <a:ea typeface="Calibri" pitchFamily="34" charset="-122"/>
                <a:cs typeface="Calibri" pitchFamily="34" charset="-120"/>
              </a:rPr>
              <a:t>Volume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4547616" y="2953512"/>
            <a:ext cx="3166872" cy="96012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The volume number of the reporter it appears in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8034528" y="2423160"/>
            <a:ext cx="3578352" cy="1600200"/>
          </a:xfrm>
          <a:prstGeom prst="roundRect">
            <a:avLst>
              <a:gd name="adj" fmla="val 4571"/>
            </a:avLst>
          </a:prstGeom>
          <a:solidFill>
            <a:srgbClr val="FFFFFF"/>
          </a:solidFill>
          <a:ln w="12700">
            <a:solidFill>
              <a:srgbClr val="E4DDD2"/>
            </a:solidFill>
            <a:prstDash val="solid"/>
          </a:ln>
          <a:effectLst>
            <a:outerShdw blurRad="76200" dist="25400" dir="54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8235696" y="2624328"/>
            <a:ext cx="146304" cy="146304"/>
          </a:xfrm>
          <a:prstGeom prst="roundRect">
            <a:avLst>
              <a:gd name="adj" fmla="val 18750"/>
            </a:avLst>
          </a:prstGeom>
          <a:solidFill>
            <a:srgbClr val="3F6B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491728" y="2532888"/>
            <a:ext cx="293827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3F6B4A"/>
                </a:solidFill>
                <a:effectLst/>
                <a:uLnTx/>
                <a:uFillTx/>
                <a:latin typeface="Calibri" pitchFamily="34" charset="0"/>
                <a:ea typeface="Calibri" pitchFamily="34" charset="-122"/>
                <a:cs typeface="Calibri" pitchFamily="34" charset="-120"/>
              </a:rPr>
              <a:t>Reporter</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290560" y="2953512"/>
            <a:ext cx="3166872" cy="96012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The published series — here, South Western Reporter, 2d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548640" y="4187952"/>
            <a:ext cx="3578352" cy="1600200"/>
          </a:xfrm>
          <a:prstGeom prst="roundRect">
            <a:avLst>
              <a:gd name="adj" fmla="val 4571"/>
            </a:avLst>
          </a:prstGeom>
          <a:solidFill>
            <a:srgbClr val="FFFFFF"/>
          </a:solidFill>
          <a:ln w="12700">
            <a:solidFill>
              <a:srgbClr val="E4DDD2"/>
            </a:solidFill>
            <a:prstDash val="solid"/>
          </a:ln>
          <a:effectLst>
            <a:outerShdw blurRad="76200" dist="25400" dir="54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749808" y="4389120"/>
            <a:ext cx="146304" cy="146304"/>
          </a:xfrm>
          <a:prstGeom prst="roundRect">
            <a:avLst>
              <a:gd name="adj" fmla="val 18750"/>
            </a:avLst>
          </a:prstGeom>
          <a:solidFill>
            <a:srgbClr val="2F5C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1005840" y="4297680"/>
            <a:ext cx="293827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2F5C8A"/>
                </a:solidFill>
                <a:effectLst/>
                <a:uLnTx/>
                <a:uFillTx/>
                <a:latin typeface="Calibri" pitchFamily="34" charset="0"/>
                <a:ea typeface="Calibri" pitchFamily="34" charset="-122"/>
                <a:cs typeface="Calibri" pitchFamily="34" charset="-120"/>
              </a:rPr>
              <a:t>First Page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04672" y="4718304"/>
            <a:ext cx="3166872" cy="96012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The page on which the case begins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4291584" y="4187952"/>
            <a:ext cx="3578352" cy="1600200"/>
          </a:xfrm>
          <a:prstGeom prst="roundRect">
            <a:avLst>
              <a:gd name="adj" fmla="val 4571"/>
            </a:avLst>
          </a:prstGeom>
          <a:solidFill>
            <a:srgbClr val="FFFFFF"/>
          </a:solidFill>
          <a:ln w="12700">
            <a:solidFill>
              <a:srgbClr val="E4DDD2"/>
            </a:solidFill>
            <a:prstDash val="solid"/>
          </a:ln>
          <a:effectLst>
            <a:outerShdw blurRad="76200" dist="25400" dir="54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4492752" y="4389120"/>
            <a:ext cx="146304" cy="146304"/>
          </a:xfrm>
          <a:prstGeom prst="roundRect">
            <a:avLst>
              <a:gd name="adj" fmla="val 18750"/>
            </a:avLst>
          </a:prstGeom>
          <a:solidFill>
            <a:srgbClr val="8A2F6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4748784" y="4297680"/>
            <a:ext cx="293827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8A2F6D"/>
                </a:solidFill>
                <a:effectLst/>
                <a:uLnTx/>
                <a:uFillTx/>
                <a:latin typeface="Calibri" pitchFamily="34" charset="0"/>
                <a:ea typeface="Calibri" pitchFamily="34" charset="-122"/>
                <a:cs typeface="Calibri" pitchFamily="34" charset="-120"/>
              </a:rPr>
              <a:t>Pin Cite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4547616" y="4718304"/>
            <a:ext cx="3166872" cy="96012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The specific page being referenced (a pinpoint citation)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8034528" y="4187952"/>
            <a:ext cx="3578352" cy="1600200"/>
          </a:xfrm>
          <a:prstGeom prst="roundRect">
            <a:avLst>
              <a:gd name="adj" fmla="val 4571"/>
            </a:avLst>
          </a:prstGeom>
          <a:solidFill>
            <a:srgbClr val="FFFFFF"/>
          </a:solidFill>
          <a:ln w="12700">
            <a:solidFill>
              <a:srgbClr val="E4DDD2"/>
            </a:solidFill>
            <a:prstDash val="solid"/>
          </a:ln>
          <a:effectLst>
            <a:outerShdw blurRad="76200" dist="25400" dir="54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p:cNvSpPr/>
          <p:nvPr/>
        </p:nvSpPr>
        <p:spPr>
          <a:xfrm>
            <a:off x="8235696" y="4389120"/>
            <a:ext cx="146304" cy="146304"/>
          </a:xfrm>
          <a:prstGeom prst="roundRect">
            <a:avLst>
              <a:gd name="adj" fmla="val 18750"/>
            </a:avLst>
          </a:prstGeom>
          <a:solidFill>
            <a:srgbClr val="8C7B6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8491728" y="4297680"/>
            <a:ext cx="293827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Parenthetical</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8290560" y="4718304"/>
            <a:ext cx="3166872" cy="96012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Court, year, and history of the case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B08D57"/>
                </a:solidFill>
                <a:effectLst/>
                <a:uLnTx/>
                <a:uFillTx/>
                <a:latin typeface="Calibri" pitchFamily="34" charset="0"/>
                <a:ea typeface="Calibri" pitchFamily="34" charset="-122"/>
                <a:cs typeface="Calibri" pitchFamily="34" charset="-120"/>
              </a:rPr>
              <a:t>THE REPORTER SYSTEM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277295"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48640" y="658368"/>
            <a:ext cx="96012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What Is a Reporter?</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48640" y="1417320"/>
            <a:ext cx="6309360" cy="1920240"/>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Court decisions have traditionally been published in books called reporters — collections of judicial opinions selected for publication. Cases are added roughly in the order they are decided, not by subject matter, so a reporter is not like an encyclopedia you can browse by topic.</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48640" y="3429000"/>
            <a:ext cx="640080" cy="640080"/>
          </a:xfrm>
          <a:prstGeom prst="ellipse">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625450" y="3505810"/>
            <a:ext cx="486461" cy="486461"/>
          </a:xfrm>
          <a:prstGeom prst="rect">
            <a:avLst/>
          </a:prstGeom>
        </p:spPr>
      </p:pic>
      <p:sp>
        <p:nvSpPr>
          <p:cNvPr id="9" name="Text 6"/>
          <p:cNvSpPr/>
          <p:nvPr/>
        </p:nvSpPr>
        <p:spPr>
          <a:xfrm>
            <a:off x="1371600" y="3474720"/>
            <a:ext cx="5486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1"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Each published case gets an "address" based on where it sits in a particular reporter.</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548640" y="4343400"/>
            <a:ext cx="6309360" cy="1463040"/>
          </a:xfrm>
          <a:prstGeom prst="roundRect">
            <a:avLst>
              <a:gd name="adj" fmla="val 6250"/>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548640" y="4572000"/>
            <a:ext cx="6309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D9C39B"/>
                </a:solidFill>
                <a:effectLst/>
                <a:uLnTx/>
                <a:uFillTx/>
                <a:latin typeface="Cambria" pitchFamily="34" charset="0"/>
                <a:ea typeface="Cambria" pitchFamily="34" charset="-122"/>
                <a:cs typeface="Cambria" pitchFamily="34" charset="-120"/>
              </a:rPr>
              <a:t>volume</a:t>
            </a:r>
            <a:r>
              <a:rPr kumimoji="0" lang="en-US" sz="2200" b="0"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  +  </a:t>
            </a:r>
            <a:r>
              <a:rPr kumimoji="0" lang="en-US" sz="2200" b="1" i="0" u="none" strike="noStrike" kern="1200" cap="none" spc="0" normalizeH="0" baseline="0" noProof="0" dirty="0">
                <a:ln>
                  <a:noFill/>
                </a:ln>
                <a:solidFill>
                  <a:srgbClr val="D9C39B"/>
                </a:solidFill>
                <a:effectLst/>
                <a:uLnTx/>
                <a:uFillTx/>
                <a:latin typeface="Cambria" pitchFamily="34" charset="0"/>
                <a:ea typeface="Cambria" pitchFamily="34" charset="-122"/>
                <a:cs typeface="Cambria" pitchFamily="34" charset="-120"/>
              </a:rPr>
              <a:t>reporter</a:t>
            </a:r>
            <a:r>
              <a:rPr kumimoji="0" lang="en-US" sz="2200" b="0"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  +  </a:t>
            </a:r>
            <a:r>
              <a:rPr kumimoji="0" lang="en-US" sz="2200" b="1" i="0" u="none" strike="noStrike" kern="1200" cap="none" spc="0" normalizeH="0" baseline="0" noProof="0" dirty="0">
                <a:ln>
                  <a:noFill/>
                </a:ln>
                <a:solidFill>
                  <a:srgbClr val="D9C39B"/>
                </a:solidFill>
                <a:effectLst/>
                <a:uLnTx/>
                <a:uFillTx/>
                <a:latin typeface="Cambria" pitchFamily="34" charset="0"/>
                <a:ea typeface="Cambria" pitchFamily="34" charset="-122"/>
                <a:cs typeface="Cambria" pitchFamily="34" charset="-120"/>
              </a:rPr>
              <a:t>page</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548640" y="5120640"/>
            <a:ext cx="630936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F4EFE6"/>
                </a:solidFill>
                <a:effectLst/>
                <a:uLnTx/>
                <a:uFillTx/>
                <a:latin typeface="Calibri" pitchFamily="34" charset="0"/>
                <a:ea typeface="Calibri" pitchFamily="34" charset="-122"/>
                <a:cs typeface="Calibri" pitchFamily="34" charset="-120"/>
              </a:rPr>
              <a:t>642 S.W.2d 837  →  page 837, volume 642, South Western Reporter, 2d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7315200" y="3611880"/>
            <a:ext cx="566928" cy="2377440"/>
          </a:xfrm>
          <a:prstGeom prst="roundRect">
            <a:avLst>
              <a:gd name="adj" fmla="val 6452"/>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7991856" y="2971800"/>
            <a:ext cx="566928" cy="3017520"/>
          </a:xfrm>
          <a:prstGeom prst="roundRect">
            <a:avLst>
              <a:gd name="adj" fmla="val 6452"/>
            </a:avLst>
          </a:prstGeom>
          <a:solidFill>
            <a:srgbClr val="B08D5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8668512" y="3337560"/>
            <a:ext cx="566928" cy="2651760"/>
          </a:xfrm>
          <a:prstGeom prst="roundRect">
            <a:avLst>
              <a:gd name="adj" fmla="val 6452"/>
            </a:avLst>
          </a:prstGeom>
          <a:solidFill>
            <a:srgbClr val="3F6B4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3"/>
          <p:cNvSpPr/>
          <p:nvPr/>
        </p:nvSpPr>
        <p:spPr>
          <a:xfrm>
            <a:off x="9345168" y="2697480"/>
            <a:ext cx="566928" cy="3291840"/>
          </a:xfrm>
          <a:prstGeom prst="roundRect">
            <a:avLst>
              <a:gd name="adj" fmla="val 6452"/>
            </a:avLst>
          </a:prstGeom>
          <a:solidFill>
            <a:srgbClr val="2F5C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4"/>
          <p:cNvSpPr/>
          <p:nvPr/>
        </p:nvSpPr>
        <p:spPr>
          <a:xfrm>
            <a:off x="10021824" y="3794760"/>
            <a:ext cx="566928" cy="2194560"/>
          </a:xfrm>
          <a:prstGeom prst="roundRect">
            <a:avLst>
              <a:gd name="adj" fmla="val 6452"/>
            </a:avLst>
          </a:prstGeom>
          <a:solidFill>
            <a:srgbClr val="8C7B6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5"/>
          <p:cNvSpPr/>
          <p:nvPr/>
        </p:nvSpPr>
        <p:spPr>
          <a:xfrm>
            <a:off x="10698480" y="3154680"/>
            <a:ext cx="566928" cy="2834640"/>
          </a:xfrm>
          <a:prstGeom prst="roundRect">
            <a:avLst>
              <a:gd name="adj" fmla="val 6452"/>
            </a:avLst>
          </a:prstGeom>
          <a:solidFill>
            <a:srgbClr val="8A2F6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6"/>
          <p:cNvSpPr/>
          <p:nvPr/>
        </p:nvSpPr>
        <p:spPr>
          <a:xfrm>
            <a:off x="7315200" y="6062472"/>
            <a:ext cx="420624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Reporters, shelved in decision order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 name="Picture 19">
            <a:extLst>
              <a:ext uri="{FF2B5EF4-FFF2-40B4-BE49-F238E27FC236}">
                <a16:creationId xmlns:a16="http://schemas.microsoft.com/office/drawing/2014/main" id="{66BAEEF6-D248-F182-5157-E7EDCA360D4C}"/>
              </a:ext>
            </a:extLst>
          </p:cNvPr>
          <p:cNvPicPr>
            <a:picLocks noChangeAspect="1"/>
          </p:cNvPicPr>
          <p:nvPr/>
        </p:nvPicPr>
        <p:blipFill>
          <a:blip r:embed="rId4"/>
          <a:stretch>
            <a:fillRect/>
          </a:stretch>
        </p:blipFill>
        <p:spPr>
          <a:xfrm>
            <a:off x="7161087" y="2724912"/>
            <a:ext cx="4853613" cy="32918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B08D57"/>
                </a:solidFill>
                <a:effectLst/>
                <a:uLnTx/>
                <a:uFillTx/>
                <a:latin typeface="Calibri" pitchFamily="34" charset="0"/>
                <a:ea typeface="Calibri" pitchFamily="34" charset="-122"/>
                <a:cs typeface="Calibri" pitchFamily="34" charset="-120"/>
              </a:rPr>
              <a:t>THE REPORTER SYSTEM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277295"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48640" y="658368"/>
            <a:ext cx="96012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Star Pagination</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48640" y="1417320"/>
            <a:ext cx="5394960" cy="2377440"/>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Lawyers usually retrieve cases electronically today — but citations are still keyed to the printed reporter’s page numbers. Electronic databases bridge the gap with star pagination: a marker embedded in the text shows exactly where a new printed page begins.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48640" y="3931920"/>
            <a:ext cx="566928" cy="566928"/>
          </a:xfrm>
          <a:prstGeom prst="ellipse">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616671" y="3999951"/>
            <a:ext cx="430865" cy="430865"/>
          </a:xfrm>
          <a:prstGeom prst="rect">
            <a:avLst/>
          </a:prstGeom>
        </p:spPr>
      </p:pic>
      <p:sp>
        <p:nvSpPr>
          <p:cNvPr id="9" name="Text 6"/>
          <p:cNvSpPr/>
          <p:nvPr/>
        </p:nvSpPr>
        <p:spPr>
          <a:xfrm>
            <a:off x="1280160" y="3950208"/>
            <a:ext cx="466344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The asterisk is a database marker — you do not include the star in your citation.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6263640" y="1417320"/>
            <a:ext cx="5349240" cy="3246120"/>
          </a:xfrm>
          <a:prstGeom prst="roundRect">
            <a:avLst>
              <a:gd name="adj" fmla="val 2254"/>
            </a:avLst>
          </a:prstGeom>
          <a:solidFill>
            <a:srgbClr val="2B232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6537960" y="1691640"/>
            <a:ext cx="4800600" cy="2651760"/>
          </a:xfrm>
          <a:prstGeom prst="rect">
            <a:avLst/>
          </a:prstGeom>
          <a:noFill/>
          <a:ln/>
        </p:spPr>
        <p:txBody>
          <a:bodyPr wrap="square" lIns="0" tIns="0" rIns="0" bIns="0" rtlCol="0" anchor="ctr"/>
          <a:lstStyle/>
          <a:p>
            <a:pPr marL="0" marR="0" lvl="0" indent="0" algn="l" defTabSz="914400" rtl="0" eaLnBrk="1" fontAlgn="auto" latinLnBrk="0" hangingPunct="1">
              <a:lnSpc>
                <a:spcPct val="13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8D2C6"/>
                </a:solidFill>
                <a:effectLst/>
                <a:uLnTx/>
                <a:uFillTx/>
                <a:latin typeface="Courier New" pitchFamily="34" charset="0"/>
                <a:ea typeface="Courier New" pitchFamily="34" charset="-122"/>
                <a:cs typeface="Courier New" pitchFamily="34" charset="-120"/>
              </a:rPr>
              <a:t>...ran closer toward the crashed vehicles, she could clearly perceive the results of the accident. She began to scream and fainted, hitting her head on the road. When she regained consciousness, she attempted to go to the collision because she heard her daughter screaming and saw </a:t>
            </a:r>
            <a:r>
              <a:rPr kumimoji="0" lang="en-US" sz="1200" b="1" i="0" u="none" strike="noStrike" kern="1200" cap="none" spc="0" normalizeH="0" baseline="0" noProof="0" dirty="0">
                <a:ln>
                  <a:noFill/>
                </a:ln>
                <a:solidFill>
                  <a:srgbClr val="3ADF6B"/>
                </a:solidFill>
                <a:effectLst/>
                <a:highlight>
                  <a:srgbClr val="FFFFFF"/>
                </a:highlight>
                <a:uLnTx/>
                <a:uFillTx/>
                <a:latin typeface="Courier New" pitchFamily="34" charset="0"/>
                <a:ea typeface="Courier New" pitchFamily="34" charset="-122"/>
                <a:cs typeface="Courier New" pitchFamily="34" charset="-120"/>
              </a:rPr>
              <a:t>*844</a:t>
            </a:r>
            <a:r>
              <a:rPr kumimoji="0" lang="en-US" sz="1200" b="0" i="0" u="none" strike="noStrike" kern="1200" cap="none" spc="0" normalizeH="0" baseline="0" noProof="0" dirty="0">
                <a:ln>
                  <a:noFill/>
                </a:ln>
                <a:solidFill>
                  <a:srgbClr val="D8D2C6"/>
                </a:solidFill>
                <a:effectLst/>
                <a:uLnTx/>
                <a:uFillTx/>
                <a:latin typeface="Courier New" pitchFamily="34" charset="0"/>
                <a:ea typeface="Courier New" pitchFamily="34" charset="-122"/>
                <a:cs typeface="Courier New" pitchFamily="34" charset="-120"/>
              </a:rPr>
              <a:t> her coat smashed against the truck window...</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6263640" y="4892040"/>
            <a:ext cx="5349240" cy="1097280"/>
          </a:xfrm>
          <a:prstGeom prst="roundRect">
            <a:avLst>
              <a:gd name="adj" fmla="val 6667"/>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p:nvPr/>
        </p:nvSpPr>
        <p:spPr>
          <a:xfrm>
            <a:off x="6492240" y="5029200"/>
            <a:ext cx="4892040" cy="86868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Everything after *844 falls on page 844 of the printed reporter — giving you an accurate pinpoint citation to a page you may never physically hold.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B08D57"/>
                </a:solidFill>
                <a:effectLst/>
                <a:uLnTx/>
                <a:uFillTx/>
                <a:latin typeface="Calibri" pitchFamily="34" charset="0"/>
                <a:ea typeface="Calibri" pitchFamily="34" charset="-122"/>
                <a:cs typeface="Calibri" pitchFamily="34" charset="-120"/>
              </a:rPr>
              <a:t>READING A CITATION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277295"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48640" y="658368"/>
            <a:ext cx="96012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What Can a Citation Tell You? — Federal Courts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548640" y="1508760"/>
            <a:ext cx="3593592" cy="4709160"/>
          </a:xfrm>
          <a:prstGeom prst="roundRect">
            <a:avLst>
              <a:gd name="adj" fmla="val 2545"/>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970532" y="1783080"/>
            <a:ext cx="749808" cy="749808"/>
          </a:xfrm>
          <a:prstGeom prst="ellipse">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2060509" y="1873057"/>
            <a:ext cx="569854" cy="569854"/>
          </a:xfrm>
          <a:prstGeom prst="rect">
            <a:avLst/>
          </a:prstGeom>
        </p:spPr>
      </p:pic>
      <p:sp>
        <p:nvSpPr>
          <p:cNvPr id="9" name="Text 6"/>
          <p:cNvSpPr/>
          <p:nvPr/>
        </p:nvSpPr>
        <p:spPr>
          <a:xfrm>
            <a:off x="731520" y="2697480"/>
            <a:ext cx="322783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U.S.</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731520" y="3154680"/>
            <a:ext cx="3227832"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B08D57"/>
                </a:solidFill>
                <a:effectLst/>
                <a:uLnTx/>
                <a:uFillTx/>
                <a:latin typeface="Calibri" pitchFamily="34" charset="0"/>
                <a:ea typeface="Calibri" pitchFamily="34" charset="-122"/>
                <a:cs typeface="Calibri" pitchFamily="34" charset="-120"/>
              </a:rPr>
              <a:t>United States Reports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822960" y="3611880"/>
            <a:ext cx="3044952" cy="1051560"/>
          </a:xfrm>
          <a:prstGeom prst="rect">
            <a:avLst/>
          </a:prstGeom>
          <a:noFill/>
          <a:ln/>
        </p:spPr>
        <p:txBody>
          <a:bodyPr wrap="square"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U.S. Supreme Court decisions only.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777240" y="4983480"/>
            <a:ext cx="3136392" cy="960120"/>
          </a:xfrm>
          <a:prstGeom prst="roundRect">
            <a:avLst>
              <a:gd name="adj" fmla="val 5714"/>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p:nvPr/>
        </p:nvSpPr>
        <p:spPr>
          <a:xfrm>
            <a:off x="914400" y="5074920"/>
            <a:ext cx="2862072"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2B2320"/>
                </a:solidFill>
                <a:effectLst/>
                <a:uLnTx/>
                <a:uFillTx/>
                <a:latin typeface="Courier New" pitchFamily="34" charset="0"/>
                <a:ea typeface="Courier New" pitchFamily="34" charset="-122"/>
                <a:cs typeface="Courier New" pitchFamily="34" charset="-120"/>
              </a:rPr>
              <a:t>Free Speech Coal. v. Paxton</a:t>
            </a:r>
            <a:r>
              <a:rPr kumimoji="0" lang="en-US" sz="950" b="0" i="0" u="none" strike="noStrike" kern="1200" cap="none" spc="0" normalizeH="0" baseline="0" noProof="0" dirty="0">
                <a:ln>
                  <a:noFill/>
                </a:ln>
                <a:solidFill>
                  <a:srgbClr val="2B2320"/>
                </a:solidFill>
                <a:effectLst/>
                <a:uLnTx/>
                <a:uFillTx/>
                <a:latin typeface="Courier New" pitchFamily="34" charset="0"/>
                <a:ea typeface="Courier New" pitchFamily="34" charset="-122"/>
                <a:cs typeface="Courier New" pitchFamily="34" charset="-120"/>
              </a:rPr>
              <a:t>, 606 U.S. 461 — (2025)</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325112" y="1508760"/>
            <a:ext cx="3593592" cy="4709160"/>
          </a:xfrm>
          <a:prstGeom prst="roundRect">
            <a:avLst>
              <a:gd name="adj" fmla="val 2545"/>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5747004" y="1783080"/>
            <a:ext cx="749808" cy="749808"/>
          </a:xfrm>
          <a:prstGeom prst="ellipse">
            <a:avLst/>
          </a:prstGeom>
          <a:solidFill>
            <a:srgbClr val="B08D5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Image 1" descr="preencoded.png"/>
          <p:cNvPicPr>
            <a:picLocks noChangeAspect="1"/>
          </p:cNvPicPr>
          <p:nvPr/>
        </p:nvPicPr>
        <p:blipFill>
          <a:blip r:embed="rId4"/>
          <a:stretch>
            <a:fillRect/>
          </a:stretch>
        </p:blipFill>
        <p:spPr>
          <a:xfrm>
            <a:off x="5836981" y="1873057"/>
            <a:ext cx="569854" cy="569854"/>
          </a:xfrm>
          <a:prstGeom prst="rect">
            <a:avLst/>
          </a:prstGeom>
        </p:spPr>
      </p:pic>
      <p:sp>
        <p:nvSpPr>
          <p:cNvPr id="17" name="Text 13"/>
          <p:cNvSpPr/>
          <p:nvPr/>
        </p:nvSpPr>
        <p:spPr>
          <a:xfrm>
            <a:off x="4507992" y="2697480"/>
            <a:ext cx="322783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F. / F.2d / F.3d / F.4th</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p:nvPr/>
        </p:nvSpPr>
        <p:spPr>
          <a:xfrm>
            <a:off x="4507992" y="3154680"/>
            <a:ext cx="3227832"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D9C39B"/>
                </a:solidFill>
                <a:effectLst/>
                <a:uLnTx/>
                <a:uFillTx/>
                <a:latin typeface="Calibri" pitchFamily="34" charset="0"/>
                <a:ea typeface="Calibri" pitchFamily="34" charset="-122"/>
                <a:cs typeface="Calibri" pitchFamily="34" charset="-120"/>
              </a:rPr>
              <a:t>Federal Reporter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5"/>
          <p:cNvSpPr/>
          <p:nvPr/>
        </p:nvSpPr>
        <p:spPr>
          <a:xfrm>
            <a:off x="4599432" y="3611880"/>
            <a:ext cx="3044952" cy="1051560"/>
          </a:xfrm>
          <a:prstGeom prst="rect">
            <a:avLst/>
          </a:prstGeom>
          <a:noFill/>
          <a:ln/>
        </p:spPr>
        <p:txBody>
          <a:bodyPr wrap="square"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U.S. Courts of Appeals. Parenthetical names the circuit and year.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6"/>
          <p:cNvSpPr/>
          <p:nvPr/>
        </p:nvSpPr>
        <p:spPr>
          <a:xfrm>
            <a:off x="4553712" y="4983480"/>
            <a:ext cx="3136392" cy="960120"/>
          </a:xfrm>
          <a:prstGeom prst="roundRect">
            <a:avLst>
              <a:gd name="adj" fmla="val 5714"/>
            </a:avLst>
          </a:prstGeom>
          <a:solidFill>
            <a:srgbClr val="4A142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7"/>
          <p:cNvSpPr/>
          <p:nvPr/>
        </p:nvSpPr>
        <p:spPr>
          <a:xfrm>
            <a:off x="4690872" y="5074920"/>
            <a:ext cx="2862072"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F4EFE6"/>
                </a:solidFill>
                <a:effectLst/>
                <a:uLnTx/>
                <a:uFillTx/>
                <a:latin typeface="Courier New" pitchFamily="34" charset="0"/>
                <a:ea typeface="Courier New" pitchFamily="34" charset="-122"/>
                <a:cs typeface="Courier New" pitchFamily="34" charset="-120"/>
              </a:rPr>
              <a:t>Tex. Med. Ass’n v. United States </a:t>
            </a:r>
            <a:r>
              <a:rPr kumimoji="0" lang="en-US" sz="950" b="0" i="1" u="none" strike="noStrike" kern="1200" cap="none" spc="0" normalizeH="0" baseline="0" noProof="0" dirty="0" err="1">
                <a:ln>
                  <a:noFill/>
                </a:ln>
                <a:solidFill>
                  <a:srgbClr val="F4EFE6"/>
                </a:solidFill>
                <a:effectLst/>
                <a:uLnTx/>
                <a:uFillTx/>
                <a:latin typeface="Courier New" pitchFamily="34" charset="0"/>
                <a:ea typeface="Courier New" pitchFamily="34" charset="-122"/>
                <a:cs typeface="Courier New" pitchFamily="34" charset="-120"/>
              </a:rPr>
              <a:t>Dep't</a:t>
            </a:r>
            <a:r>
              <a:rPr kumimoji="0" lang="en-US" sz="950" b="0" i="1" u="none" strike="noStrike" kern="1200" cap="none" spc="0" normalizeH="0" baseline="0" noProof="0" dirty="0">
                <a:ln>
                  <a:noFill/>
                </a:ln>
                <a:solidFill>
                  <a:srgbClr val="F4EFE6"/>
                </a:solidFill>
                <a:effectLst/>
                <a:uLnTx/>
                <a:uFillTx/>
                <a:latin typeface="Courier New" pitchFamily="34" charset="0"/>
                <a:ea typeface="Courier New" pitchFamily="34" charset="-122"/>
                <a:cs typeface="Courier New" pitchFamily="34" charset="-120"/>
              </a:rPr>
              <a:t> of Health &amp; Hum. Servs.</a:t>
            </a:r>
            <a:r>
              <a:rPr kumimoji="0" lang="en-US" sz="950" b="0" i="0" u="none" strike="noStrike" kern="1200" cap="none" spc="0" normalizeH="0" baseline="0" noProof="0" dirty="0">
                <a:ln>
                  <a:noFill/>
                </a:ln>
                <a:solidFill>
                  <a:srgbClr val="F4EFE6"/>
                </a:solidFill>
                <a:effectLst/>
                <a:uLnTx/>
                <a:uFillTx/>
                <a:latin typeface="Courier New" pitchFamily="34" charset="0"/>
                <a:ea typeface="Courier New" pitchFamily="34" charset="-122"/>
                <a:cs typeface="Courier New" pitchFamily="34" charset="-120"/>
              </a:rPr>
              <a:t>, 110 F.4th 762 (5th Cir. 2024)</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8"/>
          <p:cNvSpPr/>
          <p:nvPr/>
        </p:nvSpPr>
        <p:spPr>
          <a:xfrm>
            <a:off x="8101584" y="1508760"/>
            <a:ext cx="3593592" cy="4709160"/>
          </a:xfrm>
          <a:prstGeom prst="roundRect">
            <a:avLst>
              <a:gd name="adj" fmla="val 2545"/>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9"/>
          <p:cNvSpPr/>
          <p:nvPr/>
        </p:nvSpPr>
        <p:spPr>
          <a:xfrm>
            <a:off x="9523476" y="1783080"/>
            <a:ext cx="749808" cy="749808"/>
          </a:xfrm>
          <a:prstGeom prst="ellipse">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4" name="Image 2" descr="preencoded.png"/>
          <p:cNvPicPr>
            <a:picLocks noChangeAspect="1"/>
          </p:cNvPicPr>
          <p:nvPr/>
        </p:nvPicPr>
        <p:blipFill>
          <a:blip r:embed="rId5"/>
          <a:stretch>
            <a:fillRect/>
          </a:stretch>
        </p:blipFill>
        <p:spPr>
          <a:xfrm>
            <a:off x="9613453" y="1873057"/>
            <a:ext cx="569854" cy="569854"/>
          </a:xfrm>
          <a:prstGeom prst="rect">
            <a:avLst/>
          </a:prstGeom>
        </p:spPr>
      </p:pic>
      <p:sp>
        <p:nvSpPr>
          <p:cNvPr id="25" name="Text 20"/>
          <p:cNvSpPr/>
          <p:nvPr/>
        </p:nvSpPr>
        <p:spPr>
          <a:xfrm>
            <a:off x="8284464" y="2697480"/>
            <a:ext cx="322783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F. Supp. / 2d / 3d</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1"/>
          <p:cNvSpPr/>
          <p:nvPr/>
        </p:nvSpPr>
        <p:spPr>
          <a:xfrm>
            <a:off x="8284464" y="3154680"/>
            <a:ext cx="3227832"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B08D57"/>
                </a:solidFill>
                <a:effectLst/>
                <a:uLnTx/>
                <a:uFillTx/>
                <a:latin typeface="Calibri" pitchFamily="34" charset="0"/>
                <a:ea typeface="Calibri" pitchFamily="34" charset="-122"/>
                <a:cs typeface="Calibri" pitchFamily="34" charset="-120"/>
              </a:rPr>
              <a:t>Federal Supplement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2"/>
          <p:cNvSpPr/>
          <p:nvPr/>
        </p:nvSpPr>
        <p:spPr>
          <a:xfrm>
            <a:off x="8375904" y="3611880"/>
            <a:ext cx="3044952" cy="1051560"/>
          </a:xfrm>
          <a:prstGeom prst="rect">
            <a:avLst/>
          </a:prstGeom>
          <a:noFill/>
          <a:ln/>
        </p:spPr>
        <p:txBody>
          <a:bodyPr wrap="square"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U.S. District Courts (federal trial courts).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3"/>
          <p:cNvSpPr/>
          <p:nvPr/>
        </p:nvSpPr>
        <p:spPr>
          <a:xfrm>
            <a:off x="8330184" y="4983480"/>
            <a:ext cx="3136392" cy="960120"/>
          </a:xfrm>
          <a:prstGeom prst="roundRect">
            <a:avLst>
              <a:gd name="adj" fmla="val 5714"/>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4"/>
          <p:cNvSpPr/>
          <p:nvPr/>
        </p:nvSpPr>
        <p:spPr>
          <a:xfrm>
            <a:off x="8467344" y="5074920"/>
            <a:ext cx="2862072"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2B2320"/>
                </a:solidFill>
                <a:effectLst/>
                <a:uLnTx/>
                <a:uFillTx/>
                <a:latin typeface="Courier New" pitchFamily="34" charset="0"/>
                <a:ea typeface="Courier New" pitchFamily="34" charset="-122"/>
                <a:cs typeface="Courier New" pitchFamily="34" charset="-120"/>
              </a:rPr>
              <a:t>Bazzrea v. Mayorkas</a:t>
            </a:r>
            <a:r>
              <a:rPr kumimoji="0" lang="en-US" sz="950" b="0" i="0" u="none" strike="noStrike" kern="1200" cap="none" spc="0" normalizeH="0" baseline="0" noProof="0" dirty="0">
                <a:ln>
                  <a:noFill/>
                </a:ln>
                <a:solidFill>
                  <a:srgbClr val="2B2320"/>
                </a:solidFill>
                <a:effectLst/>
                <a:uLnTx/>
                <a:uFillTx/>
                <a:latin typeface="Courier New" pitchFamily="34" charset="0"/>
                <a:ea typeface="Courier New" pitchFamily="34" charset="-122"/>
                <a:cs typeface="Courier New" pitchFamily="34" charset="-120"/>
              </a:rPr>
              <a:t>, 677 F. Supp. 3d 651 (S.D. Tex. 2023)</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B08D57"/>
                </a:solidFill>
                <a:effectLst/>
                <a:uLnTx/>
                <a:uFillTx/>
                <a:latin typeface="Calibri" pitchFamily="34" charset="0"/>
                <a:ea typeface="Calibri" pitchFamily="34" charset="-122"/>
                <a:cs typeface="Calibri" pitchFamily="34" charset="-120"/>
              </a:rPr>
              <a:t>READING A CITATION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277295"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8</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48640" y="658368"/>
            <a:ext cx="96012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State Courts &amp; the Regional Reporters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48640" y="1417320"/>
            <a:ext cx="11064240" cy="77724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West’s National Reporter System groups state appellate decisions into seven regional reporters. Unlike U.S., a regional abbreviation alone does not tell you the state — you need the parenthetical for that.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48640" y="2331720"/>
            <a:ext cx="3611880" cy="566928"/>
          </a:xfrm>
          <a:prstGeom prst="roundRect">
            <a:avLst>
              <a:gd name="adj" fmla="val 9677"/>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713232" y="2331720"/>
            <a:ext cx="9601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6B1F2A"/>
                </a:solidFill>
                <a:effectLst/>
                <a:uLnTx/>
                <a:uFillTx/>
                <a:latin typeface="Cambria" pitchFamily="34" charset="0"/>
                <a:ea typeface="Cambria" pitchFamily="34" charset="-122"/>
                <a:cs typeface="Cambria" pitchFamily="34" charset="-120"/>
              </a:rPr>
              <a:t>A.</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691640" y="2331720"/>
            <a:ext cx="23317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Atlantic Reporter</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4297680" y="2331720"/>
            <a:ext cx="3611880" cy="566928"/>
          </a:xfrm>
          <a:prstGeom prst="roundRect">
            <a:avLst>
              <a:gd name="adj" fmla="val 9677"/>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4462272" y="2331720"/>
            <a:ext cx="9601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6B1F2A"/>
                </a:solidFill>
                <a:effectLst/>
                <a:uLnTx/>
                <a:uFillTx/>
                <a:latin typeface="Cambria" pitchFamily="34" charset="0"/>
                <a:ea typeface="Cambria" pitchFamily="34" charset="-122"/>
                <a:cs typeface="Cambria" pitchFamily="34" charset="-120"/>
              </a:rPr>
              <a:t>N.E.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440680" y="2331720"/>
            <a:ext cx="23317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North Eastern Reporter</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548640" y="3017520"/>
            <a:ext cx="3611880" cy="566928"/>
          </a:xfrm>
          <a:prstGeom prst="roundRect">
            <a:avLst>
              <a:gd name="adj" fmla="val 9677"/>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713232" y="3017520"/>
            <a:ext cx="9601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6B1F2A"/>
                </a:solidFill>
                <a:effectLst/>
                <a:uLnTx/>
                <a:uFillTx/>
                <a:latin typeface="Cambria" pitchFamily="34" charset="0"/>
                <a:ea typeface="Cambria" pitchFamily="34" charset="-122"/>
                <a:cs typeface="Cambria" pitchFamily="34" charset="-120"/>
              </a:rPr>
              <a:t>N.W.</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691640" y="3017520"/>
            <a:ext cx="23317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North Western Reporter</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4297680" y="3017520"/>
            <a:ext cx="3611880" cy="566928"/>
          </a:xfrm>
          <a:prstGeom prst="roundRect">
            <a:avLst>
              <a:gd name="adj" fmla="val 9677"/>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462272" y="3017520"/>
            <a:ext cx="9601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6B1F2A"/>
                </a:solidFill>
                <a:effectLst/>
                <a:uLnTx/>
                <a:uFillTx/>
                <a:latin typeface="Cambria" pitchFamily="34" charset="0"/>
                <a:ea typeface="Cambria" pitchFamily="34" charset="-122"/>
                <a:cs typeface="Cambria" pitchFamily="34" charset="-120"/>
              </a:rPr>
              <a:t>P.</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5440680" y="3017520"/>
            <a:ext cx="23317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Pacific Reporter</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548640" y="3703320"/>
            <a:ext cx="3611880" cy="566928"/>
          </a:xfrm>
          <a:prstGeom prst="roundRect">
            <a:avLst>
              <a:gd name="adj" fmla="val 9677"/>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713232" y="3703320"/>
            <a:ext cx="9601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6B1F2A"/>
                </a:solidFill>
                <a:effectLst/>
                <a:uLnTx/>
                <a:uFillTx/>
                <a:latin typeface="Cambria" pitchFamily="34" charset="0"/>
                <a:ea typeface="Cambria" pitchFamily="34" charset="-122"/>
                <a:cs typeface="Cambria" pitchFamily="34" charset="-120"/>
              </a:rPr>
              <a:t>S.E.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1691640" y="3703320"/>
            <a:ext cx="23317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South Eastern Reporter</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297680" y="3703320"/>
            <a:ext cx="3611880" cy="566928"/>
          </a:xfrm>
          <a:prstGeom prst="roundRect">
            <a:avLst>
              <a:gd name="adj" fmla="val 9677"/>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4462272" y="3703320"/>
            <a:ext cx="9601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D9C39B"/>
                </a:solidFill>
                <a:effectLst/>
                <a:uLnTx/>
                <a:uFillTx/>
                <a:latin typeface="Cambria" pitchFamily="34" charset="0"/>
                <a:ea typeface="Cambria" pitchFamily="34" charset="-122"/>
                <a:cs typeface="Cambria" pitchFamily="34" charset="-120"/>
              </a:rPr>
              <a:t>S.W.</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5440680" y="3703320"/>
            <a:ext cx="23317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South Western Reporter</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548640" y="4389120"/>
            <a:ext cx="3611880" cy="566928"/>
          </a:xfrm>
          <a:prstGeom prst="roundRect">
            <a:avLst>
              <a:gd name="adj" fmla="val 9677"/>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713232" y="4389120"/>
            <a:ext cx="9601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6B1F2A"/>
                </a:solidFill>
                <a:effectLst/>
                <a:uLnTx/>
                <a:uFillTx/>
                <a:latin typeface="Cambria" pitchFamily="34" charset="0"/>
                <a:ea typeface="Cambria" pitchFamily="34" charset="-122"/>
                <a:cs typeface="Cambria" pitchFamily="34" charset="-120"/>
              </a:rPr>
              <a:t>So.</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1691640" y="4389120"/>
            <a:ext cx="23317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Southern Reporter</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8138160" y="2331720"/>
            <a:ext cx="3474720" cy="3794760"/>
          </a:xfrm>
          <a:prstGeom prst="roundRect">
            <a:avLst>
              <a:gd name="adj" fmla="val 2632"/>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p:cNvSpPr/>
          <p:nvPr/>
        </p:nvSpPr>
        <p:spPr>
          <a:xfrm>
            <a:off x="8412480" y="2606040"/>
            <a:ext cx="685800" cy="685800"/>
          </a:xfrm>
          <a:prstGeom prst="ellipse">
            <a:avLst/>
          </a:prstGeom>
          <a:solidFill>
            <a:srgbClr val="B08D5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0" name="Image 0" descr="preencoded.png"/>
          <p:cNvPicPr>
            <a:picLocks noChangeAspect="1"/>
          </p:cNvPicPr>
          <p:nvPr/>
        </p:nvPicPr>
        <p:blipFill>
          <a:blip r:embed="rId3"/>
          <a:stretch>
            <a:fillRect/>
          </a:stretch>
        </p:blipFill>
        <p:spPr>
          <a:xfrm>
            <a:off x="8494776" y="2688336"/>
            <a:ext cx="521208" cy="521208"/>
          </a:xfrm>
          <a:prstGeom prst="rect">
            <a:avLst/>
          </a:prstGeom>
        </p:spPr>
      </p:pic>
      <p:sp>
        <p:nvSpPr>
          <p:cNvPr id="31" name="Text 28"/>
          <p:cNvSpPr/>
          <p:nvPr/>
        </p:nvSpPr>
        <p:spPr>
          <a:xfrm>
            <a:off x="8366760" y="3383280"/>
            <a:ext cx="310896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South Western Reporter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9"/>
          <p:cNvSpPr/>
          <p:nvPr/>
        </p:nvSpPr>
        <p:spPr>
          <a:xfrm>
            <a:off x="8366760" y="3840480"/>
            <a:ext cx="31089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D9C39B"/>
                </a:solidFill>
                <a:effectLst/>
                <a:uLnTx/>
                <a:uFillTx/>
                <a:latin typeface="Calibri" pitchFamily="34" charset="0"/>
                <a:ea typeface="Calibri" pitchFamily="34" charset="-122"/>
                <a:cs typeface="Calibri" pitchFamily="34" charset="-120"/>
              </a:rPr>
              <a:t>Publishes decisions from five states: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0"/>
          <p:cNvSpPr/>
          <p:nvPr/>
        </p:nvSpPr>
        <p:spPr>
          <a:xfrm>
            <a:off x="8503920" y="4224528"/>
            <a:ext cx="29260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Arkansas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1"/>
          <p:cNvSpPr/>
          <p:nvPr/>
        </p:nvSpPr>
        <p:spPr>
          <a:xfrm>
            <a:off x="8503920" y="4572000"/>
            <a:ext cx="29260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Kentucky</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2"/>
          <p:cNvSpPr/>
          <p:nvPr/>
        </p:nvSpPr>
        <p:spPr>
          <a:xfrm>
            <a:off x="8503920" y="4919472"/>
            <a:ext cx="29260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Missouri</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3"/>
          <p:cNvSpPr/>
          <p:nvPr/>
        </p:nvSpPr>
        <p:spPr>
          <a:xfrm>
            <a:off x="8503920" y="5266944"/>
            <a:ext cx="29260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Tennessee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4"/>
          <p:cNvSpPr/>
          <p:nvPr/>
        </p:nvSpPr>
        <p:spPr>
          <a:xfrm>
            <a:off x="8503920" y="5614416"/>
            <a:ext cx="29260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Texas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B08D57"/>
                </a:solidFill>
                <a:effectLst/>
                <a:uLnTx/>
                <a:uFillTx/>
                <a:latin typeface="Calibri" pitchFamily="34" charset="0"/>
                <a:ea typeface="Calibri" pitchFamily="34" charset="-122"/>
                <a:cs typeface="Calibri" pitchFamily="34" charset="-120"/>
              </a:rPr>
              <a:t>READING A CITATION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277295"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9</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48640" y="658368"/>
            <a:ext cx="96012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Reading a Citation Before You Retrieve It</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48640" y="1417320"/>
            <a:ext cx="1106424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1"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Once you recognize common reporter and court abbreviations, a citation tells you something about the authority — before you ever look it up.</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48640" y="2148840"/>
            <a:ext cx="11064240" cy="1234440"/>
          </a:xfrm>
          <a:prstGeom prst="roundRect">
            <a:avLst>
              <a:gd name="adj" fmla="val 5926"/>
            </a:avLst>
          </a:prstGeom>
          <a:solidFill>
            <a:srgbClr val="F4EFE6"/>
          </a:solidFill>
          <a:ln w="12700">
            <a:solidFill>
              <a:srgbClr val="E4DDD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777240" y="2482596"/>
            <a:ext cx="566928" cy="566928"/>
          </a:xfrm>
          <a:prstGeom prst="ellipse">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Image 0" descr="preencoded.png"/>
          <p:cNvPicPr>
            <a:picLocks noChangeAspect="1"/>
          </p:cNvPicPr>
          <p:nvPr/>
        </p:nvPicPr>
        <p:blipFill>
          <a:blip r:embed="rId3"/>
          <a:stretch>
            <a:fillRect/>
          </a:stretch>
        </p:blipFill>
        <p:spPr>
          <a:xfrm>
            <a:off x="845271" y="2550627"/>
            <a:ext cx="430865" cy="430865"/>
          </a:xfrm>
          <a:prstGeom prst="rect">
            <a:avLst/>
          </a:prstGeom>
        </p:spPr>
      </p:pic>
      <p:sp>
        <p:nvSpPr>
          <p:cNvPr id="10" name="Text 7"/>
          <p:cNvSpPr/>
          <p:nvPr/>
        </p:nvSpPr>
        <p:spPr>
          <a:xfrm>
            <a:off x="1600200" y="2286000"/>
            <a:ext cx="96926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1" u="none" strike="noStrike" kern="1200" cap="none" spc="0" normalizeH="0" baseline="0" noProof="0" dirty="0">
                <a:ln>
                  <a:noFill/>
                </a:ln>
                <a:solidFill>
                  <a:srgbClr val="2B2320"/>
                </a:solidFill>
                <a:effectLst/>
                <a:uLnTx/>
                <a:uFillTx/>
                <a:latin typeface="Courier New" pitchFamily="34" charset="0"/>
                <a:ea typeface="Courier New" pitchFamily="34" charset="-122"/>
                <a:cs typeface="Courier New" pitchFamily="34" charset="-120"/>
              </a:rPr>
              <a:t>Free Speech Coal., Inc. v. Paxton</a:t>
            </a:r>
            <a:r>
              <a:rPr kumimoji="0" lang="en-US" sz="1250" b="1" i="0" u="none" strike="noStrike" kern="1200" cap="none" spc="0" normalizeH="0" baseline="0" noProof="0" dirty="0">
                <a:ln>
                  <a:noFill/>
                </a:ln>
                <a:solidFill>
                  <a:srgbClr val="2B2320"/>
                </a:solidFill>
                <a:effectLst/>
                <a:uLnTx/>
                <a:uFillTx/>
                <a:latin typeface="Courier New" pitchFamily="34" charset="0"/>
                <a:ea typeface="Courier New" pitchFamily="34" charset="-122"/>
                <a:cs typeface="Courier New" pitchFamily="34" charset="-120"/>
              </a:rPr>
              <a:t>, 606 U.S. 461, 145 S. Ct. 2291 (2025)</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1600200" y="2743200"/>
            <a:ext cx="969264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6B1F2A"/>
                </a:solidFill>
                <a:effectLst/>
                <a:uLnTx/>
                <a:uFillTx/>
                <a:latin typeface="Calibri" pitchFamily="34" charset="0"/>
                <a:ea typeface="Calibri" pitchFamily="34" charset="-122"/>
                <a:cs typeface="Calibri" pitchFamily="34" charset="-120"/>
              </a:rPr>
              <a:t>You know:  A very recent U.S. Supreme Court decision.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548640" y="3538728"/>
            <a:ext cx="11064240" cy="1234440"/>
          </a:xfrm>
          <a:prstGeom prst="roundRect">
            <a:avLst>
              <a:gd name="adj" fmla="val 5926"/>
            </a:avLst>
          </a:prstGeom>
          <a:solidFill>
            <a:srgbClr val="FFFFFF"/>
          </a:solidFill>
          <a:ln w="12700">
            <a:solidFill>
              <a:srgbClr val="E4DDD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777240" y="3872484"/>
            <a:ext cx="566928" cy="566928"/>
          </a:xfrm>
          <a:prstGeom prst="ellipse">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Image 1" descr="preencoded.png"/>
          <p:cNvPicPr>
            <a:picLocks noChangeAspect="1"/>
          </p:cNvPicPr>
          <p:nvPr/>
        </p:nvPicPr>
        <p:blipFill>
          <a:blip r:embed="rId3"/>
          <a:stretch>
            <a:fillRect/>
          </a:stretch>
        </p:blipFill>
        <p:spPr>
          <a:xfrm>
            <a:off x="845271" y="3940515"/>
            <a:ext cx="430865" cy="430865"/>
          </a:xfrm>
          <a:prstGeom prst="rect">
            <a:avLst/>
          </a:prstGeom>
        </p:spPr>
      </p:pic>
      <p:sp>
        <p:nvSpPr>
          <p:cNvPr id="15" name="Text 11"/>
          <p:cNvSpPr/>
          <p:nvPr/>
        </p:nvSpPr>
        <p:spPr>
          <a:xfrm>
            <a:off x="1600200" y="3675888"/>
            <a:ext cx="96926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1" u="none" strike="noStrike" kern="1200" cap="none" spc="0" normalizeH="0" baseline="0" noProof="0" dirty="0">
                <a:ln>
                  <a:noFill/>
                </a:ln>
                <a:solidFill>
                  <a:srgbClr val="2B2320"/>
                </a:solidFill>
                <a:effectLst/>
                <a:uLnTx/>
                <a:uFillTx/>
                <a:latin typeface="Courier New" pitchFamily="34" charset="0"/>
                <a:ea typeface="Courier New" pitchFamily="34" charset="-122"/>
                <a:cs typeface="Courier New" pitchFamily="34" charset="-120"/>
              </a:rPr>
              <a:t>Tex. Med. Ass’n v. United States </a:t>
            </a:r>
            <a:r>
              <a:rPr kumimoji="0" lang="en-US" sz="1250" b="1" i="1" u="none" strike="noStrike" kern="1200" cap="none" spc="0" normalizeH="0" baseline="0" noProof="0" dirty="0" err="1">
                <a:ln>
                  <a:noFill/>
                </a:ln>
                <a:solidFill>
                  <a:srgbClr val="2B2320"/>
                </a:solidFill>
                <a:effectLst/>
                <a:uLnTx/>
                <a:uFillTx/>
                <a:latin typeface="Courier New" pitchFamily="34" charset="0"/>
                <a:ea typeface="Courier New" pitchFamily="34" charset="-122"/>
                <a:cs typeface="Courier New" pitchFamily="34" charset="-120"/>
              </a:rPr>
              <a:t>Dep't</a:t>
            </a:r>
            <a:r>
              <a:rPr kumimoji="0" lang="en-US" sz="1250" b="1" i="1" u="none" strike="noStrike" kern="1200" cap="none" spc="0" normalizeH="0" baseline="0" noProof="0" dirty="0">
                <a:ln>
                  <a:noFill/>
                </a:ln>
                <a:solidFill>
                  <a:srgbClr val="2B2320"/>
                </a:solidFill>
                <a:effectLst/>
                <a:uLnTx/>
                <a:uFillTx/>
                <a:latin typeface="Courier New" pitchFamily="34" charset="0"/>
                <a:ea typeface="Courier New" pitchFamily="34" charset="-122"/>
                <a:cs typeface="Courier New" pitchFamily="34" charset="-120"/>
              </a:rPr>
              <a:t> of Health &amp; Hum. Servs.</a:t>
            </a:r>
            <a:r>
              <a:rPr kumimoji="0" lang="en-US" sz="1250" b="1" i="0" u="none" strike="noStrike" kern="1200" cap="none" spc="0" normalizeH="0" baseline="0" noProof="0" dirty="0">
                <a:ln>
                  <a:noFill/>
                </a:ln>
                <a:solidFill>
                  <a:srgbClr val="2B2320"/>
                </a:solidFill>
                <a:effectLst/>
                <a:uLnTx/>
                <a:uFillTx/>
                <a:latin typeface="Courier New" pitchFamily="34" charset="0"/>
                <a:ea typeface="Courier New" pitchFamily="34" charset="-122"/>
                <a:cs typeface="Courier New" pitchFamily="34" charset="-120"/>
              </a:rPr>
              <a:t>, 110 F.4th 762, 772 (5th Cir. 2024)</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1600200" y="4133088"/>
            <a:ext cx="969264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6B1F2A"/>
                </a:solidFill>
                <a:effectLst/>
                <a:uLnTx/>
                <a:uFillTx/>
                <a:latin typeface="Calibri" pitchFamily="34" charset="0"/>
                <a:ea typeface="Calibri" pitchFamily="34" charset="-122"/>
                <a:cs typeface="Calibri" pitchFamily="34" charset="-120"/>
              </a:rPr>
              <a:t>You know:  Decided by the Fifth Circuit Court of Appeals in 2024.</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3"/>
          <p:cNvSpPr/>
          <p:nvPr/>
        </p:nvSpPr>
        <p:spPr>
          <a:xfrm>
            <a:off x="548640" y="4928616"/>
            <a:ext cx="11064240" cy="1234440"/>
          </a:xfrm>
          <a:prstGeom prst="roundRect">
            <a:avLst>
              <a:gd name="adj" fmla="val 5926"/>
            </a:avLst>
          </a:prstGeom>
          <a:solidFill>
            <a:srgbClr val="F4EFE6"/>
          </a:solidFill>
          <a:ln w="12700">
            <a:solidFill>
              <a:srgbClr val="E4DDD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4"/>
          <p:cNvSpPr/>
          <p:nvPr/>
        </p:nvSpPr>
        <p:spPr>
          <a:xfrm>
            <a:off x="777240" y="5262372"/>
            <a:ext cx="566928" cy="566928"/>
          </a:xfrm>
          <a:prstGeom prst="ellipse">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9" name="Image 2" descr="preencoded.png"/>
          <p:cNvPicPr>
            <a:picLocks noChangeAspect="1"/>
          </p:cNvPicPr>
          <p:nvPr/>
        </p:nvPicPr>
        <p:blipFill>
          <a:blip r:embed="rId3"/>
          <a:stretch>
            <a:fillRect/>
          </a:stretch>
        </p:blipFill>
        <p:spPr>
          <a:xfrm>
            <a:off x="845271" y="5330403"/>
            <a:ext cx="430865" cy="430865"/>
          </a:xfrm>
          <a:prstGeom prst="rect">
            <a:avLst/>
          </a:prstGeom>
        </p:spPr>
      </p:pic>
      <p:sp>
        <p:nvSpPr>
          <p:cNvPr id="20" name="Text 15"/>
          <p:cNvSpPr/>
          <p:nvPr/>
        </p:nvSpPr>
        <p:spPr>
          <a:xfrm>
            <a:off x="1600200" y="5065776"/>
            <a:ext cx="96926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1" u="none" strike="noStrike" kern="1200" cap="none" spc="0" normalizeH="0" baseline="0" noProof="0" dirty="0">
                <a:ln>
                  <a:noFill/>
                </a:ln>
                <a:solidFill>
                  <a:srgbClr val="2B2320"/>
                </a:solidFill>
                <a:effectLst/>
                <a:uLnTx/>
                <a:uFillTx/>
                <a:latin typeface="Courier New" pitchFamily="34" charset="0"/>
                <a:ea typeface="Courier New" pitchFamily="34" charset="-122"/>
                <a:cs typeface="Courier New" pitchFamily="34" charset="-120"/>
              </a:rPr>
              <a:t>Bazzrea v. Mayorkas</a:t>
            </a:r>
            <a:r>
              <a:rPr kumimoji="0" lang="en-US" sz="1250" b="1" i="0" u="none" strike="noStrike" kern="1200" cap="none" spc="0" normalizeH="0" baseline="0" noProof="0" dirty="0">
                <a:ln>
                  <a:noFill/>
                </a:ln>
                <a:solidFill>
                  <a:srgbClr val="2B2320"/>
                </a:solidFill>
                <a:effectLst/>
                <a:uLnTx/>
                <a:uFillTx/>
                <a:latin typeface="Courier New" pitchFamily="34" charset="0"/>
                <a:ea typeface="Courier New" pitchFamily="34" charset="-122"/>
                <a:cs typeface="Courier New" pitchFamily="34" charset="-120"/>
              </a:rPr>
              <a:t>, 677 F. Supp. 3d 651, 656 (S.D. Tex. 2023)</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6"/>
          <p:cNvSpPr/>
          <p:nvPr/>
        </p:nvSpPr>
        <p:spPr>
          <a:xfrm>
            <a:off x="1600200" y="5522976"/>
            <a:ext cx="969264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6B1F2A"/>
                </a:solidFill>
                <a:effectLst/>
                <a:uLnTx/>
                <a:uFillTx/>
                <a:latin typeface="Calibri" pitchFamily="34" charset="0"/>
                <a:ea typeface="Calibri" pitchFamily="34" charset="-122"/>
                <a:cs typeface="Calibri" pitchFamily="34" charset="-120"/>
              </a:rPr>
              <a:t>You know:  A 2023 federal trial-court decision from the Southern District of Texas.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B08D57"/>
                </a:solidFill>
                <a:effectLst/>
                <a:uLnTx/>
                <a:uFillTx/>
                <a:latin typeface="Calibri" pitchFamily="34" charset="0"/>
                <a:ea typeface="Calibri" pitchFamily="34" charset="-122"/>
                <a:cs typeface="Calibri" pitchFamily="34" charset="-120"/>
              </a:rPr>
              <a:t>WHY LAWYERS CITE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277295"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10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48640" y="658368"/>
            <a:ext cx="96012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Why Do Lawyers Cite?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48640" y="1371600"/>
            <a:ext cx="7315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Citation serves four related purposes.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48640" y="1965960"/>
            <a:ext cx="5417820" cy="1943100"/>
          </a:xfrm>
          <a:prstGeom prst="roundRect">
            <a:avLst>
              <a:gd name="adj" fmla="val 4706"/>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822960" y="2562606"/>
            <a:ext cx="749808" cy="749808"/>
          </a:xfrm>
          <a:prstGeom prst="ellipse">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Image 0" descr="preencoded.png"/>
          <p:cNvPicPr>
            <a:picLocks noChangeAspect="1"/>
          </p:cNvPicPr>
          <p:nvPr/>
        </p:nvPicPr>
        <p:blipFill>
          <a:blip r:embed="rId3"/>
          <a:stretch>
            <a:fillRect/>
          </a:stretch>
        </p:blipFill>
        <p:spPr>
          <a:xfrm>
            <a:off x="912937" y="2652583"/>
            <a:ext cx="569854" cy="569854"/>
          </a:xfrm>
          <a:prstGeom prst="rect">
            <a:avLst/>
          </a:prstGeom>
        </p:spPr>
      </p:pic>
      <p:sp>
        <p:nvSpPr>
          <p:cNvPr id="10" name="Text 7"/>
          <p:cNvSpPr/>
          <p:nvPr/>
        </p:nvSpPr>
        <p:spPr>
          <a:xfrm>
            <a:off x="1783080" y="2286000"/>
            <a:ext cx="39547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Retrieval</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1783080" y="2788920"/>
            <a:ext cx="3954780" cy="93726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Lets your reader find the authority you’re discussing.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6195060" y="1965960"/>
            <a:ext cx="5417820" cy="1943100"/>
          </a:xfrm>
          <a:prstGeom prst="roundRect">
            <a:avLst>
              <a:gd name="adj" fmla="val 4706"/>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6469380" y="2562606"/>
            <a:ext cx="749808" cy="749808"/>
          </a:xfrm>
          <a:prstGeom prst="ellipse">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Image 1" descr="preencoded.png"/>
          <p:cNvPicPr>
            <a:picLocks noChangeAspect="1"/>
          </p:cNvPicPr>
          <p:nvPr/>
        </p:nvPicPr>
        <p:blipFill>
          <a:blip r:embed="rId4"/>
          <a:stretch>
            <a:fillRect/>
          </a:stretch>
        </p:blipFill>
        <p:spPr>
          <a:xfrm>
            <a:off x="6559357" y="2652583"/>
            <a:ext cx="569854" cy="569854"/>
          </a:xfrm>
          <a:prstGeom prst="rect">
            <a:avLst/>
          </a:prstGeom>
        </p:spPr>
      </p:pic>
      <p:sp>
        <p:nvSpPr>
          <p:cNvPr id="15" name="Text 11"/>
          <p:cNvSpPr/>
          <p:nvPr/>
        </p:nvSpPr>
        <p:spPr>
          <a:xfrm>
            <a:off x="7429500" y="2286000"/>
            <a:ext cx="39547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Evaluation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7429500" y="2788920"/>
            <a:ext cx="3954780" cy="93726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Lets readers judge an authority’s strength — who decided it, when, and whether it binds this court.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3"/>
          <p:cNvSpPr/>
          <p:nvPr/>
        </p:nvSpPr>
        <p:spPr>
          <a:xfrm>
            <a:off x="548640" y="4137660"/>
            <a:ext cx="5417820" cy="1943100"/>
          </a:xfrm>
          <a:prstGeom prst="roundRect">
            <a:avLst>
              <a:gd name="adj" fmla="val 4706"/>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4"/>
          <p:cNvSpPr/>
          <p:nvPr/>
        </p:nvSpPr>
        <p:spPr>
          <a:xfrm>
            <a:off x="822960" y="4734306"/>
            <a:ext cx="749808" cy="749808"/>
          </a:xfrm>
          <a:prstGeom prst="ellipse">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9" name="Image 2" descr="preencoded.png"/>
          <p:cNvPicPr>
            <a:picLocks noChangeAspect="1"/>
          </p:cNvPicPr>
          <p:nvPr/>
        </p:nvPicPr>
        <p:blipFill>
          <a:blip r:embed="rId5"/>
          <a:stretch>
            <a:fillRect/>
          </a:stretch>
        </p:blipFill>
        <p:spPr>
          <a:xfrm>
            <a:off x="912937" y="4824283"/>
            <a:ext cx="569854" cy="569854"/>
          </a:xfrm>
          <a:prstGeom prst="rect">
            <a:avLst/>
          </a:prstGeom>
        </p:spPr>
      </p:pic>
      <p:sp>
        <p:nvSpPr>
          <p:cNvPr id="20" name="Text 15"/>
          <p:cNvSpPr/>
          <p:nvPr/>
        </p:nvSpPr>
        <p:spPr>
          <a:xfrm>
            <a:off x="1783080" y="4457700"/>
            <a:ext cx="39547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Proof</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6"/>
          <p:cNvSpPr/>
          <p:nvPr/>
        </p:nvSpPr>
        <p:spPr>
          <a:xfrm>
            <a:off x="1783080" y="4960620"/>
            <a:ext cx="3954780" cy="93726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Provides the evidence for your legal propositions — you can’t just announce what the law is.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7"/>
          <p:cNvSpPr/>
          <p:nvPr/>
        </p:nvSpPr>
        <p:spPr>
          <a:xfrm>
            <a:off x="6195060" y="4137660"/>
            <a:ext cx="5417820" cy="1943100"/>
          </a:xfrm>
          <a:prstGeom prst="roundRect">
            <a:avLst>
              <a:gd name="adj" fmla="val 4706"/>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6469380" y="4734306"/>
            <a:ext cx="749808" cy="749808"/>
          </a:xfrm>
          <a:prstGeom prst="ellipse">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4" name="Image 3" descr="preencoded.png"/>
          <p:cNvPicPr>
            <a:picLocks noChangeAspect="1"/>
          </p:cNvPicPr>
          <p:nvPr/>
        </p:nvPicPr>
        <p:blipFill>
          <a:blip r:embed="rId6"/>
          <a:stretch>
            <a:fillRect/>
          </a:stretch>
        </p:blipFill>
        <p:spPr>
          <a:xfrm>
            <a:off x="6559357" y="4824283"/>
            <a:ext cx="569854" cy="569854"/>
          </a:xfrm>
          <a:prstGeom prst="rect">
            <a:avLst/>
          </a:prstGeom>
        </p:spPr>
      </p:pic>
      <p:sp>
        <p:nvSpPr>
          <p:cNvPr id="25" name="Text 19"/>
          <p:cNvSpPr/>
          <p:nvPr/>
        </p:nvSpPr>
        <p:spPr>
          <a:xfrm>
            <a:off x="7429500" y="4457700"/>
            <a:ext cx="39547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Attribution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0"/>
          <p:cNvSpPr/>
          <p:nvPr/>
        </p:nvSpPr>
        <p:spPr>
          <a:xfrm>
            <a:off x="7429500" y="4960620"/>
            <a:ext cx="3954780" cy="937260"/>
          </a:xfrm>
          <a:prstGeom prst="rect">
            <a:avLst/>
          </a:prstGeom>
          <a:noFill/>
          <a:ln/>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Gives credit for words or ideas that aren’t your own, including a court’s reasoning.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B08D57"/>
                </a:solidFill>
                <a:effectLst/>
                <a:uLnTx/>
                <a:uFillTx/>
                <a:latin typeface="Calibri" pitchFamily="34" charset="0"/>
                <a:ea typeface="Calibri" pitchFamily="34" charset="-122"/>
                <a:cs typeface="Calibri" pitchFamily="34" charset="-120"/>
              </a:rPr>
              <a:t>WHY LAWYERS CITE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1277295"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48640" y="658368"/>
            <a:ext cx="96012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B2320"/>
                </a:solidFill>
                <a:effectLst/>
                <a:uLnTx/>
                <a:uFillTx/>
                <a:latin typeface="Cambria" pitchFamily="34" charset="0"/>
                <a:ea typeface="Cambria" pitchFamily="34" charset="-122"/>
                <a:cs typeface="Cambria" pitchFamily="34" charset="-120"/>
              </a:rPr>
              <a:t>When Should I Cite?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48640" y="1371600"/>
            <a:ext cx="9144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8C7B6A"/>
                </a:solidFill>
                <a:effectLst/>
                <a:uLnTx/>
                <a:uFillTx/>
                <a:latin typeface="Calibri" pitchFamily="34" charset="0"/>
                <a:ea typeface="Calibri" pitchFamily="34" charset="-122"/>
                <a:cs typeface="Calibri" pitchFamily="34" charset="-120"/>
              </a:rPr>
              <a:t>As a beginning legal writer, expect to cite in at least three situations.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48640" y="1920240"/>
            <a:ext cx="685800" cy="685800"/>
          </a:xfrm>
          <a:prstGeom prst="ellipse">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48640" y="1920240"/>
            <a:ext cx="685800" cy="6858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1</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417320" y="1901952"/>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You state a rule or proposition of law</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1417320" y="2304288"/>
            <a:ext cx="10195560" cy="1005840"/>
          </a:xfrm>
          <a:prstGeom prst="roundRect">
            <a:avLst>
              <a:gd name="adj" fmla="val 5455"/>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1600200" y="2377440"/>
            <a:ext cx="9829800" cy="86868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Under Texas law, a bystander must experience a "sensory and contemporaneous observance" of an accident. </a:t>
            </a:r>
            <a:r>
              <a:rPr kumimoji="0" lang="en-US" sz="1100" b="0" i="1"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Freeman v. City of Pasadena</a:t>
            </a:r>
            <a:r>
              <a:rPr kumimoji="0" lang="en-US" sz="110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 744 S.W.2d 923, 923–24 (Tex. 1988).</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548640" y="3520440"/>
            <a:ext cx="685800" cy="685800"/>
          </a:xfrm>
          <a:prstGeom prst="ellipse">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548640" y="3520440"/>
            <a:ext cx="685800" cy="6858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2</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417320" y="3502152"/>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You describe or rely on a legal authority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1417320" y="3904488"/>
            <a:ext cx="10195560" cy="1005840"/>
          </a:xfrm>
          <a:prstGeom prst="roundRect">
            <a:avLst>
              <a:gd name="adj" fmla="val 5455"/>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1600200" y="3977640"/>
            <a:ext cx="9829800" cy="86868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In </a:t>
            </a:r>
            <a:r>
              <a:rPr kumimoji="0" lang="en-US" sz="1100" b="0" i="1"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Grizzle</a:t>
            </a:r>
            <a:r>
              <a:rPr kumimoji="0" lang="en-US" sz="110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 the plaintiff did not see the collision itself but heard the impact and immediately witnessed its aftermath. </a:t>
            </a:r>
            <a:r>
              <a:rPr kumimoji="0" lang="en-US" sz="1100" b="0" i="1"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Gen. Motors Corp. v. Grizzle</a:t>
            </a:r>
            <a:r>
              <a:rPr kumimoji="0" lang="en-US" sz="110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 642 S.W.2d 837, 844 (Tex. App. 1982).</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548640" y="5120640"/>
            <a:ext cx="685800" cy="685800"/>
          </a:xfrm>
          <a:prstGeom prst="ellipse">
            <a:avLst/>
          </a:prstGeom>
          <a:solidFill>
            <a:srgbClr val="6B1F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548640" y="5120640"/>
            <a:ext cx="685800" cy="6858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3</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417320" y="5102352"/>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You quote or paraphrase someone else’s words or ideas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1417320" y="5504688"/>
            <a:ext cx="10195560" cy="1005840"/>
          </a:xfrm>
          <a:prstGeom prst="roundRect">
            <a:avLst>
              <a:gd name="adj" fmla="val 5455"/>
            </a:avLst>
          </a:prstGeom>
          <a:solidFill>
            <a:srgbClr val="F4EFE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1600200" y="5577840"/>
            <a:ext cx="9829800" cy="86868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B2320"/>
                </a:solidFill>
                <a:effectLst/>
                <a:uLnTx/>
                <a:uFillTx/>
                <a:latin typeface="Calibri" pitchFamily="34" charset="0"/>
                <a:ea typeface="Calibri" pitchFamily="34" charset="-122"/>
                <a:cs typeface="Calibri" pitchFamily="34" charset="-120"/>
              </a:rPr>
              <a:t>Just as in other academic writing, identify the source when you use someone else’s language or reasoning — including a court’s.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CC2345-A42D-3EC2-061E-8ED28041B90B}"/>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Rectangle 2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527ACCE-DD6C-322E-D1B6-F6B2664567AC}"/>
              </a:ext>
            </a:extLst>
          </p:cNvPr>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b="1" kern="1200">
                <a:solidFill>
                  <a:srgbClr val="FFFFFF"/>
                </a:solidFill>
                <a:latin typeface="+mj-lt"/>
                <a:ea typeface="+mj-ea"/>
                <a:cs typeface="+mj-cs"/>
              </a:rPr>
              <a:t>Structure of the Blueblook</a:t>
            </a:r>
          </a:p>
        </p:txBody>
      </p:sp>
      <p:sp>
        <p:nvSpPr>
          <p:cNvPr id="8" name="TextBox 7">
            <a:extLst>
              <a:ext uri="{FF2B5EF4-FFF2-40B4-BE49-F238E27FC236}">
                <a16:creationId xmlns:a16="http://schemas.microsoft.com/office/drawing/2014/main" id="{E26B98E5-073F-F5AA-EDC1-2FB42265CB95}"/>
              </a:ext>
            </a:extLst>
          </p:cNvPr>
          <p:cNvSpPr txBox="1"/>
          <p:nvPr/>
        </p:nvSpPr>
        <p:spPr>
          <a:xfrm>
            <a:off x="4810259" y="649480"/>
            <a:ext cx="6555347" cy="5546047"/>
          </a:xfrm>
          <a:prstGeom prst="rect">
            <a:avLst/>
          </a:prstGeom>
        </p:spPr>
        <p:txBody>
          <a:bodyPr vert="horz" lIns="91440" tIns="45720" rIns="91440" bIns="45720" rtlCol="0" anchor="ctr">
            <a:normAutofit/>
          </a:bodyPr>
          <a:lstStyle/>
          <a:p>
            <a:pPr marL="533400" indent="-228600">
              <a:lnSpc>
                <a:spcPct val="90000"/>
              </a:lnSpc>
              <a:spcAft>
                <a:spcPts val="600"/>
              </a:spcAft>
              <a:buSzPct val="100000"/>
              <a:buFont typeface="Arial" panose="020B0604020202020204" pitchFamily="34" charset="0"/>
              <a:buChar char="•"/>
            </a:pPr>
            <a:r>
              <a:rPr lang="en-US" altLang="en-US" sz="2000" b="1"/>
              <a:t>Bluepages: </a:t>
            </a:r>
            <a:r>
              <a:rPr lang="en-US" altLang="en-US" sz="2000"/>
              <a:t>The citation rules applicable to the documents you would be writing in practice (like a memo or a brief). Bluepage rules are referenced as “B2” or “B10.1.1”</a:t>
            </a:r>
          </a:p>
          <a:p>
            <a:pPr marL="533400" indent="-228600">
              <a:lnSpc>
                <a:spcPct val="90000"/>
              </a:lnSpc>
              <a:spcAft>
                <a:spcPts val="600"/>
              </a:spcAft>
              <a:buSzPct val="100000"/>
              <a:buFont typeface="Arial" panose="020B0604020202020204" pitchFamily="34" charset="0"/>
              <a:buChar char="•"/>
            </a:pPr>
            <a:endParaRPr lang="en-US" altLang="en-US" sz="2000"/>
          </a:p>
          <a:p>
            <a:pPr marL="533400" indent="-228600">
              <a:lnSpc>
                <a:spcPct val="90000"/>
              </a:lnSpc>
              <a:spcAft>
                <a:spcPts val="600"/>
              </a:spcAft>
              <a:buSzPct val="100000"/>
              <a:buFont typeface="Arial" panose="020B0604020202020204" pitchFamily="34" charset="0"/>
              <a:buChar char="•"/>
            </a:pPr>
            <a:r>
              <a:rPr lang="en-US" altLang="en-US" sz="2000" b="1"/>
              <a:t>Whitepages</a:t>
            </a:r>
            <a:r>
              <a:rPr lang="en-US" altLang="en-US" sz="2000"/>
              <a:t>: More detailed rules about citations, including many of the same topics as the Bluepages. Whitepage rules are referenced as “R2” or “R10.2.1”</a:t>
            </a:r>
          </a:p>
          <a:p>
            <a:pPr marL="533400" indent="-228600">
              <a:lnSpc>
                <a:spcPct val="90000"/>
              </a:lnSpc>
              <a:spcAft>
                <a:spcPts val="600"/>
              </a:spcAft>
              <a:buSzPct val="100000"/>
              <a:buFont typeface="Arial" panose="020B0604020202020204" pitchFamily="34" charset="0"/>
              <a:buChar char="•"/>
            </a:pPr>
            <a:endParaRPr lang="en-US" altLang="en-US" sz="2000"/>
          </a:p>
          <a:p>
            <a:pPr marL="533400" indent="-228600">
              <a:lnSpc>
                <a:spcPct val="90000"/>
              </a:lnSpc>
              <a:spcAft>
                <a:spcPts val="600"/>
              </a:spcAft>
              <a:buSzPct val="100000"/>
              <a:buFont typeface="Arial" panose="020B0604020202020204" pitchFamily="34" charset="0"/>
              <a:buChar char="•"/>
            </a:pPr>
            <a:r>
              <a:rPr lang="en-US" altLang="en-US" sz="2000" b="1"/>
              <a:t>Tables: </a:t>
            </a:r>
            <a:r>
              <a:rPr lang="en-US" altLang="en-US" sz="2000"/>
              <a:t>Provide additional information reference in the rules, like abbreviations for common words. These are actually very important! Referenced as “T6” or “T10”</a:t>
            </a:r>
            <a:endParaRPr lang="en-US" altLang="en-US" sz="2000" b="1"/>
          </a:p>
          <a:p>
            <a:pPr marL="342900" indent="-228600">
              <a:lnSpc>
                <a:spcPct val="90000"/>
              </a:lnSpc>
              <a:spcBef>
                <a:spcPts val="0"/>
              </a:spcBef>
              <a:spcAft>
                <a:spcPts val="600"/>
              </a:spcAft>
              <a:buFont typeface="Arial" panose="020B0604020202020204" pitchFamily="34" charset="0"/>
              <a:buChar char="•"/>
            </a:pPr>
            <a:endParaRPr lang="en-US" sz="2000"/>
          </a:p>
          <a:p>
            <a:pPr marL="342900" indent="-228600">
              <a:lnSpc>
                <a:spcPct val="90000"/>
              </a:lnSpc>
              <a:spcBef>
                <a:spcPts val="0"/>
              </a:spcBef>
              <a:spcAft>
                <a:spcPts val="600"/>
              </a:spcAft>
              <a:buFont typeface="Arial" panose="020B0604020202020204" pitchFamily="34" charset="0"/>
              <a:buChar char="•"/>
            </a:pPr>
            <a:endParaRPr lang="en-US" sz="2000"/>
          </a:p>
          <a:p>
            <a:pPr marL="84665" indent="-228600">
              <a:lnSpc>
                <a:spcPct val="90000"/>
              </a:lnSpc>
              <a:spcBef>
                <a:spcPts val="0"/>
              </a:spcBef>
              <a:spcAft>
                <a:spcPts val="600"/>
              </a:spcAft>
              <a:buFont typeface="Arial" panose="020B0604020202020204" pitchFamily="34" charset="0"/>
              <a:buChar char="•"/>
            </a:pPr>
            <a:endParaRPr lang="en-US" sz="2000"/>
          </a:p>
          <a:p>
            <a:pPr marL="342900" indent="-228600">
              <a:lnSpc>
                <a:spcPct val="90000"/>
              </a:lnSpc>
              <a:spcBef>
                <a:spcPts val="0"/>
              </a:spcBef>
              <a:spcAft>
                <a:spcPts val="600"/>
              </a:spcAft>
              <a:buFont typeface="Arial" panose="020B0604020202020204" pitchFamily="34" charset="0"/>
              <a:buChar char="•"/>
            </a:pPr>
            <a:endParaRPr lang="en-US" sz="2000"/>
          </a:p>
        </p:txBody>
      </p:sp>
      <p:sp>
        <p:nvSpPr>
          <p:cNvPr id="3" name="Title 1">
            <a:extLst>
              <a:ext uri="{FF2B5EF4-FFF2-40B4-BE49-F238E27FC236}">
                <a16:creationId xmlns:a16="http://schemas.microsoft.com/office/drawing/2014/main" id="{5FCE4B7B-D646-AB00-851E-AC294FF65BF0}"/>
              </a:ext>
            </a:extLst>
          </p:cNvPr>
          <p:cNvSpPr txBox="1">
            <a:spLocks/>
          </p:cNvSpPr>
          <p:nvPr/>
        </p:nvSpPr>
        <p:spPr>
          <a:xfrm>
            <a:off x="0" y="0"/>
            <a:ext cx="12191999" cy="78692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b="1" dirty="0">
              <a:solidFill>
                <a:schemeClr val="bg1"/>
              </a:solidFill>
              <a:latin typeface="Garamond" panose="02020404030301010803" pitchFamily="18" charset="0"/>
            </a:endParaRPr>
          </a:p>
        </p:txBody>
      </p:sp>
    </p:spTree>
    <p:extLst>
      <p:ext uri="{BB962C8B-B14F-4D97-AF65-F5344CB8AC3E}">
        <p14:creationId xmlns:p14="http://schemas.microsoft.com/office/powerpoint/2010/main" val="313598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D53EBE-9F68-BB72-2F7D-E24DBBAE7A38}"/>
              </a:ext>
            </a:extLst>
          </p:cNvPr>
          <p:cNvSpPr>
            <a:spLocks noGrp="1"/>
          </p:cNvSpPr>
          <p:nvPr>
            <p:ph type="title"/>
          </p:nvPr>
        </p:nvSpPr>
        <p:spPr>
          <a:xfrm>
            <a:off x="5297762" y="329184"/>
            <a:ext cx="6251110" cy="1783080"/>
          </a:xfrm>
        </p:spPr>
        <p:txBody>
          <a:bodyPr vert="horz" lIns="91440" tIns="45720" rIns="91440" bIns="45720" rtlCol="0" anchor="b">
            <a:normAutofit/>
          </a:bodyPr>
          <a:lstStyle/>
          <a:p>
            <a:r>
              <a:rPr lang="en-US" sz="5400" kern="1200" dirty="0">
                <a:latin typeface="+mj-lt"/>
                <a:ea typeface="+mj-ea"/>
                <a:cs typeface="+mj-cs"/>
              </a:rPr>
              <a:t>For Thursday</a:t>
            </a:r>
          </a:p>
        </p:txBody>
      </p:sp>
      <p:pic>
        <p:nvPicPr>
          <p:cNvPr id="29" name="Picture 28" descr="Sticky notes on a wall">
            <a:extLst>
              <a:ext uri="{FF2B5EF4-FFF2-40B4-BE49-F238E27FC236}">
                <a16:creationId xmlns:a16="http://schemas.microsoft.com/office/drawing/2014/main" id="{2D7989D6-B815-8085-3608-E52BCDAEA373}"/>
              </a:ext>
            </a:extLst>
          </p:cNvPr>
          <p:cNvPicPr>
            <a:picLocks noChangeAspect="1"/>
          </p:cNvPicPr>
          <p:nvPr/>
        </p:nvPicPr>
        <p:blipFill>
          <a:blip r:embed="rId2"/>
          <a:srcRect l="26185" r="26448" b="2"/>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5"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20E93C93-A92B-CB49-A358-983AFC3842E2}"/>
              </a:ext>
            </a:extLst>
          </p:cNvPr>
          <p:cNvSpPr>
            <a:spLocks noGrp="1"/>
          </p:cNvSpPr>
          <p:nvPr>
            <p:ph idx="1"/>
          </p:nvPr>
        </p:nvSpPr>
        <p:spPr>
          <a:xfrm>
            <a:off x="5297762" y="2706624"/>
            <a:ext cx="6251110" cy="3483864"/>
          </a:xfrm>
        </p:spPr>
        <p:txBody>
          <a:bodyPr>
            <a:normAutofit/>
          </a:bodyPr>
          <a:lstStyle/>
          <a:p>
            <a:r>
              <a:rPr lang="en-US" sz="2200" dirty="0">
                <a:latin typeface="+mj-lt"/>
                <a:ea typeface="+mj-ea"/>
                <a:cs typeface="+mj-cs"/>
              </a:rPr>
              <a:t>Yoncé Law Group members send me a PPT slide by 2 p.m. Wednesday, 9/2</a:t>
            </a:r>
          </a:p>
          <a:p>
            <a:r>
              <a:rPr lang="en-US" sz="2200" dirty="0">
                <a:latin typeface="+mj-lt"/>
                <a:ea typeface="+mj-ea"/>
                <a:cs typeface="+mj-cs"/>
              </a:rPr>
              <a:t>Read the Closed Memo Assignment (will post to Canvas by the End of the Day)</a:t>
            </a:r>
          </a:p>
          <a:p>
            <a:r>
              <a:rPr lang="en-US" sz="2200" dirty="0">
                <a:latin typeface="+mj-lt"/>
                <a:ea typeface="+mj-ea"/>
                <a:cs typeface="+mj-cs"/>
              </a:rPr>
              <a:t>Read Chapter 6 Text and Complete Exercises 6.1, 6.2, and 6.3</a:t>
            </a:r>
          </a:p>
          <a:p>
            <a:r>
              <a:rPr lang="en-US" sz="2200" dirty="0">
                <a:latin typeface="+mj-lt"/>
                <a:ea typeface="+mj-ea"/>
                <a:cs typeface="+mj-cs"/>
              </a:rPr>
              <a:t>Complete Exercise 1.1 Questions 4-8, including reading sample email and memo</a:t>
            </a:r>
          </a:p>
          <a:p>
            <a:endParaRPr lang="en-US" sz="2200" dirty="0">
              <a:latin typeface="+mj-lt"/>
              <a:ea typeface="+mj-ea"/>
              <a:cs typeface="+mj-cs"/>
            </a:endParaRPr>
          </a:p>
          <a:p>
            <a:endParaRPr lang="en-US" sz="2200" dirty="0"/>
          </a:p>
        </p:txBody>
      </p:sp>
    </p:spTree>
    <p:extLst>
      <p:ext uri="{BB962C8B-B14F-4D97-AF65-F5344CB8AC3E}">
        <p14:creationId xmlns:p14="http://schemas.microsoft.com/office/powerpoint/2010/main" val="40929806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ft stippling">
  <a:themeElements>
    <a:clrScheme name="Halftone 1">
      <a:dk1>
        <a:srgbClr val="000000"/>
      </a:dk1>
      <a:lt1>
        <a:srgbClr val="FFFFFF"/>
      </a:lt1>
      <a:dk2>
        <a:srgbClr val="2C2C2C"/>
      </a:dk2>
      <a:lt2>
        <a:srgbClr val="FFF3EA"/>
      </a:lt2>
      <a:accent1>
        <a:srgbClr val="2451A1"/>
      </a:accent1>
      <a:accent2>
        <a:srgbClr val="FF9F85"/>
      </a:accent2>
      <a:accent3>
        <a:srgbClr val="E5F5C7"/>
      </a:accent3>
      <a:accent4>
        <a:srgbClr val="E3EEFF"/>
      </a:accent4>
      <a:accent5>
        <a:srgbClr val="CD732F"/>
      </a:accent5>
      <a:accent6>
        <a:srgbClr val="5B89D6"/>
      </a:accent6>
      <a:hlink>
        <a:srgbClr val="3E5318"/>
      </a:hlink>
      <a:folHlink>
        <a:srgbClr val="9F4F12"/>
      </a:folHlink>
    </a:clrScheme>
    <a:fontScheme name="Custom 104">
      <a:majorFont>
        <a:latin typeface="Bierstadt"/>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ft Stippling_win32_NB_V6" id="{BB25FA32-88FA-4A9F-9CCF-D715E0AAEC80}" vid="{7B268A06-F5CA-48E5-B213-6EF3F5486202}"/>
    </a:ext>
  </a:extLst>
</a:theme>
</file>

<file path=ppt/theme/theme4.xml><?xml version="1.0" encoding="utf-8"?>
<a:theme xmlns:a="http://schemas.openxmlformats.org/drawingml/2006/main" name="2_Office Theme">
  <a:themeElements>
    <a:clrScheme name="Custom 6">
      <a:dk1>
        <a:sysClr val="windowText" lastClr="000000"/>
      </a:dk1>
      <a:lt1>
        <a:sysClr val="window" lastClr="FFFFFF"/>
      </a:lt1>
      <a:dk2>
        <a:srgbClr val="323232"/>
      </a:dk2>
      <a:lt2>
        <a:srgbClr val="E5C243"/>
      </a:lt2>
      <a:accent1>
        <a:srgbClr val="FF0000"/>
      </a:accent1>
      <a:accent2>
        <a:srgbClr val="FF0000"/>
      </a:accent2>
      <a:accent3>
        <a:srgbClr val="FF0000"/>
      </a:accent3>
      <a:accent4>
        <a:srgbClr val="FF0000"/>
      </a:accent4>
      <a:accent5>
        <a:srgbClr val="FF0000"/>
      </a:accent5>
      <a:accent6>
        <a:srgbClr val="FF0000"/>
      </a:accent6>
      <a:hlink>
        <a:srgbClr val="6B9F25"/>
      </a:hlink>
      <a:folHlink>
        <a:srgbClr val="B26B0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1074</TotalTime>
  <Words>2166</Words>
  <Application>Microsoft Office PowerPoint</Application>
  <PresentationFormat>Widescreen</PresentationFormat>
  <Paragraphs>231</Paragraphs>
  <Slides>23</Slides>
  <Notes>13</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23</vt:i4>
      </vt:variant>
    </vt:vector>
  </HeadingPairs>
  <TitlesOfParts>
    <vt:vector size="39" baseType="lpstr">
      <vt:lpstr>ＭＳ Ｐゴシック</vt:lpstr>
      <vt:lpstr>Aptos</vt:lpstr>
      <vt:lpstr>Aptos Display</vt:lpstr>
      <vt:lpstr>Arial</vt:lpstr>
      <vt:lpstr>Bierstadt</vt:lpstr>
      <vt:lpstr>Calibri</vt:lpstr>
      <vt:lpstr>Calibri Light</vt:lpstr>
      <vt:lpstr>Cambria</vt:lpstr>
      <vt:lpstr>Corbel</vt:lpstr>
      <vt:lpstr>Courier New</vt:lpstr>
      <vt:lpstr>Garamond</vt:lpstr>
      <vt:lpstr>Times New Roman</vt:lpstr>
      <vt:lpstr>Office Theme</vt:lpstr>
      <vt:lpstr>1_Office Theme</vt:lpstr>
      <vt:lpstr>Soft stippling</vt:lpstr>
      <vt:lpstr>2_Office Theme</vt:lpstr>
      <vt:lpstr>Legal Analysis cont. &amp; Introduction to Bluebook Citation</vt:lpstr>
      <vt:lpstr>Today in LSS</vt:lpstr>
      <vt:lpstr>Trey Gaw</vt:lpstr>
      <vt:lpstr>PowerPoint Presentation</vt:lpstr>
      <vt:lpstr>Joyclin Ranjith  </vt:lpstr>
      <vt:lpstr>Legal Analysis: IRAC</vt:lpstr>
      <vt:lpstr>Rule Statement Exercise </vt:lpstr>
      <vt:lpstr>Sample Rule Statement </vt:lpstr>
      <vt:lpstr>Charting the facts/factors of a Case</vt:lpstr>
      <vt:lpstr>Mustafa and Sobin Case Comparison Chart</vt:lpstr>
      <vt:lpstr>PowerPoint Presentation</vt:lpstr>
      <vt:lpstr>Interactive Citation Workstation Exercises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 Thursday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Starting to Write…</dc:title>
  <dc:creator>Hilary Reed</dc:creator>
  <cp:lastModifiedBy>Harve Truskett</cp:lastModifiedBy>
  <cp:revision>29</cp:revision>
  <dcterms:created xsi:type="dcterms:W3CDTF">2019-08-26T13:29:03Z</dcterms:created>
  <dcterms:modified xsi:type="dcterms:W3CDTF">2026-09-01T16:23:07Z</dcterms:modified>
</cp:coreProperties>
</file>