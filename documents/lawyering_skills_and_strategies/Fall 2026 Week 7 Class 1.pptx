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9" r:id="rId2"/>
    <p:sldId id="40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uskett, Harve A" userId="213d60ac-aef1-4d38-a1a1-cc3530dfbff5" providerId="ADAL" clId="{46A6D219-DC58-45E8-8D58-021ACE409CDA}"/>
    <pc:docChg chg="custSel modSld">
      <pc:chgData name="Truskett, Harve A" userId="213d60ac-aef1-4d38-a1a1-cc3530dfbff5" providerId="ADAL" clId="{46A6D219-DC58-45E8-8D58-021ACE409CDA}" dt="2026-10-06T16:14:04.179" v="10" actId="20577"/>
      <pc:docMkLst>
        <pc:docMk/>
      </pc:docMkLst>
      <pc:sldChg chg="modSp mod">
        <pc:chgData name="Truskett, Harve A" userId="213d60ac-aef1-4d38-a1a1-cc3530dfbff5" providerId="ADAL" clId="{46A6D219-DC58-45E8-8D58-021ACE409CDA}" dt="2026-10-06T16:13:47.753" v="1" actId="20577"/>
        <pc:sldMkLst>
          <pc:docMk/>
          <pc:sldMk cId="842705799" sldId="399"/>
        </pc:sldMkLst>
        <pc:graphicFrameChg chg="modGraphic">
          <ac:chgData name="Truskett, Harve A" userId="213d60ac-aef1-4d38-a1a1-cc3530dfbff5" providerId="ADAL" clId="{46A6D219-DC58-45E8-8D58-021ACE409CDA}" dt="2026-10-06T16:13:47.753" v="1" actId="20577"/>
          <ac:graphicFrameMkLst>
            <pc:docMk/>
            <pc:sldMk cId="842705799" sldId="399"/>
            <ac:graphicFrameMk id="14" creationId="{B3E97826-F806-7FD8-40AB-50488E618AF5}"/>
          </ac:graphicFrameMkLst>
        </pc:graphicFrameChg>
      </pc:sldChg>
      <pc:sldChg chg="modSp mod">
        <pc:chgData name="Truskett, Harve A" userId="213d60ac-aef1-4d38-a1a1-cc3530dfbff5" providerId="ADAL" clId="{46A6D219-DC58-45E8-8D58-021ACE409CDA}" dt="2026-10-06T16:14:04.179" v="10" actId="20577"/>
        <pc:sldMkLst>
          <pc:docMk/>
          <pc:sldMk cId="1789748544" sldId="400"/>
        </pc:sldMkLst>
        <pc:spChg chg="mod">
          <ac:chgData name="Truskett, Harve A" userId="213d60ac-aef1-4d38-a1a1-cc3530dfbff5" providerId="ADAL" clId="{46A6D219-DC58-45E8-8D58-021ACE409CDA}" dt="2026-10-06T16:14:04.179" v="10" actId="20577"/>
          <ac:spMkLst>
            <pc:docMk/>
            <pc:sldMk cId="1789748544" sldId="400"/>
            <ac:spMk id="5" creationId="{BF397A8C-E3DA-14CC-A5FC-8158189EEDDA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FB8E129-B831-4CAF-9772-8ACB8C238FFF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F95985B-7594-4083-9215-53B438D0E454}">
      <dgm:prSet/>
      <dgm:spPr/>
      <dgm:t>
        <a:bodyPr/>
        <a:lstStyle/>
        <a:p>
          <a:r>
            <a:rPr lang="en-US" dirty="0"/>
            <a:t>Remember: Research Assessment – October 8</a:t>
          </a:r>
          <a:r>
            <a:rPr lang="en-US" baseline="30000" dirty="0"/>
            <a:t>th</a:t>
          </a:r>
          <a:r>
            <a:rPr lang="en-US" dirty="0"/>
            <a:t> – In Class</a:t>
          </a:r>
        </a:p>
      </dgm:t>
    </dgm:pt>
    <dgm:pt modelId="{E6DBA1F5-7738-4CD3-932D-50CE4116FE41}" type="parTrans" cxnId="{3AD937F5-5DCE-45DC-A1A2-00082BE29338}">
      <dgm:prSet/>
      <dgm:spPr/>
      <dgm:t>
        <a:bodyPr/>
        <a:lstStyle/>
        <a:p>
          <a:endParaRPr lang="en-US"/>
        </a:p>
      </dgm:t>
    </dgm:pt>
    <dgm:pt modelId="{F89B3265-60DB-46B1-8001-89F8F7265B63}" type="sibTrans" cxnId="{3AD937F5-5DCE-45DC-A1A2-00082BE29338}">
      <dgm:prSet/>
      <dgm:spPr/>
      <dgm:t>
        <a:bodyPr/>
        <a:lstStyle/>
        <a:p>
          <a:endParaRPr lang="en-US"/>
        </a:p>
      </dgm:t>
    </dgm:pt>
    <dgm:pt modelId="{EC2A9315-4B58-4AF4-A31B-5B1FC91EFAD9}">
      <dgm:prSet/>
      <dgm:spPr/>
      <dgm:t>
        <a:bodyPr/>
        <a:lstStyle/>
        <a:p>
          <a:r>
            <a:rPr lang="en-US" dirty="0"/>
            <a:t>Review</a:t>
          </a:r>
        </a:p>
      </dgm:t>
    </dgm:pt>
    <dgm:pt modelId="{A0F2DC88-C8EC-44E1-B575-4EC7E2EAF20C}" type="parTrans" cxnId="{8B309552-6231-4C36-84E5-40F3ED0E67D2}">
      <dgm:prSet/>
      <dgm:spPr/>
      <dgm:t>
        <a:bodyPr/>
        <a:lstStyle/>
        <a:p>
          <a:endParaRPr lang="en-US"/>
        </a:p>
      </dgm:t>
    </dgm:pt>
    <dgm:pt modelId="{17E1CB5B-D4ED-4B03-B556-28377ABBB7A7}" type="sibTrans" cxnId="{8B309552-6231-4C36-84E5-40F3ED0E67D2}">
      <dgm:prSet/>
      <dgm:spPr/>
      <dgm:t>
        <a:bodyPr/>
        <a:lstStyle/>
        <a:p>
          <a:endParaRPr lang="en-US"/>
        </a:p>
      </dgm:t>
    </dgm:pt>
    <dgm:pt modelId="{00E7AD03-F02E-4334-8B16-11568DF4A94F}">
      <dgm:prSet phldrT="[Text]" phldr="0"/>
      <dgm:spPr/>
      <dgm:t>
        <a:bodyPr/>
        <a:lstStyle/>
        <a:p>
          <a:r>
            <a:rPr lang="en-US" dirty="0"/>
            <a:t>Bennett – Glass Case Law Exercise</a:t>
          </a:r>
        </a:p>
      </dgm:t>
    </dgm:pt>
    <dgm:pt modelId="{7B40D751-D691-447F-8476-0ED39FD16973}" type="parTrans" cxnId="{095223AF-46DF-4F5C-AE2A-C40F1F2B2B25}">
      <dgm:prSet/>
      <dgm:spPr/>
      <dgm:t>
        <a:bodyPr/>
        <a:lstStyle/>
        <a:p>
          <a:endParaRPr lang="en-US"/>
        </a:p>
      </dgm:t>
    </dgm:pt>
    <dgm:pt modelId="{CE33BED7-CFCB-4C89-9436-E6F41AD04F1C}" type="sibTrans" cxnId="{095223AF-46DF-4F5C-AE2A-C40F1F2B2B25}">
      <dgm:prSet/>
      <dgm:spPr/>
      <dgm:t>
        <a:bodyPr/>
        <a:lstStyle/>
        <a:p>
          <a:endParaRPr lang="en-US"/>
        </a:p>
      </dgm:t>
    </dgm:pt>
    <dgm:pt modelId="{CF86A8AF-585B-4810-8817-229159775B35}">
      <dgm:prSet phldrT="[Text]" phldr="0"/>
      <dgm:spPr/>
      <dgm:t>
        <a:bodyPr/>
        <a:lstStyle/>
        <a:p>
          <a:r>
            <a:rPr lang="en-US" dirty="0"/>
            <a:t>Canvas Practice Test</a:t>
          </a:r>
        </a:p>
      </dgm:t>
    </dgm:pt>
    <dgm:pt modelId="{EF4E0E5D-136F-45AC-A60A-533FCC20D4BF}" type="parTrans" cxnId="{37376430-E231-4D59-9204-2FEF890D348B}">
      <dgm:prSet/>
      <dgm:spPr/>
      <dgm:t>
        <a:bodyPr/>
        <a:lstStyle/>
        <a:p>
          <a:endParaRPr lang="en-US"/>
        </a:p>
      </dgm:t>
    </dgm:pt>
    <dgm:pt modelId="{0362F17C-84EB-4714-8D7A-CCF8B8946892}" type="sibTrans" cxnId="{37376430-E231-4D59-9204-2FEF890D348B}">
      <dgm:prSet/>
      <dgm:spPr/>
      <dgm:t>
        <a:bodyPr/>
        <a:lstStyle/>
        <a:p>
          <a:endParaRPr lang="en-US"/>
        </a:p>
        <a:p>
          <a:endParaRPr lang="en-US"/>
        </a:p>
      </dgm:t>
    </dgm:pt>
    <dgm:pt modelId="{F8578AC7-A3ED-45C9-BAC4-BC3E59D6596F}" type="pres">
      <dgm:prSet presAssocID="{DFB8E129-B831-4CAF-9772-8ACB8C238FFF}" presName="outerComposite" presStyleCnt="0">
        <dgm:presLayoutVars>
          <dgm:chMax val="5"/>
          <dgm:dir/>
          <dgm:resizeHandles val="exact"/>
        </dgm:presLayoutVars>
      </dgm:prSet>
      <dgm:spPr/>
    </dgm:pt>
    <dgm:pt modelId="{9ABBD0CF-F9C4-4652-B72E-FE48E4FF090B}" type="pres">
      <dgm:prSet presAssocID="{DFB8E129-B831-4CAF-9772-8ACB8C238FFF}" presName="dummyMaxCanvas" presStyleCnt="0">
        <dgm:presLayoutVars/>
      </dgm:prSet>
      <dgm:spPr/>
    </dgm:pt>
    <dgm:pt modelId="{CBD9C3CF-5383-4193-8FC8-6A1DA0CAC5AF}" type="pres">
      <dgm:prSet presAssocID="{DFB8E129-B831-4CAF-9772-8ACB8C238FFF}" presName="FourNodes_1" presStyleLbl="node1" presStyleIdx="0" presStyleCnt="4">
        <dgm:presLayoutVars>
          <dgm:bulletEnabled val="1"/>
        </dgm:presLayoutVars>
      </dgm:prSet>
      <dgm:spPr/>
    </dgm:pt>
    <dgm:pt modelId="{4F579A38-050A-4804-AE8F-5C61C28723E6}" type="pres">
      <dgm:prSet presAssocID="{DFB8E129-B831-4CAF-9772-8ACB8C238FFF}" presName="FourNodes_2" presStyleLbl="node1" presStyleIdx="1" presStyleCnt="4">
        <dgm:presLayoutVars>
          <dgm:bulletEnabled val="1"/>
        </dgm:presLayoutVars>
      </dgm:prSet>
      <dgm:spPr/>
    </dgm:pt>
    <dgm:pt modelId="{B8205C20-7174-467B-BA49-EE0A19EFA147}" type="pres">
      <dgm:prSet presAssocID="{DFB8E129-B831-4CAF-9772-8ACB8C238FFF}" presName="FourNodes_3" presStyleLbl="node1" presStyleIdx="2" presStyleCnt="4">
        <dgm:presLayoutVars>
          <dgm:bulletEnabled val="1"/>
        </dgm:presLayoutVars>
      </dgm:prSet>
      <dgm:spPr/>
    </dgm:pt>
    <dgm:pt modelId="{911AAC77-372C-4BFB-B144-B0BFE1A5BD2D}" type="pres">
      <dgm:prSet presAssocID="{DFB8E129-B831-4CAF-9772-8ACB8C238FFF}" presName="FourNodes_4" presStyleLbl="node1" presStyleIdx="3" presStyleCnt="4">
        <dgm:presLayoutVars>
          <dgm:bulletEnabled val="1"/>
        </dgm:presLayoutVars>
      </dgm:prSet>
      <dgm:spPr/>
    </dgm:pt>
    <dgm:pt modelId="{9E3AAC6A-BAAA-44FF-A383-E924DB7496A4}" type="pres">
      <dgm:prSet presAssocID="{DFB8E129-B831-4CAF-9772-8ACB8C238FFF}" presName="FourConn_1-2" presStyleLbl="fgAccFollowNode1" presStyleIdx="0" presStyleCnt="3">
        <dgm:presLayoutVars>
          <dgm:bulletEnabled val="1"/>
        </dgm:presLayoutVars>
      </dgm:prSet>
      <dgm:spPr/>
    </dgm:pt>
    <dgm:pt modelId="{AAE232F1-174E-4CEB-95F4-0DC7FA3150AD}" type="pres">
      <dgm:prSet presAssocID="{DFB8E129-B831-4CAF-9772-8ACB8C238FFF}" presName="FourConn_2-3" presStyleLbl="fgAccFollowNode1" presStyleIdx="1" presStyleCnt="3">
        <dgm:presLayoutVars>
          <dgm:bulletEnabled val="1"/>
        </dgm:presLayoutVars>
      </dgm:prSet>
      <dgm:spPr/>
    </dgm:pt>
    <dgm:pt modelId="{8908FD78-09E9-4002-95C0-F1B2E2550A07}" type="pres">
      <dgm:prSet presAssocID="{DFB8E129-B831-4CAF-9772-8ACB8C238FFF}" presName="FourConn_3-4" presStyleLbl="fgAccFollowNode1" presStyleIdx="2" presStyleCnt="3">
        <dgm:presLayoutVars>
          <dgm:bulletEnabled val="1"/>
        </dgm:presLayoutVars>
      </dgm:prSet>
      <dgm:spPr/>
    </dgm:pt>
    <dgm:pt modelId="{3351B40F-2F2D-487C-B573-256F7DACC1F4}" type="pres">
      <dgm:prSet presAssocID="{DFB8E129-B831-4CAF-9772-8ACB8C238FFF}" presName="FourNodes_1_text" presStyleLbl="node1" presStyleIdx="3" presStyleCnt="4">
        <dgm:presLayoutVars>
          <dgm:bulletEnabled val="1"/>
        </dgm:presLayoutVars>
      </dgm:prSet>
      <dgm:spPr/>
    </dgm:pt>
    <dgm:pt modelId="{A00EB01A-0F0D-4A9F-AE0C-2494CAB91B63}" type="pres">
      <dgm:prSet presAssocID="{DFB8E129-B831-4CAF-9772-8ACB8C238FFF}" presName="FourNodes_2_text" presStyleLbl="node1" presStyleIdx="3" presStyleCnt="4">
        <dgm:presLayoutVars>
          <dgm:bulletEnabled val="1"/>
        </dgm:presLayoutVars>
      </dgm:prSet>
      <dgm:spPr/>
    </dgm:pt>
    <dgm:pt modelId="{6D3C355A-A6D5-4670-9E56-E84418B3CFC2}" type="pres">
      <dgm:prSet presAssocID="{DFB8E129-B831-4CAF-9772-8ACB8C238FFF}" presName="FourNodes_3_text" presStyleLbl="node1" presStyleIdx="3" presStyleCnt="4">
        <dgm:presLayoutVars>
          <dgm:bulletEnabled val="1"/>
        </dgm:presLayoutVars>
      </dgm:prSet>
      <dgm:spPr/>
    </dgm:pt>
    <dgm:pt modelId="{56CD736B-18C3-4F1E-8D74-F9C900EB3504}" type="pres">
      <dgm:prSet presAssocID="{DFB8E129-B831-4CAF-9772-8ACB8C238FFF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84E6910E-809F-47C1-A957-2CDAB52FC983}" type="presOf" srcId="{F89B3265-60DB-46B1-8001-89F8F7265B63}" destId="{9E3AAC6A-BAAA-44FF-A383-E924DB7496A4}" srcOrd="0" destOrd="0" presId="urn:microsoft.com/office/officeart/2005/8/layout/vProcess5"/>
    <dgm:cxn modelId="{37376430-E231-4D59-9204-2FEF890D348B}" srcId="{DFB8E129-B831-4CAF-9772-8ACB8C238FFF}" destId="{CF86A8AF-585B-4810-8817-229159775B35}" srcOrd="1" destOrd="0" parTransId="{EF4E0E5D-136F-45AC-A60A-533FCC20D4BF}" sibTransId="{0362F17C-84EB-4714-8D7A-CCF8B8946892}"/>
    <dgm:cxn modelId="{76019433-DC09-498F-A068-854047BD23F0}" type="presOf" srcId="{17E1CB5B-D4ED-4B03-B556-28377ABBB7A7}" destId="{8908FD78-09E9-4002-95C0-F1B2E2550A07}" srcOrd="0" destOrd="0" presId="urn:microsoft.com/office/officeart/2005/8/layout/vProcess5"/>
    <dgm:cxn modelId="{A8699A3F-F254-4F21-ACB5-D5A79AA01D5E}" type="presOf" srcId="{00E7AD03-F02E-4334-8B16-11568DF4A94F}" destId="{56CD736B-18C3-4F1E-8D74-F9C900EB3504}" srcOrd="1" destOrd="0" presId="urn:microsoft.com/office/officeart/2005/8/layout/vProcess5"/>
    <dgm:cxn modelId="{12AE9662-AE48-4F9F-82BB-287008289E77}" type="presOf" srcId="{0F95985B-7594-4083-9215-53B438D0E454}" destId="{3351B40F-2F2D-487C-B573-256F7DACC1F4}" srcOrd="1" destOrd="0" presId="urn:microsoft.com/office/officeart/2005/8/layout/vProcess5"/>
    <dgm:cxn modelId="{DB2FAB6D-7A69-4194-9797-BC5C4BD25170}" type="presOf" srcId="{DFB8E129-B831-4CAF-9772-8ACB8C238FFF}" destId="{F8578AC7-A3ED-45C9-BAC4-BC3E59D6596F}" srcOrd="0" destOrd="0" presId="urn:microsoft.com/office/officeart/2005/8/layout/vProcess5"/>
    <dgm:cxn modelId="{8B309552-6231-4C36-84E5-40F3ED0E67D2}" srcId="{DFB8E129-B831-4CAF-9772-8ACB8C238FFF}" destId="{EC2A9315-4B58-4AF4-A31B-5B1FC91EFAD9}" srcOrd="2" destOrd="0" parTransId="{A0F2DC88-C8EC-44E1-B575-4EC7E2EAF20C}" sibTransId="{17E1CB5B-D4ED-4B03-B556-28377ABBB7A7}"/>
    <dgm:cxn modelId="{A0AF9479-93D6-46C1-9214-33B7B69480AF}" type="presOf" srcId="{EC2A9315-4B58-4AF4-A31B-5B1FC91EFAD9}" destId="{B8205C20-7174-467B-BA49-EE0A19EFA147}" srcOrd="0" destOrd="0" presId="urn:microsoft.com/office/officeart/2005/8/layout/vProcess5"/>
    <dgm:cxn modelId="{0959EE94-0D60-488C-ACCB-615E5C4ADE21}" type="presOf" srcId="{0F95985B-7594-4083-9215-53B438D0E454}" destId="{CBD9C3CF-5383-4193-8FC8-6A1DA0CAC5AF}" srcOrd="0" destOrd="0" presId="urn:microsoft.com/office/officeart/2005/8/layout/vProcess5"/>
    <dgm:cxn modelId="{03058F95-E2DF-4796-BBC5-9866E99F4598}" type="presOf" srcId="{CF86A8AF-585B-4810-8817-229159775B35}" destId="{A00EB01A-0F0D-4A9F-AE0C-2494CAB91B63}" srcOrd="1" destOrd="0" presId="urn:microsoft.com/office/officeart/2005/8/layout/vProcess5"/>
    <dgm:cxn modelId="{3B7625A1-9245-478F-8FEF-563E2D2986CD}" type="presOf" srcId="{0362F17C-84EB-4714-8D7A-CCF8B8946892}" destId="{AAE232F1-174E-4CEB-95F4-0DC7FA3150AD}" srcOrd="0" destOrd="0" presId="urn:microsoft.com/office/officeart/2005/8/layout/vProcess5"/>
    <dgm:cxn modelId="{095223AF-46DF-4F5C-AE2A-C40F1F2B2B25}" srcId="{DFB8E129-B831-4CAF-9772-8ACB8C238FFF}" destId="{00E7AD03-F02E-4334-8B16-11568DF4A94F}" srcOrd="3" destOrd="0" parTransId="{7B40D751-D691-447F-8476-0ED39FD16973}" sibTransId="{CE33BED7-CFCB-4C89-9436-E6F41AD04F1C}"/>
    <dgm:cxn modelId="{4AA4CDC1-89B1-4A8E-ACC0-D64DA1E32E08}" type="presOf" srcId="{EC2A9315-4B58-4AF4-A31B-5B1FC91EFAD9}" destId="{6D3C355A-A6D5-4670-9E56-E84418B3CFC2}" srcOrd="1" destOrd="0" presId="urn:microsoft.com/office/officeart/2005/8/layout/vProcess5"/>
    <dgm:cxn modelId="{1E5A33DF-6543-429C-B553-90657944948D}" type="presOf" srcId="{00E7AD03-F02E-4334-8B16-11568DF4A94F}" destId="{911AAC77-372C-4BFB-B144-B0BFE1A5BD2D}" srcOrd="0" destOrd="0" presId="urn:microsoft.com/office/officeart/2005/8/layout/vProcess5"/>
    <dgm:cxn modelId="{FFEC2DE1-64F4-4304-975B-2F5FA471C336}" type="presOf" srcId="{CF86A8AF-585B-4810-8817-229159775B35}" destId="{4F579A38-050A-4804-AE8F-5C61C28723E6}" srcOrd="0" destOrd="0" presId="urn:microsoft.com/office/officeart/2005/8/layout/vProcess5"/>
    <dgm:cxn modelId="{3AD937F5-5DCE-45DC-A1A2-00082BE29338}" srcId="{DFB8E129-B831-4CAF-9772-8ACB8C238FFF}" destId="{0F95985B-7594-4083-9215-53B438D0E454}" srcOrd="0" destOrd="0" parTransId="{E6DBA1F5-7738-4CD3-932D-50CE4116FE41}" sibTransId="{F89B3265-60DB-46B1-8001-89F8F7265B63}"/>
    <dgm:cxn modelId="{3421DCED-8BDC-4F7F-9138-9E473BC129FE}" type="presParOf" srcId="{F8578AC7-A3ED-45C9-BAC4-BC3E59D6596F}" destId="{9ABBD0CF-F9C4-4652-B72E-FE48E4FF090B}" srcOrd="0" destOrd="0" presId="urn:microsoft.com/office/officeart/2005/8/layout/vProcess5"/>
    <dgm:cxn modelId="{7E412318-6E06-40A9-9B50-A8870970F0E7}" type="presParOf" srcId="{F8578AC7-A3ED-45C9-BAC4-BC3E59D6596F}" destId="{CBD9C3CF-5383-4193-8FC8-6A1DA0CAC5AF}" srcOrd="1" destOrd="0" presId="urn:microsoft.com/office/officeart/2005/8/layout/vProcess5"/>
    <dgm:cxn modelId="{4E2C70C9-6FB1-4E64-B64B-7803ED2C3685}" type="presParOf" srcId="{F8578AC7-A3ED-45C9-BAC4-BC3E59D6596F}" destId="{4F579A38-050A-4804-AE8F-5C61C28723E6}" srcOrd="2" destOrd="0" presId="urn:microsoft.com/office/officeart/2005/8/layout/vProcess5"/>
    <dgm:cxn modelId="{F6A102E8-D013-4665-A550-2AC63696AF39}" type="presParOf" srcId="{F8578AC7-A3ED-45C9-BAC4-BC3E59D6596F}" destId="{B8205C20-7174-467B-BA49-EE0A19EFA147}" srcOrd="3" destOrd="0" presId="urn:microsoft.com/office/officeart/2005/8/layout/vProcess5"/>
    <dgm:cxn modelId="{D3DE649F-46AB-4DD9-8ECE-2FCC5133E2DD}" type="presParOf" srcId="{F8578AC7-A3ED-45C9-BAC4-BC3E59D6596F}" destId="{911AAC77-372C-4BFB-B144-B0BFE1A5BD2D}" srcOrd="4" destOrd="0" presId="urn:microsoft.com/office/officeart/2005/8/layout/vProcess5"/>
    <dgm:cxn modelId="{DF2671AE-7F49-41AC-BCEF-295CAA827957}" type="presParOf" srcId="{F8578AC7-A3ED-45C9-BAC4-BC3E59D6596F}" destId="{9E3AAC6A-BAAA-44FF-A383-E924DB7496A4}" srcOrd="5" destOrd="0" presId="urn:microsoft.com/office/officeart/2005/8/layout/vProcess5"/>
    <dgm:cxn modelId="{110DF8DF-27E4-44DC-B921-0E083CD5A6DA}" type="presParOf" srcId="{F8578AC7-A3ED-45C9-BAC4-BC3E59D6596F}" destId="{AAE232F1-174E-4CEB-95F4-0DC7FA3150AD}" srcOrd="6" destOrd="0" presId="urn:microsoft.com/office/officeart/2005/8/layout/vProcess5"/>
    <dgm:cxn modelId="{00422B74-333A-4B37-BEEF-5A51568F2266}" type="presParOf" srcId="{F8578AC7-A3ED-45C9-BAC4-BC3E59D6596F}" destId="{8908FD78-09E9-4002-95C0-F1B2E2550A07}" srcOrd="7" destOrd="0" presId="urn:microsoft.com/office/officeart/2005/8/layout/vProcess5"/>
    <dgm:cxn modelId="{028207CA-EF34-42B2-B6A1-67FF86984707}" type="presParOf" srcId="{F8578AC7-A3ED-45C9-BAC4-BC3E59D6596F}" destId="{3351B40F-2F2D-487C-B573-256F7DACC1F4}" srcOrd="8" destOrd="0" presId="urn:microsoft.com/office/officeart/2005/8/layout/vProcess5"/>
    <dgm:cxn modelId="{F7D7D6DD-8AE4-4879-8FCC-91B7F8DB78DE}" type="presParOf" srcId="{F8578AC7-A3ED-45C9-BAC4-BC3E59D6596F}" destId="{A00EB01A-0F0D-4A9F-AE0C-2494CAB91B63}" srcOrd="9" destOrd="0" presId="urn:microsoft.com/office/officeart/2005/8/layout/vProcess5"/>
    <dgm:cxn modelId="{9B9A5C09-ED03-480E-B182-C4AE599C60C4}" type="presParOf" srcId="{F8578AC7-A3ED-45C9-BAC4-BC3E59D6596F}" destId="{6D3C355A-A6D5-4670-9E56-E84418B3CFC2}" srcOrd="10" destOrd="0" presId="urn:microsoft.com/office/officeart/2005/8/layout/vProcess5"/>
    <dgm:cxn modelId="{EADACBCE-C0A8-47FB-BC7E-4A9973BF881E}" type="presParOf" srcId="{F8578AC7-A3ED-45C9-BAC4-BC3E59D6596F}" destId="{56CD736B-18C3-4F1E-8D74-F9C900EB3504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D9C3CF-5383-4193-8FC8-6A1DA0CAC5AF}">
      <dsp:nvSpPr>
        <dsp:cNvPr id="0" name=""/>
        <dsp:cNvSpPr/>
      </dsp:nvSpPr>
      <dsp:spPr>
        <a:xfrm>
          <a:off x="0" y="0"/>
          <a:ext cx="8742263" cy="81166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Remember: Research Assessment – October 8</a:t>
          </a:r>
          <a:r>
            <a:rPr lang="en-US" sz="2400" kern="1200" baseline="30000" dirty="0"/>
            <a:t>th</a:t>
          </a:r>
          <a:r>
            <a:rPr lang="en-US" sz="2400" kern="1200" dirty="0"/>
            <a:t> – In Class</a:t>
          </a:r>
        </a:p>
      </dsp:txBody>
      <dsp:txXfrm>
        <a:off x="23773" y="23773"/>
        <a:ext cx="7797822" cy="764123"/>
      </dsp:txXfrm>
    </dsp:sp>
    <dsp:sp modelId="{4F579A38-050A-4804-AE8F-5C61C28723E6}">
      <dsp:nvSpPr>
        <dsp:cNvPr id="0" name=""/>
        <dsp:cNvSpPr/>
      </dsp:nvSpPr>
      <dsp:spPr>
        <a:xfrm>
          <a:off x="732164" y="959245"/>
          <a:ext cx="8742263" cy="811669"/>
        </a:xfrm>
        <a:prstGeom prst="roundRect">
          <a:avLst>
            <a:gd name="adj" fmla="val 10000"/>
          </a:avLst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Canvas Practice Test</a:t>
          </a:r>
        </a:p>
      </dsp:txBody>
      <dsp:txXfrm>
        <a:off x="755937" y="983018"/>
        <a:ext cx="7434967" cy="764123"/>
      </dsp:txXfrm>
    </dsp:sp>
    <dsp:sp modelId="{B8205C20-7174-467B-BA49-EE0A19EFA147}">
      <dsp:nvSpPr>
        <dsp:cNvPr id="0" name=""/>
        <dsp:cNvSpPr/>
      </dsp:nvSpPr>
      <dsp:spPr>
        <a:xfrm>
          <a:off x="1453401" y="1918490"/>
          <a:ext cx="8742263" cy="811669"/>
        </a:xfrm>
        <a:prstGeom prst="roundRect">
          <a:avLst>
            <a:gd name="adj" fmla="val 10000"/>
          </a:avLst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Review</a:t>
          </a:r>
        </a:p>
      </dsp:txBody>
      <dsp:txXfrm>
        <a:off x="1477174" y="1942263"/>
        <a:ext cx="7445895" cy="764123"/>
      </dsp:txXfrm>
    </dsp:sp>
    <dsp:sp modelId="{911AAC77-372C-4BFB-B144-B0BFE1A5BD2D}">
      <dsp:nvSpPr>
        <dsp:cNvPr id="0" name=""/>
        <dsp:cNvSpPr/>
      </dsp:nvSpPr>
      <dsp:spPr>
        <a:xfrm>
          <a:off x="2185565" y="2877735"/>
          <a:ext cx="8742263" cy="811669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Bennett – Glass Case Law Exercise</a:t>
          </a:r>
        </a:p>
      </dsp:txBody>
      <dsp:txXfrm>
        <a:off x="2209338" y="2901508"/>
        <a:ext cx="7434967" cy="764123"/>
      </dsp:txXfrm>
    </dsp:sp>
    <dsp:sp modelId="{9E3AAC6A-BAAA-44FF-A383-E924DB7496A4}">
      <dsp:nvSpPr>
        <dsp:cNvPr id="0" name=""/>
        <dsp:cNvSpPr/>
      </dsp:nvSpPr>
      <dsp:spPr>
        <a:xfrm>
          <a:off x="8214678" y="621664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8333384" y="621664"/>
        <a:ext cx="290172" cy="397007"/>
      </dsp:txXfrm>
    </dsp:sp>
    <dsp:sp modelId="{AAE232F1-174E-4CEB-95F4-0DC7FA3150AD}">
      <dsp:nvSpPr>
        <dsp:cNvPr id="0" name=""/>
        <dsp:cNvSpPr/>
      </dsp:nvSpPr>
      <dsp:spPr>
        <a:xfrm>
          <a:off x="8946842" y="1580910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9065548" y="1580910"/>
        <a:ext cx="290172" cy="397007"/>
      </dsp:txXfrm>
    </dsp:sp>
    <dsp:sp modelId="{8908FD78-09E9-4002-95C0-F1B2E2550A07}">
      <dsp:nvSpPr>
        <dsp:cNvPr id="0" name=""/>
        <dsp:cNvSpPr/>
      </dsp:nvSpPr>
      <dsp:spPr>
        <a:xfrm>
          <a:off x="9668079" y="2540155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9786785" y="2540155"/>
        <a:ext cx="290172" cy="3970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9E67F-A7FB-1538-D2F9-F6F2D07BFE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62FEA4-6A90-0710-3202-8CE207B1BF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149F4-65C3-AFAD-4A8B-71C850B92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370E8-14BF-4645-8D88-12085EBE267B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0F9A2-5231-B12E-BB14-9F61B321A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E6E3C-E702-7593-9B0C-F020BB737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9051A-6F47-4DDC-A456-E7531BB46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881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57215-110A-953E-1261-1D39C517A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7BC02-E524-0F51-1546-E91CCCC28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6AB2A-1992-A6A9-E0E7-D723B904E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370E8-14BF-4645-8D88-12085EBE267B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5E548-6AC9-B491-26BA-AF4D00241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3E051-3022-A212-DB58-C253741B6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9051A-6F47-4DDC-A456-E7531BB46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743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E6539-269A-73FA-A552-7264B8F1F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3F8A0A-A93B-B768-9E37-BABD79832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8BAEF-A6DC-FF84-D631-B2612BCA7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370E8-14BF-4645-8D88-12085EBE267B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90180-B139-3044-D64F-7BFE2AAEB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DCA95-0B6F-187E-9A07-33561655D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9051A-6F47-4DDC-A456-E7531BB46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433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433B8-C0A4-4528-6632-F1607AD66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DC353-4F17-2FA9-0D10-BFC07B90CF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C746C3-D41F-8C23-CD97-7E046FDB7A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8F2BD5-442D-2D51-CB09-B4B05064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370E8-14BF-4645-8D88-12085EBE267B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D4998-FDB8-FD98-B1E6-D58D7198D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C00876-55A0-028E-E238-0F8D09ACB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9051A-6F47-4DDC-A456-E7531BB46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007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83CB2-F01D-4053-5D72-38B70B27B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E67778-3F42-8070-FBC5-F2330934CC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789D71-00ED-0C9E-BDDF-1835A1614A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6EBAF0-BDA5-F261-EC36-7DD1D52554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617341-BAD0-8EF6-10AA-68DF903EB7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172C98-9FF0-81DB-9AC7-A10A18EE1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370E8-14BF-4645-8D88-12085EBE267B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A6B1C5-74A9-9165-54CC-DCAB0FC5C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78CE9C-4759-AEDC-A2ED-12ED56897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9051A-6F47-4DDC-A456-E7531BB46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126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8F157-3412-EDBD-3C6B-2C3A9123A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01EFDF-BB22-071B-0232-6BA3C818C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370E8-14BF-4645-8D88-12085EBE267B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83B70D-F9F8-2899-6681-9838F8453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8069A6-4E6C-8073-E028-D286A3F7B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9051A-6F47-4DDC-A456-E7531BB46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26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6FD0B2-8783-ACEB-0C01-52180BB19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370E8-14BF-4645-8D88-12085EBE267B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700ACC-9EA8-8CFD-BD28-F8940A338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849A8-5A0E-296D-1F1C-B6A94BC11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9051A-6F47-4DDC-A456-E7531BB46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066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311EF-89BB-285A-6A73-78043A3FC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F42C7-4337-2259-360C-1CC91B377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8E2CBB-70E6-5C63-3106-C85CDA6FB9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222C80-451D-F4F9-B55F-A83530A66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370E8-14BF-4645-8D88-12085EBE267B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CF4879-9A42-6096-FCA3-14387C20C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865A9D-5D92-4AF5-D4F5-C1437B503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9051A-6F47-4DDC-A456-E7531BB46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040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5FCF2-B412-9670-673C-49A46E49D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218479-6D35-9356-35C9-3EB32697C71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F9980C-F32B-37B5-C5AF-F6AD172A83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8645DE-446E-4416-EF11-617DCE4A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370E8-14BF-4645-8D88-12085EBE267B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D09184-562A-7C78-BEBB-FCD8B7F54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534822-BBDD-E714-499D-69DB8FBDD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9051A-6F47-4DDC-A456-E7531BB46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137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DB4AB-DA51-41C0-7D00-0D5FABCB4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B366D2-B672-F091-26E6-85A616E0FA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3B7DD-5B0D-BFC7-8FC7-8F5A6B0F5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370E8-14BF-4645-8D88-12085EBE267B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EDA7DE-7AD4-5003-856D-5048133B3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3251F-1862-DC82-1C70-A3214B241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9051A-6F47-4DDC-A456-E7531BB46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035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F048BF-E4D4-6E0D-6751-7895C7A3E4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0AE8E5-ACD3-12D3-524B-C477542999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67ABEE-20D0-8C83-7DF5-570D69F45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370E8-14BF-4645-8D88-12085EBE267B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C915E-AE3F-0255-AC0E-276FB3393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7CF2B-B26D-8548-5388-2293147CE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9051A-6F47-4DDC-A456-E7531BB46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869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3F110B-0384-5E89-A39D-ED8292D9D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76266E-6639-845B-E2AA-3EF055E60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F44922-0EF8-F37C-779C-A1F37B3879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A370E8-14BF-4645-8D88-12085EBE267B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E57F2-9B9F-5533-ECB1-B4FEF5327D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25314-E2BB-0F2B-77C2-F17D635F42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D9051A-6F47-4DDC-A456-E7531BB46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567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DF48FF2-349E-ED9B-D8FB-048BC76C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Today in LSS – Research Assessment Practice</a:t>
            </a:r>
          </a:p>
        </p:txBody>
      </p:sp>
      <p:graphicFrame>
        <p:nvGraphicFramePr>
          <p:cNvPr id="14" name="Content Placeholder 4">
            <a:extLst>
              <a:ext uri="{FF2B5EF4-FFF2-40B4-BE49-F238E27FC236}">
                <a16:creationId xmlns:a16="http://schemas.microsoft.com/office/drawing/2014/main" id="{B3E97826-F806-7FD8-40AB-50488E618A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4349240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42705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9CB74AC-9449-0E7C-BDD3-EFF9BF4CD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6501" y="489508"/>
            <a:ext cx="5754896" cy="1667569"/>
          </a:xfrm>
        </p:spPr>
        <p:txBody>
          <a:bodyPr anchor="b">
            <a:normAutofit/>
          </a:bodyPr>
          <a:lstStyle/>
          <a:p>
            <a:r>
              <a:rPr lang="en-US" sz="4000"/>
              <a:t>Assessment Review</a:t>
            </a:r>
          </a:p>
        </p:txBody>
      </p:sp>
      <p:pic>
        <p:nvPicPr>
          <p:cNvPr id="9" name="Graphic 8" descr="Question mark">
            <a:extLst>
              <a:ext uri="{FF2B5EF4-FFF2-40B4-BE49-F238E27FC236}">
                <a16:creationId xmlns:a16="http://schemas.microsoft.com/office/drawing/2014/main" id="{E02E5FB4-A394-64FD-0859-5166F0DD30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8130" y="1275070"/>
            <a:ext cx="3876165" cy="3876165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397A8C-E3DA-14CC-A5FC-8158189EED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6502" y="2405894"/>
            <a:ext cx="5754896" cy="3197464"/>
          </a:xfrm>
        </p:spPr>
        <p:txBody>
          <a:bodyPr>
            <a:normAutofit/>
          </a:bodyPr>
          <a:lstStyle/>
          <a:p>
            <a:r>
              <a:rPr lang="en-US" sz="1600" dirty="0"/>
              <a:t>Research in Westlaw on the assessment. You can also use the Bluebook</a:t>
            </a:r>
          </a:p>
          <a:p>
            <a:r>
              <a:rPr lang="en-US" sz="1600"/>
              <a:t>15 question approx.; </a:t>
            </a:r>
            <a:r>
              <a:rPr lang="en-US" sz="1600" dirty="0"/>
              <a:t>5 minutes a question</a:t>
            </a:r>
          </a:p>
          <a:p>
            <a:r>
              <a:rPr lang="en-US" sz="1600" dirty="0"/>
              <a:t>Citations need not be Bluebook perfect, but I must know the case you are talking about</a:t>
            </a:r>
          </a:p>
          <a:p>
            <a:r>
              <a:rPr lang="en-US" sz="1600" dirty="0"/>
              <a:t>Common Secondary Sources</a:t>
            </a:r>
          </a:p>
          <a:p>
            <a:r>
              <a:rPr lang="en-US" sz="1600" dirty="0"/>
              <a:t>Searching within Secondary Sources (TOC, Search Bar, Index)</a:t>
            </a:r>
          </a:p>
          <a:p>
            <a:r>
              <a:rPr lang="en-US" sz="1600" dirty="0"/>
              <a:t>Case Law Citing Backwards; Forwards; Side-by-Side (most specific)</a:t>
            </a:r>
          </a:p>
          <a:p>
            <a:r>
              <a:rPr lang="en-US" sz="1600" dirty="0"/>
              <a:t>Mandatory versus Persuasive Authority 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748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98</Words>
  <Application>Microsoft Office PowerPoint</Application>
  <PresentationFormat>Widescreen</PresentationFormat>
  <Paragraphs>22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Today in LSS – Research Assessment Practice</vt:lpstr>
      <vt:lpstr>Assessment Review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Truskett, Harve A</dc:creator>
  <cp:lastModifiedBy>Truskett, Harve A</cp:lastModifiedBy>
  <cp:revision>1</cp:revision>
  <dcterms:created xsi:type="dcterms:W3CDTF">2026-10-05T22:58:05Z</dcterms:created>
  <dcterms:modified xsi:type="dcterms:W3CDTF">2026-10-06T16:14:07Z</dcterms:modified>
</cp:coreProperties>
</file>